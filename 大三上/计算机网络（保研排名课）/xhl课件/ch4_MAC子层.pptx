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tags/tag1.xml" ContentType="application/vnd.openxmlformats-officedocument.presentationml.tags+xml"/>
  <Override PartName="/ppt/notesSlides/notesSlide11.xml" ContentType="application/vnd.openxmlformats-officedocument.presentationml.notesSlide+xml"/>
  <Override PartName="/ppt/tags/tag2.xml" ContentType="application/vnd.openxmlformats-officedocument.presentationml.tag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comments/comment1.xml" ContentType="application/vnd.openxmlformats-officedocument.presentationml.comments+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48" r:id="rId1"/>
  </p:sldMasterIdLst>
  <p:notesMasterIdLst>
    <p:notesMasterId r:id="rId135"/>
  </p:notesMasterIdLst>
  <p:sldIdLst>
    <p:sldId id="1014" r:id="rId2"/>
    <p:sldId id="1015" r:id="rId3"/>
    <p:sldId id="1061" r:id="rId4"/>
    <p:sldId id="1002" r:id="rId5"/>
    <p:sldId id="1062" r:id="rId6"/>
    <p:sldId id="1071" r:id="rId7"/>
    <p:sldId id="1066" r:id="rId8"/>
    <p:sldId id="1073" r:id="rId9"/>
    <p:sldId id="1074" r:id="rId10"/>
    <p:sldId id="1075" r:id="rId11"/>
    <p:sldId id="1076" r:id="rId12"/>
    <p:sldId id="1083" r:id="rId13"/>
    <p:sldId id="1086" r:id="rId14"/>
    <p:sldId id="1087" r:id="rId15"/>
    <p:sldId id="1088" r:id="rId16"/>
    <p:sldId id="1089" r:id="rId17"/>
    <p:sldId id="1090" r:id="rId18"/>
    <p:sldId id="1091" r:id="rId19"/>
    <p:sldId id="1092" r:id="rId20"/>
    <p:sldId id="1093" r:id="rId21"/>
    <p:sldId id="1094" r:id="rId22"/>
    <p:sldId id="1095" r:id="rId23"/>
    <p:sldId id="1096" r:id="rId24"/>
    <p:sldId id="1097" r:id="rId25"/>
    <p:sldId id="1099" r:id="rId26"/>
    <p:sldId id="1102" r:id="rId27"/>
    <p:sldId id="1108" r:id="rId28"/>
    <p:sldId id="1390" r:id="rId29"/>
    <p:sldId id="1391" r:id="rId30"/>
    <p:sldId id="1392" r:id="rId31"/>
    <p:sldId id="1393" r:id="rId32"/>
    <p:sldId id="1394" r:id="rId33"/>
    <p:sldId id="1395" r:id="rId34"/>
    <p:sldId id="1396" r:id="rId35"/>
    <p:sldId id="1397" r:id="rId36"/>
    <p:sldId id="1398" r:id="rId37"/>
    <p:sldId id="1399" r:id="rId38"/>
    <p:sldId id="1400" r:id="rId39"/>
    <p:sldId id="1401" r:id="rId40"/>
    <p:sldId id="1402" r:id="rId41"/>
    <p:sldId id="1403" r:id="rId42"/>
    <p:sldId id="1404" r:id="rId43"/>
    <p:sldId id="1405" r:id="rId44"/>
    <p:sldId id="1406" r:id="rId45"/>
    <p:sldId id="1407" r:id="rId46"/>
    <p:sldId id="1408" r:id="rId47"/>
    <p:sldId id="1409" r:id="rId48"/>
    <p:sldId id="1410" r:id="rId49"/>
    <p:sldId id="1411" r:id="rId50"/>
    <p:sldId id="1412" r:id="rId51"/>
    <p:sldId id="1413" r:id="rId52"/>
    <p:sldId id="1414" r:id="rId53"/>
    <p:sldId id="1415" r:id="rId54"/>
    <p:sldId id="1416" r:id="rId55"/>
    <p:sldId id="1417" r:id="rId56"/>
    <p:sldId id="1111" r:id="rId57"/>
    <p:sldId id="1331" r:id="rId58"/>
    <p:sldId id="1332" r:id="rId59"/>
    <p:sldId id="1333" r:id="rId60"/>
    <p:sldId id="1334" r:id="rId61"/>
    <p:sldId id="1335" r:id="rId62"/>
    <p:sldId id="1336" r:id="rId63"/>
    <p:sldId id="1337" r:id="rId64"/>
    <p:sldId id="1338" r:id="rId65"/>
    <p:sldId id="1339" r:id="rId66"/>
    <p:sldId id="1340" r:id="rId67"/>
    <p:sldId id="1341" r:id="rId68"/>
    <p:sldId id="1342" r:id="rId69"/>
    <p:sldId id="1343" r:id="rId70"/>
    <p:sldId id="1344" r:id="rId71"/>
    <p:sldId id="1345" r:id="rId72"/>
    <p:sldId id="1346" r:id="rId73"/>
    <p:sldId id="1347" r:id="rId74"/>
    <p:sldId id="1348" r:id="rId75"/>
    <p:sldId id="1349" r:id="rId76"/>
    <p:sldId id="1350" r:id="rId77"/>
    <p:sldId id="1351" r:id="rId78"/>
    <p:sldId id="1352" r:id="rId79"/>
    <p:sldId id="1353" r:id="rId80"/>
    <p:sldId id="1354" r:id="rId81"/>
    <p:sldId id="1355" r:id="rId82"/>
    <p:sldId id="1356" r:id="rId83"/>
    <p:sldId id="1357" r:id="rId84"/>
    <p:sldId id="1358" r:id="rId85"/>
    <p:sldId id="1359" r:id="rId86"/>
    <p:sldId id="1360" r:id="rId87"/>
    <p:sldId id="1361" r:id="rId88"/>
    <p:sldId id="1362" r:id="rId89"/>
    <p:sldId id="1363" r:id="rId90"/>
    <p:sldId id="1364" r:id="rId91"/>
    <p:sldId id="1365" r:id="rId92"/>
    <p:sldId id="1366" r:id="rId93"/>
    <p:sldId id="1367" r:id="rId94"/>
    <p:sldId id="1368" r:id="rId95"/>
    <p:sldId id="1369" r:id="rId96"/>
    <p:sldId id="1370" r:id="rId97"/>
    <p:sldId id="1371" r:id="rId98"/>
    <p:sldId id="1372" r:id="rId99"/>
    <p:sldId id="1373" r:id="rId100"/>
    <p:sldId id="1374" r:id="rId101"/>
    <p:sldId id="1375" r:id="rId102"/>
    <p:sldId id="1376" r:id="rId103"/>
    <p:sldId id="1377" r:id="rId104"/>
    <p:sldId id="1378" r:id="rId105"/>
    <p:sldId id="1379" r:id="rId106"/>
    <p:sldId id="1380" r:id="rId107"/>
    <p:sldId id="1381" r:id="rId108"/>
    <p:sldId id="1382" r:id="rId109"/>
    <p:sldId id="1383" r:id="rId110"/>
    <p:sldId id="1384" r:id="rId111"/>
    <p:sldId id="1385" r:id="rId112"/>
    <p:sldId id="1386" r:id="rId113"/>
    <p:sldId id="1387" r:id="rId114"/>
    <p:sldId id="1388" r:id="rId115"/>
    <p:sldId id="1389" r:id="rId116"/>
    <p:sldId id="1212" r:id="rId117"/>
    <p:sldId id="1418" r:id="rId118"/>
    <p:sldId id="1419" r:id="rId119"/>
    <p:sldId id="1420" r:id="rId120"/>
    <p:sldId id="1421" r:id="rId121"/>
    <p:sldId id="1422" r:id="rId122"/>
    <p:sldId id="1423" r:id="rId123"/>
    <p:sldId id="1424" r:id="rId124"/>
    <p:sldId id="1425" r:id="rId125"/>
    <p:sldId id="1426" r:id="rId126"/>
    <p:sldId id="1427" r:id="rId127"/>
    <p:sldId id="1428" r:id="rId128"/>
    <p:sldId id="1444" r:id="rId129"/>
    <p:sldId id="741" r:id="rId130"/>
    <p:sldId id="642" r:id="rId131"/>
    <p:sldId id="650" r:id="rId132"/>
    <p:sldId id="722" r:id="rId133"/>
    <p:sldId id="721" r:id="rId13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z jr" initials="zj"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B307E"/>
    <a:srgbClr val="FDCB0B"/>
    <a:srgbClr val="FFD700"/>
    <a:srgbClr val="F9BC12"/>
    <a:srgbClr val="FFD801"/>
    <a:srgbClr val="EFB914"/>
    <a:srgbClr val="F5BD15"/>
    <a:srgbClr val="F8BF15"/>
    <a:srgbClr val="FEC60D"/>
    <a:srgbClr val="FFC21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中度样式 3 - 强调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BDBED569-4797-4DF1-A0F4-6AAB3CD982D8}" styleName="浅色样式 3 - 强调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5FD0F851-EC5A-4D38-B0AD-8093EC10F338}" styleName="浅色样式 1 - 强调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BC89EF96-8CEA-46FF-86C4-4CE0E7609802}" styleName="浅色样式 3 - 强调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861"/>
    <p:restoredTop sz="75667" autoAdjust="0"/>
  </p:normalViewPr>
  <p:slideViewPr>
    <p:cSldViewPr snapToGrid="0" snapToObjects="1">
      <p:cViewPr varScale="1">
        <p:scale>
          <a:sx n="84" d="100"/>
          <a:sy n="84" d="100"/>
        </p:scale>
        <p:origin x="1350" y="90"/>
      </p:cViewPr>
      <p:guideLst/>
    </p:cSldViewPr>
  </p:slideViewPr>
  <p:outlineViewPr>
    <p:cViewPr>
      <p:scale>
        <a:sx n="33" d="100"/>
        <a:sy n="33" d="100"/>
      </p:scale>
      <p:origin x="0" y="-264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viewProps" Target="viewProps.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theme" Target="theme/theme1.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notesMaster" Target="notesMasters/notesMaster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commentAuthors" Target="commentAuthor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1-01-20T16:52:20.109" idx="1">
    <p:pos x="10" y="10"/>
    <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5E8472-67E5-DE40-B53F-0C0FEA434AA0}" type="datetimeFigureOut">
              <a:rPr kumimoji="1" lang="zh-CN" altLang="en-US" smtClean="0"/>
              <a:t>2024/10/18</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40B8802-914A-7C41-BC77-CC54DEE99EEF}" type="slidenum">
              <a:rPr kumimoji="1" lang="zh-CN" altLang="en-US" smtClean="0"/>
              <a:t>‹#›</a:t>
            </a:fld>
            <a:endParaRPr kumimoji="1"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1</a:t>
            </a:fld>
            <a:endParaRPr kumimoji="1"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从总体上交代清楚本章要解决什么问题，它在参考模型上的位置以及主要的内容。</a:t>
            </a:r>
            <a:endParaRPr lang="en-US" altLang="zh-CN" dirty="0"/>
          </a:p>
          <a:p>
            <a:endParaRPr lang="en-US" altLang="zh-CN" dirty="0"/>
          </a:p>
          <a:p>
            <a:r>
              <a:rPr lang="zh-CN" altLang="en-US" dirty="0"/>
              <a:t>强调：</a:t>
            </a:r>
            <a:r>
              <a:rPr lang="en-US" altLang="zh-CN" dirty="0"/>
              <a:t>IEEE802. </a:t>
            </a:r>
            <a:r>
              <a:rPr lang="zh-CN" altLang="en-US" dirty="0"/>
              <a:t>系列的扩展性。</a:t>
            </a:r>
            <a:r>
              <a:rPr lang="en-US" altLang="zh-CN" dirty="0"/>
              <a:t>LLC</a:t>
            </a:r>
            <a:r>
              <a:rPr lang="zh-CN" altLang="en-US" dirty="0"/>
              <a:t>（</a:t>
            </a:r>
            <a:r>
              <a:rPr lang="en-US" altLang="zh-CN" dirty="0"/>
              <a:t>Logical Link Control</a:t>
            </a:r>
            <a:r>
              <a:rPr lang="zh-CN" altLang="en-US" dirty="0"/>
              <a:t>）子层不单独讲，在这里提及它的承上启下作用。</a:t>
            </a:r>
            <a:endParaRPr lang="en-US" altLang="zh-CN" dirty="0"/>
          </a:p>
          <a:p>
            <a:endParaRPr lang="en-US" altLang="zh-CN" dirty="0"/>
          </a:p>
          <a:p>
            <a:r>
              <a:rPr lang="en-US" altLang="zh-CN" dirty="0"/>
              <a:t>MAC</a:t>
            </a:r>
            <a:r>
              <a:rPr lang="zh-CN" altLang="en-US" dirty="0"/>
              <a:t>（</a:t>
            </a:r>
            <a:r>
              <a:rPr lang="en-US" altLang="zh-CN" dirty="0"/>
              <a:t>Media Access Control</a:t>
            </a:r>
            <a:r>
              <a:rPr lang="zh-CN" altLang="en-US" dirty="0"/>
              <a:t>）子层跟</a:t>
            </a:r>
            <a:r>
              <a:rPr lang="en-US" altLang="zh-CN" dirty="0"/>
              <a:t>LLC</a:t>
            </a:r>
            <a:r>
              <a:rPr lang="zh-CN" altLang="en-US" dirty="0"/>
              <a:t>子层的关系，跟以太网</a:t>
            </a:r>
            <a:r>
              <a:rPr lang="en-US" altLang="zh-CN" dirty="0"/>
              <a:t>/802.3</a:t>
            </a:r>
            <a:r>
              <a:rPr lang="zh-CN" altLang="en-US" dirty="0"/>
              <a:t>的关系</a:t>
            </a:r>
            <a:endParaRPr lang="en-US" altLang="zh-CN" dirty="0"/>
          </a:p>
          <a:p>
            <a:endParaRPr lang="en-US" altLang="zh-CN" dirty="0"/>
          </a:p>
          <a:p>
            <a:r>
              <a:rPr lang="en-US" altLang="zh-CN" dirty="0"/>
              <a:t>4.4</a:t>
            </a:r>
            <a:r>
              <a:rPr lang="zh-CN" altLang="en-US" dirty="0"/>
              <a:t>小节要讲的二层交换，是数据链路层的内容，看起来好像跟</a:t>
            </a:r>
            <a:r>
              <a:rPr lang="en-US" altLang="zh-CN" dirty="0"/>
              <a:t>MAC</a:t>
            </a:r>
            <a:r>
              <a:rPr lang="zh-CN" altLang="en-US" dirty="0"/>
              <a:t>没有什么关系，但它讲的仍然是信道访问的事情，是局域网设备完成的工作内容，所以，放到了这一章。</a:t>
            </a:r>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3</a:t>
            </a:fld>
            <a:endParaRPr kumimoji="1"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4</a:t>
            </a:fld>
            <a:endParaRPr kumimoji="1"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从学生宿舍接入、家中接入的信道入手；接地气。</a:t>
            </a:r>
            <a:endParaRPr lang="en-US" altLang="zh-CN" dirty="0"/>
          </a:p>
          <a:p>
            <a:endParaRPr lang="en-US" altLang="zh-CN" dirty="0"/>
          </a:p>
          <a:p>
            <a:r>
              <a:rPr lang="zh-CN" altLang="en-US" dirty="0"/>
              <a:t>现在的以太局域网几乎都是微分段（每个端口只接一台设备）的方法接入，但是当交换机工作在半双工模式面临交换机的上行信道，其逻辑拓扑（访问）仍然是总线式拓扑。也就是多个用户共享总线，共享信道。</a:t>
            </a:r>
            <a:endParaRPr lang="en-US" altLang="zh-CN" dirty="0"/>
          </a:p>
          <a:p>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5</a:t>
            </a:fld>
            <a:endParaRPr kumimoji="1"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总线拓扑、星型拓扑、环形拓扑是三种常见的局域网拓扑；这三种拓扑都形成了多点访问信道，也叫广播信道，多路访问信道。</a:t>
            </a: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中间的星型拓扑图，是早期以太网才会用的，现在“星型”的中心已经被 交换机所取代。由于交换机的工作方式（半双工），它的上行链路需要被多用户共享，所以，它的逻辑拓扑是总线式的，是一根共享信道。</a:t>
            </a:r>
          </a:p>
          <a:p>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6</a:t>
            </a:fld>
            <a:endParaRPr kumimoji="1"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从广播信道面临的问题出发，引出多路访问控制，即信道的分配问题。</a:t>
            </a:r>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7</a:t>
            </a:fld>
            <a:endParaRPr kumimoji="1"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思维导图配合，交代</a:t>
            </a:r>
            <a:r>
              <a:rPr lang="en-US" altLang="zh-CN" dirty="0"/>
              <a:t>3</a:t>
            </a:r>
            <a:r>
              <a:rPr lang="zh-CN" altLang="en-US" dirty="0"/>
              <a:t>大类多路访问协议，以及各种细分类。</a:t>
            </a:r>
            <a:endParaRPr lang="en-US" altLang="zh-CN" dirty="0"/>
          </a:p>
          <a:p>
            <a:r>
              <a:rPr lang="zh-CN" altLang="en-US" dirty="0"/>
              <a:t>重点讲解三类的不同。多路访问协议重在随机访问以及冲突的不可避免；受控访问协议强调通过机制确定访问，且克服了冲突；自适应访问协议，充分利用前两者的优点。</a:t>
            </a:r>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9</a:t>
            </a:fld>
            <a:endParaRPr kumimoji="1"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ea typeface="+mn-ea"/>
                <a:cs typeface="+mn-cs"/>
              </a:rPr>
              <a:t>MAC</a:t>
            </a:r>
            <a:r>
              <a:rPr lang="zh-CN" altLang="zh-CN" sz="1200" kern="1200" dirty="0">
                <a:solidFill>
                  <a:schemeClr val="tx1"/>
                </a:solidFill>
                <a:effectLst/>
                <a:latin typeface="+mn-lt"/>
                <a:ea typeface="+mn-ea"/>
                <a:cs typeface="+mn-cs"/>
              </a:rPr>
              <a:t>故事开始于</a:t>
            </a:r>
            <a:r>
              <a:rPr lang="en-US" altLang="zh-CN" sz="1200" kern="1200" dirty="0">
                <a:solidFill>
                  <a:schemeClr val="tx1"/>
                </a:solidFill>
                <a:effectLst/>
                <a:latin typeface="+mn-lt"/>
                <a:ea typeface="+mn-ea"/>
                <a:cs typeface="+mn-cs"/>
              </a:rPr>
              <a:t>20</a:t>
            </a:r>
            <a:r>
              <a:rPr lang="zh-CN" altLang="zh-CN" sz="1200" kern="1200" dirty="0">
                <a:solidFill>
                  <a:schemeClr val="tx1"/>
                </a:solidFill>
                <a:effectLst/>
                <a:latin typeface="+mn-lt"/>
                <a:ea typeface="+mn-ea"/>
                <a:cs typeface="+mn-cs"/>
              </a:rPr>
              <a:t>世纪</a:t>
            </a:r>
            <a:r>
              <a:rPr lang="en-US" altLang="zh-CN" sz="1200" kern="1200" dirty="0">
                <a:solidFill>
                  <a:schemeClr val="tx1"/>
                </a:solidFill>
                <a:effectLst/>
                <a:latin typeface="+mn-lt"/>
                <a:ea typeface="+mn-ea"/>
                <a:cs typeface="+mn-cs"/>
              </a:rPr>
              <a:t>70</a:t>
            </a:r>
            <a:r>
              <a:rPr lang="zh-CN" altLang="zh-CN" sz="1200" kern="1200" dirty="0">
                <a:solidFill>
                  <a:schemeClr val="tx1"/>
                </a:solidFill>
                <a:effectLst/>
                <a:latin typeface="+mn-lt"/>
                <a:ea typeface="+mn-ea"/>
                <a:cs typeface="+mn-cs"/>
              </a:rPr>
              <a:t>年代原始的夏威夷。在这种情况下，原始的（</a:t>
            </a:r>
            <a:r>
              <a:rPr lang="en-US" altLang="zh-CN" sz="1200" kern="1200" dirty="0">
                <a:solidFill>
                  <a:schemeClr val="tx1"/>
                </a:solidFill>
                <a:effectLst/>
                <a:latin typeface="+mn-lt"/>
                <a:ea typeface="+mn-ea"/>
                <a:cs typeface="+mn-cs"/>
              </a:rPr>
              <a:t>pristine</a:t>
            </a:r>
            <a:r>
              <a:rPr lang="zh-CN" altLang="zh-CN" sz="1200" kern="1200" dirty="0">
                <a:solidFill>
                  <a:schemeClr val="tx1"/>
                </a:solidFill>
                <a:effectLst/>
                <a:latin typeface="+mn-lt"/>
                <a:ea typeface="+mn-ea"/>
                <a:cs typeface="+mn-cs"/>
              </a:rPr>
              <a:t>）一词可以解释为“没有一个可运行的电话系统”。这并没有使生活在这里的夏威夷大学研究员</a:t>
            </a:r>
            <a:r>
              <a:rPr lang="en-US" altLang="zh-CN" sz="1200" kern="1200" dirty="0">
                <a:solidFill>
                  <a:schemeClr val="tx1"/>
                </a:solidFill>
                <a:effectLst/>
                <a:latin typeface="+mn-lt"/>
                <a:ea typeface="+mn-ea"/>
                <a:cs typeface="+mn-cs"/>
              </a:rPr>
              <a:t>Norman Abramson</a:t>
            </a:r>
            <a:r>
              <a:rPr lang="zh-CN" altLang="zh-CN" sz="1200" kern="1200" dirty="0">
                <a:solidFill>
                  <a:schemeClr val="tx1"/>
                </a:solidFill>
                <a:effectLst/>
                <a:latin typeface="+mn-lt"/>
                <a:ea typeface="+mn-ea"/>
                <a:cs typeface="+mn-cs"/>
              </a:rPr>
              <a:t>和他的同事感觉愉快，他们正试图把偏远岛屿上的用户连接到檀香山的主计算机。把自己的电缆穿过太平洋海底显然不是个办法，因此他们寻找着不同的解决方案。</a:t>
            </a:r>
          </a:p>
          <a:p>
            <a:r>
              <a:rPr lang="zh-CN" altLang="zh-CN" sz="1200" kern="1200" dirty="0">
                <a:solidFill>
                  <a:schemeClr val="tx1"/>
                </a:solidFill>
                <a:effectLst/>
                <a:latin typeface="+mn-lt"/>
                <a:ea typeface="+mn-ea"/>
                <a:cs typeface="+mn-cs"/>
              </a:rPr>
              <a:t>他们找到了一种用于短程无线电通信的方法。所有的用户终端共享同一个上行频率给中央计算机发送帧。其中包括了一个简单而巧妙的方法来解决信道分配问题。自此以后，他们的工作得到了许多研究者的扩充（</a:t>
            </a:r>
            <a:r>
              <a:rPr lang="en-US" altLang="zh-CN" sz="1200" kern="1200" dirty="0">
                <a:solidFill>
                  <a:schemeClr val="tx1"/>
                </a:solidFill>
                <a:effectLst/>
                <a:latin typeface="+mn-lt"/>
                <a:ea typeface="+mn-ea"/>
                <a:cs typeface="+mn-cs"/>
              </a:rPr>
              <a:t>Schwartz</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Abramson</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2009</a:t>
            </a:r>
            <a:r>
              <a:rPr lang="zh-CN" altLang="zh-CN" sz="1200" kern="1200" dirty="0">
                <a:solidFill>
                  <a:schemeClr val="tx1"/>
                </a:solidFill>
                <a:effectLst/>
                <a:latin typeface="+mn-lt"/>
                <a:ea typeface="+mn-ea"/>
                <a:cs typeface="+mn-cs"/>
              </a:rPr>
              <a:t>）。虽然</a:t>
            </a:r>
            <a:r>
              <a:rPr lang="en-US" altLang="zh-CN" sz="1200" kern="1200" dirty="0">
                <a:solidFill>
                  <a:schemeClr val="tx1"/>
                </a:solidFill>
                <a:effectLst/>
                <a:latin typeface="+mn-lt"/>
                <a:ea typeface="+mn-ea"/>
                <a:cs typeface="+mn-cs"/>
              </a:rPr>
              <a:t>Abramson</a:t>
            </a:r>
            <a:r>
              <a:rPr lang="zh-CN" altLang="zh-CN" sz="1200" kern="1200" dirty="0">
                <a:solidFill>
                  <a:schemeClr val="tx1"/>
                </a:solidFill>
                <a:effectLst/>
                <a:latin typeface="+mn-lt"/>
                <a:ea typeface="+mn-ea"/>
                <a:cs typeface="+mn-cs"/>
              </a:rPr>
              <a:t>的工作（称为</a:t>
            </a:r>
            <a:r>
              <a:rPr lang="en-US" altLang="zh-CN" sz="1200" kern="1200" dirty="0">
                <a:solidFill>
                  <a:schemeClr val="tx1"/>
                </a:solidFill>
                <a:effectLst/>
                <a:latin typeface="+mn-lt"/>
                <a:ea typeface="+mn-ea"/>
                <a:cs typeface="+mn-cs"/>
              </a:rPr>
              <a:t>ALOHA</a:t>
            </a:r>
            <a:r>
              <a:rPr lang="zh-CN" altLang="zh-CN" sz="1200" kern="1200" dirty="0">
                <a:solidFill>
                  <a:schemeClr val="tx1"/>
                </a:solidFill>
                <a:effectLst/>
                <a:latin typeface="+mn-lt"/>
                <a:ea typeface="+mn-ea"/>
                <a:cs typeface="+mn-cs"/>
              </a:rPr>
              <a:t>系统）使用了地面无线电广播，其基本思路同样适用于任何非协调用户竞争使用单个共享信道的系统。</a:t>
            </a:r>
            <a:r>
              <a:rPr lang="zh-CN" altLang="en-US" sz="1200" kern="1200" dirty="0">
                <a:solidFill>
                  <a:schemeClr val="tx1"/>
                </a:solidFill>
                <a:effectLst/>
                <a:latin typeface="+mn-lt"/>
                <a:ea typeface="+mn-ea"/>
                <a:cs typeface="+mn-cs"/>
              </a:rPr>
              <a:t>（来自</a:t>
            </a:r>
            <a:r>
              <a:rPr lang="en-US" altLang="zh-CN" sz="1200" kern="1200" dirty="0" err="1">
                <a:solidFill>
                  <a:schemeClr val="tx1"/>
                </a:solidFill>
                <a:effectLst/>
                <a:latin typeface="+mn-lt"/>
                <a:ea typeface="+mn-ea"/>
                <a:cs typeface="+mn-cs"/>
              </a:rPr>
              <a:t>Tanenbaum</a:t>
            </a:r>
            <a:r>
              <a:rPr lang="zh-CN" altLang="en-US" sz="1200" kern="1200" dirty="0">
                <a:solidFill>
                  <a:schemeClr val="tx1"/>
                </a:solidFill>
                <a:effectLst/>
                <a:latin typeface="+mn-lt"/>
                <a:ea typeface="+mn-ea"/>
                <a:cs typeface="+mn-cs"/>
              </a:rPr>
              <a:t>的</a:t>
            </a:r>
            <a:r>
              <a:rPr lang="en-US" altLang="zh-C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计算机网络</a:t>
            </a:r>
            <a:r>
              <a:rPr lang="en-US" altLang="zh-C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教材，严伟等翻译，清华大学出版社）</a:t>
            </a:r>
            <a:endParaRPr lang="zh-CN" altLang="zh-CN" sz="120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10</a:t>
            </a:fld>
            <a:endParaRPr kumimoji="1"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只要两个帧在相同时间试图占用信道</a:t>
            </a:r>
            <a:r>
              <a:rPr lang="zh-CN" altLang="en-US" sz="1200" kern="1200" dirty="0">
                <a:solidFill>
                  <a:schemeClr val="tx1"/>
                </a:solidFill>
                <a:effectLst/>
                <a:latin typeface="+mn-lt"/>
                <a:ea typeface="+mn-ea"/>
                <a:cs typeface="+mn-cs"/>
              </a:rPr>
              <a:t>，就会冲突</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任性导致冲突频频，纯</a:t>
            </a:r>
            <a:r>
              <a:rPr lang="en-US" altLang="zh-CN" sz="1200" kern="1200" dirty="0">
                <a:solidFill>
                  <a:schemeClr val="tx1"/>
                </a:solidFill>
                <a:effectLst/>
                <a:latin typeface="+mn-lt"/>
                <a:ea typeface="+mn-ea"/>
                <a:cs typeface="+mn-cs"/>
              </a:rPr>
              <a:t>ALOHA</a:t>
            </a:r>
            <a:r>
              <a:rPr lang="zh-CN" altLang="en-US" sz="1200" kern="1200" dirty="0">
                <a:solidFill>
                  <a:schemeClr val="tx1"/>
                </a:solidFill>
                <a:effectLst/>
                <a:latin typeface="+mn-lt"/>
                <a:ea typeface="+mn-ea"/>
                <a:cs typeface="+mn-cs"/>
              </a:rPr>
              <a:t>的效率怎么样呢？引到下一页</a:t>
            </a:r>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11</a:t>
            </a:fld>
            <a:endParaRPr kumimoji="1"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lnSpc>
                <a:spcPct val="150000"/>
              </a:lnSpc>
            </a:pPr>
            <a:r>
              <a:rPr lang="zh-CN" altLang="en-US" dirty="0"/>
              <a:t>分隙</a:t>
            </a:r>
            <a:r>
              <a:rPr lang="en-US" altLang="zh-CN" dirty="0"/>
              <a:t>ALOHA</a:t>
            </a:r>
            <a:r>
              <a:rPr lang="zh-CN" altLang="en-US" dirty="0"/>
              <a:t>是把时间</a:t>
            </a:r>
            <a:r>
              <a:rPr lang="zh-CN" altLang="en-US" dirty="0">
                <a:solidFill>
                  <a:srgbClr val="C00000"/>
                </a:solidFill>
              </a:rPr>
              <a:t>分成时隙（时间片）</a:t>
            </a:r>
          </a:p>
          <a:p>
            <a:pPr eaLnBrk="1" hangingPunct="1">
              <a:lnSpc>
                <a:spcPct val="150000"/>
              </a:lnSpc>
            </a:pPr>
            <a:r>
              <a:rPr lang="zh-CN" altLang="en-US" dirty="0">
                <a:solidFill>
                  <a:srgbClr val="C00000"/>
                </a:solidFill>
              </a:rPr>
              <a:t>时隙的长度</a:t>
            </a:r>
            <a:r>
              <a:rPr lang="zh-CN" altLang="en-US" dirty="0"/>
              <a:t>对应一帧的传输时间。</a:t>
            </a:r>
          </a:p>
          <a:p>
            <a:pPr eaLnBrk="1" hangingPunct="1">
              <a:lnSpc>
                <a:spcPct val="150000"/>
              </a:lnSpc>
            </a:pPr>
            <a:r>
              <a:rPr lang="zh-CN" altLang="en-US" dirty="0"/>
              <a:t>新帧的产生是随机的，但分隙</a:t>
            </a:r>
            <a:r>
              <a:rPr lang="en-US" altLang="zh-CN" dirty="0"/>
              <a:t>ALOHA</a:t>
            </a:r>
            <a:r>
              <a:rPr lang="zh-CN" altLang="en-US" dirty="0"/>
              <a:t>不允许随机发送，凡帧的</a:t>
            </a:r>
            <a:r>
              <a:rPr lang="zh-CN" altLang="en-US" dirty="0">
                <a:solidFill>
                  <a:srgbClr val="C00000"/>
                </a:solidFill>
              </a:rPr>
              <a:t>发送必须在时隙的起点</a:t>
            </a:r>
            <a:r>
              <a:rPr lang="zh-CN" altLang="en-US" dirty="0"/>
              <a:t>。</a:t>
            </a:r>
          </a:p>
          <a:p>
            <a:pPr eaLnBrk="1" hangingPunct="1">
              <a:lnSpc>
                <a:spcPct val="150000"/>
              </a:lnSpc>
            </a:pPr>
            <a:r>
              <a:rPr lang="zh-CN" altLang="en-US" dirty="0">
                <a:solidFill>
                  <a:srgbClr val="C00000"/>
                </a:solidFill>
              </a:rPr>
              <a:t>冲突只发生在时隙的起点</a:t>
            </a:r>
            <a:r>
              <a:rPr lang="zh-CN" altLang="en-US" dirty="0"/>
              <a:t>，冲突发生时只浪费一个时隙。一旦某个站占用时隙并发送成功，则在该时隙内不会出现冲突。</a:t>
            </a:r>
          </a:p>
          <a:p>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12</a:t>
            </a:fld>
            <a:endParaRPr kumimoji="1"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有多种</a:t>
            </a:r>
            <a:r>
              <a:rPr lang="en-US" altLang="zh-CN" dirty="0"/>
              <a:t>CSMA</a:t>
            </a:r>
            <a:r>
              <a:rPr lang="zh-CN" altLang="en-US" dirty="0"/>
              <a:t>，</a:t>
            </a:r>
            <a:endParaRPr lang="en-US" altLang="zh-CN" dirty="0"/>
          </a:p>
          <a:p>
            <a:r>
              <a:rPr lang="zh-CN" altLang="en-US" dirty="0"/>
              <a:t>不管是哪一种</a:t>
            </a:r>
            <a:r>
              <a:rPr lang="en-US" altLang="zh-CN" dirty="0"/>
              <a:t>CSMA</a:t>
            </a:r>
            <a:r>
              <a:rPr lang="zh-CN" altLang="en-US" dirty="0"/>
              <a:t>，不再像</a:t>
            </a:r>
            <a:r>
              <a:rPr lang="en-US" altLang="zh-CN" dirty="0"/>
              <a:t>ALOHA</a:t>
            </a:r>
            <a:r>
              <a:rPr lang="zh-CN" altLang="en-US" dirty="0"/>
              <a:t>协议，通过发帧前的侦听，降低冲突发生的可能性。</a:t>
            </a:r>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13</a:t>
            </a:fld>
            <a:endParaRPr kumimoji="1"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14</a:t>
            </a:fld>
            <a:endParaRPr kumimoji="1"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“先听后发”的</a:t>
            </a:r>
            <a:r>
              <a:rPr lang="en-US" altLang="zh-CN" dirty="0"/>
              <a:t>CSMA</a:t>
            </a:r>
            <a:r>
              <a:rPr lang="zh-CN" altLang="en-US" dirty="0"/>
              <a:t>改变了 </a:t>
            </a:r>
            <a:r>
              <a:rPr lang="en-US" altLang="zh-CN" dirty="0"/>
              <a:t>ALOHA</a:t>
            </a:r>
            <a:r>
              <a:rPr lang="zh-CN" altLang="en-US" dirty="0"/>
              <a:t>的任性随意发，看起来非常礼貌，感觉避免了冲突，但事实是否如此呢？信号在介质上的传播速度只有在自由空间的</a:t>
            </a:r>
            <a:r>
              <a:rPr lang="en-US" altLang="zh-CN" dirty="0"/>
              <a:t>65%</a:t>
            </a:r>
            <a:r>
              <a:rPr lang="zh-CN" altLang="en-US" dirty="0"/>
              <a:t>左右，一般近似为：</a:t>
            </a:r>
            <a:r>
              <a:rPr lang="en-US" altLang="zh-CN" dirty="0"/>
              <a:t>200m/</a:t>
            </a:r>
            <a:r>
              <a:rPr lang="en-US" altLang="zh-CN" dirty="0" err="1"/>
              <a:t>μs</a:t>
            </a:r>
            <a:endParaRPr lang="en-US" altLang="zh-CN" dirty="0"/>
          </a:p>
          <a:p>
            <a:r>
              <a:rPr lang="zh-CN" altLang="en-US" dirty="0"/>
              <a:t>由于传播延迟时间的存在，某个站发出报文后仍会遇到冲突</a:t>
            </a:r>
            <a:endParaRPr lang="en-US" altLang="zh-CN" dirty="0"/>
          </a:p>
          <a:p>
            <a:endParaRPr lang="en-US" altLang="zh-CN" dirty="0"/>
          </a:p>
          <a:p>
            <a:r>
              <a:rPr lang="zh-CN" altLang="en-US" dirty="0"/>
              <a:t>还有一种情形，</a:t>
            </a:r>
            <a:r>
              <a:rPr lang="en-US" altLang="zh-CN" dirty="0"/>
              <a:t>2</a:t>
            </a:r>
            <a:r>
              <a:rPr lang="zh-CN" altLang="en-US" dirty="0"/>
              <a:t>个以上的工作站同时侦听后同时发送，将发生冲突。可以举个餐馆等餐的例子：一个快吃完的人背后站着两个等餐的人，一旦吃完，两个人都争抢这个位子。</a:t>
            </a:r>
          </a:p>
          <a:p>
            <a:endParaRPr lang="en-US" altLang="zh-CN" dirty="0"/>
          </a:p>
          <a:p>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17</a:t>
            </a:fld>
            <a:endParaRPr kumimoji="1"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延迟导致了发生冲突（碰撞）。</a:t>
            </a:r>
            <a:endParaRPr lang="en-US" altLang="zh-CN" dirty="0"/>
          </a:p>
          <a:p>
            <a:r>
              <a:rPr lang="zh-CN" altLang="en-US" dirty="0"/>
              <a:t>冲突了的双方帧都受到了破坏，信号异常，双方都能够检测到这次冲突。图中，在冲突后，甲方需要（</a:t>
            </a:r>
            <a:r>
              <a:rPr lang="en-US" altLang="zh-CN" dirty="0"/>
              <a:t>t4-t2</a:t>
            </a:r>
            <a:r>
              <a:rPr lang="zh-CN" altLang="en-US" dirty="0"/>
              <a:t>）的时间侦听到，接近</a:t>
            </a:r>
            <a:r>
              <a:rPr lang="en-US" altLang="zh-CN" dirty="0"/>
              <a:t>1/2*R</a:t>
            </a:r>
            <a:r>
              <a:rPr lang="zh-CN" altLang="en-US" dirty="0"/>
              <a:t>（</a:t>
            </a:r>
            <a:r>
              <a:rPr lang="en-US" altLang="zh-CN" dirty="0"/>
              <a:t>Round Trip Time</a:t>
            </a:r>
            <a:r>
              <a:rPr lang="zh-CN" altLang="en-US" dirty="0"/>
              <a:t>），而乙方需要（</a:t>
            </a:r>
            <a:r>
              <a:rPr lang="en-US" altLang="zh-CN" dirty="0"/>
              <a:t>t3-t2</a:t>
            </a:r>
            <a:r>
              <a:rPr lang="zh-CN" altLang="en-US" dirty="0"/>
              <a:t>）的时间可侦听到，接近</a:t>
            </a:r>
            <a:r>
              <a:rPr lang="en-US" altLang="zh-CN" dirty="0"/>
              <a:t>0</a:t>
            </a:r>
            <a:r>
              <a:rPr lang="zh-CN" altLang="en-US" dirty="0"/>
              <a:t>。</a:t>
            </a:r>
            <a:endParaRPr lang="en-US" altLang="zh-CN" dirty="0"/>
          </a:p>
          <a:p>
            <a:r>
              <a:rPr lang="zh-CN" altLang="en-US" dirty="0"/>
              <a:t>引出下页的冲突窗口（也叫碰撞窗口）定义</a:t>
            </a:r>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18</a:t>
            </a:fld>
            <a:endParaRPr kumimoji="1"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上页详细讲解，这页简单讲解，引出 冲突窗口的概念</a:t>
            </a:r>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19</a:t>
            </a:fld>
            <a:endParaRPr kumimoji="1"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以太网中使用的介质访问控制协议。</a:t>
            </a:r>
            <a:endParaRPr lang="en-US" altLang="zh-CN" dirty="0"/>
          </a:p>
          <a:p>
            <a:endParaRPr lang="en-US" altLang="zh-CN" dirty="0"/>
          </a:p>
          <a:p>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20</a:t>
            </a:fld>
            <a:endParaRPr kumimoji="1"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t>所有工作站在发送的同时也接收自己的信号，监测发送的情况，一旦收到的信号与发出的不一致，就说明发生了冲突。</a:t>
            </a:r>
            <a:endParaRPr lang="en-US" altLang="zh-CN" sz="1200" dirty="0"/>
          </a:p>
          <a:p>
            <a:endParaRPr lang="en-US" altLang="zh-CN" sz="1200" dirty="0"/>
          </a:p>
          <a:p>
            <a:r>
              <a:rPr lang="zh-CN" altLang="en-US" sz="1200" dirty="0"/>
              <a:t>乙方检测到冲突，也会发送</a:t>
            </a:r>
            <a:r>
              <a:rPr lang="en-US" altLang="zh-CN" sz="1200" dirty="0"/>
              <a:t>JAM</a:t>
            </a:r>
            <a:r>
              <a:rPr lang="zh-CN" altLang="en-US" sz="1200" dirty="0"/>
              <a:t>信号。（图中为了简便起见，只画了甲发送冲突的示意）</a:t>
            </a:r>
            <a:endParaRPr lang="en-US" altLang="zh-CN" sz="1200" dirty="0"/>
          </a:p>
          <a:p>
            <a:endParaRPr lang="en-US" altLang="zh-CN" sz="1200" dirty="0"/>
          </a:p>
          <a:p>
            <a:r>
              <a:rPr lang="en-US" altLang="zh-CN" sz="1200" dirty="0"/>
              <a:t>JAM</a:t>
            </a:r>
            <a:r>
              <a:rPr lang="zh-CN" altLang="en-US" sz="1200" dirty="0"/>
              <a:t>信号就好像  “清道“ 一样，知会所有有帧要发（先听）的用户。实际上，强化信号就是一种干扰信号。</a:t>
            </a:r>
            <a:endParaRPr lang="en-US" altLang="zh-CN" sz="1200" dirty="0"/>
          </a:p>
          <a:p>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21</a:t>
            </a:fld>
            <a:endParaRPr kumimoji="1"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从网卡检测信号的原理讲起，为后面的最短帧长计算打下基础</a:t>
            </a:r>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22</a:t>
            </a:fld>
            <a:endParaRPr kumimoji="1"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90204" pitchFamily="34" charset="0"/>
                <a:ea typeface="宋体" panose="02010600030101010101" pitchFamily="2" charset="-122"/>
              </a:defRPr>
            </a:lvl1pPr>
            <a:lvl2pPr marL="803275" indent="-307975">
              <a:spcBef>
                <a:spcPct val="30000"/>
              </a:spcBef>
              <a:defRPr sz="1200">
                <a:solidFill>
                  <a:schemeClr val="tx1"/>
                </a:solidFill>
                <a:latin typeface="Arial" panose="020B0604020202090204" pitchFamily="34" charset="0"/>
                <a:ea typeface="宋体" panose="02010600030101010101" pitchFamily="2" charset="-122"/>
              </a:defRPr>
            </a:lvl2pPr>
            <a:lvl3pPr marL="1236980" indent="-246380">
              <a:spcBef>
                <a:spcPct val="30000"/>
              </a:spcBef>
              <a:defRPr sz="1200">
                <a:solidFill>
                  <a:schemeClr val="tx1"/>
                </a:solidFill>
                <a:latin typeface="Arial" panose="020B0604020202090204" pitchFamily="34" charset="0"/>
                <a:ea typeface="宋体" panose="02010600030101010101" pitchFamily="2" charset="-122"/>
              </a:defRPr>
            </a:lvl3pPr>
            <a:lvl4pPr marL="1732280" indent="-246380">
              <a:spcBef>
                <a:spcPct val="30000"/>
              </a:spcBef>
              <a:defRPr sz="1200">
                <a:solidFill>
                  <a:schemeClr val="tx1"/>
                </a:solidFill>
                <a:latin typeface="Arial" panose="020B0604020202090204" pitchFamily="34" charset="0"/>
                <a:ea typeface="宋体" panose="02010600030101010101" pitchFamily="2" charset="-122"/>
              </a:defRPr>
            </a:lvl4pPr>
            <a:lvl5pPr marL="2227580" indent="-246380">
              <a:spcBef>
                <a:spcPct val="30000"/>
              </a:spcBef>
              <a:defRPr sz="1200">
                <a:solidFill>
                  <a:schemeClr val="tx1"/>
                </a:solidFill>
                <a:latin typeface="Arial" panose="020B0604020202090204" pitchFamily="34" charset="0"/>
                <a:ea typeface="宋体" panose="02010600030101010101" pitchFamily="2" charset="-122"/>
              </a:defRPr>
            </a:lvl5pPr>
            <a:lvl6pPr marL="2684780" indent="-246380" eaLnBrk="0" fontAlgn="base" hangingPunct="0">
              <a:spcBef>
                <a:spcPct val="30000"/>
              </a:spcBef>
              <a:spcAft>
                <a:spcPct val="0"/>
              </a:spcAft>
              <a:defRPr sz="1200">
                <a:solidFill>
                  <a:schemeClr val="tx1"/>
                </a:solidFill>
                <a:latin typeface="Arial" panose="020B0604020202090204" pitchFamily="34" charset="0"/>
                <a:ea typeface="宋体" panose="02010600030101010101" pitchFamily="2" charset="-122"/>
              </a:defRPr>
            </a:lvl6pPr>
            <a:lvl7pPr marL="3141980" indent="-246380" eaLnBrk="0" fontAlgn="base" hangingPunct="0">
              <a:spcBef>
                <a:spcPct val="30000"/>
              </a:spcBef>
              <a:spcAft>
                <a:spcPct val="0"/>
              </a:spcAft>
              <a:defRPr sz="1200">
                <a:solidFill>
                  <a:schemeClr val="tx1"/>
                </a:solidFill>
                <a:latin typeface="Arial" panose="020B0604020202090204" pitchFamily="34" charset="0"/>
                <a:ea typeface="宋体" panose="02010600030101010101" pitchFamily="2" charset="-122"/>
              </a:defRPr>
            </a:lvl7pPr>
            <a:lvl8pPr marL="3599180" indent="-246380" eaLnBrk="0" fontAlgn="base" hangingPunct="0">
              <a:spcBef>
                <a:spcPct val="30000"/>
              </a:spcBef>
              <a:spcAft>
                <a:spcPct val="0"/>
              </a:spcAft>
              <a:defRPr sz="1200">
                <a:solidFill>
                  <a:schemeClr val="tx1"/>
                </a:solidFill>
                <a:latin typeface="Arial" panose="020B0604020202090204" pitchFamily="34" charset="0"/>
                <a:ea typeface="宋体" panose="02010600030101010101" pitchFamily="2" charset="-122"/>
              </a:defRPr>
            </a:lvl8pPr>
            <a:lvl9pPr marL="4056380" indent="-246380" eaLnBrk="0" fontAlgn="base" hangingPunct="0">
              <a:spcBef>
                <a:spcPct val="30000"/>
              </a:spcBef>
              <a:spcAft>
                <a:spcPct val="0"/>
              </a:spcAft>
              <a:defRPr sz="1200">
                <a:solidFill>
                  <a:schemeClr val="tx1"/>
                </a:solidFill>
                <a:latin typeface="Arial" panose="020B0604020202090204" pitchFamily="34" charset="0"/>
                <a:ea typeface="宋体" panose="02010600030101010101" pitchFamily="2" charset="-122"/>
              </a:defRPr>
            </a:lvl9pPr>
          </a:lstStyle>
          <a:p>
            <a:pPr>
              <a:spcBef>
                <a:spcPct val="0"/>
              </a:spcBef>
            </a:pPr>
            <a:fld id="{F24D61B9-FC69-432B-9C8E-8ECAC94DA9CD}" type="slidenum">
              <a:rPr lang="en-US" altLang="zh-CN" sz="1300" smtClean="0"/>
              <a:t>23</a:t>
            </a:fld>
            <a:endParaRPr lang="en-US" altLang="zh-CN" sz="1300"/>
          </a:p>
        </p:txBody>
      </p:sp>
      <p:sp>
        <p:nvSpPr>
          <p:cNvPr id="55299" name="Rectangle 2"/>
          <p:cNvSpPr>
            <a:spLocks noGrp="1" noRot="1" noChangeAspect="1" noChangeArrowheads="1" noTextEdit="1"/>
          </p:cNvSpPr>
          <p:nvPr>
            <p:ph type="sldImg"/>
          </p:nvPr>
        </p:nvSpPr>
        <p:spPr/>
      </p:sp>
      <p:sp>
        <p:nvSpPr>
          <p:cNvPr id="5530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latin typeface="Arial" panose="020B0604020202090204" pitchFamily="34" charset="0"/>
              </a:rPr>
              <a:t>抽象出信道的三种状态</a:t>
            </a:r>
            <a:endParaRPr lang="zh-CN" altLang="zh-CN" dirty="0">
              <a:latin typeface="Arial" panose="020B0604020202090204" pitchFamily="34"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强调</a:t>
            </a:r>
            <a:r>
              <a:rPr lang="en-US" altLang="zh-CN" dirty="0"/>
              <a:t>1-</a:t>
            </a:r>
            <a:r>
              <a:rPr lang="zh-CN" altLang="en-US" dirty="0"/>
              <a:t>持续（</a:t>
            </a:r>
            <a:r>
              <a:rPr lang="en-US" altLang="zh-CN" dirty="0"/>
              <a:t>CSMA</a:t>
            </a:r>
            <a:r>
              <a:rPr lang="zh-CN" altLang="en-US" dirty="0"/>
              <a:t>）的性能讲解，以及为什么以太网会采用它：折中考虑。</a:t>
            </a:r>
            <a:endParaRPr lang="en-US" altLang="zh-CN" dirty="0"/>
          </a:p>
          <a:p>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sz="1200" b="0" i="0" kern="1200" dirty="0">
                <a:solidFill>
                  <a:schemeClr val="tx1"/>
                </a:solidFill>
                <a:effectLst/>
                <a:latin typeface="+mn-lt"/>
                <a:ea typeface="+mn-ea"/>
                <a:cs typeface="+mn-cs"/>
              </a:rPr>
              <a:t>以太网信道的利用率，约</a:t>
            </a:r>
            <a:r>
              <a:rPr lang="en-US" altLang="zh-CN" sz="1200" b="0" i="0" kern="1200" dirty="0">
                <a:solidFill>
                  <a:schemeClr val="tx1"/>
                </a:solidFill>
                <a:effectLst/>
                <a:latin typeface="+mn-lt"/>
                <a:ea typeface="+mn-ea"/>
                <a:cs typeface="+mn-cs"/>
              </a:rPr>
              <a:t>30%-40%</a:t>
            </a:r>
            <a:r>
              <a:rPr lang="zh-CN" altLang="en-US" sz="1200" b="0" i="0" kern="1200" dirty="0">
                <a:solidFill>
                  <a:schemeClr val="tx1"/>
                </a:solidFill>
                <a:effectLst/>
                <a:latin typeface="+mn-lt"/>
                <a:ea typeface="+mn-ea"/>
                <a:cs typeface="+mn-cs"/>
              </a:rPr>
              <a:t>。薛庆水</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刘培玉</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王新华</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刘树刚</a:t>
            </a:r>
            <a:r>
              <a:rPr lang="en-US" altLang="zh-CN" sz="1200" b="0" i="0" kern="1200" dirty="0">
                <a:solidFill>
                  <a:schemeClr val="tx1"/>
                </a:solidFill>
                <a:effectLst/>
                <a:latin typeface="+mn-lt"/>
                <a:ea typeface="+mn-ea"/>
                <a:cs typeface="+mn-cs"/>
              </a:rPr>
              <a:t>.CSMA/CD</a:t>
            </a:r>
            <a:r>
              <a:rPr lang="zh-CN" altLang="en-US" sz="1200" b="0" i="0" kern="1200" dirty="0">
                <a:solidFill>
                  <a:schemeClr val="tx1"/>
                </a:solidFill>
                <a:effectLst/>
                <a:latin typeface="+mn-lt"/>
                <a:ea typeface="+mn-ea"/>
                <a:cs typeface="+mn-cs"/>
              </a:rPr>
              <a:t>的建模和性能分析</a:t>
            </a:r>
            <a:r>
              <a:rPr lang="en-US" altLang="zh-CN" sz="1200" b="0" i="0" kern="1200" dirty="0">
                <a:solidFill>
                  <a:schemeClr val="tx1"/>
                </a:solidFill>
                <a:effectLst/>
                <a:latin typeface="+mn-lt"/>
                <a:ea typeface="+mn-ea"/>
                <a:cs typeface="+mn-cs"/>
              </a:rPr>
              <a:t>[J].</a:t>
            </a:r>
            <a:r>
              <a:rPr lang="zh-CN" altLang="en-US" sz="1200" b="0" i="0" kern="1200" dirty="0">
                <a:solidFill>
                  <a:schemeClr val="tx1"/>
                </a:solidFill>
                <a:effectLst/>
                <a:latin typeface="+mn-lt"/>
                <a:ea typeface="+mn-ea"/>
                <a:cs typeface="+mn-cs"/>
              </a:rPr>
              <a:t>计算机工程与应用</a:t>
            </a:r>
            <a:r>
              <a:rPr lang="en-US" altLang="zh-CN" sz="1200" b="0" i="0" kern="1200" dirty="0">
                <a:solidFill>
                  <a:schemeClr val="tx1"/>
                </a:solidFill>
                <a:effectLst/>
                <a:latin typeface="+mn-lt"/>
                <a:ea typeface="+mn-ea"/>
                <a:cs typeface="+mn-cs"/>
              </a:rPr>
              <a:t>,2001(16):82-83+109.</a:t>
            </a:r>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24</a:t>
            </a:fld>
            <a:endParaRPr kumimoji="1"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90204" pitchFamily="34" charset="0"/>
                <a:ea typeface="宋体" panose="02010600030101010101" pitchFamily="2" charset="-122"/>
              </a:defRPr>
            </a:lvl1pPr>
            <a:lvl2pPr marL="803275" indent="-307975">
              <a:spcBef>
                <a:spcPct val="30000"/>
              </a:spcBef>
              <a:defRPr sz="1200">
                <a:solidFill>
                  <a:schemeClr val="tx1"/>
                </a:solidFill>
                <a:latin typeface="Arial" panose="020B0604020202090204" pitchFamily="34" charset="0"/>
                <a:ea typeface="宋体" panose="02010600030101010101" pitchFamily="2" charset="-122"/>
              </a:defRPr>
            </a:lvl2pPr>
            <a:lvl3pPr marL="1236980" indent="-246380">
              <a:spcBef>
                <a:spcPct val="30000"/>
              </a:spcBef>
              <a:defRPr sz="1200">
                <a:solidFill>
                  <a:schemeClr val="tx1"/>
                </a:solidFill>
                <a:latin typeface="Arial" panose="020B0604020202090204" pitchFamily="34" charset="0"/>
                <a:ea typeface="宋体" panose="02010600030101010101" pitchFamily="2" charset="-122"/>
              </a:defRPr>
            </a:lvl3pPr>
            <a:lvl4pPr marL="1732280" indent="-246380">
              <a:spcBef>
                <a:spcPct val="30000"/>
              </a:spcBef>
              <a:defRPr sz="1200">
                <a:solidFill>
                  <a:schemeClr val="tx1"/>
                </a:solidFill>
                <a:latin typeface="Arial" panose="020B0604020202090204" pitchFamily="34" charset="0"/>
                <a:ea typeface="宋体" panose="02010600030101010101" pitchFamily="2" charset="-122"/>
              </a:defRPr>
            </a:lvl4pPr>
            <a:lvl5pPr marL="2227580" indent="-246380">
              <a:spcBef>
                <a:spcPct val="30000"/>
              </a:spcBef>
              <a:defRPr sz="1200">
                <a:solidFill>
                  <a:schemeClr val="tx1"/>
                </a:solidFill>
                <a:latin typeface="Arial" panose="020B0604020202090204" pitchFamily="34" charset="0"/>
                <a:ea typeface="宋体" panose="02010600030101010101" pitchFamily="2" charset="-122"/>
              </a:defRPr>
            </a:lvl5pPr>
            <a:lvl6pPr marL="2684780" indent="-246380" eaLnBrk="0" fontAlgn="base" hangingPunct="0">
              <a:spcBef>
                <a:spcPct val="30000"/>
              </a:spcBef>
              <a:spcAft>
                <a:spcPct val="0"/>
              </a:spcAft>
              <a:defRPr sz="1200">
                <a:solidFill>
                  <a:schemeClr val="tx1"/>
                </a:solidFill>
                <a:latin typeface="Arial" panose="020B0604020202090204" pitchFamily="34" charset="0"/>
                <a:ea typeface="宋体" panose="02010600030101010101" pitchFamily="2" charset="-122"/>
              </a:defRPr>
            </a:lvl6pPr>
            <a:lvl7pPr marL="3141980" indent="-246380" eaLnBrk="0" fontAlgn="base" hangingPunct="0">
              <a:spcBef>
                <a:spcPct val="30000"/>
              </a:spcBef>
              <a:spcAft>
                <a:spcPct val="0"/>
              </a:spcAft>
              <a:defRPr sz="1200">
                <a:solidFill>
                  <a:schemeClr val="tx1"/>
                </a:solidFill>
                <a:latin typeface="Arial" panose="020B0604020202090204" pitchFamily="34" charset="0"/>
                <a:ea typeface="宋体" panose="02010600030101010101" pitchFamily="2" charset="-122"/>
              </a:defRPr>
            </a:lvl7pPr>
            <a:lvl8pPr marL="3599180" indent="-246380" eaLnBrk="0" fontAlgn="base" hangingPunct="0">
              <a:spcBef>
                <a:spcPct val="30000"/>
              </a:spcBef>
              <a:spcAft>
                <a:spcPct val="0"/>
              </a:spcAft>
              <a:defRPr sz="1200">
                <a:solidFill>
                  <a:schemeClr val="tx1"/>
                </a:solidFill>
                <a:latin typeface="Arial" panose="020B0604020202090204" pitchFamily="34" charset="0"/>
                <a:ea typeface="宋体" panose="02010600030101010101" pitchFamily="2" charset="-122"/>
              </a:defRPr>
            </a:lvl8pPr>
            <a:lvl9pPr marL="4056380" indent="-246380" eaLnBrk="0" fontAlgn="base" hangingPunct="0">
              <a:spcBef>
                <a:spcPct val="30000"/>
              </a:spcBef>
              <a:spcAft>
                <a:spcPct val="0"/>
              </a:spcAft>
              <a:defRPr sz="1200">
                <a:solidFill>
                  <a:schemeClr val="tx1"/>
                </a:solidFill>
                <a:latin typeface="Arial" panose="020B0604020202090204" pitchFamily="34" charset="0"/>
                <a:ea typeface="宋体" panose="02010600030101010101" pitchFamily="2" charset="-122"/>
              </a:defRPr>
            </a:lvl9pPr>
          </a:lstStyle>
          <a:p>
            <a:pPr>
              <a:spcBef>
                <a:spcPct val="0"/>
              </a:spcBef>
            </a:pPr>
            <a:fld id="{9D28205B-7465-4D77-99B4-EAE738113FC4}" type="slidenum">
              <a:rPr lang="en-US" altLang="zh-CN" sz="1300" smtClean="0"/>
              <a:t>25</a:t>
            </a:fld>
            <a:endParaRPr lang="en-US" altLang="zh-CN" sz="1300"/>
          </a:p>
        </p:txBody>
      </p:sp>
      <p:sp>
        <p:nvSpPr>
          <p:cNvPr id="62467" name="Rectangle 2"/>
          <p:cNvSpPr>
            <a:spLocks noGrp="1" noRot="1" noChangeAspect="1" noChangeArrowheads="1" noTextEdit="1"/>
          </p:cNvSpPr>
          <p:nvPr>
            <p:ph type="sldImg"/>
          </p:nvPr>
        </p:nvSpPr>
        <p:spPr/>
      </p:sp>
      <p:sp>
        <p:nvSpPr>
          <p:cNvPr id="6246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latin typeface="Arial" panose="020B0604020202090204" pitchFamily="34" charset="0"/>
              </a:rPr>
              <a:t>特点：以一种确定的方式决定使用权，消除了冲突</a:t>
            </a:r>
            <a:endParaRPr lang="zh-CN" altLang="zh-CN" dirty="0">
              <a:latin typeface="Arial" panose="020B0604020202090204" pitchFamily="34"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如果站有个等待传输的帧队列，当它接收到令牌就可以发送帧，然后再把令牌传递到下一站。如果它没有排队的帧要传，则它只是简单地把令牌传递下去。</a:t>
            </a:r>
            <a:endParaRPr lang="en-US" altLang="zh-CN" sz="1200" kern="1200" dirty="0">
              <a:solidFill>
                <a:schemeClr val="tx1"/>
              </a:solidFill>
              <a:effectLst/>
              <a:latin typeface="+mn-lt"/>
              <a:ea typeface="+mn-ea"/>
              <a:cs typeface="+mn-cs"/>
            </a:endParaRPr>
          </a:p>
          <a:p>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令牌环曾经是早期局域网的一种普遍选择，稍后还有光纤分布式环网（</a:t>
            </a:r>
            <a:r>
              <a:rPr lang="en-US" altLang="zh-CN" sz="1200" kern="1200" dirty="0">
                <a:solidFill>
                  <a:schemeClr val="tx1"/>
                </a:solidFill>
                <a:effectLst/>
                <a:latin typeface="+mn-lt"/>
                <a:ea typeface="+mn-ea"/>
                <a:cs typeface="+mn-cs"/>
              </a:rPr>
              <a:t>FDDI</a:t>
            </a:r>
            <a:r>
              <a:rPr lang="zh-CN" altLang="en-US" sz="1200" kern="1200" dirty="0">
                <a:solidFill>
                  <a:schemeClr val="tx1"/>
                </a:solidFill>
                <a:effectLst/>
                <a:latin typeface="+mn-lt"/>
                <a:ea typeface="+mn-ea"/>
                <a:cs typeface="+mn-cs"/>
              </a:rPr>
              <a:t>），曾经的辉煌被以太网击得粉碎。</a:t>
            </a:r>
            <a:r>
              <a:rPr lang="en-US" altLang="zh-CN" sz="1200" kern="1200" dirty="0">
                <a:solidFill>
                  <a:schemeClr val="tx1"/>
                </a:solidFill>
                <a:effectLst/>
                <a:latin typeface="+mn-lt"/>
                <a:ea typeface="+mn-ea"/>
                <a:cs typeface="+mn-cs"/>
              </a:rPr>
              <a:t>2004</a:t>
            </a:r>
            <a:r>
              <a:rPr lang="zh-CN" altLang="en-US" sz="1200" kern="1200" dirty="0">
                <a:solidFill>
                  <a:schemeClr val="tx1"/>
                </a:solidFill>
                <a:effectLst/>
                <a:latin typeface="+mn-lt"/>
                <a:ea typeface="+mn-ea"/>
                <a:cs typeface="+mn-cs"/>
              </a:rPr>
              <a:t>年，推出的</a:t>
            </a:r>
            <a:r>
              <a:rPr lang="en-US" altLang="zh-CN" sz="1200" kern="1200" dirty="0">
                <a:solidFill>
                  <a:schemeClr val="tx1"/>
                </a:solidFill>
                <a:effectLst/>
                <a:latin typeface="+mn-lt"/>
                <a:ea typeface="+mn-ea"/>
                <a:cs typeface="+mn-cs"/>
              </a:rPr>
              <a:t>IEEE802.7</a:t>
            </a:r>
            <a:r>
              <a:rPr lang="zh-CN" altLang="en-US"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弹性数据包环（</a:t>
            </a:r>
            <a:r>
              <a:rPr lang="en-US" altLang="zh-CN" sz="1200" kern="1200" dirty="0">
                <a:solidFill>
                  <a:schemeClr val="tx1"/>
                </a:solidFill>
                <a:effectLst/>
                <a:latin typeface="+mn-lt"/>
                <a:ea typeface="+mn-ea"/>
                <a:cs typeface="+mn-cs"/>
              </a:rPr>
              <a:t>RPR</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Resilient Packet Ring</a:t>
            </a:r>
            <a:r>
              <a:rPr lang="zh-CN" altLang="zh-C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，也许会再创辉煌。</a:t>
            </a:r>
            <a:endParaRPr lang="en-US" altLang="zh-CN" sz="120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26</a:t>
            </a:fld>
            <a:endParaRPr kumimoji="1"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000000"/>
                </a:solidFill>
                <a:effectLst/>
                <a:latin typeface="Roboto" panose="02000000000000000000" pitchFamily="2" charset="0"/>
              </a:rPr>
              <a:t>从以太网最初的诞生讲起。</a:t>
            </a:r>
            <a:endParaRPr lang="en-US" altLang="zh-CN" dirty="0"/>
          </a:p>
          <a:p>
            <a:r>
              <a:rPr lang="en-US" altLang="zh-CN" dirty="0"/>
              <a:t>Bob Metcalfe</a:t>
            </a:r>
            <a:r>
              <a:rPr lang="zh-CN" altLang="en-US" dirty="0"/>
              <a:t>是一个懂技术有创意，同时深谙商业之道的人物，除了发明以太网技术本身，以太网的流行和发展离不开他的神操作（离开</a:t>
            </a:r>
            <a:r>
              <a:rPr lang="en-US" altLang="zh-CN" dirty="0"/>
              <a:t>Xerox</a:t>
            </a:r>
            <a:r>
              <a:rPr lang="zh-CN" altLang="en-US" dirty="0"/>
              <a:t>创办</a:t>
            </a:r>
            <a:r>
              <a:rPr lang="en-US" altLang="zh-CN" dirty="0"/>
              <a:t>3Com</a:t>
            </a:r>
            <a:r>
              <a:rPr lang="zh-CN" altLang="en-US" dirty="0"/>
              <a:t>），有时间可以展开，激发学生的兴趣。</a:t>
            </a:r>
            <a:endParaRPr lang="en-US" altLang="zh-CN" dirty="0"/>
          </a:p>
          <a:p>
            <a:r>
              <a:rPr lang="zh-CN" altLang="en-US" dirty="0"/>
              <a:t>同时也是让同学了解“技术人并不是只能做枯燥的技术”的一个鲜活的历史案例。</a:t>
            </a:r>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28</a:t>
            </a:fld>
            <a:endParaRPr kumimoji="1"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此页可以见得，以太网发展初期，有商业驱动力和大公司的支持，之后有标准化组织为其背书，本身的技术又很可靠、简单、可行易用，这些是以太网成功占领局域网市场的原因。</a:t>
            </a:r>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29</a:t>
            </a:fld>
            <a:endParaRPr kumimoji="1"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此页说明交换机的诞生，是交换式局域网的开端，也解决了经典以太网冲突和扩展性的问题，为大规模、长距离以太网、高速以太网的发展奠定了基础。</a:t>
            </a:r>
            <a:endParaRPr lang="en-US" altLang="zh-CN" dirty="0"/>
          </a:p>
          <a:p>
            <a:endParaRPr lang="en-US" altLang="zh-CN" dirty="0"/>
          </a:p>
          <a:p>
            <a:r>
              <a:rPr lang="zh-CN" altLang="en-US" dirty="0"/>
              <a:t>性价比、易用性超高的双绞线的出现是以太网得以普及的另一个重要因素。</a:t>
            </a:r>
            <a:endParaRPr lang="en-US" altLang="zh-CN" dirty="0"/>
          </a:p>
          <a:p>
            <a:endParaRPr lang="en-US" altLang="zh-CN" dirty="0"/>
          </a:p>
          <a:p>
            <a:r>
              <a:rPr lang="zh-CN" altLang="en-US" dirty="0"/>
              <a:t>另外，双绞线标准、光纤以太网标准说明：以太网标准其实不只包括介质访问子层或数据链路层的内容，</a:t>
            </a:r>
            <a:r>
              <a:rPr lang="en-US" altLang="zh-CN" dirty="0"/>
              <a:t>IEEE</a:t>
            </a:r>
            <a:r>
              <a:rPr lang="zh-CN" altLang="en-US" dirty="0"/>
              <a:t>标准中也包括大量的物理层内容。（这也是为什么后面小节会将以太网物理层标准、技术）</a:t>
            </a:r>
            <a:endParaRPr lang="en-US" altLang="zh-CN" dirty="0"/>
          </a:p>
          <a:p>
            <a:endParaRPr lang="en-US" altLang="zh-CN" dirty="0"/>
          </a:p>
          <a:p>
            <a:r>
              <a:rPr lang="zh-CN" altLang="en-US" dirty="0"/>
              <a:t>但是本章的重点是介绍以太网在介质访问子层中的关键技术。</a:t>
            </a:r>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30</a:t>
            </a:fld>
            <a:endParaRPr kumimoji="1"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此页的发展史可以看出，以太网的发展目标就是 快、更快、再快一点。。。然而在不断加速的升级中，还要保持和低速网络的兼容性，所以每个速率版本的以太网都要使用一些新的技术来实现这个目标，因此在后面章节会针对千兆网、万兆网等高速以太网专门开设小节进行详解。</a:t>
            </a:r>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31</a:t>
            </a:fld>
            <a:endParaRPr kumimoji="1"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32</a:t>
            </a:fld>
            <a:endParaRPr kumimoji="1"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20000"/>
              </a:lnSpc>
            </a:pPr>
            <a:r>
              <a:rPr lang="en-US" altLang="zh-CN" sz="1200" b="0" dirty="0"/>
              <a:t>5-4-3-2-1</a:t>
            </a:r>
            <a:r>
              <a:rPr lang="zh-CN" altLang="en-US" sz="1200" b="0" dirty="0"/>
              <a:t>原则也叫</a:t>
            </a:r>
            <a:r>
              <a:rPr lang="en-US" altLang="zh-CN" sz="1200" b="0" dirty="0"/>
              <a:t>5-4-3</a:t>
            </a:r>
            <a:r>
              <a:rPr lang="zh-CN" altLang="en-US" sz="1200" b="0" dirty="0"/>
              <a:t>原则，是在以太网初期只有</a:t>
            </a:r>
            <a:r>
              <a:rPr lang="en-US" altLang="zh-CN" sz="1200" b="0" dirty="0"/>
              <a:t>10base5</a:t>
            </a:r>
            <a:r>
              <a:rPr lang="zh-CN" altLang="en-US" sz="1200" b="0" dirty="0"/>
              <a:t>和</a:t>
            </a:r>
            <a:r>
              <a:rPr lang="en-US" altLang="zh-CN" sz="1200" b="0" dirty="0"/>
              <a:t>10base2</a:t>
            </a:r>
            <a:r>
              <a:rPr lang="zh-CN" altLang="en-US" sz="1200" b="0" dirty="0"/>
              <a:t>时代，构建大型局域网所应遵循的原则，也叫</a:t>
            </a:r>
            <a:r>
              <a:rPr lang="en-US" altLang="zh-CN" sz="1200" b="0" dirty="0"/>
              <a:t>IEEE-Way</a:t>
            </a:r>
            <a:r>
              <a:rPr lang="zh-CN" altLang="en-US" sz="1200" b="0" dirty="0"/>
              <a:t>。</a:t>
            </a:r>
            <a:endParaRPr lang="en-US" altLang="zh-CN" sz="1200" b="0" dirty="0"/>
          </a:p>
          <a:p>
            <a:pPr>
              <a:lnSpc>
                <a:spcPct val="120000"/>
              </a:lnSpc>
            </a:pPr>
            <a:r>
              <a:rPr lang="en-US" altLang="zh-CN" sz="1200" b="0" dirty="0"/>
              <a:t>5-4-3</a:t>
            </a:r>
            <a:r>
              <a:rPr lang="zh-CN" altLang="en-US" sz="1200" b="0" dirty="0"/>
              <a:t>，即在冲突域中，最多可以划</a:t>
            </a:r>
            <a:r>
              <a:rPr lang="en-US" altLang="zh-CN" sz="1200" b="0" dirty="0"/>
              <a:t>5</a:t>
            </a:r>
            <a:r>
              <a:rPr lang="zh-CN" altLang="en-US" sz="1200" b="0" dirty="0"/>
              <a:t>个</a:t>
            </a:r>
            <a:r>
              <a:rPr lang="en-US" altLang="zh-CN" sz="1200" b="0" dirty="0"/>
              <a:t>segment</a:t>
            </a:r>
            <a:r>
              <a:rPr lang="zh-CN" altLang="en-US" sz="1200" b="0" dirty="0"/>
              <a:t>，用</a:t>
            </a:r>
            <a:r>
              <a:rPr lang="en-US" altLang="zh-CN" sz="1200" b="0" dirty="0"/>
              <a:t>4</a:t>
            </a:r>
            <a:r>
              <a:rPr lang="zh-CN" altLang="en-US" sz="1200" b="0" dirty="0"/>
              <a:t>个</a:t>
            </a:r>
            <a:r>
              <a:rPr lang="en-US" altLang="zh-CN" sz="1200" b="0" dirty="0"/>
              <a:t>repeater</a:t>
            </a:r>
            <a:r>
              <a:rPr lang="zh-CN" altLang="en-US" sz="1200" b="0" dirty="0"/>
              <a:t>连接，最多</a:t>
            </a:r>
            <a:r>
              <a:rPr lang="en-US" altLang="zh-CN" sz="1200" b="0" dirty="0"/>
              <a:t>3</a:t>
            </a:r>
            <a:r>
              <a:rPr lang="zh-CN" altLang="en-US" sz="1200" b="0" dirty="0"/>
              <a:t>个混合类型的网络（</a:t>
            </a:r>
            <a:r>
              <a:rPr lang="en-US" altLang="zh-CN" sz="1200" b="0" dirty="0"/>
              <a:t>10base2</a:t>
            </a:r>
            <a:r>
              <a:rPr lang="zh-CN" altLang="en-US" sz="1200" b="0" dirty="0"/>
              <a:t>、</a:t>
            </a:r>
            <a:r>
              <a:rPr lang="en-US" altLang="zh-CN" sz="1200" b="0" dirty="0"/>
              <a:t>10base5</a:t>
            </a:r>
            <a:r>
              <a:rPr lang="zh-CN" altLang="en-US" sz="1200" b="0" dirty="0"/>
              <a:t>和</a:t>
            </a:r>
            <a:r>
              <a:rPr lang="en-US" altLang="zh-CN" sz="1200" b="0" dirty="0"/>
              <a:t>10base-FP</a:t>
            </a:r>
            <a:r>
              <a:rPr lang="zh-CN" altLang="en-US" sz="1200" b="0" dirty="0"/>
              <a:t>）</a:t>
            </a:r>
            <a:endParaRPr lang="en-US" altLang="zh-CN" sz="1200" b="0" dirty="0"/>
          </a:p>
          <a:p>
            <a:pPr>
              <a:lnSpc>
                <a:spcPct val="120000"/>
              </a:lnSpc>
            </a:pPr>
            <a:r>
              <a:rPr lang="en-US" altLang="zh-CN" sz="1200" b="0" i="0" dirty="0">
                <a:solidFill>
                  <a:srgbClr val="111111"/>
                </a:solidFill>
                <a:effectLst/>
                <a:latin typeface="Montserrat"/>
              </a:rPr>
              <a:t>2-1</a:t>
            </a:r>
            <a:r>
              <a:rPr lang="zh-CN" altLang="en-US" sz="1200" b="0" i="0" dirty="0">
                <a:solidFill>
                  <a:srgbClr val="111111"/>
                </a:solidFill>
                <a:effectLst/>
                <a:latin typeface="Montserrat"/>
              </a:rPr>
              <a:t>，即</a:t>
            </a:r>
            <a:r>
              <a:rPr lang="en-US" altLang="zh-CN" sz="1200" b="0" i="0" dirty="0">
                <a:solidFill>
                  <a:srgbClr val="111111"/>
                </a:solidFill>
                <a:effectLst/>
                <a:latin typeface="Montserrat"/>
              </a:rPr>
              <a:t>2</a:t>
            </a:r>
            <a:r>
              <a:rPr lang="zh-CN" altLang="en-US" sz="1200" b="0" i="0" dirty="0">
                <a:solidFill>
                  <a:srgbClr val="111111"/>
                </a:solidFill>
                <a:effectLst/>
                <a:latin typeface="Montserrat"/>
              </a:rPr>
              <a:t>个连接段和</a:t>
            </a:r>
            <a:r>
              <a:rPr lang="en-US" altLang="zh-CN" sz="1200" b="0" i="0" dirty="0">
                <a:solidFill>
                  <a:srgbClr val="111111"/>
                </a:solidFill>
                <a:effectLst/>
                <a:latin typeface="Montserrat"/>
              </a:rPr>
              <a:t>1</a:t>
            </a:r>
            <a:r>
              <a:rPr lang="zh-CN" altLang="en-US" sz="1200" b="0" i="0" dirty="0">
                <a:solidFill>
                  <a:srgbClr val="111111"/>
                </a:solidFill>
                <a:effectLst/>
                <a:latin typeface="Montserrat"/>
              </a:rPr>
              <a:t>个冲突域。</a:t>
            </a:r>
            <a:endParaRPr lang="en-US" altLang="zh-CN" sz="1200" b="0" i="0" dirty="0">
              <a:solidFill>
                <a:srgbClr val="111111"/>
              </a:solidFill>
              <a:effectLst/>
              <a:latin typeface="Montserrat"/>
            </a:endParaRPr>
          </a:p>
          <a:p>
            <a:pPr>
              <a:lnSpc>
                <a:spcPct val="120000"/>
              </a:lnSpc>
            </a:pPr>
            <a:endParaRPr lang="en-US" altLang="zh-CN" sz="1200" b="0" i="0" dirty="0">
              <a:solidFill>
                <a:srgbClr val="111111"/>
              </a:solidFill>
              <a:effectLst/>
              <a:latin typeface="Montserrat"/>
            </a:endParaRPr>
          </a:p>
          <a:p>
            <a:pPr>
              <a:lnSpc>
                <a:spcPct val="120000"/>
              </a:lnSpc>
            </a:pPr>
            <a:r>
              <a:rPr lang="en-US" altLang="zh-CN" sz="1200" b="0" dirty="0"/>
              <a:t>5-4-3-2-1Rule</a:t>
            </a:r>
            <a:r>
              <a:rPr lang="zh-CN" altLang="en-US" sz="1200" b="0" dirty="0"/>
              <a:t>的出现</a:t>
            </a:r>
            <a:r>
              <a:rPr lang="zh-CN" altLang="en-US" b="0" i="0" dirty="0">
                <a:solidFill>
                  <a:srgbClr val="111111"/>
                </a:solidFill>
                <a:effectLst/>
                <a:latin typeface="Montserrat"/>
              </a:rPr>
              <a:t>是历史原因，该原则在交换式局域网里中不适用。</a:t>
            </a:r>
            <a:endParaRPr lang="en-US" altLang="zh-CN" b="0" i="0" dirty="0">
              <a:solidFill>
                <a:srgbClr val="111111"/>
              </a:solidFill>
              <a:effectLst/>
              <a:latin typeface="Montserrat"/>
            </a:endParaRPr>
          </a:p>
          <a:p>
            <a:endParaRPr lang="en-US" altLang="zh-CN" b="1" i="0" dirty="0">
              <a:solidFill>
                <a:srgbClr val="111111"/>
              </a:solidFill>
              <a:effectLst/>
              <a:latin typeface="Montserrat"/>
            </a:endParaRPr>
          </a:p>
          <a:p>
            <a:r>
              <a:rPr lang="zh-CN" altLang="en-US" dirty="0"/>
              <a:t>参考资料：</a:t>
            </a:r>
            <a:endParaRPr lang="en-US" altLang="zh-CN" dirty="0"/>
          </a:p>
          <a:p>
            <a:r>
              <a:rPr lang="en-US" altLang="zh-CN" dirty="0"/>
              <a:t>https://en.wikipedia.org/wiki/5-4-3_rule</a:t>
            </a:r>
          </a:p>
          <a:p>
            <a:r>
              <a:rPr lang="en-US" altLang="zh-CN" dirty="0"/>
              <a:t>https://www.webopedia.com/definitions/5-4-3-rule/</a:t>
            </a:r>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33</a:t>
            </a:fld>
            <a:endParaRPr kumimoji="1"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由图可见两个标准的帧格式并没有大的差异。</a:t>
            </a:r>
            <a:endParaRPr lang="en-US" altLang="zh-CN" dirty="0"/>
          </a:p>
          <a:p>
            <a:endParaRPr lang="en-US" altLang="zh-CN" dirty="0"/>
          </a:p>
          <a:p>
            <a:r>
              <a:rPr lang="zh-CN" altLang="en-US" dirty="0"/>
              <a:t>这里可以讲一下存在两个标准的历史原因。</a:t>
            </a:r>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34</a:t>
            </a:fld>
            <a:endParaRPr kumimoji="1"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zh-CN" dirty="0"/>
          </a:p>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35</a:t>
            </a:fld>
            <a:endParaRPr kumimoji="1"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可以配合本页的图，讲解如何区分单播、广播和组播地址。</a:t>
            </a:r>
            <a:endParaRPr lang="en-US" altLang="zh-CN" dirty="0"/>
          </a:p>
          <a:p>
            <a:endParaRPr lang="en-US" altLang="zh-CN" dirty="0"/>
          </a:p>
          <a:p>
            <a:r>
              <a:rPr lang="zh-CN" altLang="en-US" dirty="0"/>
              <a:t>点击</a:t>
            </a:r>
            <a:r>
              <a:rPr lang="en-US" altLang="zh-CN" dirty="0"/>
              <a:t>OUI lookup tool</a:t>
            </a:r>
            <a:r>
              <a:rPr lang="zh-CN" altLang="en-US" dirty="0"/>
              <a:t>，打开</a:t>
            </a:r>
            <a:r>
              <a:rPr lang="en-US" altLang="zh-CN" dirty="0"/>
              <a:t>Wireshark</a:t>
            </a:r>
            <a:r>
              <a:rPr lang="zh-CN" altLang="en-US" dirty="0"/>
              <a:t>的</a:t>
            </a:r>
            <a:r>
              <a:rPr lang="en-US" altLang="zh-CN" dirty="0"/>
              <a:t>OUI</a:t>
            </a:r>
            <a:r>
              <a:rPr lang="zh-CN" altLang="en-US" dirty="0"/>
              <a:t>查询页面，可以现场演示查询</a:t>
            </a:r>
            <a:r>
              <a:rPr lang="en-US" altLang="zh-CN" dirty="0"/>
              <a:t>MAC</a:t>
            </a:r>
            <a:r>
              <a:rPr lang="zh-CN" altLang="en-US" dirty="0"/>
              <a:t>地址的命令</a:t>
            </a:r>
            <a:r>
              <a:rPr lang="en-US" altLang="zh-CN" dirty="0"/>
              <a:t>(ipconfig</a:t>
            </a:r>
            <a:r>
              <a:rPr lang="zh-CN" altLang="en-US" dirty="0"/>
              <a:t> </a:t>
            </a:r>
            <a:r>
              <a:rPr lang="en-US" altLang="zh-CN" dirty="0"/>
              <a:t>/all)</a:t>
            </a:r>
            <a:r>
              <a:rPr lang="zh-CN" altLang="en-US" dirty="0"/>
              <a:t>，然后查询得到本机的设备厂商。</a:t>
            </a:r>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36</a:t>
            </a:fld>
            <a:endParaRPr kumimoji="1"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此页是与学生互动</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可以现场演示教学查询</a:t>
            </a:r>
            <a:r>
              <a:rPr lang="en-US" altLang="zh-CN" dirty="0"/>
              <a:t>MAC</a:t>
            </a:r>
            <a:r>
              <a:rPr lang="zh-CN" altLang="en-US" dirty="0"/>
              <a:t>地址的命令</a:t>
            </a:r>
            <a:r>
              <a:rPr lang="en-US" altLang="zh-CN" dirty="0"/>
              <a:t>(ipconfig</a:t>
            </a:r>
            <a:r>
              <a:rPr lang="zh-CN" altLang="en-US" dirty="0"/>
              <a:t> </a:t>
            </a:r>
            <a:r>
              <a:rPr lang="en-US" altLang="zh-CN" dirty="0"/>
              <a:t>/all)</a:t>
            </a:r>
            <a:r>
              <a:rPr lang="zh-CN" altLang="en-US" dirty="0"/>
              <a:t>，</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然后让学生查询自己电脑或手机的</a:t>
            </a:r>
            <a:r>
              <a:rPr lang="en-US" altLang="zh-CN" dirty="0"/>
              <a:t>MAC</a:t>
            </a:r>
            <a:r>
              <a:rPr lang="zh-CN" altLang="en-US" dirty="0"/>
              <a:t>地址（手机或</a:t>
            </a:r>
            <a:r>
              <a:rPr lang="en-US" altLang="zh-CN" dirty="0"/>
              <a:t>Linux</a:t>
            </a:r>
            <a:r>
              <a:rPr lang="zh-CN" altLang="en-US" dirty="0"/>
              <a:t>平台不能使用</a:t>
            </a:r>
            <a:r>
              <a:rPr lang="en-US" altLang="zh-CN" dirty="0"/>
              <a:t>ipconfig</a:t>
            </a:r>
            <a:r>
              <a:rPr lang="zh-CN" altLang="en-US" dirty="0"/>
              <a:t>命令），然后在</a:t>
            </a:r>
            <a:r>
              <a:rPr lang="en-US" altLang="zh-CN" dirty="0"/>
              <a:t>OUI lookup tool</a:t>
            </a:r>
            <a:r>
              <a:rPr lang="zh-CN" altLang="en-US" dirty="0"/>
              <a:t>页面中查询得到设备厂商名称。</a:t>
            </a:r>
            <a:endParaRPr lang="en-US" altLang="zh-CN" dirty="0"/>
          </a:p>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37</a:t>
            </a:fld>
            <a:endParaRPr kumimoji="1"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dirty="0"/>
              <a:t>可以提出问题“网卡收到帧如何判断是</a:t>
            </a:r>
            <a:r>
              <a:rPr lang="en-US" altLang="zh-CN" sz="1200" dirty="0"/>
              <a:t>Ethernet V2</a:t>
            </a:r>
            <a:r>
              <a:rPr lang="zh-CN" altLang="en-US" sz="1200" dirty="0"/>
              <a:t>帧还是</a:t>
            </a:r>
            <a:r>
              <a:rPr lang="en-US" altLang="zh-CN" sz="1200" dirty="0"/>
              <a:t>IEEE802.3</a:t>
            </a:r>
            <a:r>
              <a:rPr lang="zh-CN" altLang="en-US" sz="1200" dirty="0"/>
              <a:t>帧呢？” 让学生先思考一下有哪些解决办法。</a:t>
            </a:r>
            <a:endParaRPr lang="en-US" altLang="zh-CN" sz="1200" dirty="0"/>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dirty="0"/>
              <a:t>解释：一般在协议中，可以通过定长或特定起始字段来判定具体类型，然而这些方法都无法区分本页的两种格式（首部长度都一样、其实字段也是一样的）。</a:t>
            </a:r>
            <a:endParaRPr lang="en-US" altLang="zh-CN" sz="1200" dirty="0"/>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dirty="0"/>
              <a:t>于是，可以进一步地提出一些问题让学生思考，例如：</a:t>
            </a:r>
            <a:endParaRPr lang="en-US" altLang="zh-CN" sz="1200" dirty="0"/>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dirty="0"/>
              <a:t>“如果</a:t>
            </a:r>
            <a:r>
              <a:rPr lang="en-US" altLang="zh-CN" sz="1200" dirty="0"/>
              <a:t>802.3</a:t>
            </a:r>
            <a:r>
              <a:rPr lang="zh-CN" altLang="en-US" sz="1200" dirty="0"/>
              <a:t>用这两个字节表示帧长度，那么如何表示上层协议的类型”</a:t>
            </a:r>
            <a:endParaRPr lang="en-US" altLang="zh-CN" sz="1200" dirty="0"/>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dirty="0"/>
              <a:t>解释：如果是</a:t>
            </a:r>
            <a:r>
              <a:rPr lang="en-US" altLang="zh-CN" sz="1200" dirty="0"/>
              <a:t>802.3</a:t>
            </a:r>
            <a:r>
              <a:rPr lang="zh-CN" altLang="en-US" sz="1200" dirty="0"/>
              <a:t>，就需要使用</a:t>
            </a:r>
            <a:r>
              <a:rPr lang="en-US" altLang="zh-CN" sz="1200" dirty="0"/>
              <a:t>LLC</a:t>
            </a:r>
            <a:r>
              <a:rPr lang="zh-CN" altLang="en-US" sz="1200" dirty="0"/>
              <a:t>子层来标识数据链路层上层协议的类型。</a:t>
            </a:r>
            <a:endParaRPr lang="en-US" altLang="zh-CN" sz="1200" dirty="0"/>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dirty="0"/>
              <a:t>“</a:t>
            </a:r>
            <a:r>
              <a:rPr lang="en-US" altLang="zh-CN" sz="1200" dirty="0"/>
              <a:t>DIX</a:t>
            </a:r>
            <a:r>
              <a:rPr lang="zh-CN" altLang="en-US" sz="1200" dirty="0"/>
              <a:t>格式中没有帧的长度，那么如何判定一个帧的长度？”</a:t>
            </a:r>
            <a:endParaRPr lang="en-US" altLang="zh-CN" sz="1200" dirty="0"/>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dirty="0"/>
              <a:t>解释：以太网帧头是固定</a:t>
            </a:r>
            <a:r>
              <a:rPr lang="en-US" altLang="zh-CN" sz="1200" dirty="0"/>
              <a:t>14</a:t>
            </a:r>
            <a:r>
              <a:rPr lang="zh-CN" altLang="en-US" sz="1200" dirty="0"/>
              <a:t>个字节，之后就是数据。同时，由于以太网有帧间间隔，一帧结束后，电路上应该就没有</a:t>
            </a:r>
            <a:r>
              <a:rPr lang="en-US" altLang="zh-CN" sz="1200" dirty="0"/>
              <a:t>[</a:t>
            </a:r>
            <a:r>
              <a:rPr lang="zh-CN" altLang="en-US" sz="1200" dirty="0"/>
              <a:t>符合编码规则的</a:t>
            </a:r>
            <a:r>
              <a:rPr lang="en-US" altLang="zh-CN" sz="1200" dirty="0"/>
              <a:t>]</a:t>
            </a:r>
            <a:r>
              <a:rPr lang="zh-CN" altLang="en-US" sz="1200" dirty="0"/>
              <a:t>信号传输了，这样通过硬件电路检测到帧的最后</a:t>
            </a:r>
            <a:r>
              <a:rPr lang="en-US" altLang="zh-CN" sz="1200" dirty="0"/>
              <a:t>4</a:t>
            </a:r>
            <a:r>
              <a:rPr lang="zh-CN" altLang="en-US" sz="1200" dirty="0"/>
              <a:t>个字节就是</a:t>
            </a:r>
            <a:r>
              <a:rPr lang="en-US" altLang="zh-CN" sz="1200" dirty="0"/>
              <a:t>FCS</a:t>
            </a:r>
            <a:r>
              <a:rPr lang="zh-CN" altLang="en-US" sz="1200" dirty="0"/>
              <a:t>，那么这四个字节之前的就是数据部分。找到了数据字段的开始位置和结束位置，就可以可以判定数据部分的长度了。</a:t>
            </a:r>
            <a:endParaRPr lang="en-US" altLang="zh-CN" sz="1200" dirty="0"/>
          </a:p>
          <a:p>
            <a:endParaRPr lang="zh-CN" altLang="en-US" dirty="0"/>
          </a:p>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38</a:t>
            </a:fld>
            <a:endParaRPr kumimoji="1"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通过</a:t>
            </a:r>
            <a:r>
              <a:rPr lang="en-US" altLang="zh-CN" dirty="0" err="1"/>
              <a:t>wireshark</a:t>
            </a:r>
            <a:r>
              <a:rPr lang="zh-CN" altLang="en-US" dirty="0"/>
              <a:t>截图上的包实例说明</a:t>
            </a:r>
            <a:r>
              <a:rPr lang="en-US" altLang="zh-CN" dirty="0"/>
              <a:t>padding</a:t>
            </a:r>
            <a:r>
              <a:rPr lang="zh-CN" altLang="en-US" dirty="0"/>
              <a:t>的用处。</a:t>
            </a:r>
            <a:endParaRPr lang="en-US" altLang="zh-CN" dirty="0"/>
          </a:p>
          <a:p>
            <a:endParaRPr lang="en-US" altLang="zh-CN" dirty="0"/>
          </a:p>
          <a:p>
            <a:r>
              <a:rPr lang="zh-CN" altLang="en-US" dirty="0"/>
              <a:t>此页可以留一个问题：为什么</a:t>
            </a:r>
            <a:r>
              <a:rPr lang="en-US" altLang="zh-CN" dirty="0"/>
              <a:t>MAC</a:t>
            </a:r>
            <a:r>
              <a:rPr lang="zh-CN" altLang="en-US" dirty="0"/>
              <a:t>帧不能小于</a:t>
            </a:r>
            <a:r>
              <a:rPr lang="en-US" altLang="zh-CN" dirty="0"/>
              <a:t>64</a:t>
            </a:r>
            <a:r>
              <a:rPr lang="zh-CN" altLang="en-US" dirty="0"/>
              <a:t>字节？和</a:t>
            </a:r>
            <a:r>
              <a:rPr lang="en-US" altLang="zh-CN" dirty="0"/>
              <a:t>CSMA/CD</a:t>
            </a:r>
            <a:r>
              <a:rPr lang="zh-CN" altLang="en-US" dirty="0"/>
              <a:t>有什么关系？</a:t>
            </a:r>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39</a:t>
            </a:fld>
            <a:endParaRPr kumimoji="1"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40</a:t>
            </a:fld>
            <a:endParaRPr kumimoji="1"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41</a:t>
            </a:fld>
            <a:endParaRPr kumimoji="1"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等待的随机时间“怎么确定？”，解答就是通过下面的二进制指数后退算法来确定。</a:t>
            </a:r>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42</a:t>
            </a:fld>
            <a:endParaRPr kumimoji="1"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此页主要是从理论上分析说明传统以太网使用</a:t>
            </a:r>
            <a:r>
              <a:rPr lang="en-US" altLang="zh-CN" dirty="0"/>
              <a:t>CSMA/CD</a:t>
            </a:r>
            <a:r>
              <a:rPr lang="zh-CN" altLang="en-US" dirty="0"/>
              <a:t>在性能方面是有限制的，无法在提高带宽的同时又增长距离。因此必须要有其他实现以太网的方法（引出后面的交换以太网）。</a:t>
            </a:r>
            <a:endParaRPr lang="en-US" altLang="zh-CN" dirty="0"/>
          </a:p>
          <a:p>
            <a:endParaRPr lang="en-US" altLang="zh-CN" dirty="0"/>
          </a:p>
          <a:p>
            <a:r>
              <a:rPr lang="zh-CN" altLang="en-US" dirty="0"/>
              <a:t>需要详细讲解推导过程的老师可以增加一页</a:t>
            </a:r>
            <a:r>
              <a:rPr lang="en-US" altLang="zh-CN" dirty="0"/>
              <a:t>PPT</a:t>
            </a:r>
            <a:r>
              <a:rPr lang="zh-CN" altLang="en-US" dirty="0"/>
              <a:t>说明信道效率公式的由来</a:t>
            </a:r>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43</a:t>
            </a:fld>
            <a:endParaRPr kumimoji="1"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先讲</a:t>
            </a:r>
            <a:r>
              <a:rPr lang="en-US" altLang="zh-CN" dirty="0"/>
              <a:t>Hub</a:t>
            </a:r>
            <a:r>
              <a:rPr lang="zh-CN" altLang="en-US" dirty="0"/>
              <a:t>不能扩充容量，在用</a:t>
            </a:r>
            <a:r>
              <a:rPr lang="en-US" altLang="zh-CN" dirty="0"/>
              <a:t>Hub</a:t>
            </a:r>
            <a:r>
              <a:rPr lang="zh-CN" altLang="en-US" dirty="0"/>
              <a:t>扩展网络时存在局限性</a:t>
            </a:r>
            <a:endParaRPr lang="en-US" altLang="zh-CN" dirty="0"/>
          </a:p>
          <a:p>
            <a:r>
              <a:rPr lang="zh-CN" altLang="en-US" dirty="0"/>
              <a:t>再用左下的图和文字解释</a:t>
            </a:r>
            <a:r>
              <a:rPr lang="en-US" altLang="zh-CN" dirty="0"/>
              <a:t>hub</a:t>
            </a:r>
            <a:r>
              <a:rPr lang="zh-CN" altLang="en-US" dirty="0"/>
              <a:t>局限性的原因</a:t>
            </a:r>
            <a:endParaRPr lang="en-US" altLang="zh-CN" dirty="0"/>
          </a:p>
          <a:p>
            <a:r>
              <a:rPr lang="zh-CN" altLang="en-US" dirty="0"/>
              <a:t>最后提出问题：有什么办法解决呢？引出</a:t>
            </a:r>
            <a:r>
              <a:rPr lang="en-US" altLang="zh-CN" dirty="0"/>
              <a:t>Switched Ethernet</a:t>
            </a:r>
            <a:r>
              <a:rPr lang="zh-CN" altLang="en-US" dirty="0"/>
              <a:t>交换式以太网！</a:t>
            </a:r>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44</a:t>
            </a:fld>
            <a:endParaRPr kumimoji="1"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此页先讲交换机的转发方式</a:t>
            </a:r>
            <a:endParaRPr lang="en-US" altLang="zh-CN" dirty="0"/>
          </a:p>
          <a:p>
            <a:r>
              <a:rPr lang="zh-CN" altLang="en-US" dirty="0"/>
              <a:t>混杂模式的讲解思路：</a:t>
            </a:r>
            <a:endParaRPr lang="en-US" altLang="zh-CN" dirty="0"/>
          </a:p>
          <a:p>
            <a:r>
              <a:rPr lang="en-US" altLang="zh-CN" dirty="0"/>
              <a:t>1. </a:t>
            </a:r>
            <a:r>
              <a:rPr lang="zh-CN" altLang="en-US" dirty="0"/>
              <a:t>先说混杂模式的概念：网卡开启混杂模式， 则可以接收发给其他主机的帧。</a:t>
            </a:r>
            <a:endParaRPr lang="en-US" altLang="zh-CN" dirty="0"/>
          </a:p>
          <a:p>
            <a:r>
              <a:rPr lang="en-US" altLang="zh-CN" dirty="0"/>
              <a:t>2. </a:t>
            </a:r>
            <a:r>
              <a:rPr lang="zh-CN" altLang="en-US" dirty="0"/>
              <a:t>在</a:t>
            </a:r>
            <a:r>
              <a:rPr lang="en-US" altLang="zh-CN" dirty="0"/>
              <a:t>Hub</a:t>
            </a:r>
            <a:r>
              <a:rPr lang="zh-CN" altLang="en-US" dirty="0"/>
              <a:t>连接的网络上，无法对帧进行一对一的转发，因此开启混杂模式就容易被同网用户监听或被黑客利用。因此</a:t>
            </a:r>
            <a:r>
              <a:rPr lang="en-US" altLang="zh-CN" dirty="0"/>
              <a:t>Tanenbaum</a:t>
            </a:r>
            <a:r>
              <a:rPr lang="zh-CN" altLang="en-US" dirty="0"/>
              <a:t>教材里说道“间谍和好管闲事者最喜欢这一功能”。使用交换机后流量只被转发到目的端口，提供了更好的隔离措施，使得流量不会轻易泄露而落入坏人之手。</a:t>
            </a:r>
            <a:endParaRPr lang="en-US" altLang="zh-CN" dirty="0"/>
          </a:p>
          <a:p>
            <a:r>
              <a:rPr lang="en-US" altLang="zh-CN" dirty="0"/>
              <a:t>3. </a:t>
            </a:r>
            <a:r>
              <a:rPr lang="zh-CN" altLang="en-US" dirty="0"/>
              <a:t>既然混杂模式对网络安全这么不利，为什么还会保留这个选项呢？</a:t>
            </a:r>
            <a:endParaRPr lang="en-US" altLang="zh-CN" dirty="0"/>
          </a:p>
          <a:p>
            <a:r>
              <a:rPr lang="zh-CN" altLang="en-US" dirty="0"/>
              <a:t>所谓存在即合理。</a:t>
            </a:r>
            <a:endParaRPr lang="en-US" altLang="zh-CN" dirty="0"/>
          </a:p>
          <a:p>
            <a:r>
              <a:rPr lang="zh-CN" altLang="en-US" dirty="0"/>
              <a:t>在网络测试、系统排错、性能优化等复杂的工作中，网络工程师需要抓取网络上多个服务器</a:t>
            </a:r>
            <a:r>
              <a:rPr lang="en-US" altLang="zh-CN" dirty="0"/>
              <a:t>/</a:t>
            </a:r>
            <a:r>
              <a:rPr lang="zh-CN" altLang="en-US" dirty="0"/>
              <a:t>主机的数据包（可这些包的目的地址并不是网络工程师的笔记本！）进行网络分析。这时候就需要开启工程师主机的混杂模式。</a:t>
            </a:r>
            <a:endParaRPr lang="en-US" altLang="zh-CN" dirty="0"/>
          </a:p>
          <a:p>
            <a:r>
              <a:rPr lang="zh-CN" altLang="en-US" dirty="0"/>
              <a:t>当然现在的网络都是基于</a:t>
            </a:r>
            <a:r>
              <a:rPr lang="en-US" altLang="zh-CN" dirty="0"/>
              <a:t>Switch</a:t>
            </a:r>
            <a:r>
              <a:rPr lang="zh-CN" altLang="en-US" dirty="0"/>
              <a:t>连接了，所以还需要在</a:t>
            </a:r>
            <a:r>
              <a:rPr lang="en-US" altLang="zh-CN" dirty="0"/>
              <a:t>Switch</a:t>
            </a:r>
            <a:r>
              <a:rPr lang="zh-CN" altLang="en-US" dirty="0"/>
              <a:t>上设置流量镜像，使得需要分析的流量都能转发到工程师的网络接口上。</a:t>
            </a:r>
            <a:endParaRPr lang="en-US" altLang="zh-CN" dirty="0"/>
          </a:p>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45</a:t>
            </a:fld>
            <a:endParaRPr kumimoji="1"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46</a:t>
            </a:fld>
            <a:endParaRPr kumimoji="1"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此页可以板书计算一下电缆最大长度为什么会降到原来的十分之一。</a:t>
            </a:r>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47</a:t>
            </a:fld>
            <a:endParaRPr kumimoji="1"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各种以太网标准的编码方式：</a:t>
            </a:r>
            <a:r>
              <a:rPr lang="en-US" altLang="zh-CN" dirty="0"/>
              <a:t>https://www.ieee802.org/3/bn/public/mar13/hajduczenia_3bn_04_0313.pdf</a:t>
            </a:r>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48</a:t>
            </a:fld>
            <a:endParaRPr kumimoji="1"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a:p>
            <a:r>
              <a:rPr lang="zh-CN" altLang="en-US" dirty="0"/>
              <a:t>可以讲一下万兆以太网的发展动力和应用现状：</a:t>
            </a:r>
            <a:endParaRPr lang="en-US" altLang="zh-CN" dirty="0"/>
          </a:p>
          <a:p>
            <a:r>
              <a:rPr lang="zh-CN" altLang="en-US" sz="1200" dirty="0"/>
              <a:t>大数据和人工智能时代，日益普及的数据复制，更多的移动设备，服务器以及虚拟化应用，都是推动企业采用万兆以太网解决方案的因素。</a:t>
            </a:r>
            <a:endParaRPr lang="en-US" altLang="zh-CN" sz="1200" dirty="0"/>
          </a:p>
          <a:p>
            <a:r>
              <a:rPr lang="zh-CN" altLang="en-US" sz="1200" dirty="0"/>
              <a:t>以太网速率不断升级，组网成本持续下降，万兆以太网已在企业应用普及，正逐渐走入家庭。</a:t>
            </a:r>
          </a:p>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49</a:t>
            </a:fld>
            <a:endParaRPr kumimoji="1"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40G 100G</a:t>
            </a:r>
            <a:r>
              <a:rPr lang="zh-CN" altLang="en-US" dirty="0"/>
              <a:t>的标准比较多，因为物理层太多样，标准出现的年份是：</a:t>
            </a:r>
            <a:r>
              <a:rPr lang="zh-CN" altLang="en-US" b="0" i="0" dirty="0">
                <a:solidFill>
                  <a:srgbClr val="252525"/>
                </a:solidFill>
                <a:effectLst/>
                <a:latin typeface="Roboto" panose="02000000000000000000" pitchFamily="2" charset="0"/>
              </a:rPr>
              <a:t>首先由</a:t>
            </a:r>
            <a:r>
              <a:rPr lang="en-US" altLang="zh-CN" b="0" i="0" dirty="0">
                <a:solidFill>
                  <a:srgbClr val="252525"/>
                </a:solidFill>
                <a:effectLst/>
                <a:latin typeface="Roboto" panose="02000000000000000000" pitchFamily="2" charset="0"/>
              </a:rPr>
              <a:t>IEEE 802.3ba-2010</a:t>
            </a:r>
            <a:r>
              <a:rPr lang="zh-CN" altLang="en-US" b="0" i="0" dirty="0">
                <a:solidFill>
                  <a:srgbClr val="252525"/>
                </a:solidFill>
                <a:effectLst/>
                <a:latin typeface="Roboto" panose="02000000000000000000" pitchFamily="2" charset="0"/>
              </a:rPr>
              <a:t>标准定义，随后由</a:t>
            </a:r>
            <a:r>
              <a:rPr lang="en-US" altLang="zh-CN" b="0" i="0" dirty="0">
                <a:solidFill>
                  <a:srgbClr val="252525"/>
                </a:solidFill>
                <a:effectLst/>
                <a:latin typeface="Roboto" panose="02000000000000000000" pitchFamily="2" charset="0"/>
              </a:rPr>
              <a:t>802.3bg-2011</a:t>
            </a:r>
            <a:r>
              <a:rPr lang="zh-CN" altLang="en-US" b="0" i="0" dirty="0">
                <a:solidFill>
                  <a:srgbClr val="252525"/>
                </a:solidFill>
                <a:effectLst/>
                <a:latin typeface="Roboto" panose="02000000000000000000" pitchFamily="2" charset="0"/>
              </a:rPr>
              <a:t>、</a:t>
            </a:r>
            <a:r>
              <a:rPr lang="en-US" altLang="zh-CN" b="0" i="0" dirty="0">
                <a:solidFill>
                  <a:srgbClr val="252525"/>
                </a:solidFill>
                <a:effectLst/>
                <a:latin typeface="Roboto" panose="02000000000000000000" pitchFamily="2" charset="0"/>
              </a:rPr>
              <a:t>802.3bj-2014</a:t>
            </a:r>
            <a:r>
              <a:rPr lang="zh-CN" altLang="en-US" b="0" i="0" dirty="0">
                <a:solidFill>
                  <a:srgbClr val="252525"/>
                </a:solidFill>
                <a:effectLst/>
                <a:latin typeface="Roboto" panose="02000000000000000000" pitchFamily="2" charset="0"/>
              </a:rPr>
              <a:t>，</a:t>
            </a:r>
            <a:r>
              <a:rPr lang="en-US" altLang="zh-CN" b="0" i="0" dirty="0">
                <a:solidFill>
                  <a:srgbClr val="252525"/>
                </a:solidFill>
                <a:effectLst/>
                <a:latin typeface="Roboto" panose="02000000000000000000" pitchFamily="2" charset="0"/>
              </a:rPr>
              <a:t>802.3bm-2015</a:t>
            </a:r>
            <a:r>
              <a:rPr lang="zh-CN" altLang="en-US" b="0" i="0" dirty="0">
                <a:solidFill>
                  <a:srgbClr val="252525"/>
                </a:solidFill>
                <a:effectLst/>
                <a:latin typeface="Roboto" panose="02000000000000000000" pitchFamily="2" charset="0"/>
              </a:rPr>
              <a:t>和</a:t>
            </a:r>
            <a:r>
              <a:rPr lang="en-US" altLang="zh-CN" b="0" i="0" dirty="0">
                <a:solidFill>
                  <a:srgbClr val="252525"/>
                </a:solidFill>
                <a:effectLst/>
                <a:latin typeface="Roboto" panose="02000000000000000000" pitchFamily="2" charset="0"/>
              </a:rPr>
              <a:t>802.3cd-2018</a:t>
            </a:r>
            <a:r>
              <a:rPr lang="zh-CN" altLang="en-US" b="0" i="0" dirty="0">
                <a:solidFill>
                  <a:srgbClr val="252525"/>
                </a:solidFill>
                <a:effectLst/>
                <a:latin typeface="Roboto" panose="02000000000000000000" pitchFamily="2" charset="0"/>
              </a:rPr>
              <a:t>标准定义。</a:t>
            </a:r>
            <a:endParaRPr lang="en-US" altLang="zh-CN"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50</a:t>
            </a:fld>
            <a:endParaRPr kumimoji="1"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dirty="0">
                <a:solidFill>
                  <a:srgbClr val="252525"/>
                </a:solidFill>
                <a:effectLst/>
                <a:latin typeface="Roboto" panose="02000000000000000000" pitchFamily="2" charset="0"/>
              </a:rPr>
              <a:t>物理层规范很多，多种介质、支持的距离范围很大</a:t>
            </a:r>
            <a:endParaRPr lang="en-US" altLang="zh-CN" sz="1200" b="0" i="0" dirty="0">
              <a:solidFill>
                <a:srgbClr val="252525"/>
              </a:solidFill>
              <a:effectLst/>
              <a:latin typeface="Roboto" panose="02000000000000000000" pitchFamily="2" charset="0"/>
            </a:endParaRPr>
          </a:p>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51</a:t>
            </a:fld>
            <a:endParaRPr kumimoji="1"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0" i="0" u="none" strike="noStrike" dirty="0">
                <a:solidFill>
                  <a:srgbClr val="58585A"/>
                </a:solidFill>
                <a:effectLst/>
                <a:latin typeface="lato"/>
              </a:rPr>
              <a:t>这里可以讲一下</a:t>
            </a:r>
            <a:r>
              <a:rPr lang="en-US" altLang="zh-CN" b="0" i="0" u="none" strike="noStrike" dirty="0">
                <a:solidFill>
                  <a:srgbClr val="58585A"/>
                </a:solidFill>
                <a:effectLst/>
                <a:latin typeface="lato"/>
              </a:rPr>
              <a:t>25G</a:t>
            </a:r>
            <a:r>
              <a:rPr lang="zh-CN" altLang="en-US" b="0" i="0" u="none" strike="noStrike" dirty="0">
                <a:solidFill>
                  <a:srgbClr val="58585A"/>
                </a:solidFill>
                <a:effectLst/>
                <a:latin typeface="lato"/>
              </a:rPr>
              <a:t>比</a:t>
            </a:r>
            <a:r>
              <a:rPr lang="en-US" altLang="zh-CN" b="0" i="0" u="none" strike="noStrike" dirty="0">
                <a:solidFill>
                  <a:srgbClr val="58585A"/>
                </a:solidFill>
                <a:effectLst/>
                <a:latin typeface="lato"/>
              </a:rPr>
              <a:t>40G</a:t>
            </a:r>
            <a:r>
              <a:rPr lang="zh-CN" altLang="en-US" b="0" i="0" u="none" strike="noStrike" dirty="0">
                <a:solidFill>
                  <a:srgbClr val="58585A"/>
                </a:solidFill>
                <a:effectLst/>
                <a:latin typeface="lato"/>
              </a:rPr>
              <a:t>更好，现在更倾向于用</a:t>
            </a:r>
            <a:r>
              <a:rPr lang="en-US" altLang="zh-CN" b="0" i="0" u="none" strike="noStrike" dirty="0">
                <a:solidFill>
                  <a:srgbClr val="58585A"/>
                </a:solidFill>
                <a:effectLst/>
                <a:latin typeface="lato"/>
              </a:rPr>
              <a:t>25G</a:t>
            </a:r>
            <a:r>
              <a:rPr lang="zh-CN" altLang="en-US" b="0" i="0" u="none" strike="noStrike" dirty="0">
                <a:solidFill>
                  <a:srgbClr val="58585A"/>
                </a:solidFill>
                <a:effectLst/>
                <a:latin typeface="lato"/>
              </a:rPr>
              <a:t>构建</a:t>
            </a:r>
            <a:r>
              <a:rPr lang="en-US" altLang="zh-CN" b="0" i="0" u="none" strike="noStrike" dirty="0">
                <a:solidFill>
                  <a:srgbClr val="58585A"/>
                </a:solidFill>
                <a:effectLst/>
                <a:latin typeface="lato"/>
              </a:rPr>
              <a:t>100G</a:t>
            </a:r>
            <a:r>
              <a:rPr lang="zh-CN" altLang="en-US" b="0" i="0" u="none" strike="noStrike" dirty="0">
                <a:solidFill>
                  <a:srgbClr val="58585A"/>
                </a:solidFill>
                <a:effectLst/>
                <a:latin typeface="lato"/>
              </a:rPr>
              <a:t>以太网</a:t>
            </a:r>
            <a:endParaRPr lang="en-US" altLang="zh-CN" b="0" i="0" u="none" strike="noStrike" dirty="0">
              <a:solidFill>
                <a:srgbClr val="58585A"/>
              </a:solidFill>
              <a:effectLst/>
              <a:latin typeface="lato"/>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b="0" i="0" u="none" strike="noStrike" dirty="0">
                <a:solidFill>
                  <a:srgbClr val="58585A"/>
                </a:solidFill>
                <a:effectLst/>
                <a:latin typeface="lato"/>
              </a:rPr>
              <a:t>Why Is 40G Ethernet Obsolete? Short Answer: COST</a:t>
            </a:r>
          </a:p>
          <a:p>
            <a:r>
              <a:rPr lang="en-US" altLang="zh-CN" b="0" dirty="0"/>
              <a:t>https://packetpushers.net/buy-40g-ethernet-obsolete/</a:t>
            </a:r>
          </a:p>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52</a:t>
            </a:fld>
            <a:endParaRPr kumimoji="1"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https://community.fs.com/cn/blog/800g-is-coming-set-pace-to-more-higher-speed-applications.html</a:t>
            </a:r>
          </a:p>
          <a:p>
            <a:pPr marL="0" marR="0" lvl="0" indent="0" algn="l" defTabSz="914400" rtl="0" eaLnBrk="1" fontAlgn="auto" latinLnBrk="0" hangingPunct="1">
              <a:lnSpc>
                <a:spcPct val="100000"/>
              </a:lnSpc>
              <a:spcBef>
                <a:spcPts val="0"/>
              </a:spcBef>
              <a:spcAft>
                <a:spcPts val="0"/>
              </a:spcAft>
              <a:buClrTx/>
              <a:buSzTx/>
              <a:buFontTx/>
              <a:buNone/>
              <a:defRPr/>
            </a:pPr>
            <a:r>
              <a:rPr lang="zh-CN" altLang="en-US" b="0" i="0" dirty="0">
                <a:solidFill>
                  <a:srgbClr val="19191A"/>
                </a:solidFill>
                <a:effectLst/>
                <a:latin typeface="微软雅黑" panose="020B0503020204020204" pitchFamily="34" charset="-122"/>
                <a:ea typeface="微软雅黑" panose="020B0503020204020204" pitchFamily="34" charset="-122"/>
              </a:rPr>
              <a:t>目前，</a:t>
            </a:r>
            <a:r>
              <a:rPr lang="en-US" altLang="zh-CN" b="0" i="0" dirty="0">
                <a:solidFill>
                  <a:srgbClr val="19191A"/>
                </a:solidFill>
                <a:effectLst/>
                <a:latin typeface="微软雅黑" panose="020B0503020204020204" pitchFamily="34" charset="-122"/>
                <a:ea typeface="微软雅黑" panose="020B0503020204020204" pitchFamily="34" charset="-122"/>
              </a:rPr>
              <a:t>IEEE</a:t>
            </a:r>
            <a:r>
              <a:rPr lang="zh-CN" altLang="en-US" b="0" i="0" dirty="0">
                <a:solidFill>
                  <a:srgbClr val="19191A"/>
                </a:solidFill>
                <a:effectLst/>
                <a:latin typeface="微软雅黑" panose="020B0503020204020204" pitchFamily="34" charset="-122"/>
                <a:ea typeface="微软雅黑" panose="020B0503020204020204" pitchFamily="34" charset="-122"/>
              </a:rPr>
              <a:t>（电气和电子工程师协会）还没有制定</a:t>
            </a:r>
            <a:r>
              <a:rPr lang="en-US" altLang="zh-CN" b="0" i="0" dirty="0">
                <a:solidFill>
                  <a:srgbClr val="19191A"/>
                </a:solidFill>
                <a:effectLst/>
                <a:latin typeface="微软雅黑" panose="020B0503020204020204" pitchFamily="34" charset="-122"/>
                <a:ea typeface="微软雅黑" panose="020B0503020204020204" pitchFamily="34" charset="-122"/>
              </a:rPr>
              <a:t>800G</a:t>
            </a:r>
            <a:r>
              <a:rPr lang="zh-CN" altLang="en-US" b="0" i="0" dirty="0">
                <a:solidFill>
                  <a:srgbClr val="19191A"/>
                </a:solidFill>
                <a:effectLst/>
                <a:latin typeface="微软雅黑" panose="020B0503020204020204" pitchFamily="34" charset="-122"/>
                <a:ea typeface="微软雅黑" panose="020B0503020204020204" pitchFamily="34" charset="-122"/>
              </a:rPr>
              <a:t>以太网的标准，但</a:t>
            </a:r>
            <a:r>
              <a:rPr lang="en-US" altLang="zh-CN" b="0" i="0" dirty="0">
                <a:solidFill>
                  <a:srgbClr val="19191A"/>
                </a:solidFill>
                <a:effectLst/>
                <a:latin typeface="微软雅黑" panose="020B0503020204020204" pitchFamily="34" charset="-122"/>
                <a:ea typeface="微软雅黑" panose="020B0503020204020204" pitchFamily="34" charset="-122"/>
              </a:rPr>
              <a:t>25G</a:t>
            </a:r>
            <a:r>
              <a:rPr lang="zh-CN" altLang="en-US" b="0" i="0" dirty="0">
                <a:solidFill>
                  <a:srgbClr val="19191A"/>
                </a:solidFill>
                <a:effectLst/>
                <a:latin typeface="微软雅黑" panose="020B0503020204020204" pitchFamily="34" charset="-122"/>
                <a:ea typeface="微软雅黑" panose="020B0503020204020204" pitchFamily="34" charset="-122"/>
              </a:rPr>
              <a:t>以太网联盟（现更名为以太网技术联盟（</a:t>
            </a:r>
            <a:r>
              <a:rPr lang="en-US" altLang="zh-CN" b="0" i="0" dirty="0">
                <a:solidFill>
                  <a:srgbClr val="19191A"/>
                </a:solidFill>
                <a:effectLst/>
                <a:latin typeface="微软雅黑" panose="020B0503020204020204" pitchFamily="34" charset="-122"/>
                <a:ea typeface="微软雅黑" panose="020B0503020204020204" pitchFamily="34" charset="-122"/>
              </a:rPr>
              <a:t>ETC</a:t>
            </a:r>
            <a:r>
              <a:rPr lang="zh-CN" altLang="en-US" b="0" i="0" dirty="0">
                <a:solidFill>
                  <a:srgbClr val="19191A"/>
                </a:solidFill>
                <a:effectLst/>
                <a:latin typeface="微软雅黑" panose="020B0503020204020204" pitchFamily="34" charset="-122"/>
                <a:ea typeface="微软雅黑" panose="020B0503020204020204" pitchFamily="34" charset="-122"/>
              </a:rPr>
              <a:t>））已经在</a:t>
            </a:r>
            <a:r>
              <a:rPr lang="en-US" altLang="zh-CN" b="0" i="0" dirty="0">
                <a:solidFill>
                  <a:srgbClr val="19191A"/>
                </a:solidFill>
                <a:effectLst/>
                <a:latin typeface="微软雅黑" panose="020B0503020204020204" pitchFamily="34" charset="-122"/>
                <a:ea typeface="微软雅黑" panose="020B0503020204020204" pitchFamily="34" charset="-122"/>
              </a:rPr>
              <a:t>2020</a:t>
            </a:r>
            <a:r>
              <a:rPr lang="zh-CN" altLang="en-US" b="0" i="0" dirty="0">
                <a:solidFill>
                  <a:srgbClr val="19191A"/>
                </a:solidFill>
                <a:effectLst/>
                <a:latin typeface="微软雅黑" panose="020B0503020204020204" pitchFamily="34" charset="-122"/>
                <a:ea typeface="微软雅黑" panose="020B0503020204020204" pitchFamily="34" charset="-122"/>
              </a:rPr>
              <a:t>年</a:t>
            </a:r>
            <a:r>
              <a:rPr lang="en-US" altLang="zh-CN" b="0" i="0" dirty="0">
                <a:solidFill>
                  <a:srgbClr val="19191A"/>
                </a:solidFill>
                <a:effectLst/>
                <a:latin typeface="微软雅黑" panose="020B0503020204020204" pitchFamily="34" charset="-122"/>
                <a:ea typeface="微软雅黑" panose="020B0503020204020204" pitchFamily="34" charset="-122"/>
              </a:rPr>
              <a:t>4</a:t>
            </a:r>
            <a:r>
              <a:rPr lang="zh-CN" altLang="en-US" b="0" i="0" dirty="0">
                <a:solidFill>
                  <a:srgbClr val="19191A"/>
                </a:solidFill>
                <a:effectLst/>
                <a:latin typeface="微软雅黑" panose="020B0503020204020204" pitchFamily="34" charset="-122"/>
                <a:ea typeface="微软雅黑" panose="020B0503020204020204" pitchFamily="34" charset="-122"/>
              </a:rPr>
              <a:t>月制定了用于</a:t>
            </a:r>
            <a:r>
              <a:rPr lang="en-US" altLang="zh-CN" b="0" i="0" dirty="0">
                <a:solidFill>
                  <a:srgbClr val="19191A"/>
                </a:solidFill>
                <a:effectLst/>
                <a:latin typeface="微软雅黑" panose="020B0503020204020204" pitchFamily="34" charset="-122"/>
                <a:ea typeface="微软雅黑" panose="020B0503020204020204" pitchFamily="34" charset="-122"/>
              </a:rPr>
              <a:t>800G</a:t>
            </a:r>
            <a:r>
              <a:rPr lang="zh-CN" altLang="en-US" b="0" i="0" dirty="0">
                <a:solidFill>
                  <a:srgbClr val="19191A"/>
                </a:solidFill>
                <a:effectLst/>
                <a:latin typeface="微软雅黑" panose="020B0503020204020204" pitchFamily="34" charset="-122"/>
                <a:ea typeface="微软雅黑" panose="020B0503020204020204" pitchFamily="34" charset="-122"/>
              </a:rPr>
              <a:t>以太网的</a:t>
            </a:r>
            <a:r>
              <a:rPr lang="en-US" altLang="zh-CN" b="0" i="0" dirty="0">
                <a:solidFill>
                  <a:srgbClr val="19191A"/>
                </a:solidFill>
                <a:effectLst/>
                <a:latin typeface="微软雅黑" panose="020B0503020204020204" pitchFamily="34" charset="-122"/>
                <a:ea typeface="微软雅黑" panose="020B0503020204020204" pitchFamily="34" charset="-122"/>
              </a:rPr>
              <a:t>800GBASE-R</a:t>
            </a:r>
            <a:r>
              <a:rPr lang="zh-CN" altLang="en-US" b="0" i="0" dirty="0">
                <a:solidFill>
                  <a:srgbClr val="19191A"/>
                </a:solidFill>
                <a:effectLst/>
                <a:latin typeface="微软雅黑" panose="020B0503020204020204" pitchFamily="34" charset="-122"/>
                <a:ea typeface="微软雅黑" panose="020B0503020204020204" pitchFamily="34" charset="-122"/>
              </a:rPr>
              <a:t>规范。</a:t>
            </a:r>
            <a:r>
              <a:rPr lang="en-US" altLang="zh-CN" b="0" i="0" dirty="0">
                <a:solidFill>
                  <a:srgbClr val="19191A"/>
                </a:solidFill>
                <a:effectLst/>
                <a:latin typeface="微软雅黑" panose="020B0503020204020204" pitchFamily="34" charset="-122"/>
                <a:ea typeface="微软雅黑" panose="020B0503020204020204" pitchFamily="34" charset="-122"/>
              </a:rPr>
              <a:t>ETC</a:t>
            </a:r>
            <a:r>
              <a:rPr lang="zh-CN" altLang="en-US" b="0" i="0" dirty="0">
                <a:solidFill>
                  <a:srgbClr val="19191A"/>
                </a:solidFill>
                <a:effectLst/>
                <a:latin typeface="微软雅黑" panose="020B0503020204020204" pitchFamily="34" charset="-122"/>
                <a:ea typeface="微软雅黑" panose="020B0503020204020204" pitchFamily="34" charset="-122"/>
              </a:rPr>
              <a:t>宣称该规范尽可能地利用</a:t>
            </a:r>
            <a:r>
              <a:rPr lang="en-US" altLang="zh-CN" b="0" i="0" dirty="0">
                <a:solidFill>
                  <a:srgbClr val="19191A"/>
                </a:solidFill>
                <a:effectLst/>
                <a:latin typeface="微软雅黑" panose="020B0503020204020204" pitchFamily="34" charset="-122"/>
                <a:ea typeface="微软雅黑" panose="020B0503020204020204" pitchFamily="34" charset="-122"/>
              </a:rPr>
              <a:t>400GbE</a:t>
            </a:r>
            <a:r>
              <a:rPr lang="zh-CN" altLang="en-US" b="0" i="0" dirty="0">
                <a:solidFill>
                  <a:srgbClr val="19191A"/>
                </a:solidFill>
                <a:effectLst/>
                <a:latin typeface="微软雅黑" panose="020B0503020204020204" pitchFamily="34" charset="-122"/>
                <a:ea typeface="微软雅黑" panose="020B0503020204020204" pitchFamily="34" charset="-122"/>
              </a:rPr>
              <a:t>的标准来建立一个</a:t>
            </a:r>
            <a:r>
              <a:rPr lang="en-US" altLang="zh-CN" b="0" i="0" dirty="0">
                <a:solidFill>
                  <a:srgbClr val="19191A"/>
                </a:solidFill>
                <a:effectLst/>
                <a:latin typeface="微软雅黑" panose="020B0503020204020204" pitchFamily="34" charset="-122"/>
                <a:ea typeface="微软雅黑" panose="020B0503020204020204" pitchFamily="34" charset="-122"/>
              </a:rPr>
              <a:t>800GbE MAC</a:t>
            </a:r>
            <a:r>
              <a:rPr lang="zh-CN" altLang="en-US" b="0" i="0" dirty="0">
                <a:solidFill>
                  <a:srgbClr val="19191A"/>
                </a:solidFill>
                <a:effectLst/>
                <a:latin typeface="微软雅黑" panose="020B0503020204020204" pitchFamily="34" charset="-122"/>
                <a:ea typeface="微软雅黑" panose="020B0503020204020204" pitchFamily="34" charset="-122"/>
              </a:rPr>
              <a:t>（媒体访问控制）和</a:t>
            </a:r>
            <a:r>
              <a:rPr lang="en-US" altLang="zh-CN" b="0" i="0" dirty="0">
                <a:solidFill>
                  <a:srgbClr val="19191A"/>
                </a:solidFill>
                <a:effectLst/>
                <a:latin typeface="微软雅黑" panose="020B0503020204020204" pitchFamily="34" charset="-122"/>
                <a:ea typeface="微软雅黑" panose="020B0503020204020204" pitchFamily="34" charset="-122"/>
              </a:rPr>
              <a:t>PCS</a:t>
            </a:r>
            <a:r>
              <a:rPr lang="zh-CN" altLang="en-US" b="0" i="0" dirty="0">
                <a:solidFill>
                  <a:srgbClr val="19191A"/>
                </a:solidFill>
                <a:effectLst/>
                <a:latin typeface="微软雅黑" panose="020B0503020204020204" pitchFamily="34" charset="-122"/>
                <a:ea typeface="微软雅黑" panose="020B0503020204020204" pitchFamily="34" charset="-122"/>
              </a:rPr>
              <a:t>（物理编码子层）规范，并降低用户可以在以太网端口上实现多速率的成本。</a:t>
            </a:r>
            <a:r>
              <a:rPr lang="en-US" altLang="zh-CN" b="0" i="0" dirty="0">
                <a:solidFill>
                  <a:srgbClr val="19191A"/>
                </a:solidFill>
                <a:effectLst/>
                <a:latin typeface="微软雅黑" panose="020B0503020204020204" pitchFamily="34" charset="-122"/>
                <a:ea typeface="微软雅黑" panose="020B0503020204020204" pitchFamily="34" charset="-122"/>
              </a:rPr>
              <a:t>800GBASE-R</a:t>
            </a:r>
            <a:r>
              <a:rPr lang="zh-CN" altLang="en-US" b="0" i="0" dirty="0">
                <a:solidFill>
                  <a:srgbClr val="19191A"/>
                </a:solidFill>
                <a:effectLst/>
                <a:latin typeface="微软雅黑" panose="020B0503020204020204" pitchFamily="34" charset="-122"/>
                <a:ea typeface="微软雅黑" panose="020B0503020204020204" pitchFamily="34" charset="-122"/>
              </a:rPr>
              <a:t>规范采用的仍然是</a:t>
            </a:r>
            <a:r>
              <a:rPr lang="en-US" altLang="zh-CN" b="0" i="0" dirty="0">
                <a:solidFill>
                  <a:srgbClr val="19191A"/>
                </a:solidFill>
                <a:effectLst/>
                <a:latin typeface="微软雅黑" panose="020B0503020204020204" pitchFamily="34" charset="-122"/>
                <a:ea typeface="微软雅黑" panose="020B0503020204020204" pitchFamily="34" charset="-122"/>
              </a:rPr>
              <a:t>400G</a:t>
            </a:r>
            <a:r>
              <a:rPr lang="zh-CN" altLang="en-US" b="0" i="0" dirty="0">
                <a:solidFill>
                  <a:srgbClr val="19191A"/>
                </a:solidFill>
                <a:effectLst/>
                <a:latin typeface="微软雅黑" panose="020B0503020204020204" pitchFamily="34" charset="-122"/>
                <a:ea typeface="微软雅黑" panose="020B0503020204020204" pitchFamily="34" charset="-122"/>
              </a:rPr>
              <a:t>以太网中现有的</a:t>
            </a:r>
            <a:r>
              <a:rPr lang="en-US" altLang="zh-CN" b="0" i="0" dirty="0">
                <a:solidFill>
                  <a:srgbClr val="19191A"/>
                </a:solidFill>
                <a:effectLst/>
                <a:latin typeface="微软雅黑" panose="020B0503020204020204" pitchFamily="34" charset="-122"/>
                <a:ea typeface="微软雅黑" panose="020B0503020204020204" pitchFamily="34" charset="-122"/>
              </a:rPr>
              <a:t>106.25G</a:t>
            </a:r>
            <a:r>
              <a:rPr lang="zh-CN" altLang="en-US" b="0" i="0" dirty="0">
                <a:solidFill>
                  <a:srgbClr val="19191A"/>
                </a:solidFill>
                <a:effectLst/>
                <a:latin typeface="微软雅黑" panose="020B0503020204020204" pitchFamily="34" charset="-122"/>
                <a:ea typeface="微软雅黑" panose="020B0503020204020204" pitchFamily="34" charset="-122"/>
              </a:rPr>
              <a:t>通道，目的是将</a:t>
            </a:r>
            <a:r>
              <a:rPr lang="en-US" altLang="zh-CN" b="0" i="0" dirty="0">
                <a:solidFill>
                  <a:srgbClr val="19191A"/>
                </a:solidFill>
                <a:effectLst/>
                <a:latin typeface="微软雅黑" panose="020B0503020204020204" pitchFamily="34" charset="-122"/>
                <a:ea typeface="微软雅黑" panose="020B0503020204020204" pitchFamily="34" charset="-122"/>
              </a:rPr>
              <a:t>PCS</a:t>
            </a:r>
            <a:r>
              <a:rPr lang="zh-CN" altLang="en-US" b="0" i="0" dirty="0">
                <a:solidFill>
                  <a:srgbClr val="19191A"/>
                </a:solidFill>
                <a:effectLst/>
                <a:latin typeface="微软雅黑" panose="020B0503020204020204" pitchFamily="34" charset="-122"/>
                <a:ea typeface="微软雅黑" panose="020B0503020204020204" pitchFamily="34" charset="-122"/>
              </a:rPr>
              <a:t>的总通道数增加一倍（也就是从</a:t>
            </a:r>
            <a:r>
              <a:rPr lang="en-US" altLang="zh-CN" b="0" i="0" dirty="0">
                <a:solidFill>
                  <a:srgbClr val="19191A"/>
                </a:solidFill>
                <a:effectLst/>
                <a:latin typeface="微软雅黑" panose="020B0503020204020204" pitchFamily="34" charset="-122"/>
                <a:ea typeface="微软雅黑" panose="020B0503020204020204" pitchFamily="34" charset="-122"/>
              </a:rPr>
              <a:t>4</a:t>
            </a:r>
            <a:r>
              <a:rPr lang="zh-CN" altLang="en-US" b="0" i="0" dirty="0">
                <a:solidFill>
                  <a:srgbClr val="19191A"/>
                </a:solidFill>
                <a:effectLst/>
                <a:latin typeface="微软雅黑" panose="020B0503020204020204" pitchFamily="34" charset="-122"/>
                <a:ea typeface="微软雅黑" panose="020B0503020204020204" pitchFamily="34" charset="-122"/>
              </a:rPr>
              <a:t>条增加到</a:t>
            </a:r>
            <a:r>
              <a:rPr lang="en-US" altLang="zh-CN" b="0" i="0" dirty="0">
                <a:solidFill>
                  <a:srgbClr val="19191A"/>
                </a:solidFill>
                <a:effectLst/>
                <a:latin typeface="微软雅黑" panose="020B0503020204020204" pitchFamily="34" charset="-122"/>
                <a:ea typeface="微软雅黑" panose="020B0503020204020204" pitchFamily="34" charset="-122"/>
              </a:rPr>
              <a:t>8</a:t>
            </a:r>
            <a:r>
              <a:rPr lang="zh-CN" altLang="en-US" b="0" i="0" dirty="0">
                <a:solidFill>
                  <a:srgbClr val="19191A"/>
                </a:solidFill>
                <a:effectLst/>
                <a:latin typeface="微软雅黑" panose="020B0503020204020204" pitchFamily="34" charset="-122"/>
                <a:ea typeface="微软雅黑" panose="020B0503020204020204" pitchFamily="34" charset="-122"/>
              </a:rPr>
              <a:t>条）。从字面上看像是一个非常简单的概念变化，但是要想以这种方式将新增的通道绑在一起，是需要大量的人力、物力和财力的。</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53</a:t>
            </a:fld>
            <a:endParaRPr kumimoji="1"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54</a:t>
            </a:fld>
            <a:endParaRPr kumimoji="1"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00" dirty="0">
                <a:solidFill>
                  <a:srgbClr val="000000"/>
                </a:solidFill>
                <a:effectLst/>
                <a:latin typeface="Times New Roman" panose="02020503050405090304" pitchFamily="18" charset="0"/>
                <a:ea typeface="宋体" panose="02010600030101010101" pitchFamily="2" charset="-122"/>
              </a:rPr>
              <a:t>本页先总结以太网的优点（词云部分）</a:t>
            </a:r>
            <a:endParaRPr lang="en-US" altLang="zh-CN" sz="1200" kern="100" dirty="0">
              <a:solidFill>
                <a:srgbClr val="000000"/>
              </a:solidFill>
              <a:effectLst/>
              <a:latin typeface="Times New Roman" panose="02020503050405090304" pitchFamily="18" charset="0"/>
              <a:ea typeface="宋体" panose="02010600030101010101" pitchFamily="2" charset="-122"/>
            </a:endParaRPr>
          </a:p>
          <a:p>
            <a:r>
              <a:rPr lang="zh-CN" altLang="en-US" sz="1200" kern="100" dirty="0">
                <a:solidFill>
                  <a:srgbClr val="000000"/>
                </a:solidFill>
                <a:effectLst/>
                <a:latin typeface="Times New Roman" panose="02020503050405090304" pitchFamily="18" charset="0"/>
                <a:ea typeface="宋体" panose="02010600030101010101" pitchFamily="2" charset="-122"/>
              </a:rPr>
              <a:t>然后讲一下</a:t>
            </a:r>
            <a:r>
              <a:rPr lang="zh-CN" altLang="zh-CN" sz="1200" kern="100" dirty="0">
                <a:solidFill>
                  <a:srgbClr val="000000"/>
                </a:solidFill>
                <a:effectLst/>
                <a:latin typeface="Times New Roman" panose="02020503050405090304" pitchFamily="18" charset="0"/>
                <a:ea typeface="宋体" panose="02010600030101010101" pitchFamily="2" charset="-122"/>
              </a:rPr>
              <a:t>以太网</a:t>
            </a:r>
            <a:r>
              <a:rPr lang="zh-CN" altLang="en-US" sz="1200" kern="100" dirty="0">
                <a:solidFill>
                  <a:srgbClr val="000000"/>
                </a:solidFill>
                <a:effectLst/>
                <a:latin typeface="Times New Roman" panose="02020503050405090304" pitchFamily="18" charset="0"/>
                <a:ea typeface="宋体" panose="02010600030101010101" pitchFamily="2" charset="-122"/>
              </a:rPr>
              <a:t>在</a:t>
            </a:r>
            <a:r>
              <a:rPr lang="zh-CN" altLang="zh-CN" sz="1200" kern="100" dirty="0">
                <a:solidFill>
                  <a:srgbClr val="000000"/>
                </a:solidFill>
                <a:effectLst/>
                <a:latin typeface="Times New Roman" panose="02020503050405090304" pitchFamily="18" charset="0"/>
                <a:ea typeface="宋体" panose="02010600030101010101" pitchFamily="2" charset="-122"/>
              </a:rPr>
              <a:t>未来</a:t>
            </a:r>
            <a:r>
              <a:rPr lang="zh-CN" altLang="en-US" sz="1200" kern="100" dirty="0">
                <a:solidFill>
                  <a:srgbClr val="000000"/>
                </a:solidFill>
                <a:effectLst/>
                <a:latin typeface="Times New Roman" panose="02020503050405090304" pitchFamily="18" charset="0"/>
                <a:ea typeface="宋体" panose="02010600030101010101" pitchFamily="2" charset="-122"/>
              </a:rPr>
              <a:t>广阔的</a:t>
            </a:r>
            <a:r>
              <a:rPr lang="zh-CN" altLang="zh-CN" sz="1200" kern="100" dirty="0">
                <a:solidFill>
                  <a:srgbClr val="000000"/>
                </a:solidFill>
                <a:effectLst/>
                <a:latin typeface="Times New Roman" panose="02020503050405090304" pitchFamily="18" charset="0"/>
                <a:ea typeface="宋体" panose="02010600030101010101" pitchFamily="2" charset="-122"/>
              </a:rPr>
              <a:t>应用场景。</a:t>
            </a:r>
            <a:endParaRPr lang="en-US" altLang="zh-CN" sz="1200" kern="100" dirty="0">
              <a:solidFill>
                <a:srgbClr val="000000"/>
              </a:solidFill>
              <a:effectLst/>
              <a:latin typeface="Times New Roman" panose="02020503050405090304" pitchFamily="18" charset="0"/>
              <a:ea typeface="宋体" panose="02010600030101010101" pitchFamily="2" charset="-122"/>
            </a:endParaRPr>
          </a:p>
          <a:p>
            <a:r>
              <a:rPr lang="zh-CN" altLang="zh-CN" sz="1200" kern="100" dirty="0">
                <a:solidFill>
                  <a:srgbClr val="000000"/>
                </a:solidFill>
                <a:effectLst/>
                <a:latin typeface="Times New Roman" panose="02020503050405090304" pitchFamily="18" charset="0"/>
                <a:ea typeface="宋体" panose="02010600030101010101" pitchFamily="2" charset="-122"/>
              </a:rPr>
              <a:t>在日益多样化的技术与应用的驱动下，以太网正在快速增长和扩展，以太网生态系统的产品范围包括企业</a:t>
            </a:r>
            <a:r>
              <a:rPr lang="en-US" altLang="zh-CN" sz="1200" kern="100" dirty="0">
                <a:solidFill>
                  <a:srgbClr val="000000"/>
                </a:solidFill>
                <a:effectLst/>
                <a:latin typeface="Times New Roman" panose="02020503050405090304" pitchFamily="18" charset="0"/>
                <a:ea typeface="宋体" panose="02010600030101010101" pitchFamily="2" charset="-122"/>
              </a:rPr>
              <a:t>/</a:t>
            </a:r>
            <a:r>
              <a:rPr lang="zh-CN" altLang="zh-CN" sz="1200" kern="100" dirty="0">
                <a:solidFill>
                  <a:srgbClr val="000000"/>
                </a:solidFill>
                <a:effectLst/>
                <a:latin typeface="Times New Roman" panose="02020503050405090304" pitchFamily="18" charset="0"/>
                <a:ea typeface="宋体" panose="02010600030101010101" pitchFamily="2" charset="-122"/>
              </a:rPr>
              <a:t>校园的数据中心、服务提供商（移动网</a:t>
            </a:r>
            <a:r>
              <a:rPr lang="en-US" altLang="zh-CN" sz="1200" kern="100" dirty="0">
                <a:solidFill>
                  <a:srgbClr val="000000"/>
                </a:solidFill>
                <a:effectLst/>
                <a:latin typeface="Times New Roman" panose="02020503050405090304" pitchFamily="18" charset="0"/>
                <a:ea typeface="宋体" panose="02010600030101010101" pitchFamily="2" charset="-122"/>
              </a:rPr>
              <a:t>/</a:t>
            </a:r>
            <a:r>
              <a:rPr lang="zh-CN" altLang="zh-CN" sz="1200" kern="100" dirty="0">
                <a:solidFill>
                  <a:srgbClr val="000000"/>
                </a:solidFill>
                <a:effectLst/>
                <a:latin typeface="Times New Roman" panose="02020503050405090304" pitchFamily="18" charset="0"/>
                <a:ea typeface="宋体" panose="02010600030101010101" pitchFamily="2" charset="-122"/>
              </a:rPr>
              <a:t>固网）、云服务提供商（超大规模数据中心）、自动化（建筑与工业）、汽车（车载网络）</a:t>
            </a:r>
            <a:r>
              <a:rPr lang="zh-CN" altLang="en-US" sz="1200" kern="100" dirty="0">
                <a:solidFill>
                  <a:srgbClr val="000000"/>
                </a:solidFill>
                <a:effectLst/>
                <a:latin typeface="Times New Roman" panose="02020503050405090304" pitchFamily="18" charset="0"/>
                <a:ea typeface="宋体" panose="02010600030101010101" pitchFamily="2" charset="-122"/>
              </a:rPr>
              <a:t>等等。</a:t>
            </a:r>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55</a:t>
            </a:fld>
            <a:endParaRPr kumimoji="1"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59</a:t>
            </a:fld>
            <a:endParaRPr kumimoji="1" lang="zh-CN" altLang="en-US"/>
          </a:p>
        </p:txBody>
      </p:sp>
      <p:sp>
        <p:nvSpPr>
          <p:cNvPr id="5" name="页脚占位符 4"/>
          <p:cNvSpPr>
            <a:spLocks noGrp="1"/>
          </p:cNvSpPr>
          <p:nvPr>
            <p:ph type="ftr" sz="quarter" idx="4"/>
          </p:nvPr>
        </p:nvSpPr>
        <p:spPr/>
        <p:txBody>
          <a:bodyPr/>
          <a:lstStyle/>
          <a:p>
            <a:r>
              <a:rPr kumimoji="1" lang="en-US" altLang="zh-CN"/>
              <a:t>4.4 </a:t>
            </a:r>
            <a:r>
              <a:rPr kumimoji="1" lang="zh-CN" altLang="en-US"/>
              <a:t>数据链路层交换</a:t>
            </a: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答案：</a:t>
            </a:r>
            <a:r>
              <a:rPr lang="en-US" altLang="zh-CN"/>
              <a:t>2</a:t>
            </a:r>
            <a:r>
              <a:rPr lang="zh-CN" altLang="en-US"/>
              <a:t>个冲突域</a:t>
            </a:r>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60</a:t>
            </a:fld>
            <a:endParaRPr kumimoji="1" lang="zh-CN"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逆向自学习是自动进行的，所学习到的</a:t>
            </a:r>
            <a:r>
              <a:rPr lang="en-US" altLang="zh-CN" dirty="0"/>
              <a:t>MAC</a:t>
            </a:r>
            <a:r>
              <a:rPr lang="zh-CN" altLang="en-US" dirty="0"/>
              <a:t>地址表项是动态的，每个动态表项均设定了老化时间。老化时间可以修改，但是在实际网络中不建议随意修改。</a:t>
            </a:r>
            <a:endParaRPr lang="en-US" altLang="zh-CN" dirty="0"/>
          </a:p>
          <a:p>
            <a:endParaRPr lang="en-US" altLang="zh-CN" dirty="0"/>
          </a:p>
          <a:p>
            <a:r>
              <a:rPr lang="zh-CN" altLang="en-US" dirty="0"/>
              <a:t>对于手工添加的静态</a:t>
            </a:r>
            <a:r>
              <a:rPr lang="en-US" altLang="zh-CN" dirty="0"/>
              <a:t>MAC</a:t>
            </a:r>
            <a:r>
              <a:rPr lang="zh-CN" altLang="en-US" dirty="0"/>
              <a:t>地址表项不会老化，其优先级高于动态表项。</a:t>
            </a:r>
            <a:endParaRPr lang="en-US" altLang="zh-CN" dirty="0"/>
          </a:p>
          <a:p>
            <a:endParaRPr lang="en-US" altLang="zh-CN" dirty="0"/>
          </a:p>
          <a:p>
            <a:r>
              <a:rPr lang="zh-CN" altLang="en-US" dirty="0"/>
              <a:t>可以让学生思考为什么要设定老化时间。引入网络拓扑变化和</a:t>
            </a:r>
            <a:r>
              <a:rPr lang="en-US" altLang="zh-CN" dirty="0"/>
              <a:t>MAC</a:t>
            </a:r>
            <a:r>
              <a:rPr lang="zh-CN" altLang="en-US" dirty="0"/>
              <a:t>地址表更新问题。</a:t>
            </a:r>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62</a:t>
            </a:fld>
            <a:endParaRPr kumimoji="1" lang="zh-CN" altLang="en-US"/>
          </a:p>
        </p:txBody>
      </p:sp>
      <p:sp>
        <p:nvSpPr>
          <p:cNvPr id="5" name="页脚占位符 4"/>
          <p:cNvSpPr>
            <a:spLocks noGrp="1"/>
          </p:cNvSpPr>
          <p:nvPr>
            <p:ph type="ftr" sz="quarter" idx="4"/>
          </p:nvPr>
        </p:nvSpPr>
        <p:spPr/>
        <p:txBody>
          <a:bodyPr/>
          <a:lstStyle/>
          <a:p>
            <a:r>
              <a:rPr kumimoji="1" lang="en-US" altLang="zh-CN"/>
              <a:t>4.4 </a:t>
            </a:r>
            <a:r>
              <a:rPr kumimoji="1" lang="zh-CN" altLang="en-US"/>
              <a:t>数据链路层交换</a:t>
            </a: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这里不强调具体目的站，先不讲帧转发过程，专注源地址的学习过程。</a:t>
            </a:r>
          </a:p>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63</a:t>
            </a:fld>
            <a:endParaRPr kumimoji="1" lang="zh-CN" altLang="en-US"/>
          </a:p>
        </p:txBody>
      </p:sp>
      <p:sp>
        <p:nvSpPr>
          <p:cNvPr id="5" name="页脚占位符 4"/>
          <p:cNvSpPr>
            <a:spLocks noGrp="1"/>
          </p:cNvSpPr>
          <p:nvPr>
            <p:ph type="ftr" sz="quarter" idx="4"/>
          </p:nvPr>
        </p:nvSpPr>
        <p:spPr/>
        <p:txBody>
          <a:bodyPr/>
          <a:lstStyle/>
          <a:p>
            <a:r>
              <a:rPr kumimoji="1" lang="en-US" altLang="zh-CN"/>
              <a:t>4.4 </a:t>
            </a:r>
            <a:r>
              <a:rPr kumimoji="1" lang="zh-CN" altLang="en-US"/>
              <a:t>数据链路层交换</a:t>
            </a: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0" i="0" dirty="0">
                <a:solidFill>
                  <a:srgbClr val="000000"/>
                </a:solidFill>
                <a:effectLst/>
                <a:latin typeface="PingFang SC" panose="020B0400000000000000" charset="-122"/>
              </a:rPr>
              <a:t>MAC</a:t>
            </a:r>
            <a:r>
              <a:rPr lang="zh-CN" altLang="en-US" b="0" i="0" dirty="0">
                <a:solidFill>
                  <a:srgbClr val="000000"/>
                </a:solidFill>
                <a:effectLst/>
                <a:latin typeface="PingFang SC" panose="020B0400000000000000" charset="-122"/>
              </a:rPr>
              <a:t>地址表有大小限制，不同的交换机的</a:t>
            </a:r>
            <a:r>
              <a:rPr lang="en-US" altLang="zh-CN" b="0" i="0" dirty="0">
                <a:solidFill>
                  <a:srgbClr val="000000"/>
                </a:solidFill>
                <a:effectLst/>
                <a:latin typeface="PingFang SC" panose="020B0400000000000000" charset="-122"/>
              </a:rPr>
              <a:t>MAC</a:t>
            </a:r>
            <a:r>
              <a:rPr lang="zh-CN" altLang="en-US" b="0" i="0" dirty="0">
                <a:solidFill>
                  <a:srgbClr val="000000"/>
                </a:solidFill>
                <a:effectLst/>
                <a:latin typeface="PingFang SC" panose="020B0400000000000000" charset="-122"/>
              </a:rPr>
              <a:t>地址表的大小不同，越是高端的交换机的表空间越大，</a:t>
            </a:r>
            <a:r>
              <a:rPr lang="zh-CN" altLang="en-US" b="0" i="0" dirty="0">
                <a:solidFill>
                  <a:srgbClr val="000000"/>
                </a:solidFill>
                <a:effectLst/>
                <a:latin typeface="宋体" panose="02010600030101010101" pitchFamily="2" charset="-122"/>
                <a:ea typeface="宋体" panose="02010600030101010101" pitchFamily="2" charset="-122"/>
              </a:rPr>
              <a:t>但是作为接入交换机，表空间基本在</a:t>
            </a:r>
            <a:r>
              <a:rPr lang="en-US" altLang="zh-CN" b="0" i="0" dirty="0">
                <a:solidFill>
                  <a:srgbClr val="000000"/>
                </a:solidFill>
                <a:effectLst/>
                <a:latin typeface="宋体" panose="02010600030101010101" pitchFamily="2" charset="-122"/>
                <a:ea typeface="宋体" panose="02010600030101010101" pitchFamily="2" charset="-122"/>
              </a:rPr>
              <a:t>8K</a:t>
            </a:r>
            <a:r>
              <a:rPr lang="zh-CN" altLang="en-US" b="0" i="0" dirty="0">
                <a:solidFill>
                  <a:srgbClr val="000000"/>
                </a:solidFill>
                <a:effectLst/>
                <a:latin typeface="宋体" panose="02010600030101010101" pitchFamily="2" charset="-122"/>
                <a:ea typeface="宋体" panose="02010600030101010101" pitchFamily="2" charset="-122"/>
              </a:rPr>
              <a:t>左右。</a:t>
            </a:r>
            <a:endParaRPr lang="en-US" altLang="zh-CN" b="0" i="0" dirty="0">
              <a:solidFill>
                <a:srgbClr val="000000"/>
              </a:solidFill>
              <a:effectLst/>
              <a:latin typeface="宋体" panose="02010600030101010101" pitchFamily="2" charset="-122"/>
              <a:ea typeface="宋体" panose="02010600030101010101" pitchFamily="2" charset="-122"/>
            </a:endParaRPr>
          </a:p>
          <a:p>
            <a:r>
              <a:rPr lang="zh-CN" altLang="en-US" b="0" i="0" dirty="0">
                <a:solidFill>
                  <a:srgbClr val="000000"/>
                </a:solidFill>
                <a:effectLst/>
                <a:latin typeface="宋体" panose="02010600030101010101" pitchFamily="2" charset="-122"/>
                <a:ea typeface="宋体" panose="02010600030101010101" pitchFamily="2" charset="-122"/>
              </a:rPr>
              <a:t>可以</a:t>
            </a:r>
            <a:r>
              <a:rPr lang="zh-CN" altLang="en-US" b="0" i="0">
                <a:solidFill>
                  <a:srgbClr val="000000"/>
                </a:solidFill>
                <a:effectLst/>
                <a:latin typeface="宋体" panose="02010600030101010101" pitchFamily="2" charset="-122"/>
                <a:ea typeface="宋体" panose="02010600030101010101" pitchFamily="2" charset="-122"/>
              </a:rPr>
              <a:t>由以上思考问题</a:t>
            </a:r>
            <a:r>
              <a:rPr lang="zh-CN" altLang="en-US" b="0" i="0" dirty="0">
                <a:solidFill>
                  <a:srgbClr val="000000"/>
                </a:solidFill>
                <a:effectLst/>
                <a:latin typeface="宋体" panose="02010600030101010101" pitchFamily="2" charset="-122"/>
                <a:ea typeface="宋体" panose="02010600030101010101" pitchFamily="2" charset="-122"/>
              </a:rPr>
              <a:t>引入</a:t>
            </a:r>
            <a:r>
              <a:rPr lang="en-US" altLang="zh-CN" b="0" i="0" dirty="0">
                <a:solidFill>
                  <a:srgbClr val="000000"/>
                </a:solidFill>
                <a:effectLst/>
                <a:latin typeface="宋体" panose="02010600030101010101" pitchFamily="2" charset="-122"/>
                <a:ea typeface="宋体" panose="02010600030101010101" pitchFamily="2" charset="-122"/>
              </a:rPr>
              <a:t>MAC</a:t>
            </a:r>
            <a:r>
              <a:rPr lang="zh-CN" altLang="en-US" b="0" i="0" dirty="0">
                <a:solidFill>
                  <a:srgbClr val="000000"/>
                </a:solidFill>
                <a:effectLst/>
                <a:latin typeface="宋体" panose="02010600030101010101" pitchFamily="2" charset="-122"/>
                <a:ea typeface="宋体" panose="02010600030101010101" pitchFamily="2" charset="-122"/>
              </a:rPr>
              <a:t>地址泛洪攻击问题。</a:t>
            </a:r>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65</a:t>
            </a:fld>
            <a:endParaRPr kumimoji="1" lang="zh-CN" altLang="en-US"/>
          </a:p>
        </p:txBody>
      </p:sp>
      <p:sp>
        <p:nvSpPr>
          <p:cNvPr id="5" name="页脚占位符 4"/>
          <p:cNvSpPr>
            <a:spLocks noGrp="1"/>
          </p:cNvSpPr>
          <p:nvPr>
            <p:ph type="ftr" sz="quarter" idx="4"/>
          </p:nvPr>
        </p:nvSpPr>
        <p:spPr/>
        <p:txBody>
          <a:bodyPr/>
          <a:lstStyle/>
          <a:p>
            <a:r>
              <a:rPr kumimoji="1" lang="en-US" altLang="zh-CN"/>
              <a:t>4.4 </a:t>
            </a:r>
            <a:r>
              <a:rPr kumimoji="1" lang="zh-CN" altLang="en-US"/>
              <a:t>数据链路层交换</a:t>
            </a: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可以先让学生思考泛洪单播帧带来的问题，再呈现褐色文字。</a:t>
            </a:r>
            <a:endParaRPr lang="en-US" altLang="zh-CN" dirty="0"/>
          </a:p>
          <a:p>
            <a:r>
              <a:rPr lang="en-US" altLang="zh-CN" dirty="0"/>
              <a:t>MAC</a:t>
            </a:r>
            <a:r>
              <a:rPr lang="zh-CN" altLang="en-US" dirty="0"/>
              <a:t>地址表不完善时，容易造成单播帧的泛洪。</a:t>
            </a:r>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69</a:t>
            </a:fld>
            <a:endParaRPr kumimoji="1" lang="zh-CN" altLang="en-US"/>
          </a:p>
        </p:txBody>
      </p:sp>
      <p:sp>
        <p:nvSpPr>
          <p:cNvPr id="5" name="页脚占位符 4"/>
          <p:cNvSpPr>
            <a:spLocks noGrp="1"/>
          </p:cNvSpPr>
          <p:nvPr>
            <p:ph type="ftr" sz="quarter" idx="4"/>
          </p:nvPr>
        </p:nvSpPr>
        <p:spPr/>
        <p:txBody>
          <a:bodyPr/>
          <a:lstStyle/>
          <a:p>
            <a:r>
              <a:rPr kumimoji="1" lang="en-US" altLang="zh-CN"/>
              <a:t>4.4 </a:t>
            </a:r>
            <a:r>
              <a:rPr kumimoji="1" lang="zh-CN" altLang="en-US"/>
              <a:t>数据链路层交换</a:t>
            </a: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入境端口：帧到达的端口</a:t>
            </a:r>
            <a:endParaRPr lang="en-US" altLang="zh-CN" dirty="0"/>
          </a:p>
          <a:p>
            <a:r>
              <a:rPr lang="zh-CN" altLang="en-US" dirty="0"/>
              <a:t>出境端口：根据帧的目的地址，在</a:t>
            </a:r>
            <a:r>
              <a:rPr lang="en-US" altLang="zh-CN" dirty="0"/>
              <a:t>MAC</a:t>
            </a:r>
            <a:r>
              <a:rPr lang="zh-CN" altLang="en-US" dirty="0"/>
              <a:t>地址表查找到的匹配表项所给出的端口</a:t>
            </a:r>
            <a:endParaRPr lang="en-US" altLang="zh-CN" dirty="0"/>
          </a:p>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71</a:t>
            </a:fld>
            <a:endParaRPr kumimoji="1" lang="zh-CN" altLang="en-US"/>
          </a:p>
        </p:txBody>
      </p:sp>
      <p:sp>
        <p:nvSpPr>
          <p:cNvPr id="5" name="页脚占位符 4"/>
          <p:cNvSpPr>
            <a:spLocks noGrp="1"/>
          </p:cNvSpPr>
          <p:nvPr>
            <p:ph type="ftr" sz="quarter" idx="4"/>
          </p:nvPr>
        </p:nvSpPr>
        <p:spPr/>
        <p:txBody>
          <a:bodyPr/>
          <a:lstStyle/>
          <a:p>
            <a:r>
              <a:rPr kumimoji="1" lang="en-US" altLang="zh-CN"/>
              <a:t>4.4 </a:t>
            </a:r>
            <a:r>
              <a:rPr kumimoji="1" lang="zh-CN" altLang="en-US"/>
              <a:t>数据链路层交换</a:t>
            </a: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价格高、维护成本高、传输距离有限</a:t>
            </a:r>
          </a:p>
        </p:txBody>
      </p:sp>
      <p:sp>
        <p:nvSpPr>
          <p:cNvPr id="4" name="页脚占位符 3"/>
          <p:cNvSpPr>
            <a:spLocks noGrp="1"/>
          </p:cNvSpPr>
          <p:nvPr>
            <p:ph type="ftr" sz="quarter" idx="4"/>
          </p:nvPr>
        </p:nvSpPr>
        <p:spPr/>
        <p:txBody>
          <a:bodyPr/>
          <a:lstStyle/>
          <a:p>
            <a:r>
              <a:rPr kumimoji="1" lang="en-US" altLang="zh-CN"/>
              <a:t>4.4 </a:t>
            </a:r>
            <a:r>
              <a:rPr kumimoji="1" lang="zh-CN" altLang="en-US"/>
              <a:t>数据链路层交换</a:t>
            </a:r>
          </a:p>
        </p:txBody>
      </p:sp>
      <p:sp>
        <p:nvSpPr>
          <p:cNvPr id="5" name="灯片编号占位符 4"/>
          <p:cNvSpPr>
            <a:spLocks noGrp="1"/>
          </p:cNvSpPr>
          <p:nvPr>
            <p:ph type="sldNum" sz="quarter" idx="5"/>
          </p:nvPr>
        </p:nvSpPr>
        <p:spPr/>
        <p:txBody>
          <a:bodyPr/>
          <a:lstStyle/>
          <a:p>
            <a:fld id="{840B8802-914A-7C41-BC77-CC54DEE99EEF}" type="slidenum">
              <a:rPr kumimoji="1" lang="zh-CN" altLang="en-US" smtClean="0"/>
              <a:t>72</a:t>
            </a:fld>
            <a:endParaRPr kumimoji="1" lang="zh-CN" altLang="en-US"/>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40B8802-914A-7C41-BC77-CC54DEE99EEF}"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t>75</a:t>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5" name="页脚占位符 4"/>
          <p:cNvSpPr>
            <a:spLocks noGrp="1"/>
          </p:cNvSpPr>
          <p:nvPr>
            <p:ph type="ftr" sz="quarter" idx="4"/>
          </p:nvPr>
        </p:nvSpPr>
        <p:spPr/>
        <p:txBody>
          <a:bodyPr/>
          <a:lstStyle/>
          <a:p>
            <a:r>
              <a:rPr kumimoji="1" lang="en-US" altLang="zh-CN"/>
              <a:t>4.4 </a:t>
            </a:r>
            <a:r>
              <a:rPr kumimoji="1" lang="zh-CN" altLang="en-US"/>
              <a:t>数据链路层交换</a:t>
            </a: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不同速率端口之间的交换叫做非对称交换</a:t>
            </a:r>
          </a:p>
        </p:txBody>
      </p:sp>
      <p:sp>
        <p:nvSpPr>
          <p:cNvPr id="4" name="Slide Number Placeholder 3"/>
          <p:cNvSpPr>
            <a:spLocks noGrp="1"/>
          </p:cNvSpPr>
          <p:nvPr>
            <p:ph type="sldNum" sz="quarter" idx="5"/>
          </p:nvPr>
        </p:nvSpPr>
        <p:spPr/>
        <p:txBody>
          <a:bodyPr/>
          <a:lstStyle/>
          <a:p>
            <a:fld id="{840B8802-914A-7C41-BC77-CC54DEE99EEF}" type="slidenum">
              <a:rPr kumimoji="1" lang="zh-CN" altLang="en-US" smtClean="0"/>
              <a:t>77</a:t>
            </a:fld>
            <a:endParaRPr kumimoji="1" lang="zh-CN" altLang="en-US"/>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答案</a:t>
            </a:r>
            <a:r>
              <a:rPr lang="en-US" altLang="zh-CN" dirty="0"/>
              <a:t>B</a:t>
            </a:r>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80</a:t>
            </a:fld>
            <a:endParaRPr kumimoji="1" lang="zh-CN" altLang="en-US"/>
          </a:p>
        </p:txBody>
      </p:sp>
      <p:sp>
        <p:nvSpPr>
          <p:cNvPr id="5" name="页脚占位符 4"/>
          <p:cNvSpPr>
            <a:spLocks noGrp="1"/>
          </p:cNvSpPr>
          <p:nvPr>
            <p:ph type="ftr" sz="quarter" idx="4"/>
          </p:nvPr>
        </p:nvSpPr>
        <p:spPr/>
        <p:txBody>
          <a:bodyPr/>
          <a:lstStyle/>
          <a:p>
            <a:r>
              <a:rPr kumimoji="1" lang="en-US" altLang="zh-CN"/>
              <a:t>4.4 </a:t>
            </a:r>
            <a:r>
              <a:rPr kumimoji="1" lang="zh-CN" altLang="en-US"/>
              <a:t>数据链路层交换</a:t>
            </a: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dirty="0"/>
              <a:t>交换式网络设计通常有冗余链路和设备，这样的设计消除了一种可能性：一个点的失败导致整个网络功能丢失。</a:t>
            </a: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40B8802-914A-7C41-BC77-CC54DEE99EEF}"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t>81</a:t>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5" name="页脚占位符 4"/>
          <p:cNvSpPr>
            <a:spLocks noGrp="1"/>
          </p:cNvSpPr>
          <p:nvPr>
            <p:ph type="ftr" sz="quarter" idx="4"/>
          </p:nvPr>
        </p:nvSpPr>
        <p:spPr/>
        <p:txBody>
          <a:bodyPr/>
          <a:lstStyle/>
          <a:p>
            <a:r>
              <a:rPr kumimoji="1" lang="en-US" altLang="zh-CN"/>
              <a:t>4.4 </a:t>
            </a:r>
            <a:r>
              <a:rPr kumimoji="1" lang="zh-CN" altLang="en-US"/>
              <a:t>数据链路层交换</a:t>
            </a: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40B8802-914A-7C41-BC77-CC54DEE99EEF}"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t>82</a:t>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5" name="页脚占位符 4"/>
          <p:cNvSpPr>
            <a:spLocks noGrp="1"/>
          </p:cNvSpPr>
          <p:nvPr>
            <p:ph type="ftr" sz="quarter" idx="4"/>
          </p:nvPr>
        </p:nvSpPr>
        <p:spPr/>
        <p:txBody>
          <a:bodyPr/>
          <a:lstStyle/>
          <a:p>
            <a:r>
              <a:rPr kumimoji="1" lang="en-US" altLang="zh-CN"/>
              <a:t>4.4 </a:t>
            </a:r>
            <a:r>
              <a:rPr kumimoji="1" lang="zh-CN" altLang="en-US"/>
              <a:t>数据链路层交换</a:t>
            </a: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40B8802-914A-7C41-BC77-CC54DEE99EEF}"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t>83</a:t>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5" name="页脚占位符 4"/>
          <p:cNvSpPr>
            <a:spLocks noGrp="1"/>
          </p:cNvSpPr>
          <p:nvPr>
            <p:ph type="ftr" sz="quarter" idx="4"/>
          </p:nvPr>
        </p:nvSpPr>
        <p:spPr/>
        <p:txBody>
          <a:bodyPr/>
          <a:lstStyle/>
          <a:p>
            <a:r>
              <a:rPr kumimoji="1" lang="en-US" altLang="zh-CN"/>
              <a:t>4.4 </a:t>
            </a:r>
            <a:r>
              <a:rPr kumimoji="1" lang="zh-CN" altLang="en-US"/>
              <a:t>数据链路层交换</a:t>
            </a: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40B8802-914A-7C41-BC77-CC54DEE99EEF}"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t>84</a:t>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5" name="页脚占位符 4"/>
          <p:cNvSpPr>
            <a:spLocks noGrp="1"/>
          </p:cNvSpPr>
          <p:nvPr>
            <p:ph type="ftr" sz="quarter" idx="4"/>
          </p:nvPr>
        </p:nvSpPr>
        <p:spPr/>
        <p:txBody>
          <a:bodyPr/>
          <a:lstStyle/>
          <a:p>
            <a:r>
              <a:rPr kumimoji="1" lang="en-US" altLang="zh-CN"/>
              <a:t>4.4 </a:t>
            </a:r>
            <a:r>
              <a:rPr kumimoji="1" lang="zh-CN" altLang="en-US"/>
              <a:t>数据链路层交换</a:t>
            </a: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生成树协议</a:t>
            </a:r>
            <a:r>
              <a:rPr lang="en-US" altLang="zh-CN" dirty="0"/>
              <a:t>(Spanning Tree Protocol</a:t>
            </a:r>
            <a:r>
              <a:rPr lang="zh-CN" altLang="en-US" dirty="0"/>
              <a:t>，</a:t>
            </a:r>
            <a:r>
              <a:rPr lang="en-US" altLang="zh-CN" dirty="0"/>
              <a:t>STP)</a:t>
            </a:r>
            <a:r>
              <a:rPr lang="zh-CN" altLang="en-US" dirty="0"/>
              <a:t> 由</a:t>
            </a:r>
            <a:r>
              <a:rPr lang="en-US" altLang="zh-CN" dirty="0"/>
              <a:t>IEEE802</a:t>
            </a:r>
            <a:r>
              <a:rPr lang="zh-CN" altLang="en-US" dirty="0"/>
              <a:t>委员会以</a:t>
            </a:r>
            <a:r>
              <a:rPr lang="en-US" altLang="zh-CN" dirty="0"/>
              <a:t>802.1D</a:t>
            </a:r>
            <a:r>
              <a:rPr lang="zh-CN" altLang="en-US" dirty="0"/>
              <a:t>规范公布。</a:t>
            </a:r>
          </a:p>
          <a:p>
            <a:r>
              <a:rPr lang="en-US" altLang="zh-CN" dirty="0"/>
              <a:t>STP</a:t>
            </a:r>
            <a:r>
              <a:rPr lang="zh-CN" altLang="en-US" dirty="0"/>
              <a:t>的目的是维护一个无环路的网络。当交换机发现一个拓扑环路时，它们会自动在逻辑上阻塞一个或多个冗余端口，从而获得无环路拓扑。</a:t>
            </a:r>
            <a:endParaRPr lang="en-US" altLang="zh-CN" dirty="0"/>
          </a:p>
          <a:p>
            <a:r>
              <a:rPr lang="zh-CN" altLang="en-US" dirty="0"/>
              <a:t>狭义的</a:t>
            </a:r>
            <a:r>
              <a:rPr lang="en-US" altLang="zh-CN" dirty="0"/>
              <a:t>STP</a:t>
            </a:r>
            <a:r>
              <a:rPr lang="zh-CN" altLang="en-US" dirty="0"/>
              <a:t>指</a:t>
            </a:r>
            <a:r>
              <a:rPr lang="en-US" altLang="zh-CN" dirty="0"/>
              <a:t>IEEE802.1D</a:t>
            </a:r>
            <a:r>
              <a:rPr lang="zh-CN" altLang="en-US" dirty="0"/>
              <a:t>中定义的</a:t>
            </a:r>
            <a:r>
              <a:rPr lang="en-US" altLang="zh-CN" dirty="0"/>
              <a:t>STP</a:t>
            </a:r>
            <a:r>
              <a:rPr lang="zh-CN" altLang="en-US" dirty="0"/>
              <a:t>协议，广义的</a:t>
            </a:r>
            <a:r>
              <a:rPr lang="en-US" altLang="zh-CN" dirty="0"/>
              <a:t>STP</a:t>
            </a:r>
            <a:r>
              <a:rPr lang="zh-CN" altLang="en-US" dirty="0"/>
              <a:t>包括</a:t>
            </a:r>
            <a:r>
              <a:rPr lang="en-US" altLang="zh-CN" dirty="0"/>
              <a:t>IEEE802.1D</a:t>
            </a:r>
            <a:r>
              <a:rPr lang="zh-CN" altLang="en-US" dirty="0"/>
              <a:t>定义的</a:t>
            </a:r>
            <a:r>
              <a:rPr lang="en-US" altLang="zh-CN" dirty="0"/>
              <a:t>STP</a:t>
            </a:r>
            <a:r>
              <a:rPr lang="zh-CN" altLang="en-US" dirty="0"/>
              <a:t>协议以及各种在它的基础上经过改进的生成树协议，如：</a:t>
            </a:r>
            <a:r>
              <a:rPr lang="en-US" altLang="zh-CN" dirty="0"/>
              <a:t>RSTP</a:t>
            </a:r>
            <a:r>
              <a:rPr lang="zh-CN" altLang="en-US" dirty="0"/>
              <a:t>、</a:t>
            </a:r>
            <a:r>
              <a:rPr lang="en-US" altLang="zh-CN" dirty="0"/>
              <a:t>MSTP</a:t>
            </a:r>
          </a:p>
          <a:p>
            <a:endParaRPr lang="en-US" altLang="zh-CN" dirty="0"/>
          </a:p>
          <a:p>
            <a:r>
              <a:rPr lang="zh-CN" altLang="en-US" dirty="0"/>
              <a:t>这位</a:t>
            </a:r>
            <a:r>
              <a:rPr lang="en-US" altLang="zh-CN" dirty="0"/>
              <a:t>Clark</a:t>
            </a:r>
            <a:r>
              <a:rPr lang="zh-CN" altLang="en-US" dirty="0"/>
              <a:t>的女弟子，精力充沛，发明这棵树只用了几周时间，还带着孩子，她有个她自己不喜欢的称号“互联网之母”，</a:t>
            </a:r>
            <a:r>
              <a:rPr lang="en-US" altLang="zh-CN" dirty="0"/>
              <a:t>STP</a:t>
            </a:r>
            <a:r>
              <a:rPr lang="zh-CN" altLang="en-US" dirty="0"/>
              <a:t>使以太网大规模部署成为了可能；可以讲讲她的故事，激发学生的兴趣。</a:t>
            </a: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40B8802-914A-7C41-BC77-CC54DEE99EEF}"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t>85</a:t>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5" name="页脚占位符 4"/>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rPr>
              <a:t>4.4 </a:t>
            </a:r>
            <a:r>
              <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rPr>
              <a:t>数据链路层交换</a:t>
            </a: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BPDU</a:t>
            </a:r>
            <a:r>
              <a:rPr kumimoji="1" lang="zh-CN" altLang="en-US" dirty="0"/>
              <a:t>（</a:t>
            </a:r>
            <a:r>
              <a:rPr kumimoji="1" lang="en-US" altLang="zh-CN" dirty="0"/>
              <a:t>Bridge Protocol Data Unit</a:t>
            </a:r>
            <a:r>
              <a:rPr kumimoji="1" lang="zh-CN" altLang="en-US" dirty="0"/>
              <a:t>）</a:t>
            </a:r>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40B8802-914A-7C41-BC77-CC54DEE99EEF}"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t>86</a:t>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5" name="页脚占位符 4"/>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rPr>
              <a:t>4.4 </a:t>
            </a:r>
            <a:r>
              <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rPr>
              <a:t>数据链路层交换</a:t>
            </a: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BPDU</a:t>
            </a:r>
            <a:r>
              <a:rPr kumimoji="1" lang="zh-CN" altLang="en-US" dirty="0"/>
              <a:t>包含了足够的信息来完成生成树的计算，以上为四个关键信息。</a:t>
            </a:r>
            <a:endParaRPr kumimoji="1" lang="en-US" altLang="zh-CN" dirty="0"/>
          </a:p>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dirty="0"/>
              <a:t>桥</a:t>
            </a:r>
            <a:r>
              <a:rPr kumimoji="1" lang="en-US" altLang="zh-CN" dirty="0"/>
              <a:t>ID</a:t>
            </a:r>
            <a:r>
              <a:rPr kumimoji="1" lang="zh-CN" altLang="en-US" dirty="0"/>
              <a:t>中的</a:t>
            </a:r>
            <a:r>
              <a:rPr kumimoji="0" lang="zh-CN" altLang="en-US" sz="1200" dirty="0">
                <a:solidFill>
                  <a:srgbClr val="020202"/>
                </a:solidFill>
                <a:latin typeface="微软雅黑" panose="020B0503020204020204" pitchFamily="34" charset="-122"/>
                <a:ea typeface="微软雅黑" panose="020B0503020204020204" pitchFamily="34" charset="-122"/>
              </a:rPr>
              <a:t>优先级允许自定义。</a:t>
            </a:r>
            <a:endParaRPr kumimoji="0" lang="en-US" altLang="zh-CN" sz="1200" dirty="0">
              <a:solidFill>
                <a:srgbClr val="020202"/>
              </a:solidFill>
              <a:latin typeface="微软雅黑" panose="020B0503020204020204" pitchFamily="34" charset="-122"/>
              <a:ea typeface="微软雅黑" panose="020B0503020204020204" pitchFamily="34" charset="-122"/>
            </a:endParaRPr>
          </a:p>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40B8802-914A-7C41-BC77-CC54DEE99EEF}"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t>87</a:t>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5" name="页脚占位符 4"/>
          <p:cNvSpPr>
            <a:spLocks noGrp="1"/>
          </p:cNvSpPr>
          <p:nvPr>
            <p:ph type="ftr" sz="quarter" idx="4"/>
          </p:nvPr>
        </p:nvSpPr>
        <p:spPr/>
        <p:txBody>
          <a:bodyPr/>
          <a:lstStyle/>
          <a:p>
            <a:r>
              <a:rPr kumimoji="1" lang="en-US" altLang="zh-CN"/>
              <a:t>4.4 </a:t>
            </a:r>
            <a:r>
              <a:rPr kumimoji="1" lang="zh-CN" altLang="en-US"/>
              <a:t>数据链路层交换</a:t>
            </a: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40B8802-914A-7C41-BC77-CC54DEE99EEF}"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t>88</a:t>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5" name="页脚占位符 4"/>
          <p:cNvSpPr>
            <a:spLocks noGrp="1"/>
          </p:cNvSpPr>
          <p:nvPr>
            <p:ph type="ftr" sz="quarter" idx="4"/>
          </p:nvPr>
        </p:nvSpPr>
        <p:spPr/>
        <p:txBody>
          <a:bodyPr/>
          <a:lstStyle/>
          <a:p>
            <a:r>
              <a:rPr kumimoji="1" lang="en-US" altLang="zh-CN"/>
              <a:t>4.4 </a:t>
            </a:r>
            <a:r>
              <a:rPr kumimoji="1" lang="zh-CN" altLang="en-US"/>
              <a:t>数据链路层交换</a:t>
            </a: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latin typeface="微软雅黑" panose="020B0503020204020204" pitchFamily="34" charset="-122"/>
                <a:ea typeface="微软雅黑" panose="020B0503020204020204" pitchFamily="34" charset="-122"/>
              </a:rPr>
              <a:t>根桥是生成树计算的参考点，用以确定哪些冗余路径应该被阻塞。</a:t>
            </a:r>
            <a:endParaRPr kumimoji="0" lang="en-US" altLang="zh-CN" sz="1200"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40B8802-914A-7C41-BC77-CC54DEE99EEF}"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t>89</a:t>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5" name="页脚占位符 4"/>
          <p:cNvSpPr>
            <a:spLocks noGrp="1"/>
          </p:cNvSpPr>
          <p:nvPr>
            <p:ph type="ftr" sz="quarter" idx="4"/>
          </p:nvPr>
        </p:nvSpPr>
        <p:spPr/>
        <p:txBody>
          <a:bodyPr/>
          <a:lstStyle/>
          <a:p>
            <a:r>
              <a:rPr kumimoji="1" lang="en-US" altLang="zh-CN"/>
              <a:t>4.4 </a:t>
            </a:r>
            <a:r>
              <a:rPr kumimoji="1" lang="zh-CN" altLang="en-US"/>
              <a:t>数据链路层交换</a:t>
            </a: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1200"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40B8802-914A-7C41-BC77-CC54DEE99EEF}"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t>90</a:t>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5" name="页脚占位符 4"/>
          <p:cNvSpPr>
            <a:spLocks noGrp="1"/>
          </p:cNvSpPr>
          <p:nvPr>
            <p:ph type="ftr" sz="quarter" idx="4"/>
          </p:nvPr>
        </p:nvSpPr>
        <p:spPr/>
        <p:txBody>
          <a:bodyPr/>
          <a:lstStyle/>
          <a:p>
            <a:r>
              <a:rPr kumimoji="1" lang="en-US" altLang="zh-CN"/>
              <a:t>4.4 </a:t>
            </a:r>
            <a:r>
              <a:rPr kumimoji="1" lang="zh-CN" altLang="en-US"/>
              <a:t>数据链路层交换</a:t>
            </a: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dirty="0"/>
              <a:t>端口</a:t>
            </a:r>
            <a:r>
              <a:rPr kumimoji="1" lang="en-US" altLang="zh-CN" dirty="0"/>
              <a:t>ID</a:t>
            </a:r>
            <a:r>
              <a:rPr kumimoji="1" lang="zh-CN" altLang="en-US" dirty="0"/>
              <a:t>由端口优先级和端口索引组成。如：交换机端口</a:t>
            </a:r>
            <a:r>
              <a:rPr kumimoji="1" lang="en-US" altLang="zh-CN" dirty="0"/>
              <a:t>F0/1</a:t>
            </a:r>
            <a:r>
              <a:rPr kumimoji="1" lang="zh-CN" altLang="en-US" dirty="0"/>
              <a:t>的默认端口</a:t>
            </a:r>
            <a:r>
              <a:rPr kumimoji="1" lang="en-US" altLang="zh-CN" dirty="0"/>
              <a:t>ID</a:t>
            </a:r>
            <a:r>
              <a:rPr kumimoji="1" lang="zh-CN" altLang="en-US" dirty="0"/>
              <a:t>是</a:t>
            </a:r>
            <a:r>
              <a:rPr kumimoji="1" lang="en-US" altLang="zh-CN" dirty="0"/>
              <a:t>128.1</a:t>
            </a:r>
            <a:r>
              <a:rPr kumimoji="1" lang="zh-CN" altLang="en-US" dirty="0"/>
              <a:t>，其中 </a:t>
            </a:r>
            <a:r>
              <a:rPr kumimoji="1" lang="en-US" altLang="zh-CN" dirty="0"/>
              <a:t>128</a:t>
            </a:r>
            <a:r>
              <a:rPr kumimoji="1" lang="zh-CN" altLang="en-US" dirty="0"/>
              <a:t>是可配置的端口优先级值，</a:t>
            </a:r>
            <a:r>
              <a:rPr kumimoji="1" lang="en-US" altLang="zh-CN" dirty="0"/>
              <a:t>1</a:t>
            </a:r>
            <a:r>
              <a:rPr kumimoji="1" lang="zh-CN" altLang="en-US" dirty="0"/>
              <a:t>是端口索引。</a:t>
            </a:r>
            <a:endParaRPr kumimoji="1" lang="en-US" altLang="zh-CN"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40B8802-914A-7C41-BC77-CC54DEE99EEF}"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t>91</a:t>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5" name="页脚占位符 4"/>
          <p:cNvSpPr>
            <a:spLocks noGrp="1"/>
          </p:cNvSpPr>
          <p:nvPr>
            <p:ph type="ftr" sz="quarter" idx="4"/>
          </p:nvPr>
        </p:nvSpPr>
        <p:spPr/>
        <p:txBody>
          <a:bodyPr/>
          <a:lstStyle/>
          <a:p>
            <a:r>
              <a:rPr kumimoji="1" lang="en-US" altLang="zh-CN"/>
              <a:t>4.4 </a:t>
            </a:r>
            <a:r>
              <a:rPr kumimoji="1" lang="zh-CN" altLang="en-US"/>
              <a:t>数据链路层交换</a:t>
            </a: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1200" dirty="0"/>
              <a:t>一些品牌设备，端口开销值使用厂商私有标准。</a:t>
            </a:r>
            <a:endParaRPr lang="zh-CN" altLang="en-US" dirty="0">
              <a:latin typeface="微软雅黑" panose="020B0503020204020204" pitchFamily="34" charset="-122"/>
              <a:ea typeface="微软雅黑" panose="020B0503020204020204" pitchFamily="34" charset="-122"/>
            </a:endParaRPr>
          </a:p>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40B8802-914A-7C41-BC77-CC54DEE99EEF}"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t>92</a:t>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5" name="页脚占位符 4"/>
          <p:cNvSpPr>
            <a:spLocks noGrp="1"/>
          </p:cNvSpPr>
          <p:nvPr>
            <p:ph type="ftr" sz="quarter" idx="4"/>
          </p:nvPr>
        </p:nvSpPr>
        <p:spPr/>
        <p:txBody>
          <a:bodyPr/>
          <a:lstStyle/>
          <a:p>
            <a:r>
              <a:rPr kumimoji="1" lang="en-US" altLang="zh-CN"/>
              <a:t>4.4 </a:t>
            </a:r>
            <a:r>
              <a:rPr kumimoji="1" lang="zh-CN" altLang="en-US"/>
              <a:t>数据链路层交换</a:t>
            </a: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dirty="0">
                <a:latin typeface="微软雅黑" panose="020B0503020204020204" pitchFamily="34" charset="-122"/>
                <a:ea typeface="微软雅黑" panose="020B0503020204020204" pitchFamily="34" charset="-122"/>
              </a:rPr>
              <a:t>可以让学生练习</a:t>
            </a:r>
            <a:r>
              <a:rPr kumimoji="0" lang="en-US" altLang="zh-CN" sz="1200" dirty="0">
                <a:latin typeface="微软雅黑" panose="020B0503020204020204" pitchFamily="34" charset="-122"/>
                <a:ea typeface="微软雅黑" panose="020B0503020204020204" pitchFamily="34" charset="-122"/>
              </a:rPr>
              <a:t>A</a:t>
            </a:r>
            <a:r>
              <a:rPr kumimoji="0" lang="zh-CN" altLang="en-US" sz="1200" dirty="0">
                <a:latin typeface="微软雅黑" panose="020B0503020204020204" pitchFamily="34" charset="-122"/>
                <a:ea typeface="微软雅黑" panose="020B0503020204020204" pitchFamily="34" charset="-122"/>
              </a:rPr>
              <a:t>的根端口的选择，</a:t>
            </a:r>
            <a:r>
              <a:rPr kumimoji="0" lang="en-US" altLang="zh-CN" sz="1200" dirty="0">
                <a:latin typeface="微软雅黑" panose="020B0503020204020204" pitchFamily="34" charset="-122"/>
                <a:ea typeface="微软雅黑" panose="020B0503020204020204" pitchFamily="34" charset="-122"/>
              </a:rPr>
              <a:t>F0/1</a:t>
            </a:r>
            <a:r>
              <a:rPr kumimoji="0" lang="zh-CN" altLang="en-US" sz="1200" dirty="0">
                <a:latin typeface="微软雅黑" panose="020B0503020204020204" pitchFamily="34" charset="-122"/>
                <a:ea typeface="微软雅黑" panose="020B0503020204020204" pitchFamily="34" charset="-122"/>
              </a:rPr>
              <a:t>是</a:t>
            </a:r>
            <a:r>
              <a:rPr kumimoji="0" lang="en-US" altLang="zh-CN" sz="1200" dirty="0">
                <a:latin typeface="微软雅黑" panose="020B0503020204020204" pitchFamily="34" charset="-122"/>
                <a:ea typeface="微软雅黑" panose="020B0503020204020204" pitchFamily="34" charset="-122"/>
              </a:rPr>
              <a:t>A</a:t>
            </a:r>
            <a:r>
              <a:rPr kumimoji="0" lang="zh-CN" altLang="en-US" sz="1200" dirty="0">
                <a:latin typeface="微软雅黑" panose="020B0503020204020204" pitchFamily="34" charset="-122"/>
                <a:ea typeface="微软雅黑" panose="020B0503020204020204" pitchFamily="34" charset="-122"/>
              </a:rPr>
              <a:t>的根端口</a:t>
            </a:r>
            <a:endParaRPr kumimoji="0" lang="en-US" altLang="zh-CN" sz="1200"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40B8802-914A-7C41-BC77-CC54DEE99EEF}"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t>93</a:t>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5" name="页脚占位符 4"/>
          <p:cNvSpPr>
            <a:spLocks noGrp="1"/>
          </p:cNvSpPr>
          <p:nvPr>
            <p:ph type="ftr" sz="quarter" idx="4"/>
          </p:nvPr>
        </p:nvSpPr>
        <p:spPr/>
        <p:txBody>
          <a:bodyPr/>
          <a:lstStyle/>
          <a:p>
            <a:r>
              <a:rPr kumimoji="1" lang="en-US" altLang="zh-CN"/>
              <a:t>4.4 </a:t>
            </a:r>
            <a:r>
              <a:rPr kumimoji="1" lang="zh-CN" altLang="en-US"/>
              <a:t>数据链路层交换</a:t>
            </a: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40B8802-914A-7C41-BC77-CC54DEE99EEF}"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t>94</a:t>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5" name="页脚占位符 4"/>
          <p:cNvSpPr>
            <a:spLocks noGrp="1"/>
          </p:cNvSpPr>
          <p:nvPr>
            <p:ph type="ftr" sz="quarter" idx="4"/>
          </p:nvPr>
        </p:nvSpPr>
        <p:spPr/>
        <p:txBody>
          <a:bodyPr/>
          <a:lstStyle/>
          <a:p>
            <a:r>
              <a:rPr kumimoji="1" lang="en-US" altLang="zh-CN"/>
              <a:t>4.4 </a:t>
            </a:r>
            <a:r>
              <a:rPr kumimoji="1" lang="zh-CN" altLang="en-US"/>
              <a:t>数据链路层交换</a:t>
            </a: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40B8802-914A-7C41-BC77-CC54DEE99EEF}"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t>95</a:t>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5" name="页脚占位符 4"/>
          <p:cNvSpPr>
            <a:spLocks noGrp="1"/>
          </p:cNvSpPr>
          <p:nvPr>
            <p:ph type="ftr" sz="quarter" idx="4"/>
          </p:nvPr>
        </p:nvSpPr>
        <p:spPr/>
        <p:txBody>
          <a:bodyPr/>
          <a:lstStyle/>
          <a:p>
            <a:r>
              <a:rPr kumimoji="1" lang="en-US" altLang="zh-CN"/>
              <a:t>4.4 </a:t>
            </a:r>
            <a:r>
              <a:rPr kumimoji="1" lang="zh-CN" altLang="en-US"/>
              <a:t>数据链路层交换</a:t>
            </a: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答案：正确</a:t>
            </a: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40B8802-914A-7C41-BC77-CC54DEE99EEF}"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t>96</a:t>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5" name="页脚占位符 4"/>
          <p:cNvSpPr>
            <a:spLocks noGrp="1"/>
          </p:cNvSpPr>
          <p:nvPr>
            <p:ph type="ftr" sz="quarter" idx="4"/>
          </p:nvPr>
        </p:nvSpPr>
        <p:spPr/>
        <p:txBody>
          <a:bodyPr/>
          <a:lstStyle/>
          <a:p>
            <a:r>
              <a:rPr kumimoji="1" lang="en-US" altLang="zh-CN"/>
              <a:t>4.4 </a:t>
            </a:r>
            <a:r>
              <a:rPr kumimoji="1" lang="zh-CN" altLang="en-US"/>
              <a:t>数据链路层交换</a:t>
            </a: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40B8802-914A-7C41-BC77-CC54DEE99EEF}"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t>97</a:t>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5" name="页脚占位符 4"/>
          <p:cNvSpPr>
            <a:spLocks noGrp="1"/>
          </p:cNvSpPr>
          <p:nvPr>
            <p:ph type="ftr" sz="quarter" idx="4"/>
          </p:nvPr>
        </p:nvSpPr>
        <p:spPr/>
        <p:txBody>
          <a:bodyPr/>
          <a:lstStyle/>
          <a:p>
            <a:r>
              <a:rPr kumimoji="1" lang="en-US" altLang="zh-CN"/>
              <a:t>4.4 </a:t>
            </a:r>
            <a:r>
              <a:rPr kumimoji="1" lang="zh-CN" altLang="en-US"/>
              <a:t>数据链路层交换</a:t>
            </a:r>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latin typeface="微软雅黑" panose="020B0503020204020204" pitchFamily="34" charset="-122"/>
                <a:ea typeface="微软雅黑" panose="020B0503020204020204" pitchFamily="34" charset="-122"/>
              </a:rPr>
              <a:t>完整的端口状态迁移过程较为复杂，此图为示意，仅为突出两个转发延迟时间</a:t>
            </a:r>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40B8802-914A-7C41-BC77-CC54DEE99EEF}"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t>98</a:t>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5" name="页脚占位符 4"/>
          <p:cNvSpPr>
            <a:spLocks noGrp="1"/>
          </p:cNvSpPr>
          <p:nvPr>
            <p:ph type="ftr" sz="quarter" idx="4"/>
          </p:nvPr>
        </p:nvSpPr>
        <p:spPr/>
        <p:txBody>
          <a:bodyPr/>
          <a:lstStyle/>
          <a:p>
            <a:r>
              <a:rPr kumimoji="1" lang="en-US" altLang="zh-CN"/>
              <a:t>4.4 </a:t>
            </a:r>
            <a:r>
              <a:rPr kumimoji="1" lang="zh-CN" altLang="en-US"/>
              <a:t>数据链路层交换</a:t>
            </a:r>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40B8802-914A-7C41-BC77-CC54DEE99EEF}"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t>99</a:t>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5" name="页脚占位符 4"/>
          <p:cNvSpPr>
            <a:spLocks noGrp="1"/>
          </p:cNvSpPr>
          <p:nvPr>
            <p:ph type="ftr" sz="quarter" idx="4"/>
          </p:nvPr>
        </p:nvSpPr>
        <p:spPr/>
        <p:txBody>
          <a:bodyPr/>
          <a:lstStyle/>
          <a:p>
            <a:r>
              <a:rPr kumimoji="1" lang="en-US" altLang="zh-CN"/>
              <a:t>4.4 </a:t>
            </a:r>
            <a:r>
              <a:rPr kumimoji="1" lang="zh-CN" altLang="en-US"/>
              <a:t>数据链路层交换</a:t>
            </a:r>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40B8802-914A-7C41-BC77-CC54DEE99EEF}"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t>100</a:t>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5" name="页脚占位符 4"/>
          <p:cNvSpPr>
            <a:spLocks noGrp="1"/>
          </p:cNvSpPr>
          <p:nvPr>
            <p:ph type="ftr" sz="quarter" idx="4"/>
          </p:nvPr>
        </p:nvSpPr>
        <p:spPr/>
        <p:txBody>
          <a:bodyPr/>
          <a:lstStyle/>
          <a:p>
            <a:r>
              <a:rPr kumimoji="1" lang="en-US" altLang="zh-CN"/>
              <a:t>4.4 </a:t>
            </a:r>
            <a:r>
              <a:rPr kumimoji="1" lang="zh-CN" altLang="en-US"/>
              <a:t>数据链路层交换</a:t>
            </a:r>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40B8802-914A-7C41-BC77-CC54DEE99EEF}"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t>101</a:t>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5" name="页脚占位符 4"/>
          <p:cNvSpPr>
            <a:spLocks noGrp="1"/>
          </p:cNvSpPr>
          <p:nvPr>
            <p:ph type="ftr" sz="quarter" idx="4"/>
          </p:nvPr>
        </p:nvSpPr>
        <p:spPr/>
        <p:txBody>
          <a:bodyPr/>
          <a:lstStyle/>
          <a:p>
            <a:r>
              <a:rPr kumimoji="1" lang="en-US" altLang="zh-CN"/>
              <a:t>4.4 </a:t>
            </a:r>
            <a:r>
              <a:rPr kumimoji="1" lang="zh-CN" altLang="en-US"/>
              <a:t>数据链路层交换</a:t>
            </a:r>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latin typeface="微软雅黑" panose="020B0503020204020204" pitchFamily="34" charset="-122"/>
                <a:ea typeface="微软雅黑" panose="020B0503020204020204" pitchFamily="34" charset="-122"/>
              </a:rPr>
              <a:t>图中一台设备发送一个广播帧，交换机会将广播帧从除入境端口以外的所有端口转发出去；改为：</a:t>
            </a:r>
            <a:r>
              <a:rPr lang="zh-CN" altLang="en-US" dirty="0"/>
              <a:t>未知单播帧，</a:t>
            </a:r>
            <a:r>
              <a:rPr kumimoji="1" lang="zh-CN" altLang="en-US" dirty="0">
                <a:latin typeface="微软雅黑" panose="020B0503020204020204" pitchFamily="34" charset="-122"/>
                <a:ea typeface="微软雅黑" panose="020B0503020204020204" pitchFamily="34" charset="-122"/>
              </a:rPr>
              <a:t>效果相同。</a:t>
            </a:r>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40B8802-914A-7C41-BC77-CC54DEE99EEF}"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t>102</a:t>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5" name="页脚占位符 4"/>
          <p:cNvSpPr>
            <a:spLocks noGrp="1"/>
          </p:cNvSpPr>
          <p:nvPr>
            <p:ph type="ftr" sz="quarter" idx="4"/>
          </p:nvPr>
        </p:nvSpPr>
        <p:spPr/>
        <p:txBody>
          <a:bodyPr/>
          <a:lstStyle/>
          <a:p>
            <a:r>
              <a:rPr kumimoji="1" lang="en-US" altLang="zh-CN"/>
              <a:t>4.4 </a:t>
            </a:r>
            <a:r>
              <a:rPr kumimoji="1" lang="zh-CN" altLang="en-US"/>
              <a:t>数据链路层交换</a:t>
            </a:r>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40B8802-914A-7C41-BC77-CC54DEE99EEF}"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t>103</a:t>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5" name="页脚占位符 4"/>
          <p:cNvSpPr>
            <a:spLocks noGrp="1"/>
          </p:cNvSpPr>
          <p:nvPr>
            <p:ph type="ftr" sz="quarter" idx="4"/>
          </p:nvPr>
        </p:nvSpPr>
        <p:spPr/>
        <p:txBody>
          <a:bodyPr/>
          <a:lstStyle/>
          <a:p>
            <a:r>
              <a:rPr kumimoji="1" lang="en-US" altLang="zh-CN"/>
              <a:t>4.4 </a:t>
            </a:r>
            <a:r>
              <a:rPr kumimoji="1" lang="zh-CN" altLang="en-US"/>
              <a:t>数据链路层交换</a:t>
            </a:r>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搭建一个反映组织结构的网络拓扑要增加工作量和成本，（</a:t>
            </a:r>
            <a:r>
              <a:rPr lang="en-US" altLang="zh-CN" dirty="0"/>
              <a:t>1</a:t>
            </a:r>
            <a:r>
              <a:rPr lang="zh-CN" altLang="en-US" dirty="0"/>
              <a:t>）同一部门的工作人员不在同一楼层（或者建筑物），（</a:t>
            </a:r>
            <a:r>
              <a:rPr lang="en-US" altLang="zh-CN" dirty="0"/>
              <a:t>2</a:t>
            </a:r>
            <a:r>
              <a:rPr lang="zh-CN" altLang="en-US" dirty="0"/>
              <a:t>）部门没有变换而办公地点变动，或者部门变换而办公地点不变（</a:t>
            </a:r>
            <a:r>
              <a:rPr lang="en-US" altLang="zh-CN" dirty="0"/>
              <a:t>3</a:t>
            </a:r>
            <a:r>
              <a:rPr lang="zh-CN" altLang="en-US" dirty="0"/>
              <a:t>）属于不同部门的计算机数目或许不能很好匹配所在交换机的端口数量。</a:t>
            </a:r>
            <a:endParaRPr lang="en-US" altLang="zh-CN" dirty="0"/>
          </a:p>
          <a:p>
            <a:r>
              <a:rPr lang="zh-CN" altLang="en-US" dirty="0"/>
              <a:t>在一些公司中，组织结构经常变化，这意味着网络管理员要花大量时间完成物理拓扑的改变，而在某些</a:t>
            </a:r>
            <a:r>
              <a:rPr lang="en-US" altLang="zh-CN" dirty="0" err="1"/>
              <a:t>i</a:t>
            </a:r>
            <a:r>
              <a:rPr lang="zh-CN" altLang="en-US" dirty="0"/>
              <a:t>情况下，由于受到物理条件的限制，这种改变甚至根本不可能完成。</a:t>
            </a:r>
            <a:endParaRPr lang="en-US" altLang="zh-CN" dirty="0"/>
          </a:p>
          <a:p>
            <a:endParaRPr lang="en-US" altLang="zh-CN" dirty="0"/>
          </a:p>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1200" dirty="0">
                <a:latin typeface="微软雅黑" panose="020B0503020204020204" pitchFamily="34" charset="-122"/>
                <a:ea typeface="微软雅黑" panose="020B0503020204020204" pitchFamily="34" charset="-122"/>
              </a:rPr>
              <a:t>多台主机连接在同一台交换机时，它们可以直接进行通信（只需配置同段的</a:t>
            </a:r>
            <a:r>
              <a:rPr kumimoji="1" lang="en-US" altLang="zh-CN" sz="1200" dirty="0">
                <a:latin typeface="微软雅黑" panose="020B0503020204020204" pitchFamily="34" charset="-122"/>
                <a:ea typeface="微软雅黑" panose="020B0503020204020204" pitchFamily="34" charset="-122"/>
              </a:rPr>
              <a:t>IP</a:t>
            </a:r>
            <a:r>
              <a:rPr kumimoji="1" lang="zh-CN" altLang="en-US" sz="1200" dirty="0">
                <a:latin typeface="微软雅黑" panose="020B0503020204020204" pitchFamily="34" charset="-122"/>
                <a:ea typeface="微软雅黑" panose="020B0503020204020204" pitchFamily="34" charset="-122"/>
              </a:rPr>
              <a:t>地址），无需借助路由设备，这种通信行为被成为二层通信。</a:t>
            </a:r>
            <a:endParaRPr kumimoji="1" lang="en-US" altLang="zh-CN" sz="1200" dirty="0">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dirty="0">
                <a:latin typeface="微软雅黑" panose="020B0503020204020204" pitchFamily="34" charset="-122"/>
                <a:ea typeface="微软雅黑" panose="020B0503020204020204" pitchFamily="34" charset="-122"/>
              </a:rPr>
              <a:t>VLAN</a:t>
            </a:r>
            <a:r>
              <a:rPr kumimoji="1" lang="zh-CN" altLang="en-US" dirty="0">
                <a:latin typeface="微软雅黑" panose="020B0503020204020204" pitchFamily="34" charset="-122"/>
                <a:ea typeface="微软雅黑" panose="020B0503020204020204" pitchFamily="34" charset="-122"/>
              </a:rPr>
              <a:t>中的成员处在同一个广播域中，</a:t>
            </a:r>
            <a:r>
              <a:rPr lang="zh-CN" altLang="en-US" dirty="0"/>
              <a:t>不同</a:t>
            </a:r>
            <a:r>
              <a:rPr lang="en-US" altLang="zh-CN" dirty="0"/>
              <a:t>VLAN</a:t>
            </a:r>
            <a:r>
              <a:rPr lang="zh-CN" altLang="en-US" dirty="0"/>
              <a:t>的成员不能直接进行二层通信。</a:t>
            </a: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40B8802-914A-7C41-BC77-CC54DEE99EEF}"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t>104</a:t>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5" name="页脚占位符 4"/>
          <p:cNvSpPr>
            <a:spLocks noGrp="1"/>
          </p:cNvSpPr>
          <p:nvPr>
            <p:ph type="ftr" sz="quarter" idx="4"/>
          </p:nvPr>
        </p:nvSpPr>
        <p:spPr/>
        <p:txBody>
          <a:bodyPr/>
          <a:lstStyle/>
          <a:p>
            <a:r>
              <a:rPr kumimoji="1" lang="en-US" altLang="zh-CN"/>
              <a:t>4.4 </a:t>
            </a:r>
            <a:r>
              <a:rPr kumimoji="1" lang="zh-CN" altLang="en-US"/>
              <a:t>数据链路层交换</a:t>
            </a:r>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在没有讲解网络层知识的情况下，这里简单提到</a:t>
            </a:r>
            <a:r>
              <a:rPr lang="en-US" altLang="zh-CN" dirty="0"/>
              <a:t>VLAN</a:t>
            </a:r>
            <a:r>
              <a:rPr lang="zh-CN" altLang="en-US" dirty="0"/>
              <a:t>间通信需要通过三层设备即可。在后继章节学习了路由器之后再深入。</a:t>
            </a: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40B8802-914A-7C41-BC77-CC54DEE99EEF}"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t>105</a:t>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5" name="页脚占位符 4"/>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rPr>
              <a:t>4.4 </a:t>
            </a:r>
            <a:r>
              <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rPr>
              <a:t>数据链路层交换</a:t>
            </a:r>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40B8802-914A-7C41-BC77-CC54DEE99EEF}"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t>106</a:t>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5" name="页脚占位符 4"/>
          <p:cNvSpPr>
            <a:spLocks noGrp="1"/>
          </p:cNvSpPr>
          <p:nvPr>
            <p:ph type="ftr" sz="quarter" idx="4"/>
          </p:nvPr>
        </p:nvSpPr>
        <p:spPr/>
        <p:txBody>
          <a:bodyPr/>
          <a:lstStyle/>
          <a:p>
            <a:r>
              <a:rPr kumimoji="1" lang="en-US" altLang="zh-CN"/>
              <a:t>4.4 </a:t>
            </a:r>
            <a:r>
              <a:rPr kumimoji="1" lang="zh-CN" altLang="en-US"/>
              <a:t>数据链路层交换</a:t>
            </a:r>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基于端口的</a:t>
            </a:r>
            <a:r>
              <a:rPr lang="en-US" altLang="zh-CN" dirty="0"/>
              <a:t>VLAN</a:t>
            </a:r>
            <a:r>
              <a:rPr lang="zh-CN" altLang="en-US" dirty="0"/>
              <a:t>是最简单、最有效的</a:t>
            </a:r>
            <a:r>
              <a:rPr lang="en-US" altLang="zh-CN" dirty="0"/>
              <a:t>VLAN</a:t>
            </a:r>
            <a:r>
              <a:rPr lang="zh-CN" altLang="en-US" dirty="0"/>
              <a:t>划分方法，它按照设备端口来定义</a:t>
            </a:r>
            <a:r>
              <a:rPr lang="en-US" altLang="zh-CN" dirty="0"/>
              <a:t>VLAN </a:t>
            </a:r>
            <a:r>
              <a:rPr lang="zh-CN" altLang="en-US" dirty="0"/>
              <a:t>成员，将指定端口加入到指定</a:t>
            </a:r>
            <a:r>
              <a:rPr lang="en-US" altLang="zh-CN" dirty="0"/>
              <a:t>VLAN</a:t>
            </a:r>
            <a:r>
              <a:rPr lang="zh-CN" altLang="en-US" dirty="0"/>
              <a:t>中，该端口可以转发指定</a:t>
            </a:r>
            <a:r>
              <a:rPr lang="en-US" altLang="zh-CN" dirty="0"/>
              <a:t>VLAN</a:t>
            </a:r>
            <a:r>
              <a:rPr lang="zh-CN" altLang="en-US" dirty="0"/>
              <a:t>的数据帧。</a:t>
            </a:r>
            <a:endParaRPr lang="en-US" altLang="zh-CN" dirty="0"/>
          </a:p>
          <a:p>
            <a:r>
              <a:rPr lang="zh-CN" altLang="en-US" dirty="0"/>
              <a:t>例如：将</a:t>
            </a:r>
            <a:r>
              <a:rPr lang="en-US" altLang="zh-CN" dirty="0"/>
              <a:t>f0/1</a:t>
            </a:r>
            <a:r>
              <a:rPr lang="zh-CN" altLang="en-US" dirty="0"/>
              <a:t>和</a:t>
            </a:r>
            <a:r>
              <a:rPr lang="en-US" altLang="zh-CN" dirty="0"/>
              <a:t>f0/2</a:t>
            </a:r>
            <a:r>
              <a:rPr lang="zh-CN" altLang="en-US" dirty="0"/>
              <a:t>加入</a:t>
            </a:r>
            <a:r>
              <a:rPr lang="en-US" altLang="zh-CN" dirty="0"/>
              <a:t>VLAN 10</a:t>
            </a:r>
            <a:r>
              <a:rPr lang="zh-CN" altLang="en-US" dirty="0"/>
              <a:t>。</a:t>
            </a:r>
            <a:endParaRPr lang="en-US" altLang="zh-CN" dirty="0"/>
          </a:p>
          <a:p>
            <a:r>
              <a:rPr lang="zh-CN" altLang="en-US" dirty="0"/>
              <a:t>注意：如果成员设备离开原端口，连接到新的交换机端口，则必须重新指定端口所属的</a:t>
            </a:r>
            <a:r>
              <a:rPr lang="en-US" altLang="zh-CN" dirty="0"/>
              <a:t>VLAN ID</a:t>
            </a:r>
            <a:r>
              <a:rPr lang="zh-CN" altLang="en-US" dirty="0"/>
              <a:t>。</a:t>
            </a: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40B8802-914A-7C41-BC77-CC54DEE99EEF}"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t>107</a:t>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5" name="页脚占位符 4"/>
          <p:cNvSpPr>
            <a:spLocks noGrp="1"/>
          </p:cNvSpPr>
          <p:nvPr>
            <p:ph type="ftr" sz="quarter" idx="4"/>
          </p:nvPr>
        </p:nvSpPr>
        <p:spPr/>
        <p:txBody>
          <a:bodyPr/>
          <a:lstStyle/>
          <a:p>
            <a:r>
              <a:rPr kumimoji="1" lang="en-US" altLang="zh-CN"/>
              <a:t>4.4 </a:t>
            </a:r>
            <a:r>
              <a:rPr kumimoji="1" lang="zh-CN" altLang="en-US"/>
              <a:t>数据链路层交换</a:t>
            </a:r>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lnSpc>
                <a:spcPct val="120000"/>
              </a:lnSpc>
              <a:buFont typeface="Wingdings" panose="05000000000000000000" pitchFamily="2" charset="2"/>
              <a:buNone/>
            </a:pPr>
            <a:r>
              <a:rPr lang="zh-CN" altLang="en-US" sz="1200" dirty="0">
                <a:solidFill>
                  <a:srgbClr val="333399"/>
                </a:solidFill>
                <a:ea typeface="黑体" panose="02010609060101010101" pitchFamily="2" charset="-122"/>
              </a:rPr>
              <a:t>优点：</a:t>
            </a:r>
          </a:p>
          <a:p>
            <a:pPr eaLnBrk="1" hangingPunct="1">
              <a:lnSpc>
                <a:spcPct val="120000"/>
              </a:lnSpc>
              <a:buFont typeface="Wingdings" panose="05000000000000000000" pitchFamily="2" charset="2"/>
              <a:buNone/>
            </a:pPr>
            <a:r>
              <a:rPr lang="zh-CN" altLang="en-US" sz="1200" dirty="0">
                <a:solidFill>
                  <a:srgbClr val="020202"/>
                </a:solidFill>
                <a:ea typeface="黑体" panose="02010609060101010101" pitchFamily="2" charset="-122"/>
              </a:rPr>
              <a:t>当用户物理位置移动时，即从一个交换机换到其他的交换机时，</a:t>
            </a:r>
            <a:r>
              <a:rPr lang="en-US" altLang="zh-CN" sz="1200" b="0" dirty="0">
                <a:solidFill>
                  <a:srgbClr val="020202"/>
                </a:solidFill>
                <a:ea typeface="黑体" panose="02010609060101010101" pitchFamily="2" charset="-122"/>
              </a:rPr>
              <a:t>VLAN</a:t>
            </a:r>
            <a:r>
              <a:rPr lang="en-US" altLang="zh-CN" sz="1200" dirty="0">
                <a:solidFill>
                  <a:srgbClr val="020202"/>
                </a:solidFill>
                <a:ea typeface="黑体" panose="02010609060101010101" pitchFamily="2" charset="-122"/>
              </a:rPr>
              <a:t> </a:t>
            </a:r>
            <a:r>
              <a:rPr lang="zh-CN" altLang="en-US" sz="1200" dirty="0">
                <a:solidFill>
                  <a:srgbClr val="020202"/>
                </a:solidFill>
                <a:ea typeface="黑体" panose="02010609060101010101" pitchFamily="2" charset="-122"/>
              </a:rPr>
              <a:t>不用重新配置。 </a:t>
            </a:r>
          </a:p>
          <a:p>
            <a:pPr eaLnBrk="1" hangingPunct="1">
              <a:lnSpc>
                <a:spcPts val="3100"/>
              </a:lnSpc>
              <a:buFont typeface="Wingdings" panose="05000000000000000000" pitchFamily="2" charset="2"/>
              <a:buNone/>
            </a:pPr>
            <a:r>
              <a:rPr lang="zh-CN" altLang="en-US" sz="1200" dirty="0">
                <a:solidFill>
                  <a:srgbClr val="333399"/>
                </a:solidFill>
                <a:ea typeface="黑体" panose="02010609060101010101" pitchFamily="2" charset="-122"/>
              </a:rPr>
              <a:t>缺点：</a:t>
            </a:r>
          </a:p>
          <a:p>
            <a:pPr eaLnBrk="1" hangingPunct="1">
              <a:lnSpc>
                <a:spcPts val="3100"/>
              </a:lnSpc>
              <a:buFontTx/>
              <a:buChar char="•"/>
            </a:pPr>
            <a:r>
              <a:rPr lang="zh-CN" altLang="en-US" sz="1200" dirty="0">
                <a:solidFill>
                  <a:srgbClr val="020202"/>
                </a:solidFill>
                <a:ea typeface="黑体" panose="02010609060101010101" pitchFamily="2" charset="-122"/>
              </a:rPr>
              <a:t> 初始化时所有的用户</a:t>
            </a:r>
            <a:r>
              <a:rPr lang="en-US" altLang="zh-CN" sz="1200" dirty="0">
                <a:solidFill>
                  <a:srgbClr val="020202"/>
                </a:solidFill>
                <a:ea typeface="黑体" panose="02010609060101010101" pitchFamily="2" charset="-122"/>
              </a:rPr>
              <a:t>MAC</a:t>
            </a:r>
            <a:r>
              <a:rPr lang="zh-CN" altLang="en-US" sz="1200" dirty="0">
                <a:solidFill>
                  <a:srgbClr val="020202"/>
                </a:solidFill>
                <a:ea typeface="黑体" panose="02010609060101010101" pitchFamily="2" charset="-122"/>
              </a:rPr>
              <a:t>地址都需收集和配置，工作量大；</a:t>
            </a:r>
          </a:p>
          <a:p>
            <a:pPr eaLnBrk="1" hangingPunct="1">
              <a:lnSpc>
                <a:spcPts val="3100"/>
              </a:lnSpc>
              <a:buFontTx/>
              <a:buChar char="•"/>
            </a:pPr>
            <a:r>
              <a:rPr lang="zh-CN" altLang="en-US" sz="1200" dirty="0">
                <a:solidFill>
                  <a:srgbClr val="020202"/>
                </a:solidFill>
                <a:ea typeface="黑体" panose="02010609060101010101" pitchFamily="2" charset="-122"/>
              </a:rPr>
              <a:t> 网络适配器的更换带来的问题。</a:t>
            </a:r>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40B8802-914A-7C41-BC77-CC54DEE99EEF}"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t>108</a:t>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5" name="页脚占位符 4"/>
          <p:cNvSpPr>
            <a:spLocks noGrp="1"/>
          </p:cNvSpPr>
          <p:nvPr>
            <p:ph type="ftr" sz="quarter" idx="4"/>
          </p:nvPr>
        </p:nvSpPr>
        <p:spPr/>
        <p:txBody>
          <a:bodyPr/>
          <a:lstStyle/>
          <a:p>
            <a:r>
              <a:rPr kumimoji="1" lang="en-US" altLang="zh-CN"/>
              <a:t>4.4 </a:t>
            </a:r>
            <a:r>
              <a:rPr kumimoji="1" lang="zh-CN" altLang="en-US"/>
              <a:t>数据链路层交换</a:t>
            </a:r>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基于协议的</a:t>
            </a:r>
            <a:r>
              <a:rPr lang="en-US" altLang="zh-CN" dirty="0"/>
              <a:t>VLAN</a:t>
            </a:r>
            <a:r>
              <a:rPr lang="zh-CN" altLang="en-US" dirty="0"/>
              <a:t>是根据端口接收到的数据包所属的协议（族）类型来给数据包分配不同的</a:t>
            </a:r>
            <a:r>
              <a:rPr lang="en-US" altLang="zh-CN" dirty="0"/>
              <a:t>VLAN ID</a:t>
            </a:r>
            <a:r>
              <a:rPr lang="zh-CN" altLang="en-US" dirty="0"/>
              <a:t>。</a:t>
            </a: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40B8802-914A-7C41-BC77-CC54DEE99EEF}"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t>109</a:t>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5" name="页脚占位符 4"/>
          <p:cNvSpPr>
            <a:spLocks noGrp="1"/>
          </p:cNvSpPr>
          <p:nvPr>
            <p:ph type="ftr" sz="quarter" idx="4"/>
          </p:nvPr>
        </p:nvSpPr>
        <p:spPr/>
        <p:txBody>
          <a:bodyPr/>
          <a:lstStyle/>
          <a:p>
            <a:r>
              <a:rPr kumimoji="1" lang="en-US" altLang="zh-CN"/>
              <a:t>4.4 </a:t>
            </a:r>
            <a:r>
              <a:rPr kumimoji="1" lang="zh-CN" altLang="en-US"/>
              <a:t>数据链路层交换</a:t>
            </a:r>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基于</a:t>
            </a:r>
            <a:r>
              <a:rPr lang="en-US" altLang="zh-CN" dirty="0"/>
              <a:t>IP</a:t>
            </a:r>
            <a:r>
              <a:rPr lang="zh-CN" altLang="en-US" dirty="0"/>
              <a:t>子网的</a:t>
            </a:r>
            <a:r>
              <a:rPr lang="en-US" altLang="zh-CN" dirty="0"/>
              <a:t>VLAN </a:t>
            </a:r>
            <a:r>
              <a:rPr lang="zh-CN" altLang="en-US" dirty="0"/>
              <a:t>是根据数据包源</a:t>
            </a:r>
            <a:r>
              <a:rPr lang="en-US" altLang="zh-CN" dirty="0"/>
              <a:t>IP</a:t>
            </a:r>
            <a:r>
              <a:rPr lang="zh-CN" altLang="en-US" dirty="0"/>
              <a:t>地址及子网掩码作为依据来进行划分的，设备从端口接收到数据包后，根据源</a:t>
            </a:r>
            <a:r>
              <a:rPr lang="en-US" altLang="zh-CN" dirty="0"/>
              <a:t>IP</a:t>
            </a:r>
            <a:r>
              <a:rPr lang="zh-CN" altLang="en-US" dirty="0"/>
              <a:t>地址，找到与现有</a:t>
            </a:r>
            <a:r>
              <a:rPr lang="en-US" altLang="zh-CN" dirty="0"/>
              <a:t>VLAN</a:t>
            </a:r>
            <a:r>
              <a:rPr lang="zh-CN" altLang="en-US" dirty="0"/>
              <a:t>的对应关系。</a:t>
            </a: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40B8802-914A-7C41-BC77-CC54DEE99EEF}"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t>110</a:t>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5" name="页脚占位符 4"/>
          <p:cNvSpPr>
            <a:spLocks noGrp="1"/>
          </p:cNvSpPr>
          <p:nvPr>
            <p:ph type="ftr" sz="quarter" idx="4"/>
          </p:nvPr>
        </p:nvSpPr>
        <p:spPr/>
        <p:txBody>
          <a:bodyPr/>
          <a:lstStyle/>
          <a:p>
            <a:r>
              <a:rPr kumimoji="1" lang="en-US" altLang="zh-CN"/>
              <a:t>4.4 </a:t>
            </a:r>
            <a:r>
              <a:rPr kumimoji="1" lang="zh-CN" altLang="en-US"/>
              <a:t>数据链路层交换</a:t>
            </a:r>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终端主机不需要知道</a:t>
            </a:r>
            <a:r>
              <a:rPr lang="en-US" altLang="zh-CN" dirty="0"/>
              <a:t>VLAN</a:t>
            </a:r>
            <a:r>
              <a:rPr lang="zh-CN" altLang="en-US" dirty="0"/>
              <a:t>是如何划分的，也不需要识别有</a:t>
            </a:r>
            <a:r>
              <a:rPr lang="en-US" altLang="zh-CN" dirty="0"/>
              <a:t>VLAN</a:t>
            </a:r>
            <a:r>
              <a:rPr lang="zh-CN" altLang="en-US" dirty="0"/>
              <a:t>标记的以太网帧。</a:t>
            </a:r>
            <a:endParaRPr lang="en-US" altLang="zh-CN" dirty="0"/>
          </a:p>
          <a:p>
            <a:r>
              <a:rPr kumimoji="1" lang="zh-CN" altLang="en-US" sz="1200" dirty="0">
                <a:latin typeface="Times New Roman" panose="02020503050405090304" pitchFamily="18" charset="0"/>
                <a:ea typeface="黑体" panose="02010609060101010101" pitchFamily="2" charset="-122"/>
              </a:rPr>
              <a:t>后面仅介绍</a:t>
            </a:r>
            <a:r>
              <a:rPr kumimoji="1" lang="en-US" altLang="zh-CN" sz="1200" dirty="0">
                <a:latin typeface="Times New Roman" panose="02020503050405090304" pitchFamily="18" charset="0"/>
                <a:ea typeface="黑体" panose="02010609060101010101" pitchFamily="2" charset="-122"/>
              </a:rPr>
              <a:t>IEEE802.1Q</a:t>
            </a:r>
            <a:r>
              <a:rPr kumimoji="1" lang="zh-CN" altLang="en-US" sz="1200" dirty="0">
                <a:latin typeface="Times New Roman" panose="02020503050405090304" pitchFamily="18" charset="0"/>
                <a:ea typeface="黑体" panose="02010609060101010101" pitchFamily="2" charset="-122"/>
              </a:rPr>
              <a:t>，如果您的教学需要，可以补充思科的</a:t>
            </a:r>
            <a:r>
              <a:rPr kumimoji="1" lang="en-US" altLang="zh-CN" sz="1200" dirty="0">
                <a:latin typeface="Times New Roman" panose="02020503050405090304" pitchFamily="18" charset="0"/>
                <a:ea typeface="黑体" panose="02010609060101010101" pitchFamily="2" charset="-122"/>
              </a:rPr>
              <a:t>ISL</a:t>
            </a:r>
            <a:r>
              <a:rPr kumimoji="1" lang="zh-CN" altLang="en-US" sz="1200" dirty="0">
                <a:latin typeface="Times New Roman" panose="02020503050405090304" pitchFamily="18" charset="0"/>
                <a:ea typeface="黑体" panose="02010609060101010101" pitchFamily="2" charset="-122"/>
              </a:rPr>
              <a:t>。</a:t>
            </a:r>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40B8802-914A-7C41-BC77-CC54DEE99EEF}"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t>111</a:t>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5" name="页脚占位符 4"/>
          <p:cNvSpPr>
            <a:spLocks noGrp="1"/>
          </p:cNvSpPr>
          <p:nvPr>
            <p:ph type="ftr" sz="quarter" idx="4"/>
          </p:nvPr>
        </p:nvSpPr>
        <p:spPr/>
        <p:txBody>
          <a:bodyPr/>
          <a:lstStyle/>
          <a:p>
            <a:r>
              <a:rPr kumimoji="1" lang="en-US" altLang="zh-CN"/>
              <a:t>4.4 </a:t>
            </a:r>
            <a:r>
              <a:rPr kumimoji="1" lang="zh-CN" altLang="en-US"/>
              <a:t>数据链路层交换</a:t>
            </a:r>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标记协议标识符值为</a:t>
            </a:r>
            <a:r>
              <a:rPr lang="en-US" altLang="zh-CN" dirty="0"/>
              <a:t>0x8100</a:t>
            </a:r>
            <a:r>
              <a:rPr lang="zh-CN" altLang="en-US" dirty="0"/>
              <a:t>（如图），则表示该数据帧为</a:t>
            </a:r>
            <a:r>
              <a:rPr lang="en-US" altLang="zh-CN" dirty="0"/>
              <a:t>802.1Q</a:t>
            </a:r>
            <a:r>
              <a:rPr lang="zh-CN" altLang="en-US" dirty="0"/>
              <a:t>帧。</a:t>
            </a:r>
            <a:endParaRPr lang="en-US" altLang="zh-CN" dirty="0"/>
          </a:p>
          <a:p>
            <a:r>
              <a:rPr lang="zh-CN" altLang="en-US" dirty="0"/>
              <a:t>优先级：数据帧的优先级，</a:t>
            </a:r>
            <a:r>
              <a:rPr lang="en-US" altLang="zh-CN" dirty="0"/>
              <a:t>IEEE802.1Q</a:t>
            </a:r>
            <a:r>
              <a:rPr lang="zh-CN" altLang="en-US" dirty="0"/>
              <a:t>定义的</a:t>
            </a:r>
            <a:r>
              <a:rPr lang="en-US" altLang="zh-CN" dirty="0"/>
              <a:t>0~7</a:t>
            </a:r>
            <a:r>
              <a:rPr lang="zh-CN" altLang="en-US" dirty="0"/>
              <a:t>级的</a:t>
            </a:r>
            <a:r>
              <a:rPr lang="en-US" altLang="zh-CN" dirty="0"/>
              <a:t>8</a:t>
            </a:r>
            <a:r>
              <a:rPr lang="zh-CN" altLang="en-US" dirty="0"/>
              <a:t>个优先级，</a:t>
            </a:r>
            <a:r>
              <a:rPr lang="en-US" altLang="zh-CN" dirty="0"/>
              <a:t>0</a:t>
            </a:r>
            <a:r>
              <a:rPr lang="zh-CN" altLang="en-US" dirty="0"/>
              <a:t>级最高。</a:t>
            </a:r>
            <a:endParaRPr lang="en-US" altLang="zh-CN" dirty="0"/>
          </a:p>
          <a:p>
            <a:r>
              <a:rPr lang="en-US" altLang="zh-CN" dirty="0"/>
              <a:t>CFI</a:t>
            </a:r>
            <a:r>
              <a:rPr lang="zh-CN" altLang="en-US" dirty="0"/>
              <a:t>占用</a:t>
            </a:r>
            <a:r>
              <a:rPr lang="en-US" altLang="zh-CN" dirty="0"/>
              <a:t>1bit</a:t>
            </a:r>
            <a:r>
              <a:rPr lang="zh-CN" altLang="en-US" dirty="0"/>
              <a:t>，标准格式指示符，</a:t>
            </a:r>
            <a:r>
              <a:rPr lang="en-US" altLang="zh-CN" dirty="0"/>
              <a:t>0</a:t>
            </a:r>
            <a:r>
              <a:rPr lang="zh-CN" altLang="en-US" dirty="0"/>
              <a:t>表示标准格式，用于以太网，</a:t>
            </a:r>
            <a:r>
              <a:rPr lang="en-US" altLang="zh-CN" dirty="0"/>
              <a:t>1</a:t>
            </a:r>
            <a:r>
              <a:rPr lang="zh-CN" altLang="en-US" dirty="0"/>
              <a:t>表示非标准格式，用于</a:t>
            </a:r>
            <a:r>
              <a:rPr lang="en-US" altLang="zh-CN" dirty="0"/>
              <a:t>FDDI</a:t>
            </a:r>
            <a:r>
              <a:rPr lang="zh-CN" altLang="en-US" dirty="0"/>
              <a:t>和令牌环。</a:t>
            </a:r>
            <a:endParaRPr lang="en-US" altLang="zh-CN" dirty="0"/>
          </a:p>
          <a:p>
            <a:r>
              <a:rPr lang="en-US" altLang="zh-CN" dirty="0"/>
              <a:t>VLAN ID</a:t>
            </a:r>
            <a:r>
              <a:rPr lang="zh-CN" altLang="en-US" dirty="0"/>
              <a:t>是</a:t>
            </a:r>
            <a:r>
              <a:rPr lang="en-US" altLang="zh-CN" dirty="0"/>
              <a:t>VLAN</a:t>
            </a:r>
            <a:r>
              <a:rPr lang="zh-CN" altLang="en-US" dirty="0"/>
              <a:t>的编号，共</a:t>
            </a:r>
            <a:r>
              <a:rPr lang="en-US" altLang="zh-CN" dirty="0"/>
              <a:t>4096</a:t>
            </a:r>
            <a:r>
              <a:rPr lang="zh-CN" altLang="en-US" dirty="0"/>
              <a:t>个（</a:t>
            </a:r>
            <a:r>
              <a:rPr lang="en-US" altLang="zh-CN" dirty="0"/>
              <a:t>0-4095</a:t>
            </a:r>
            <a:r>
              <a:rPr lang="zh-CN" altLang="en-US" dirty="0"/>
              <a:t>），其中</a:t>
            </a:r>
            <a:r>
              <a:rPr lang="en-US" altLang="zh-CN" dirty="0"/>
              <a:t>0</a:t>
            </a:r>
            <a:r>
              <a:rPr lang="zh-CN" altLang="en-US" dirty="0"/>
              <a:t>用于识别优先级，</a:t>
            </a:r>
            <a:r>
              <a:rPr lang="en-US" altLang="zh-CN" dirty="0"/>
              <a:t>4095</a:t>
            </a:r>
            <a:r>
              <a:rPr lang="zh-CN" altLang="en-US" dirty="0"/>
              <a:t>保留未用，可用</a:t>
            </a:r>
            <a:r>
              <a:rPr lang="en-US" altLang="zh-CN" dirty="0"/>
              <a:t>4094</a:t>
            </a:r>
            <a:r>
              <a:rPr lang="zh-CN" altLang="en-US" dirty="0"/>
              <a:t>个。</a:t>
            </a:r>
            <a:endParaRPr lang="en-US" altLang="zh-CN" dirty="0"/>
          </a:p>
          <a:p>
            <a:r>
              <a:rPr lang="en-US" altLang="zh-CN" dirty="0"/>
              <a:t>VLAN ID</a:t>
            </a:r>
            <a:r>
              <a:rPr lang="zh-CN" altLang="en-US" dirty="0"/>
              <a:t>指明了该数据帧所属的</a:t>
            </a:r>
            <a:r>
              <a:rPr lang="en-US" altLang="zh-CN" dirty="0"/>
              <a:t>VLAN</a:t>
            </a:r>
            <a:r>
              <a:rPr lang="zh-CN" altLang="en-US" dirty="0"/>
              <a:t>。</a:t>
            </a:r>
            <a:endParaRPr lang="en-US" altLang="zh-CN" dirty="0"/>
          </a:p>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40B8802-914A-7C41-BC77-CC54DEE99EEF}"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t>112</a:t>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5" name="页脚占位符 4"/>
          <p:cNvSpPr>
            <a:spLocks noGrp="1"/>
          </p:cNvSpPr>
          <p:nvPr>
            <p:ph type="ftr" sz="quarter" idx="4"/>
          </p:nvPr>
        </p:nvSpPr>
        <p:spPr/>
        <p:txBody>
          <a:bodyPr/>
          <a:lstStyle/>
          <a:p>
            <a:r>
              <a:rPr kumimoji="1" lang="en-US" altLang="zh-CN"/>
              <a:t>4.4 </a:t>
            </a:r>
            <a:r>
              <a:rPr kumimoji="1" lang="zh-CN" altLang="en-US"/>
              <a:t>数据链路层交换</a:t>
            </a:r>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在单交换机环境中，所有端口都是</a:t>
            </a:r>
            <a:r>
              <a:rPr lang="en-US" altLang="zh-CN" dirty="0"/>
              <a:t>Access</a:t>
            </a:r>
            <a:r>
              <a:rPr lang="zh-CN" altLang="en-US" dirty="0"/>
              <a:t>链路类型端口。</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二层交换机的接口均为二层接口，无论其链路类型如何，都有一个缺省</a:t>
            </a:r>
            <a:r>
              <a:rPr lang="en-US" altLang="zh-CN" dirty="0"/>
              <a:t>VLAN ID</a:t>
            </a:r>
            <a:r>
              <a:rPr lang="zh-CN" altLang="en-US" dirty="0"/>
              <a:t>，被称为</a:t>
            </a:r>
            <a:r>
              <a:rPr lang="en-US" altLang="zh-CN" dirty="0"/>
              <a:t>PVID</a:t>
            </a:r>
            <a:r>
              <a:rPr lang="zh-CN" altLang="en-US" sz="1200" dirty="0"/>
              <a:t>。通常，</a:t>
            </a:r>
            <a:r>
              <a:rPr lang="en-US" altLang="zh-CN" sz="1200" dirty="0"/>
              <a:t>PVID</a:t>
            </a:r>
            <a:r>
              <a:rPr lang="zh-CN" altLang="en-US" sz="1200" dirty="0"/>
              <a:t>默认为</a:t>
            </a:r>
            <a:r>
              <a:rPr lang="en-US" altLang="zh-CN" sz="1200" dirty="0"/>
              <a:t>1</a:t>
            </a:r>
            <a:r>
              <a:rPr lang="zh-CN" altLang="en-US" sz="1200" dirty="0"/>
              <a:t>。</a:t>
            </a:r>
            <a:endParaRPr lang="en-US" altLang="zh-CN" sz="1200" dirty="0"/>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200" dirty="0"/>
              <a:t>Access</a:t>
            </a:r>
            <a:r>
              <a:rPr lang="zh-CN" altLang="en-US" sz="1200" dirty="0"/>
              <a:t>端口的</a:t>
            </a:r>
            <a:r>
              <a:rPr lang="en-US" altLang="zh-CN" sz="1200" dirty="0"/>
              <a:t>PVID</a:t>
            </a:r>
            <a:r>
              <a:rPr lang="zh-CN" altLang="en-US" sz="1200" dirty="0"/>
              <a:t>值与该端口的</a:t>
            </a:r>
            <a:r>
              <a:rPr lang="en-US" altLang="zh-CN" sz="1200" dirty="0"/>
              <a:t>VLAN </a:t>
            </a:r>
            <a:r>
              <a:rPr lang="zh-CN" altLang="en-US" sz="1200" dirty="0"/>
              <a:t>所属相同。</a:t>
            </a:r>
            <a:endParaRPr lang="en-US" altLang="zh-CN" sz="1200" dirty="0"/>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400" dirty="0"/>
              <a:t>Access</a:t>
            </a:r>
            <a:r>
              <a:rPr lang="zh-CN" altLang="en-US" sz="1400" dirty="0"/>
              <a:t>端口</a:t>
            </a:r>
            <a:r>
              <a:rPr lang="zh-CN" altLang="en-US" sz="1200" dirty="0"/>
              <a:t>仅接收和发送</a:t>
            </a:r>
            <a:r>
              <a:rPr lang="zh-CN" altLang="en-US" sz="1200" dirty="0">
                <a:solidFill>
                  <a:srgbClr val="C00000"/>
                </a:solidFill>
              </a:rPr>
              <a:t>一个</a:t>
            </a:r>
            <a:r>
              <a:rPr lang="en-US" altLang="zh-CN" sz="1200" dirty="0">
                <a:solidFill>
                  <a:srgbClr val="C00000"/>
                </a:solidFill>
              </a:rPr>
              <a:t>VLAN</a:t>
            </a:r>
            <a:r>
              <a:rPr lang="zh-CN" altLang="en-US" sz="1200" dirty="0"/>
              <a:t>的数据帧。</a:t>
            </a: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40B8802-914A-7C41-BC77-CC54DEE99EEF}"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t>113</a:t>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5" name="页脚占位符 4"/>
          <p:cNvSpPr>
            <a:spLocks noGrp="1"/>
          </p:cNvSpPr>
          <p:nvPr>
            <p:ph type="ftr" sz="quarter" idx="4"/>
          </p:nvPr>
        </p:nvSpPr>
        <p:spPr/>
        <p:txBody>
          <a:bodyPr/>
          <a:lstStyle/>
          <a:p>
            <a:r>
              <a:rPr kumimoji="1" lang="en-US" altLang="zh-CN"/>
              <a:t>4.4 </a:t>
            </a:r>
            <a:r>
              <a:rPr kumimoji="1" lang="zh-CN" altLang="en-US"/>
              <a:t>数据链路层交换</a:t>
            </a:r>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solidFill>
                  <a:srgbClr val="7030A0"/>
                </a:solidFill>
              </a:rPr>
              <a:t>注意：图中两个交换机的</a:t>
            </a:r>
            <a:r>
              <a:rPr lang="en-US" altLang="zh-CN" sz="1200" dirty="0">
                <a:solidFill>
                  <a:srgbClr val="7030A0"/>
                </a:solidFill>
              </a:rPr>
              <a:t>trunk</a:t>
            </a:r>
            <a:r>
              <a:rPr lang="zh-CN" altLang="en-US" sz="1200" dirty="0">
                <a:solidFill>
                  <a:srgbClr val="7030A0"/>
                </a:solidFill>
              </a:rPr>
              <a:t>端口均为</a:t>
            </a:r>
            <a:r>
              <a:rPr lang="en-US" altLang="zh-CN" sz="1200" dirty="0">
                <a:solidFill>
                  <a:srgbClr val="7030A0"/>
                </a:solidFill>
              </a:rPr>
              <a:t>F0/1</a:t>
            </a:r>
            <a:r>
              <a:rPr lang="zh-CN" altLang="en-US" sz="1200" dirty="0">
                <a:solidFill>
                  <a:srgbClr val="7030A0"/>
                </a:solidFill>
              </a:rPr>
              <a:t>（</a:t>
            </a:r>
            <a:r>
              <a:rPr lang="en-US" altLang="zh-CN" sz="1200" dirty="0">
                <a:solidFill>
                  <a:srgbClr val="7030A0"/>
                </a:solidFill>
              </a:rPr>
              <a:t>PVID</a:t>
            </a:r>
            <a:r>
              <a:rPr lang="zh-CN" altLang="en-US" sz="1200" dirty="0">
                <a:solidFill>
                  <a:srgbClr val="7030A0"/>
                </a:solidFill>
              </a:rPr>
              <a:t>默认为</a:t>
            </a:r>
            <a:r>
              <a:rPr lang="en-US" altLang="zh-CN" sz="1200" dirty="0">
                <a:solidFill>
                  <a:srgbClr val="7030A0"/>
                </a:solidFill>
              </a:rPr>
              <a:t>1</a:t>
            </a:r>
            <a:r>
              <a:rPr lang="zh-CN" altLang="en-US" sz="1200" dirty="0">
                <a:solidFill>
                  <a:srgbClr val="7030A0"/>
                </a:solidFill>
              </a:rPr>
              <a:t>）</a:t>
            </a:r>
            <a:endParaRPr lang="en-US" altLang="zh-CN" sz="1200" dirty="0">
              <a:solidFill>
                <a:srgbClr val="7030A0"/>
              </a:solidFill>
            </a:endParaRPr>
          </a:p>
          <a:p>
            <a:r>
              <a:rPr lang="zh-CN" altLang="en-US" sz="1200" dirty="0">
                <a:solidFill>
                  <a:srgbClr val="7030A0"/>
                </a:solidFill>
              </a:rPr>
              <a:t>从</a:t>
            </a:r>
            <a:r>
              <a:rPr lang="en-US" altLang="zh-CN" sz="1200" dirty="0">
                <a:solidFill>
                  <a:srgbClr val="7030A0"/>
                </a:solidFill>
              </a:rPr>
              <a:t>trunk</a:t>
            </a:r>
            <a:r>
              <a:rPr lang="zh-CN" altLang="en-US" sz="1200" dirty="0">
                <a:solidFill>
                  <a:srgbClr val="7030A0"/>
                </a:solidFill>
              </a:rPr>
              <a:t>端口发送帧时</a:t>
            </a:r>
            <a:r>
              <a:rPr lang="en-US" altLang="zh-CN" sz="1200" dirty="0">
                <a:solidFill>
                  <a:srgbClr val="7030A0"/>
                </a:solidFill>
              </a:rPr>
              <a:t>:</a:t>
            </a:r>
            <a:endParaRPr lang="en-US" altLang="zh-CN" dirty="0"/>
          </a:p>
          <a:p>
            <a:r>
              <a:rPr lang="zh-CN" altLang="en-US" dirty="0"/>
              <a:t>如果标记帧所携带的</a:t>
            </a:r>
            <a:r>
              <a:rPr lang="en-US" altLang="zh-CN" dirty="0"/>
              <a:t>VLAN ID</a:t>
            </a:r>
            <a:r>
              <a:rPr lang="zh-CN" altLang="en-US" dirty="0"/>
              <a:t>与该端口的</a:t>
            </a:r>
            <a:r>
              <a:rPr lang="en-US" altLang="zh-CN" dirty="0"/>
              <a:t>PVID</a:t>
            </a:r>
            <a:r>
              <a:rPr lang="zh-CN" altLang="en-US" dirty="0"/>
              <a:t>不相同，则这个帧将保持原有</a:t>
            </a:r>
            <a:r>
              <a:rPr lang="en-US" altLang="zh-CN" dirty="0"/>
              <a:t>VLAN</a:t>
            </a:r>
            <a:r>
              <a:rPr lang="zh-CN" altLang="en-US" dirty="0"/>
              <a:t>标记，直接从</a:t>
            </a:r>
            <a:r>
              <a:rPr lang="en-US" altLang="zh-CN" dirty="0"/>
              <a:t>trunk</a:t>
            </a:r>
            <a:r>
              <a:rPr lang="zh-CN" altLang="en-US" dirty="0"/>
              <a:t>端口发送出去；（本例属于这种情况）</a:t>
            </a:r>
          </a:p>
          <a:p>
            <a:r>
              <a:rPr lang="zh-CN" altLang="en-US" dirty="0"/>
              <a:t>如果标记帧所携带的</a:t>
            </a:r>
            <a:r>
              <a:rPr lang="en-US" altLang="zh-CN" dirty="0"/>
              <a:t>VLAN ID</a:t>
            </a:r>
            <a:r>
              <a:rPr lang="zh-CN" altLang="en-US" dirty="0"/>
              <a:t>与该端口的</a:t>
            </a:r>
            <a:r>
              <a:rPr lang="en-US" altLang="zh-CN" dirty="0"/>
              <a:t>PVID</a:t>
            </a:r>
            <a:r>
              <a:rPr lang="zh-CN" altLang="en-US" dirty="0"/>
              <a:t>相同，则这个帧的</a:t>
            </a:r>
            <a:r>
              <a:rPr lang="en-US" altLang="zh-CN" dirty="0"/>
              <a:t>VLAN</a:t>
            </a:r>
            <a:r>
              <a:rPr lang="zh-CN" altLang="en-US" dirty="0"/>
              <a:t>标记将被剥除，变为无标记帧，从</a:t>
            </a:r>
            <a:r>
              <a:rPr lang="en-US" altLang="zh-CN" dirty="0"/>
              <a:t>trunk</a:t>
            </a:r>
            <a:r>
              <a:rPr lang="zh-CN" altLang="en-US" dirty="0"/>
              <a:t>端口发送出去。</a:t>
            </a:r>
            <a:endParaRPr lang="en-US" altLang="zh-CN" dirty="0"/>
          </a:p>
          <a:p>
            <a:endParaRPr lang="en-US" altLang="zh-CN" dirty="0"/>
          </a:p>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40B8802-914A-7C41-BC77-CC54DEE99EEF}"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t>114</a:t>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5" name="页脚占位符 4"/>
          <p:cNvSpPr>
            <a:spLocks noGrp="1"/>
          </p:cNvSpPr>
          <p:nvPr>
            <p:ph type="ftr" sz="quarter" idx="4"/>
          </p:nvPr>
        </p:nvSpPr>
        <p:spPr/>
        <p:txBody>
          <a:bodyPr/>
          <a:lstStyle/>
          <a:p>
            <a:r>
              <a:rPr kumimoji="1" lang="en-US" altLang="zh-CN"/>
              <a:t>4.4 </a:t>
            </a:r>
            <a:r>
              <a:rPr kumimoji="1" lang="zh-CN" altLang="en-US"/>
              <a:t>数据链路层交换</a:t>
            </a:r>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40B8802-914A-7C41-BC77-CC54DEE99EEF}"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t>115</a:t>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5" name="页脚占位符 4"/>
          <p:cNvSpPr>
            <a:spLocks noGrp="1"/>
          </p:cNvSpPr>
          <p:nvPr>
            <p:ph type="ftr" sz="quarter" idx="4"/>
          </p:nvPr>
        </p:nvSpPr>
        <p:spPr/>
        <p:txBody>
          <a:bodyPr/>
          <a:lstStyle/>
          <a:p>
            <a:r>
              <a:rPr kumimoji="1" lang="en-US" altLang="zh-CN"/>
              <a:t>4.4 </a:t>
            </a:r>
            <a:r>
              <a:rPr kumimoji="1" lang="zh-CN" altLang="en-US"/>
              <a:t>数据链路层交换</a:t>
            </a:r>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buFont typeface="Arial" panose="020B0604020202090204" pitchFamily="34" charset="0"/>
              <a:buNone/>
            </a:pPr>
            <a:r>
              <a:rPr lang="zh-CN" altLang="en-US" dirty="0"/>
              <a:t>要点：</a:t>
            </a:r>
            <a:endParaRPr lang="en-US" altLang="zh-CN" dirty="0"/>
          </a:p>
          <a:p>
            <a:pPr marL="171450" indent="-171450">
              <a:buFont typeface="Arial" panose="020B0604020202090204" pitchFamily="34" charset="0"/>
              <a:buChar char="•"/>
            </a:pPr>
            <a:r>
              <a:rPr lang="zh-CN" altLang="en-US" dirty="0"/>
              <a:t>介绍什么是无线局域网</a:t>
            </a:r>
            <a:endParaRPr lang="en-US" altLang="zh-CN" dirty="0"/>
          </a:p>
          <a:p>
            <a:pPr marL="171450" indent="-171450">
              <a:buFont typeface="Arial" panose="020B0604020202090204" pitchFamily="34" charset="0"/>
              <a:buChar char="•"/>
            </a:pPr>
            <a:r>
              <a:rPr lang="zh-CN" altLang="en-US" dirty="0"/>
              <a:t>使学生了解无线局域网设计的目标和面向的应用</a:t>
            </a:r>
            <a:endParaRPr lang="en-US" altLang="zh-CN" dirty="0"/>
          </a:p>
          <a:p>
            <a:pPr marL="171450" indent="-171450">
              <a:buFont typeface="Arial" panose="020B0604020202090204" pitchFamily="34" charset="0"/>
              <a:buChar char="•"/>
            </a:pPr>
            <a:r>
              <a:rPr lang="zh-CN" altLang="en-US" dirty="0"/>
              <a:t>了解和无线局域网相关的两个重要组织以及之间的关系（国际标准、工业联盟），说明</a:t>
            </a:r>
            <a:r>
              <a:rPr lang="en-US" altLang="zh-CN" dirty="0"/>
              <a:t>Wi-Fi</a:t>
            </a:r>
            <a:r>
              <a:rPr lang="zh-CN" altLang="en-US" dirty="0"/>
              <a:t>的含义</a:t>
            </a:r>
            <a:endParaRPr lang="en-US" altLang="zh-CN" dirty="0"/>
          </a:p>
          <a:p>
            <a:pPr marL="171450" indent="-171450">
              <a:buFont typeface="等线" panose="02010600030101010101" pitchFamily="2" charset="-122"/>
              <a:buChar char="–"/>
            </a:pPr>
            <a:r>
              <a:rPr lang="en-US" altLang="zh-CN" sz="1200" b="0" i="0" kern="1200" dirty="0">
                <a:solidFill>
                  <a:schemeClr val="tx1"/>
                </a:solidFill>
                <a:effectLst/>
                <a:latin typeface="+mn-lt"/>
                <a:ea typeface="+mn-ea"/>
                <a:cs typeface="+mn-cs"/>
              </a:rPr>
              <a:t>Wi-Fi</a:t>
            </a:r>
            <a:r>
              <a:rPr lang="zh-CN" altLang="en-US" sz="1200" b="0" i="0" kern="1200" dirty="0">
                <a:solidFill>
                  <a:schemeClr val="tx1"/>
                </a:solidFill>
                <a:effectLst/>
                <a:latin typeface="+mn-lt"/>
                <a:ea typeface="+mn-ea"/>
                <a:cs typeface="+mn-cs"/>
              </a:rPr>
              <a:t>在无线局域网的范畴是指</a:t>
            </a:r>
            <a:r>
              <a:rPr lang="zh-CN" altLang="en-US" sz="1200" b="1" i="0" kern="1200" dirty="0">
                <a:solidFill>
                  <a:schemeClr val="tx1"/>
                </a:solidFill>
                <a:effectLst/>
                <a:latin typeface="+mn-lt"/>
                <a:ea typeface="+mn-ea"/>
                <a:cs typeface="+mn-cs"/>
              </a:rPr>
              <a:t>“无线相容性认证”</a:t>
            </a:r>
            <a:r>
              <a:rPr lang="zh-CN" altLang="en-US" sz="1200" b="0" i="0" kern="1200" dirty="0">
                <a:solidFill>
                  <a:schemeClr val="tx1"/>
                </a:solidFill>
                <a:effectLst/>
                <a:latin typeface="+mn-lt"/>
                <a:ea typeface="+mn-ea"/>
                <a:cs typeface="+mn-cs"/>
              </a:rPr>
              <a:t>，实质上是一种商业认证</a:t>
            </a:r>
            <a:endParaRPr lang="en-US" altLang="zh-CN" sz="1200" b="0" i="0" kern="1200" dirty="0">
              <a:solidFill>
                <a:schemeClr val="tx1"/>
              </a:solidFill>
              <a:effectLst/>
              <a:latin typeface="+mn-lt"/>
              <a:ea typeface="+mn-ea"/>
              <a:cs typeface="+mn-cs"/>
            </a:endParaRPr>
          </a:p>
          <a:p>
            <a:pPr marL="171450" indent="-171450">
              <a:buFont typeface="等线" panose="02010600030101010101" pitchFamily="2" charset="-122"/>
              <a:buChar char="–"/>
            </a:pPr>
            <a:r>
              <a:rPr lang="en-US" altLang="zh-CN" sz="1200" b="0" i="0" kern="1200" dirty="0">
                <a:solidFill>
                  <a:schemeClr val="tx1"/>
                </a:solidFill>
                <a:effectLst/>
                <a:latin typeface="+mn-lt"/>
                <a:ea typeface="+mn-ea"/>
                <a:cs typeface="+mn-cs"/>
              </a:rPr>
              <a:t>Wi-Fi</a:t>
            </a:r>
            <a:r>
              <a:rPr lang="zh-CN" altLang="en-US" sz="1200" b="0" i="0" kern="1200" dirty="0">
                <a:solidFill>
                  <a:schemeClr val="tx1"/>
                </a:solidFill>
                <a:effectLst/>
                <a:latin typeface="+mn-lt"/>
                <a:ea typeface="+mn-ea"/>
                <a:cs typeface="+mn-cs"/>
              </a:rPr>
              <a:t>联盟制定全球通用的规范，对无线设备的进行严格测试，并进行 </a:t>
            </a:r>
            <a:r>
              <a:rPr lang="en-US" altLang="zh-CN" sz="1200" b="0" i="0" kern="1200" dirty="0">
                <a:solidFill>
                  <a:schemeClr val="tx1"/>
                </a:solidFill>
                <a:effectLst/>
                <a:latin typeface="+mn-lt"/>
                <a:ea typeface="+mn-ea"/>
                <a:cs typeface="+mn-cs"/>
              </a:rPr>
              <a:t>Wi-Fi </a:t>
            </a:r>
            <a:r>
              <a:rPr lang="zh-CN" altLang="en-US" sz="1200" b="0" i="0" kern="1200" dirty="0">
                <a:solidFill>
                  <a:schemeClr val="tx1"/>
                </a:solidFill>
                <a:effectLst/>
                <a:latin typeface="+mn-lt"/>
                <a:ea typeface="+mn-ea"/>
                <a:cs typeface="+mn-cs"/>
              </a:rPr>
              <a:t>认证</a:t>
            </a:r>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117</a:t>
            </a:fld>
            <a:endParaRPr kumimoji="1" lang="zh-CN" altLang="en-US"/>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90204" pitchFamily="34" charset="0"/>
              <a:buNone/>
              <a:defRPr/>
            </a:pPr>
            <a:r>
              <a:rPr lang="zh-CN" altLang="en-US" dirty="0"/>
              <a:t>要点：</a:t>
            </a:r>
            <a:endParaRPr lang="en-US" altLang="zh-CN" dirty="0"/>
          </a:p>
          <a:p>
            <a:pPr marL="171450" indent="-171450">
              <a:buFont typeface="Arial" panose="020B0604020202090204" pitchFamily="34" charset="0"/>
              <a:buChar char="•"/>
            </a:pPr>
            <a:r>
              <a:rPr lang="en-US" altLang="zh-CN" dirty="0"/>
              <a:t>IEEE 802.11</a:t>
            </a:r>
            <a:r>
              <a:rPr lang="zh-CN" altLang="en-US" dirty="0"/>
              <a:t>无线局域网经历的</a:t>
            </a:r>
            <a:r>
              <a:rPr lang="en-US" altLang="zh-CN" dirty="0"/>
              <a:t>20</a:t>
            </a:r>
            <a:r>
              <a:rPr lang="zh-CN" altLang="en-US" dirty="0"/>
              <a:t>年的发展，出现了多个标准</a:t>
            </a:r>
            <a:endParaRPr lang="en-US" altLang="zh-CN" dirty="0"/>
          </a:p>
          <a:p>
            <a:pPr marL="171450" indent="-171450">
              <a:buFont typeface="Arial" panose="020B0604020202090204" pitchFamily="34" charset="0"/>
              <a:buChar char="•"/>
            </a:pPr>
            <a:r>
              <a:rPr lang="zh-CN" altLang="en-US" dirty="0"/>
              <a:t>主要集中在物理层技术的改变，传输速率得到了快速提升</a:t>
            </a:r>
            <a:endParaRPr lang="en-US" altLang="zh-CN" dirty="0"/>
          </a:p>
          <a:p>
            <a:pPr marL="171450" indent="-171450">
              <a:buFont typeface="Arial" panose="020B0604020202090204" pitchFamily="34" charset="0"/>
              <a:buChar char="•"/>
            </a:pPr>
            <a:r>
              <a:rPr lang="zh-CN" altLang="en-US" dirty="0"/>
              <a:t>可以提到几个关键技术，如</a:t>
            </a:r>
            <a:r>
              <a:rPr lang="en-US" altLang="zh-CN" dirty="0"/>
              <a:t>MIMO</a:t>
            </a:r>
            <a:r>
              <a:rPr lang="zh-CN" altLang="en-US" dirty="0"/>
              <a:t>、</a:t>
            </a:r>
            <a:r>
              <a:rPr lang="en-US" altLang="zh-CN" dirty="0"/>
              <a:t>OFDMA</a:t>
            </a:r>
            <a:r>
              <a:rPr lang="zh-CN" altLang="en-US" dirty="0"/>
              <a:t>等，使学生有初步印象</a:t>
            </a:r>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118</a:t>
            </a:fld>
            <a:endParaRPr kumimoji="1" lang="zh-CN" altLang="en-US"/>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要点：</a:t>
            </a:r>
            <a:endParaRPr lang="en-US" altLang="zh-CN" dirty="0"/>
          </a:p>
          <a:p>
            <a:pPr marL="171450" marR="0" lvl="0" indent="-171450" algn="l" defTabSz="914400" rtl="0" eaLnBrk="1" fontAlgn="auto" latinLnBrk="0" hangingPunct="1">
              <a:lnSpc>
                <a:spcPct val="100000"/>
              </a:lnSpc>
              <a:spcBef>
                <a:spcPts val="0"/>
              </a:spcBef>
              <a:spcAft>
                <a:spcPts val="0"/>
              </a:spcAft>
              <a:buClrTx/>
              <a:buSzTx/>
              <a:buFont typeface="Arial" panose="020B0604020202090204" pitchFamily="34" charset="0"/>
              <a:buChar char="•"/>
              <a:defRPr/>
            </a:pPr>
            <a:r>
              <a:rPr lang="zh-CN" altLang="en-US" kern="0" dirty="0"/>
              <a:t>基础架构模式是最常用的无线局域网组网模式</a:t>
            </a:r>
            <a:endParaRPr lang="en-US" altLang="zh-CN" kern="0" dirty="0"/>
          </a:p>
          <a:p>
            <a:pPr marL="171450" marR="0" lvl="0" indent="-171450" algn="l" defTabSz="914400" rtl="0" eaLnBrk="1" fontAlgn="auto" latinLnBrk="0" hangingPunct="1">
              <a:lnSpc>
                <a:spcPct val="100000"/>
              </a:lnSpc>
              <a:spcBef>
                <a:spcPts val="0"/>
              </a:spcBef>
              <a:spcAft>
                <a:spcPts val="0"/>
              </a:spcAft>
              <a:buClrTx/>
              <a:buSzTx/>
              <a:buFont typeface="Arial" panose="020B0604020202090204" pitchFamily="34" charset="0"/>
              <a:buChar char="•"/>
              <a:defRPr/>
            </a:pPr>
            <a:r>
              <a:rPr lang="zh-CN" altLang="en-US" kern="0" dirty="0"/>
              <a:t>介绍基础架构模式的基本构成，可以结合学生的实际使用情况，用实例说明</a:t>
            </a:r>
            <a:endParaRPr lang="en-US" altLang="zh-CN" kern="0" dirty="0"/>
          </a:p>
          <a:p>
            <a:pPr marL="171450" marR="0" lvl="0" indent="-171450" algn="l" defTabSz="914400" rtl="0" eaLnBrk="1" fontAlgn="auto" latinLnBrk="0" hangingPunct="1">
              <a:lnSpc>
                <a:spcPct val="100000"/>
              </a:lnSpc>
              <a:spcBef>
                <a:spcPts val="0"/>
              </a:spcBef>
              <a:spcAft>
                <a:spcPts val="0"/>
              </a:spcAft>
              <a:buClrTx/>
              <a:buSzTx/>
              <a:buFont typeface="Arial" panose="020B0604020202090204" pitchFamily="34" charset="0"/>
              <a:buChar char="•"/>
              <a:defRPr/>
            </a:pPr>
            <a:r>
              <a:rPr lang="zh-CN" altLang="en-US" kern="0" dirty="0"/>
              <a:t>使学生了解几个基本概念</a:t>
            </a:r>
            <a:endParaRPr lang="en-US" altLang="zh-CN" kern="0" dirty="0"/>
          </a:p>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119</a:t>
            </a:fld>
            <a:endParaRPr kumimoji="1" lang="zh-CN" altLang="en-US"/>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要点：</a:t>
            </a:r>
            <a:endParaRPr lang="en-US" altLang="zh-CN" dirty="0"/>
          </a:p>
          <a:p>
            <a:pPr marL="171450" indent="-171450">
              <a:buFont typeface="Arial" panose="020B0604020202090204" pitchFamily="34" charset="0"/>
              <a:buChar char="•"/>
            </a:pPr>
            <a:r>
              <a:rPr lang="zh-CN" altLang="en-US" dirty="0"/>
              <a:t>介绍</a:t>
            </a:r>
            <a:r>
              <a:rPr lang="zh-CN" altLang="en-US" kern="0" dirty="0"/>
              <a:t>自组织模式的基本构成</a:t>
            </a:r>
            <a:endParaRPr lang="en-US" altLang="zh-CN" kern="0" dirty="0"/>
          </a:p>
          <a:p>
            <a:pPr marL="171450" indent="-171450">
              <a:buFont typeface="Arial" panose="020B0604020202090204" pitchFamily="34" charset="0"/>
              <a:buChar char="•"/>
            </a:pPr>
            <a:r>
              <a:rPr lang="zh-CN" altLang="en-US" kern="0" dirty="0"/>
              <a:t>让学生了解什么是</a:t>
            </a:r>
            <a:r>
              <a:rPr kumimoji="1" lang="zh-CN" altLang="en-US" dirty="0"/>
              <a:t>独立基本服务集</a:t>
            </a:r>
            <a:endParaRPr kumimoji="1" lang="en-US" altLang="zh-CN" dirty="0"/>
          </a:p>
          <a:p>
            <a:pPr marL="171450" indent="-171450">
              <a:buFont typeface="Arial" panose="020B0604020202090204" pitchFamily="34" charset="0"/>
              <a:buChar char="•"/>
            </a:pPr>
            <a:r>
              <a:rPr kumimoji="1" lang="zh-CN" altLang="en-US" dirty="0"/>
              <a:t>向学生解释自组织模式的特点和应用场景</a:t>
            </a:r>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120</a:t>
            </a:fld>
            <a:endParaRPr kumimoji="1" lang="zh-CN" altLang="en-US"/>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要点：</a:t>
            </a:r>
            <a:endParaRPr lang="en-US" altLang="zh-CN" dirty="0"/>
          </a:p>
          <a:p>
            <a:pPr marL="171450" indent="-171450">
              <a:buFont typeface="Arial" panose="020B0604020202090204" pitchFamily="34" charset="0"/>
              <a:buChar char="•"/>
            </a:pPr>
            <a:r>
              <a:rPr lang="zh-CN" altLang="en-US" dirty="0"/>
              <a:t>介绍</a:t>
            </a:r>
            <a:r>
              <a:rPr lang="en-US" altLang="zh-CN" dirty="0"/>
              <a:t>IEEE 802.11</a:t>
            </a:r>
            <a:r>
              <a:rPr kumimoji="1" lang="zh-CN" altLang="en-US" dirty="0"/>
              <a:t>无线局域网</a:t>
            </a:r>
            <a:r>
              <a:rPr lang="zh-CN" altLang="zh-CN" dirty="0"/>
              <a:t>体系结构</a:t>
            </a:r>
            <a:endParaRPr lang="en-US" altLang="zh-CN" dirty="0"/>
          </a:p>
          <a:p>
            <a:pPr marL="171450" indent="-171450">
              <a:buFont typeface="Arial" panose="020B0604020202090204" pitchFamily="34" charset="0"/>
              <a:buChar char="•"/>
            </a:pPr>
            <a:r>
              <a:rPr lang="zh-CN" altLang="en-US" dirty="0"/>
              <a:t>简要介绍每一层的主要功能</a:t>
            </a:r>
            <a:endParaRPr lang="en-US" altLang="zh-CN" dirty="0"/>
          </a:p>
          <a:p>
            <a:pPr marL="171450" indent="-171450">
              <a:buFont typeface="Arial" panose="020B0604020202090204" pitchFamily="34" charset="0"/>
              <a:buChar char="•"/>
            </a:pPr>
            <a:r>
              <a:rPr lang="zh-CN" altLang="en-US" dirty="0"/>
              <a:t>介绍各层次数据单元的封装机制</a:t>
            </a:r>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121</a:t>
            </a:fld>
            <a:endParaRPr kumimoji="1" lang="zh-CN" altLang="en-US"/>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要点：</a:t>
            </a:r>
            <a:endParaRPr lang="en-US" altLang="zh-CN" dirty="0"/>
          </a:p>
          <a:p>
            <a:pPr marL="171450" indent="-171450">
              <a:buFont typeface="Arial" panose="020B0604020202090204" pitchFamily="34" charset="0"/>
              <a:buChar char="•"/>
            </a:pPr>
            <a:r>
              <a:rPr lang="zh-CN" altLang="en-US" dirty="0"/>
              <a:t>介绍</a:t>
            </a:r>
            <a:r>
              <a:rPr kumimoji="1" lang="zh-CN" altLang="en-US" dirty="0"/>
              <a:t>无线局域网与有线局域网的不同</a:t>
            </a:r>
            <a:endParaRPr kumimoji="1" lang="en-US" altLang="zh-CN" dirty="0"/>
          </a:p>
          <a:p>
            <a:pPr marL="171450" indent="-171450">
              <a:buFont typeface="Arial" panose="020B0604020202090204" pitchFamily="34" charset="0"/>
              <a:buChar char="•"/>
            </a:pPr>
            <a:r>
              <a:rPr kumimoji="1" lang="zh-CN" altLang="en-US" dirty="0"/>
              <a:t>无线局域网需要重点解决的几个问题</a:t>
            </a:r>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122</a:t>
            </a:fld>
            <a:endParaRPr kumimoji="1" lang="zh-CN" altLang="en-US"/>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要点：</a:t>
            </a:r>
            <a:endParaRPr lang="en-US" altLang="zh-CN" dirty="0"/>
          </a:p>
          <a:p>
            <a:pPr marL="171450" indent="-171450">
              <a:buFont typeface="Arial" panose="020B0604020202090204" pitchFamily="34" charset="0"/>
              <a:buChar char="•"/>
            </a:pPr>
            <a:r>
              <a:rPr lang="zh-CN" altLang="en-US" dirty="0"/>
              <a:t>结合无线局域网的发展历程，介绍</a:t>
            </a:r>
            <a:r>
              <a:rPr lang="en-US" altLang="zh-CN" dirty="0"/>
              <a:t>IEEE </a:t>
            </a:r>
            <a:r>
              <a:rPr kumimoji="1" lang="en-US" altLang="zh-CN" sz="1200" dirty="0"/>
              <a:t>802.11</a:t>
            </a:r>
            <a:r>
              <a:rPr kumimoji="1" lang="zh-CN" altLang="en-US" sz="1200" dirty="0"/>
              <a:t>的</a:t>
            </a:r>
            <a:r>
              <a:rPr lang="zh-CN" altLang="en-US" dirty="0"/>
              <a:t>多个物理层标准</a:t>
            </a:r>
            <a:endParaRPr lang="en-US" altLang="zh-CN" dirty="0"/>
          </a:p>
          <a:p>
            <a:pPr marL="171450" indent="-171450">
              <a:buFont typeface="Arial" panose="020B0604020202090204" pitchFamily="34" charset="0"/>
              <a:buChar char="•"/>
            </a:pPr>
            <a:r>
              <a:rPr lang="zh-CN" altLang="en-US" dirty="0"/>
              <a:t>这部分不需要物理层技术做过多的介绍，但需要学生了解技术的发展及趋势，包括：</a:t>
            </a:r>
            <a:endParaRPr lang="en-US" altLang="zh-CN" dirty="0"/>
          </a:p>
          <a:p>
            <a:pPr marL="171450" indent="-171450">
              <a:buFont typeface="等线" panose="02010600030101010101" pitchFamily="2" charset="-122"/>
              <a:buChar char="－"/>
            </a:pPr>
            <a:r>
              <a:rPr kumimoji="1" lang="zh-CN" altLang="en-US" sz="1200" dirty="0"/>
              <a:t>频段选择：</a:t>
            </a:r>
            <a:r>
              <a:rPr kumimoji="1" lang="en-US" altLang="zh-CN" sz="1200" dirty="0"/>
              <a:t>2.4GHz</a:t>
            </a:r>
            <a:r>
              <a:rPr kumimoji="1" lang="zh-CN" altLang="en-US" sz="1200" dirty="0"/>
              <a:t>频段拥挤，传输范围较大；</a:t>
            </a:r>
            <a:r>
              <a:rPr kumimoji="1" lang="en-US" altLang="zh-CN" sz="1200" dirty="0"/>
              <a:t>5GHz</a:t>
            </a:r>
            <a:r>
              <a:rPr kumimoji="1" lang="zh-CN" altLang="en-US" sz="1200" dirty="0"/>
              <a:t>频段干扰小，但传输范围小；</a:t>
            </a:r>
            <a:endParaRPr kumimoji="1" lang="en-US" altLang="zh-CN" sz="1200" dirty="0"/>
          </a:p>
          <a:p>
            <a:pPr marL="628650" lvl="1" indent="-171450">
              <a:buFont typeface="Arial" panose="020B0604020202090204" pitchFamily="34" charset="0"/>
              <a:buChar char="•"/>
            </a:pPr>
            <a:r>
              <a:rPr kumimoji="1" lang="en-US" altLang="zh-CN" sz="1200" dirty="0"/>
              <a:t>802.11</a:t>
            </a:r>
            <a:r>
              <a:rPr kumimoji="1" lang="zh-CN" altLang="en-US" sz="1200" dirty="0"/>
              <a:t>、</a:t>
            </a:r>
            <a:r>
              <a:rPr kumimoji="1" lang="en-US" altLang="zh-CN" sz="1200" dirty="0"/>
              <a:t>802.11b</a:t>
            </a:r>
            <a:r>
              <a:rPr kumimoji="1" lang="zh-CN" altLang="en-US" sz="1200" dirty="0"/>
              <a:t>、</a:t>
            </a:r>
            <a:r>
              <a:rPr kumimoji="1" lang="en-US" altLang="zh-CN" sz="1200" dirty="0"/>
              <a:t>802.11g</a:t>
            </a:r>
            <a:r>
              <a:rPr kumimoji="1" lang="zh-CN" altLang="en-US" sz="1200" dirty="0"/>
              <a:t>：使用</a:t>
            </a:r>
            <a:r>
              <a:rPr kumimoji="1" lang="en-US" altLang="zh-CN" sz="1200" dirty="0"/>
              <a:t>2.4GHz</a:t>
            </a:r>
          </a:p>
          <a:p>
            <a:pPr marL="628650" lvl="1" indent="-171450">
              <a:buFont typeface="Arial" panose="020B0604020202090204" pitchFamily="34" charset="0"/>
              <a:buChar char="•"/>
            </a:pPr>
            <a:r>
              <a:rPr kumimoji="1" lang="en-US" altLang="zh-CN" sz="1200" dirty="0"/>
              <a:t>802.11a</a:t>
            </a:r>
            <a:r>
              <a:rPr kumimoji="1" lang="zh-CN" altLang="en-US" sz="1200" dirty="0"/>
              <a:t>、</a:t>
            </a:r>
            <a:r>
              <a:rPr kumimoji="1" lang="en-US" altLang="zh-CN" sz="1200" dirty="0"/>
              <a:t>802.11ac</a:t>
            </a:r>
            <a:r>
              <a:rPr kumimoji="1" lang="zh-CN" altLang="en-US" sz="1200" dirty="0"/>
              <a:t>：使用</a:t>
            </a:r>
            <a:r>
              <a:rPr kumimoji="1" lang="en-US" altLang="zh-CN" sz="1200" dirty="0"/>
              <a:t>5GHz</a:t>
            </a:r>
          </a:p>
          <a:p>
            <a:pPr marL="628650" lvl="1" indent="-171450">
              <a:buFont typeface="Arial" panose="020B0604020202090204" pitchFamily="34" charset="0"/>
              <a:buChar char="•"/>
            </a:pPr>
            <a:r>
              <a:rPr kumimoji="1" lang="en-US" altLang="zh-CN" sz="1200" dirty="0"/>
              <a:t>802.11n</a:t>
            </a:r>
            <a:r>
              <a:rPr kumimoji="1" lang="zh-CN" altLang="en-US" sz="1200" dirty="0"/>
              <a:t>、</a:t>
            </a:r>
            <a:r>
              <a:rPr kumimoji="1" lang="en-US" altLang="zh-CN" sz="1200" dirty="0"/>
              <a:t>802.11ax</a:t>
            </a:r>
            <a:r>
              <a:rPr kumimoji="1" lang="zh-CN" altLang="en-US" sz="1200" dirty="0"/>
              <a:t>：支持</a:t>
            </a:r>
            <a:r>
              <a:rPr kumimoji="1" lang="en-US" altLang="zh-CN" sz="1200" dirty="0"/>
              <a:t>2.4GHz</a:t>
            </a:r>
            <a:r>
              <a:rPr kumimoji="1" lang="zh-CN" altLang="en-US" sz="1200" dirty="0"/>
              <a:t>、</a:t>
            </a:r>
            <a:r>
              <a:rPr kumimoji="1" lang="en-US" altLang="zh-CN" sz="1200" dirty="0"/>
              <a:t>5GHz</a:t>
            </a:r>
          </a:p>
          <a:p>
            <a:pPr marL="171450" indent="-171450">
              <a:buFont typeface="等线" panose="02010600030101010101" pitchFamily="2" charset="-122"/>
              <a:buChar char="－"/>
            </a:pPr>
            <a:r>
              <a:rPr lang="zh-CN" altLang="en-US" dirty="0"/>
              <a:t>调制技术：目前的核心调制技术是</a:t>
            </a:r>
            <a:r>
              <a:rPr lang="en-US" altLang="zh-CN" dirty="0"/>
              <a:t>QAM</a:t>
            </a:r>
            <a:r>
              <a:rPr lang="zh-CN" altLang="en-US" dirty="0"/>
              <a:t>调制，可以通过一个实例说明什么是</a:t>
            </a:r>
            <a:r>
              <a:rPr lang="en-US" altLang="zh-CN" dirty="0"/>
              <a:t>QAM</a:t>
            </a:r>
            <a:r>
              <a:rPr lang="zh-CN" altLang="en-US" dirty="0"/>
              <a:t>调制</a:t>
            </a:r>
            <a:endParaRPr lang="en-US" altLang="zh-CN" dirty="0"/>
          </a:p>
          <a:p>
            <a:pPr marL="171450" marR="0" lvl="0" indent="-171450" algn="l" defTabSz="914400" rtl="0" eaLnBrk="1" fontAlgn="auto" latinLnBrk="0" hangingPunct="1">
              <a:lnSpc>
                <a:spcPct val="100000"/>
              </a:lnSpc>
              <a:spcBef>
                <a:spcPts val="0"/>
              </a:spcBef>
              <a:spcAft>
                <a:spcPts val="0"/>
              </a:spcAft>
              <a:buClrTx/>
              <a:buSzTx/>
              <a:buFont typeface="等线" panose="02010600030101010101" pitchFamily="2" charset="-122"/>
              <a:buChar char="－"/>
              <a:defRPr/>
            </a:pPr>
            <a:r>
              <a:rPr lang="zh-CN" altLang="en-US" dirty="0"/>
              <a:t>了解</a:t>
            </a:r>
            <a:r>
              <a:rPr kumimoji="1" lang="zh-CN" altLang="en-US" sz="1200" dirty="0"/>
              <a:t>直接序列扩频（</a:t>
            </a:r>
            <a:r>
              <a:rPr kumimoji="1" lang="en-US" altLang="zh-CN" sz="1200" dirty="0"/>
              <a:t>DSSS</a:t>
            </a:r>
            <a:r>
              <a:rPr kumimoji="1" lang="zh-CN" altLang="en-US" sz="1200" dirty="0"/>
              <a:t>）、正交频分多路复用（</a:t>
            </a:r>
            <a:r>
              <a:rPr kumimoji="1" lang="en-US" altLang="zh-CN" sz="1200" dirty="0"/>
              <a:t>OFDM</a:t>
            </a:r>
            <a:r>
              <a:rPr kumimoji="1" lang="zh-CN" altLang="en-US" sz="1200" dirty="0"/>
              <a:t>）、</a:t>
            </a:r>
            <a:r>
              <a:rPr kumimoji="1" lang="zh-CN" altLang="en-US" sz="1200" dirty="0">
                <a:solidFill>
                  <a:srgbClr val="C00000"/>
                </a:solidFill>
              </a:rPr>
              <a:t>正交频分多址（</a:t>
            </a:r>
            <a:r>
              <a:rPr kumimoji="1" lang="en-US" altLang="zh-CN" sz="1200" dirty="0">
                <a:solidFill>
                  <a:srgbClr val="C00000"/>
                </a:solidFill>
              </a:rPr>
              <a:t>OFDMA</a:t>
            </a:r>
            <a:r>
              <a:rPr kumimoji="1" lang="zh-CN" altLang="en-US" sz="1200" dirty="0">
                <a:solidFill>
                  <a:srgbClr val="C00000"/>
                </a:solidFill>
              </a:rPr>
              <a:t>）的大致原理</a:t>
            </a:r>
            <a:endParaRPr kumimoji="1" lang="en-US" altLang="zh-CN" sz="1200" dirty="0">
              <a:solidFill>
                <a:srgbClr val="C00000"/>
              </a:solidFill>
            </a:endParaRPr>
          </a:p>
          <a:p>
            <a:pPr marL="171450" marR="0" lvl="0" indent="-171450" algn="l" defTabSz="914400" rtl="0" eaLnBrk="1" fontAlgn="auto" latinLnBrk="0" hangingPunct="1">
              <a:lnSpc>
                <a:spcPct val="100000"/>
              </a:lnSpc>
              <a:spcBef>
                <a:spcPts val="0"/>
              </a:spcBef>
              <a:spcAft>
                <a:spcPts val="0"/>
              </a:spcAft>
              <a:buClrTx/>
              <a:buSzTx/>
              <a:buFont typeface="等线" panose="02010600030101010101" pitchFamily="2" charset="-122"/>
              <a:buChar char="－"/>
              <a:defRPr/>
            </a:pPr>
            <a:r>
              <a:rPr kumimoji="1" lang="zh-CN" altLang="en-US" sz="1200" dirty="0"/>
              <a:t>了解单天线 、单用户多入多出（</a:t>
            </a:r>
            <a:r>
              <a:rPr kumimoji="1" lang="en-US" altLang="zh-CN" sz="1200" dirty="0"/>
              <a:t>SU-MIMO</a:t>
            </a:r>
            <a:r>
              <a:rPr kumimoji="1" lang="zh-CN" altLang="en-US" sz="1200" dirty="0"/>
              <a:t>）、</a:t>
            </a:r>
            <a:r>
              <a:rPr kumimoji="1" lang="zh-CN" altLang="en-US" sz="1200" dirty="0">
                <a:solidFill>
                  <a:srgbClr val="C00000"/>
                </a:solidFill>
              </a:rPr>
              <a:t>多用户多入多出（</a:t>
            </a:r>
            <a:r>
              <a:rPr kumimoji="1" lang="en-US" altLang="zh-CN" sz="1200" dirty="0">
                <a:solidFill>
                  <a:srgbClr val="C00000"/>
                </a:solidFill>
              </a:rPr>
              <a:t>MU-MIMO</a:t>
            </a:r>
            <a:r>
              <a:rPr kumimoji="1" lang="zh-CN" altLang="en-US" sz="1200" dirty="0">
                <a:solidFill>
                  <a:srgbClr val="C00000"/>
                </a:solidFill>
              </a:rPr>
              <a:t>）</a:t>
            </a:r>
            <a:endParaRPr kumimoji="1" lang="en-US" altLang="zh-CN" sz="1200" dirty="0">
              <a:solidFill>
                <a:srgbClr val="C00000"/>
              </a:solidFill>
            </a:endParaRPr>
          </a:p>
          <a:p>
            <a:pPr marL="171450" indent="-171450">
              <a:buFont typeface="Arial" panose="020B0604020202090204" pitchFamily="34" charset="0"/>
              <a:buChar char="•"/>
            </a:pPr>
            <a:r>
              <a:rPr lang="zh-CN" altLang="en-US" dirty="0"/>
              <a:t>使学生理解物理层技术提升的目标</a:t>
            </a:r>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123</a:t>
            </a:fld>
            <a:endParaRPr kumimoji="1" lang="zh-CN" altLang="en-US"/>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要点：</a:t>
            </a:r>
            <a:endParaRPr lang="en-US" altLang="zh-CN" dirty="0"/>
          </a:p>
          <a:p>
            <a:pPr marL="171450" indent="-171450">
              <a:buFont typeface="Arial" panose="020B0604020202090204" pitchFamily="34" charset="0"/>
              <a:buChar char="•"/>
            </a:pPr>
            <a:r>
              <a:rPr lang="zh-CN" altLang="en-US" dirty="0"/>
              <a:t>回顾</a:t>
            </a:r>
            <a:r>
              <a:rPr kumimoji="1" lang="en-US" altLang="zh-CN" dirty="0"/>
              <a:t>CSMA/CD</a:t>
            </a:r>
            <a:r>
              <a:rPr kumimoji="1" lang="zh-CN" altLang="en-US" dirty="0"/>
              <a:t>介质访问控制方法</a:t>
            </a:r>
            <a:endParaRPr lang="en-US" altLang="zh-CN" dirty="0"/>
          </a:p>
          <a:p>
            <a:pPr marL="171450" indent="-171450">
              <a:buFont typeface="Arial" panose="020B0604020202090204" pitchFamily="34" charset="0"/>
              <a:buChar char="•"/>
            </a:pPr>
            <a:r>
              <a:rPr lang="zh-CN" altLang="en-US" dirty="0"/>
              <a:t>基于无线传输特征，分析</a:t>
            </a:r>
            <a:r>
              <a:rPr kumimoji="1" lang="en-US" altLang="zh-CN" dirty="0"/>
              <a:t>CSMA/CD</a:t>
            </a:r>
            <a:r>
              <a:rPr kumimoji="1" lang="zh-CN" altLang="en-US" dirty="0"/>
              <a:t>不能直接用于无线局域网的原因</a:t>
            </a:r>
            <a:endParaRPr lang="en-US" altLang="zh-CN" dirty="0"/>
          </a:p>
          <a:p>
            <a:endParaRPr kumimoji="1" lang="en-US" altLang="zh-CN" sz="1200" dirty="0"/>
          </a:p>
          <a:p>
            <a:pPr marL="0" indent="0">
              <a:buFont typeface="Arial" panose="020B0604020202090204" pitchFamily="34" charset="0"/>
              <a:buNone/>
            </a:pPr>
            <a:endParaRPr kumimoji="1" lang="en-US" altLang="zh-CN" sz="1200" dirty="0"/>
          </a:p>
          <a:p>
            <a:pPr marL="171450" indent="-171450">
              <a:buFont typeface="Arial" panose="020B0604020202090204" pitchFamily="34" charset="0"/>
              <a:buChar char="•"/>
            </a:pPr>
            <a:endParaRPr kumimoji="1" lang="en-US" altLang="zh-CN" sz="1200" dirty="0"/>
          </a:p>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124</a:t>
            </a:fld>
            <a:endParaRPr kumimoji="1" lang="zh-CN" altLang="en-US"/>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要点：</a:t>
            </a:r>
            <a:endParaRPr lang="en-US" altLang="zh-CN" dirty="0"/>
          </a:p>
          <a:p>
            <a:pPr marL="171450" indent="-171450">
              <a:buFont typeface="Arial" panose="020B0604020202090204" pitchFamily="34" charset="0"/>
              <a:buChar char="•"/>
            </a:pPr>
            <a:r>
              <a:rPr lang="zh-CN" altLang="en-US" dirty="0"/>
              <a:t>介绍无线传输几个范围的定义，为后面讨论隐藏终端和暴露终端问题提供基础</a:t>
            </a:r>
            <a:endParaRPr lang="en-US" altLang="zh-CN" dirty="0"/>
          </a:p>
          <a:p>
            <a:endParaRPr kumimoji="1" lang="en-US" altLang="zh-CN" sz="1200" dirty="0"/>
          </a:p>
          <a:p>
            <a:pPr marL="0" indent="0">
              <a:buFont typeface="Arial" panose="020B0604020202090204" pitchFamily="34" charset="0"/>
              <a:buNone/>
            </a:pPr>
            <a:endParaRPr kumimoji="1" lang="en-US" altLang="zh-CN" sz="1200" dirty="0"/>
          </a:p>
          <a:p>
            <a:pPr marL="171450" indent="-171450">
              <a:buFont typeface="Arial" panose="020B0604020202090204" pitchFamily="34" charset="0"/>
              <a:buChar char="•"/>
            </a:pPr>
            <a:endParaRPr kumimoji="1" lang="en-US" altLang="zh-CN" sz="1200" dirty="0"/>
          </a:p>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125</a:t>
            </a:fld>
            <a:endParaRPr kumimoji="1" lang="zh-CN" altLang="en-US"/>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buFont typeface="Arial" panose="020B0604020202090204" pitchFamily="34" charset="0"/>
              <a:buNone/>
            </a:pPr>
            <a:r>
              <a:rPr lang="zh-CN" altLang="en-US" dirty="0"/>
              <a:t>要点：</a:t>
            </a:r>
            <a:endParaRPr lang="en-US" altLang="zh-CN" dirty="0"/>
          </a:p>
          <a:p>
            <a:pPr marL="171450" indent="-171450">
              <a:buFont typeface="Arial" panose="020B0604020202090204" pitchFamily="34" charset="0"/>
              <a:buChar char="•"/>
            </a:pPr>
            <a:r>
              <a:rPr lang="zh-CN" altLang="en-US" dirty="0"/>
              <a:t>使用具体图示介绍什么是隐藏终端问题</a:t>
            </a:r>
            <a:endParaRPr lang="en-US" altLang="zh-CN" dirty="0"/>
          </a:p>
          <a:p>
            <a:pPr marL="171450" indent="-171450">
              <a:buFont typeface="Arial" panose="020B0604020202090204" pitchFamily="34" charset="0"/>
              <a:buChar char="•"/>
            </a:pPr>
            <a:r>
              <a:rPr lang="zh-CN" altLang="en-US" dirty="0"/>
              <a:t>隐藏终端：几个传输范围之间的关系</a:t>
            </a:r>
            <a:endParaRPr lang="en-US" altLang="zh-CN" dirty="0"/>
          </a:p>
          <a:p>
            <a:endParaRPr kumimoji="1" lang="en-US" altLang="zh-CN" sz="1200" dirty="0"/>
          </a:p>
          <a:p>
            <a:pPr marL="0" indent="0">
              <a:buFont typeface="Arial" panose="020B0604020202090204" pitchFamily="34" charset="0"/>
              <a:buNone/>
            </a:pPr>
            <a:endParaRPr kumimoji="1" lang="en-US" altLang="zh-CN" sz="1200" dirty="0"/>
          </a:p>
          <a:p>
            <a:pPr marL="171450" indent="-171450">
              <a:buFont typeface="Arial" panose="020B0604020202090204" pitchFamily="34" charset="0"/>
              <a:buChar char="•"/>
            </a:pPr>
            <a:endParaRPr kumimoji="1" lang="en-US" altLang="zh-CN" sz="1200" dirty="0"/>
          </a:p>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126</a:t>
            </a:fld>
            <a:endParaRPr kumimoji="1" lang="zh-CN" altLang="en-US"/>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90204" pitchFamily="34" charset="0"/>
              <a:buNone/>
              <a:defRPr/>
            </a:pPr>
            <a:r>
              <a:rPr lang="zh-CN" altLang="en-US" dirty="0"/>
              <a:t>要点：</a:t>
            </a:r>
            <a:endParaRPr lang="en-US" altLang="zh-CN" dirty="0"/>
          </a:p>
          <a:p>
            <a:pPr marL="171450" indent="-171450">
              <a:buFont typeface="Arial" panose="020B0604020202090204" pitchFamily="34" charset="0"/>
              <a:buChar char="•"/>
            </a:pPr>
            <a:r>
              <a:rPr lang="zh-CN" altLang="en-US" dirty="0"/>
              <a:t>使用具体图示介绍什么是暴露终端问题</a:t>
            </a:r>
            <a:endParaRPr lang="en-US" altLang="zh-CN" dirty="0"/>
          </a:p>
          <a:p>
            <a:pPr marL="171450" indent="-171450">
              <a:buFont typeface="Arial" panose="020B0604020202090204" pitchFamily="34" charset="0"/>
              <a:buChar char="•"/>
            </a:pPr>
            <a:r>
              <a:rPr lang="zh-CN" altLang="en-US" dirty="0"/>
              <a:t>暴露终端：几个传输范围之间的关系</a:t>
            </a:r>
            <a:endParaRPr lang="en-US" altLang="zh-CN" dirty="0"/>
          </a:p>
          <a:p>
            <a:endParaRPr lang="en-US" altLang="zh-CN" dirty="0"/>
          </a:p>
          <a:p>
            <a:endParaRPr kumimoji="1" lang="en-US" altLang="zh-CN" sz="1200" dirty="0"/>
          </a:p>
          <a:p>
            <a:pPr marL="0" indent="0">
              <a:buFont typeface="Arial" panose="020B0604020202090204" pitchFamily="34" charset="0"/>
              <a:buNone/>
            </a:pPr>
            <a:endParaRPr kumimoji="1" lang="en-US" altLang="zh-CN" sz="1200" dirty="0"/>
          </a:p>
          <a:p>
            <a:pPr marL="171450" indent="-171450">
              <a:buFont typeface="Arial" panose="020B0604020202090204" pitchFamily="34" charset="0"/>
              <a:buChar char="•"/>
            </a:pPr>
            <a:endParaRPr kumimoji="1" lang="en-US" altLang="zh-CN" sz="1200" dirty="0"/>
          </a:p>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127</a:t>
            </a:fld>
            <a:endParaRPr kumimoji="1" lang="zh-CN" altLang="en-US"/>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要点：</a:t>
            </a:r>
            <a:endParaRPr lang="en-US" altLang="zh-CN" dirty="0"/>
          </a:p>
          <a:p>
            <a:pPr marL="171450" indent="-171450">
              <a:buFont typeface="Arial" panose="020B0604020202090204" pitchFamily="34" charset="0"/>
              <a:buChar char="•"/>
            </a:pPr>
            <a:r>
              <a:rPr lang="en-US" altLang="zh-CN" sz="1200" dirty="0"/>
              <a:t>802.11</a:t>
            </a:r>
            <a:r>
              <a:rPr lang="zh-CN" altLang="en-US" sz="1200" dirty="0"/>
              <a:t>帧格式：与</a:t>
            </a:r>
            <a:r>
              <a:rPr lang="en-US" altLang="zh-CN" sz="1200" dirty="0"/>
              <a:t>802.3</a:t>
            </a:r>
            <a:r>
              <a:rPr lang="zh-CN" altLang="en-US" sz="1200" dirty="0"/>
              <a:t>帧格式进行对照</a:t>
            </a:r>
            <a:endParaRPr lang="en-US" altLang="zh-CN" sz="1200" dirty="0"/>
          </a:p>
          <a:p>
            <a:pPr marL="171450" indent="-171450">
              <a:buFont typeface="Arial" panose="020B0604020202090204" pitchFamily="34" charset="0"/>
              <a:buChar char="•"/>
            </a:pPr>
            <a:r>
              <a:rPr lang="zh-CN" altLang="en-US" sz="1200" dirty="0"/>
              <a:t>初步理解</a:t>
            </a:r>
            <a:r>
              <a:rPr lang="en-US" altLang="zh-CN" sz="1200" dirty="0"/>
              <a:t>802.11</a:t>
            </a:r>
            <a:r>
              <a:rPr lang="zh-CN" altLang="en-US" sz="1200" dirty="0"/>
              <a:t>帧格式，具体各域段的含义在后面继续介绍</a:t>
            </a:r>
            <a:endParaRPr lang="en-US" altLang="zh-CN" sz="1200" dirty="0"/>
          </a:p>
          <a:p>
            <a:pPr marL="171450" indent="-171450">
              <a:buFont typeface="Arial" panose="020B0604020202090204" pitchFamily="34" charset="0"/>
              <a:buChar char="•"/>
            </a:pPr>
            <a:r>
              <a:rPr lang="en-US" altLang="zh-CN" sz="1200" dirty="0"/>
              <a:t>802.11</a:t>
            </a:r>
            <a:r>
              <a:rPr lang="zh-CN" altLang="en-US" sz="1200" dirty="0"/>
              <a:t>帧主要分为管理帧、控制帧和数据帧</a:t>
            </a:r>
            <a:endParaRPr kumimoji="1" lang="en-US" altLang="zh-CN" sz="1200" dirty="0"/>
          </a:p>
          <a:p>
            <a:pPr marL="171450" indent="-171450">
              <a:buFont typeface="Arial" panose="020B0604020202090204" pitchFamily="34" charset="0"/>
              <a:buChar char="•"/>
            </a:pPr>
            <a:endParaRPr kumimoji="1" lang="en-US" altLang="zh-CN" sz="1200" dirty="0"/>
          </a:p>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128</a:t>
            </a:fld>
            <a:endParaRPr kumimoji="1" lang="zh-CN" altLang="en-US"/>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defRPr/>
            </a:pPr>
            <a:r>
              <a:rPr lang="zh-CN" altLang="en-US" sz="1200" kern="1200" dirty="0">
                <a:solidFill>
                  <a:schemeClr val="tx1"/>
                </a:solidFill>
                <a:effectLst/>
                <a:latin typeface="Arial" panose="020B0604020202090204" pitchFamily="34" charset="0"/>
                <a:ea typeface="宋体" panose="02010600030101010101" pitchFamily="2" charset="-122"/>
                <a:cs typeface="+mn-cs"/>
              </a:rPr>
              <a:t>第一个需要更快的</a:t>
            </a:r>
            <a:r>
              <a:rPr lang="en-US" sz="1200" kern="1200" dirty="0">
                <a:solidFill>
                  <a:schemeClr val="tx1"/>
                </a:solidFill>
                <a:effectLst/>
                <a:latin typeface="Arial" panose="020B0604020202090204" pitchFamily="34" charset="0"/>
                <a:ea typeface="宋体" panose="02010600030101010101" pitchFamily="2" charset="-122"/>
                <a:cs typeface="+mn-cs"/>
              </a:rPr>
              <a:t>CPU</a:t>
            </a:r>
            <a:r>
              <a:rPr lang="zh-CN" altLang="en-US" sz="1200" kern="1200" dirty="0">
                <a:solidFill>
                  <a:schemeClr val="tx1"/>
                </a:solidFill>
                <a:effectLst/>
                <a:latin typeface="Arial" panose="020B0604020202090204" pitchFamily="34" charset="0"/>
                <a:ea typeface="宋体" panose="02010600030101010101" pitchFamily="2" charset="-122"/>
                <a:cs typeface="+mn-cs"/>
              </a:rPr>
              <a:t>。（包的数量远比包的长度浪费</a:t>
            </a:r>
            <a:r>
              <a:rPr lang="en-US" sz="1200" kern="1200" dirty="0">
                <a:solidFill>
                  <a:schemeClr val="tx1"/>
                </a:solidFill>
                <a:effectLst/>
                <a:latin typeface="Arial" panose="020B0604020202090204" pitchFamily="34" charset="0"/>
                <a:ea typeface="宋体" panose="02010600030101010101" pitchFamily="2" charset="-122"/>
                <a:cs typeface="+mn-cs"/>
              </a:rPr>
              <a:t>CPU</a:t>
            </a:r>
            <a:r>
              <a:rPr lang="zh-CN" altLang="en-US" sz="1200" kern="1200" dirty="0">
                <a:solidFill>
                  <a:schemeClr val="tx1"/>
                </a:solidFill>
                <a:effectLst/>
                <a:latin typeface="Arial" panose="020B0604020202090204" pitchFamily="34" charset="0"/>
                <a:ea typeface="宋体" panose="02010600030101010101" pitchFamily="2" charset="-122"/>
                <a:cs typeface="+mn-cs"/>
              </a:rPr>
              <a:t>资源）</a:t>
            </a:r>
            <a:endParaRPr lang="en-US" sz="1200" kern="1200" dirty="0">
              <a:solidFill>
                <a:schemeClr val="tx1"/>
              </a:solidFill>
              <a:effectLst/>
              <a:latin typeface="Arial" panose="020B0604020202090204" pitchFamily="34" charset="0"/>
              <a:ea typeface="宋体" panose="02010600030101010101" pitchFamily="2" charset="-122"/>
              <a:cs typeface="+mn-cs"/>
            </a:endParaRPr>
          </a:p>
          <a:p>
            <a:endParaRPr lang="en-US" dirty="0"/>
          </a:p>
        </p:txBody>
      </p:sp>
      <p:sp>
        <p:nvSpPr>
          <p:cNvPr id="4" name="灯片编号占位符 3"/>
          <p:cNvSpPr>
            <a:spLocks noGrp="1"/>
          </p:cNvSpPr>
          <p:nvPr>
            <p:ph type="sldNum" sz="quarter" idx="10"/>
          </p:nvPr>
        </p:nvSpPr>
        <p:spPr/>
        <p:txBody>
          <a:bodyPr/>
          <a:lstStyle/>
          <a:p>
            <a:pPr>
              <a:defRPr/>
            </a:pPr>
            <a:fld id="{6B10DB7C-4FBB-4E67-968A-D533EA99E1BB}" type="slidenum">
              <a:rPr lang="en-US" altLang="zh-CN" smtClean="0"/>
              <a:t>129</a:t>
            </a:fld>
            <a:endParaRPr lang="en-US" altLang="zh-CN"/>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幻灯片图像占位符 1"/>
          <p:cNvSpPr>
            <a:spLocks noGrp="1" noRot="1" noChangeAspect="1" noTextEdit="1"/>
          </p:cNvSpPr>
          <p:nvPr>
            <p:ph type="sldImg"/>
          </p:nvPr>
        </p:nvSpPr>
        <p:spPr/>
      </p:sp>
      <p:sp>
        <p:nvSpPr>
          <p:cNvPr id="111619"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90204" pitchFamily="34" charset="0"/>
            </a:endParaRPr>
          </a:p>
        </p:txBody>
      </p:sp>
      <p:sp>
        <p:nvSpPr>
          <p:cNvPr id="111620"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1"/>
                </a:solidFill>
                <a:latin typeface="Arial" panose="020B0604020202090204" pitchFamily="34" charset="0"/>
                <a:ea typeface="楷体_GB2312" pitchFamily="49" charset="-122"/>
              </a:defRPr>
            </a:lvl1pPr>
            <a:lvl2pPr marL="742950" indent="-285750">
              <a:defRPr sz="2000" b="1">
                <a:solidFill>
                  <a:schemeClr val="tx1"/>
                </a:solidFill>
                <a:latin typeface="Arial" panose="020B0604020202090204" pitchFamily="34" charset="0"/>
                <a:ea typeface="楷体_GB2312" pitchFamily="49" charset="-122"/>
              </a:defRPr>
            </a:lvl2pPr>
            <a:lvl3pPr marL="1143000" indent="-228600">
              <a:defRPr sz="2000" b="1">
                <a:solidFill>
                  <a:schemeClr val="tx1"/>
                </a:solidFill>
                <a:latin typeface="Arial" panose="020B0604020202090204" pitchFamily="34" charset="0"/>
                <a:ea typeface="楷体_GB2312" pitchFamily="49" charset="-122"/>
              </a:defRPr>
            </a:lvl3pPr>
            <a:lvl4pPr marL="1600200" indent="-228600">
              <a:defRPr sz="2000" b="1">
                <a:solidFill>
                  <a:schemeClr val="tx1"/>
                </a:solidFill>
                <a:latin typeface="Arial" panose="020B0604020202090204" pitchFamily="34" charset="0"/>
                <a:ea typeface="楷体_GB2312" pitchFamily="49" charset="-122"/>
              </a:defRPr>
            </a:lvl4pPr>
            <a:lvl5pPr marL="2057400" indent="-228600">
              <a:defRPr sz="2000" b="1">
                <a:solidFill>
                  <a:schemeClr val="tx1"/>
                </a:solidFill>
                <a:latin typeface="Arial" panose="020B0604020202090204" pitchFamily="34" charset="0"/>
                <a:ea typeface="楷体_GB2312" pitchFamily="49" charset="-122"/>
              </a:defRPr>
            </a:lvl5pPr>
            <a:lvl6pPr marL="2514600" indent="-228600" eaLnBrk="0" fontAlgn="base" hangingPunct="0">
              <a:spcBef>
                <a:spcPct val="0"/>
              </a:spcBef>
              <a:spcAft>
                <a:spcPct val="0"/>
              </a:spcAft>
              <a:defRPr sz="2000" b="1">
                <a:solidFill>
                  <a:schemeClr val="tx1"/>
                </a:solidFill>
                <a:latin typeface="Arial" panose="020B0604020202090204" pitchFamily="34" charset="0"/>
                <a:ea typeface="楷体_GB2312" pitchFamily="49" charset="-122"/>
              </a:defRPr>
            </a:lvl6pPr>
            <a:lvl7pPr marL="2971800" indent="-228600" eaLnBrk="0" fontAlgn="base" hangingPunct="0">
              <a:spcBef>
                <a:spcPct val="0"/>
              </a:spcBef>
              <a:spcAft>
                <a:spcPct val="0"/>
              </a:spcAft>
              <a:defRPr sz="2000" b="1">
                <a:solidFill>
                  <a:schemeClr val="tx1"/>
                </a:solidFill>
                <a:latin typeface="Arial" panose="020B0604020202090204" pitchFamily="34" charset="0"/>
                <a:ea typeface="楷体_GB2312" pitchFamily="49" charset="-122"/>
              </a:defRPr>
            </a:lvl7pPr>
            <a:lvl8pPr marL="3429000" indent="-228600" eaLnBrk="0" fontAlgn="base" hangingPunct="0">
              <a:spcBef>
                <a:spcPct val="0"/>
              </a:spcBef>
              <a:spcAft>
                <a:spcPct val="0"/>
              </a:spcAft>
              <a:defRPr sz="2000" b="1">
                <a:solidFill>
                  <a:schemeClr val="tx1"/>
                </a:solidFill>
                <a:latin typeface="Arial" panose="020B0604020202090204" pitchFamily="34" charset="0"/>
                <a:ea typeface="楷体_GB2312" pitchFamily="49" charset="-122"/>
              </a:defRPr>
            </a:lvl8pPr>
            <a:lvl9pPr marL="3886200" indent="-228600" eaLnBrk="0" fontAlgn="base" hangingPunct="0">
              <a:spcBef>
                <a:spcPct val="0"/>
              </a:spcBef>
              <a:spcAft>
                <a:spcPct val="0"/>
              </a:spcAft>
              <a:defRPr sz="2000" b="1">
                <a:solidFill>
                  <a:schemeClr val="tx1"/>
                </a:solidFill>
                <a:latin typeface="Arial" panose="020B0604020202090204" pitchFamily="34" charset="0"/>
                <a:ea typeface="楷体_GB2312" pitchFamily="49" charset="-122"/>
              </a:defRPr>
            </a:lvl9pPr>
          </a:lstStyle>
          <a:p>
            <a:fld id="{34C7866F-9EA8-4178-A2E9-D736CB4A61B2}" type="slidenum">
              <a:rPr lang="en-US" altLang="zh-CN" sz="1300" b="0">
                <a:ea typeface="宋体" panose="02010600030101010101" pitchFamily="2" charset="-122"/>
              </a:rPr>
              <a:t>132</a:t>
            </a:fld>
            <a:endParaRPr lang="en-US" altLang="zh-CN" sz="1300" b="0">
              <a:ea typeface="宋体" panose="02010600030101010101"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kumimoji="1" lang="zh-CN" altLang="en-US" dirty="0"/>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dirty="0"/>
              <a:t>单击此处编辑母版副标题样式</a:t>
            </a:r>
          </a:p>
        </p:txBody>
      </p:sp>
      <p:sp>
        <p:nvSpPr>
          <p:cNvPr id="7" name="矩形 6"/>
          <p:cNvSpPr/>
          <p:nvPr userDrawn="1"/>
        </p:nvSpPr>
        <p:spPr>
          <a:xfrm>
            <a:off x="-9939" y="-8627"/>
            <a:ext cx="9307502" cy="567811"/>
          </a:xfrm>
          <a:prstGeom prst="rect">
            <a:avLst/>
          </a:prstGeom>
          <a:solidFill>
            <a:srgbClr val="5B30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0" spc="600" dirty="0">
                <a:solidFill>
                  <a:schemeClr val="bg1"/>
                </a:solidFill>
                <a:latin typeface="微软雅黑" panose="020B0503020204020204" pitchFamily="34" charset="-122"/>
                <a:ea typeface="微软雅黑" panose="020B0503020204020204" pitchFamily="34" charset="-122"/>
              </a:rPr>
              <a:t>计算机网络</a:t>
            </a:r>
          </a:p>
        </p:txBody>
      </p:sp>
      <p:sp>
        <p:nvSpPr>
          <p:cNvPr id="9" name="文本框 8"/>
          <p:cNvSpPr txBox="1"/>
          <p:nvPr userDrawn="1"/>
        </p:nvSpPr>
        <p:spPr>
          <a:xfrm>
            <a:off x="9569811" y="90612"/>
            <a:ext cx="2297425" cy="369332"/>
          </a:xfrm>
          <a:prstGeom prst="rect">
            <a:avLst/>
          </a:prstGeom>
          <a:noFill/>
        </p:spPr>
        <p:txBody>
          <a:bodyPr wrap="none" rtlCol="0">
            <a:spAutoFit/>
          </a:bodyPr>
          <a:lstStyle/>
          <a:p>
            <a:pPr algn="r"/>
            <a:r>
              <a:rPr lang="zh-CN" altLang="en-US" sz="1800" spc="600" dirty="0">
                <a:solidFill>
                  <a:srgbClr val="5B307E"/>
                </a:solidFill>
                <a:latin typeface="微软雅黑" panose="020B0503020204020204" pitchFamily="34" charset="-122"/>
                <a:ea typeface="微软雅黑" panose="020B0503020204020204" pitchFamily="34" charset="-122"/>
              </a:rPr>
              <a:t>众筹</a:t>
            </a:r>
            <a:r>
              <a:rPr lang="en-US" altLang="zh-CN" sz="1800" b="0" spc="600" dirty="0">
                <a:solidFill>
                  <a:srgbClr val="5B307E"/>
                </a:solidFill>
                <a:latin typeface="微软雅黑" panose="020B0503020204020204" pitchFamily="34" charset="-122"/>
                <a:ea typeface="微软雅黑" panose="020B0503020204020204" pitchFamily="34" charset="-122"/>
              </a:rPr>
              <a:t>·</a:t>
            </a:r>
            <a:r>
              <a:rPr lang="zh-CN" altLang="en-US" sz="1800" spc="600" dirty="0">
                <a:solidFill>
                  <a:srgbClr val="5B307E"/>
                </a:solidFill>
                <a:latin typeface="微软雅黑" panose="020B0503020204020204" pitchFamily="34" charset="-122"/>
                <a:ea typeface="微软雅黑" panose="020B0503020204020204" pitchFamily="34" charset="-122"/>
              </a:rPr>
              <a:t>网络</a:t>
            </a:r>
            <a:r>
              <a:rPr lang="en-US" altLang="zh-CN" sz="1800" b="0" spc="600" dirty="0">
                <a:solidFill>
                  <a:srgbClr val="5B307E"/>
                </a:solidFill>
                <a:latin typeface="微软雅黑" panose="020B0503020204020204" pitchFamily="34" charset="-122"/>
                <a:ea typeface="微软雅黑" panose="020B0503020204020204" pitchFamily="34" charset="-122"/>
              </a:rPr>
              <a:t>·</a:t>
            </a:r>
            <a:r>
              <a:rPr lang="zh-CN" altLang="en-US" sz="1800" spc="600" dirty="0">
                <a:solidFill>
                  <a:srgbClr val="5B307E"/>
                </a:solidFill>
                <a:latin typeface="微软雅黑" panose="020B0503020204020204" pitchFamily="34" charset="-122"/>
                <a:ea typeface="微软雅黑" panose="020B0503020204020204" pitchFamily="34" charset="-122"/>
              </a:rPr>
              <a:t>分享</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39" name="矩形 38"/>
          <p:cNvSpPr/>
          <p:nvPr userDrawn="1"/>
        </p:nvSpPr>
        <p:spPr>
          <a:xfrm>
            <a:off x="667831" y="541554"/>
            <a:ext cx="509313" cy="498948"/>
          </a:xfrm>
          <a:prstGeom prst="rect">
            <a:avLst/>
          </a:prstGeom>
          <a:solidFill>
            <a:srgbClr val="5C30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rgbClr val="5C307E"/>
              </a:solidFill>
            </a:endParaRPr>
          </a:p>
        </p:txBody>
      </p:sp>
      <p:sp>
        <p:nvSpPr>
          <p:cNvPr id="2" name="标题 1"/>
          <p:cNvSpPr>
            <a:spLocks noGrp="1"/>
          </p:cNvSpPr>
          <p:nvPr>
            <p:ph type="title"/>
          </p:nvPr>
        </p:nvSpPr>
        <p:spPr/>
        <p:txBody>
          <a:bodyPr>
            <a:normAutofit/>
          </a:bodyPr>
          <a:lstStyle>
            <a:lvl1pPr>
              <a:defRPr sz="4000"/>
            </a:lvl1pPr>
          </a:lstStyle>
          <a:p>
            <a:r>
              <a:rPr kumimoji="1" lang="zh-CN" altLang="en-US" dirty="0"/>
              <a:t>单击此处编辑母版标题样式</a:t>
            </a:r>
          </a:p>
        </p:txBody>
      </p:sp>
      <p:sp>
        <p:nvSpPr>
          <p:cNvPr id="3" name="内容占位符 2"/>
          <p:cNvSpPr>
            <a:spLocks noGrp="1"/>
          </p:cNvSpPr>
          <p:nvPr>
            <p:ph idx="1"/>
          </p:nvPr>
        </p:nvSpPr>
        <p:spPr>
          <a:xfrm>
            <a:off x="838200" y="1510758"/>
            <a:ext cx="10515600" cy="4586694"/>
          </a:xfrm>
        </p:spPr>
        <p:txBody>
          <a:bodyPr/>
          <a:lstStyle>
            <a:lvl1pPr marL="360680" indent="-360680">
              <a:lnSpc>
                <a:spcPct val="100000"/>
              </a:lnSpc>
              <a:spcBef>
                <a:spcPts val="600"/>
              </a:spcBef>
              <a:buFont typeface="Wingdings" panose="05000000000000000000" pitchFamily="2" charset="2"/>
              <a:buChar char="Ø"/>
              <a:defRPr/>
            </a:lvl1pPr>
            <a:lvl2pPr>
              <a:lnSpc>
                <a:spcPct val="100000"/>
              </a:lnSpc>
              <a:spcBef>
                <a:spcPts val="600"/>
              </a:spcBef>
              <a:buFont typeface="Arial" panose="020B0604020202090204" pitchFamily="34" charset="0"/>
              <a:buChar char="•"/>
              <a:defRPr/>
            </a:lvl2pPr>
            <a:lvl3pPr>
              <a:lnSpc>
                <a:spcPct val="100000"/>
              </a:lnSpc>
              <a:spcBef>
                <a:spcPts val="600"/>
              </a:spcBef>
              <a:defRPr/>
            </a:lvl3pPr>
            <a:lvl4pPr>
              <a:lnSpc>
                <a:spcPct val="100000"/>
              </a:lnSpc>
              <a:spcBef>
                <a:spcPts val="600"/>
              </a:spcBef>
              <a:defRPr/>
            </a:lvl4pPr>
            <a:lvl5pPr>
              <a:lnSpc>
                <a:spcPct val="100000"/>
              </a:lnSpc>
              <a:spcBef>
                <a:spcPts val="600"/>
              </a:spcBef>
              <a:defRPr/>
            </a:lvl5p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4" name="日期占位符 3"/>
          <p:cNvSpPr>
            <a:spLocks noGrp="1"/>
          </p:cNvSpPr>
          <p:nvPr>
            <p:ph type="dt" sz="half" idx="10"/>
          </p:nvPr>
        </p:nvSpPr>
        <p:spPr>
          <a:xfrm>
            <a:off x="197335" y="6489303"/>
            <a:ext cx="2743200" cy="365125"/>
          </a:xfrm>
          <a:prstGeom prst="rect">
            <a:avLst/>
          </a:prstGeom>
        </p:spPr>
        <p:txBody>
          <a:bodyPr/>
          <a:lstStyle/>
          <a:p>
            <a:r>
              <a:rPr kumimoji="1" lang="en-US" altLang="zh-CN"/>
              <a:t>1.1 </a:t>
            </a:r>
            <a:r>
              <a:rPr kumimoji="1" lang="zh-CN" altLang="en-US"/>
              <a:t>模板使用说明</a:t>
            </a:r>
            <a:endParaRPr kumimoji="1" lang="zh-CN" altLang="en-US" dirty="0"/>
          </a:p>
        </p:txBody>
      </p:sp>
      <p:sp>
        <p:nvSpPr>
          <p:cNvPr id="5" name="页脚占位符 4"/>
          <p:cNvSpPr>
            <a:spLocks noGrp="1"/>
          </p:cNvSpPr>
          <p:nvPr>
            <p:ph type="ftr" sz="quarter" idx="11"/>
          </p:nvPr>
        </p:nvSpPr>
        <p:spPr>
          <a:xfrm>
            <a:off x="4038600" y="6489303"/>
            <a:ext cx="4114800" cy="365125"/>
          </a:xfrm>
          <a:prstGeom prst="rect">
            <a:avLst/>
          </a:prstGeom>
        </p:spPr>
        <p:txBody>
          <a:bodyPr/>
          <a:lstStyle/>
          <a:p>
            <a:r>
              <a:rPr kumimoji="1" lang="zh-CN" altLang="en-US" dirty="0"/>
              <a:t>引自：</a:t>
            </a:r>
            <a:r>
              <a:rPr kumimoji="1" lang="en-US" altLang="zh-CN" dirty="0"/>
              <a:t>XXXXX</a:t>
            </a:r>
            <a:r>
              <a:rPr kumimoji="1" lang="zh-CN" altLang="en-US" dirty="0"/>
              <a:t>（如果需要）</a:t>
            </a:r>
          </a:p>
        </p:txBody>
      </p:sp>
      <p:sp>
        <p:nvSpPr>
          <p:cNvPr id="6" name="灯片编号占位符 5"/>
          <p:cNvSpPr>
            <a:spLocks noGrp="1"/>
          </p:cNvSpPr>
          <p:nvPr>
            <p:ph type="sldNum" sz="quarter" idx="12"/>
          </p:nvPr>
        </p:nvSpPr>
        <p:spPr>
          <a:xfrm>
            <a:off x="8686810" y="6489303"/>
            <a:ext cx="3319670" cy="365125"/>
          </a:xfrm>
          <a:prstGeom prst="rect">
            <a:avLst/>
          </a:prstGeom>
        </p:spPr>
        <p:txBody>
          <a:bodyPr/>
          <a:lstStyle/>
          <a:p>
            <a:fld id="{8D4D1E41-7A09-AB4A-A4E1-09765ADA2698}" type="slidenum">
              <a:rPr kumimoji="1" lang="zh-CN" altLang="en-US" smtClean="0"/>
              <a:t>‹#›</a:t>
            </a:fld>
            <a:endParaRPr kumimoji="1" lang="zh-CN" altLang="en-US" dirty="0"/>
          </a:p>
        </p:txBody>
      </p:sp>
      <p:cxnSp>
        <p:nvCxnSpPr>
          <p:cNvPr id="40" name="直线连接符 39"/>
          <p:cNvCxnSpPr/>
          <p:nvPr userDrawn="1"/>
        </p:nvCxnSpPr>
        <p:spPr>
          <a:xfrm>
            <a:off x="1314788" y="1244212"/>
            <a:ext cx="7295812" cy="0"/>
          </a:xfrm>
          <a:prstGeom prst="line">
            <a:avLst/>
          </a:prstGeom>
          <a:ln w="19050">
            <a:solidFill>
              <a:srgbClr val="5C307E"/>
            </a:solidFill>
          </a:ln>
        </p:spPr>
        <p:style>
          <a:lnRef idx="1">
            <a:schemeClr val="accent1"/>
          </a:lnRef>
          <a:fillRef idx="0">
            <a:schemeClr val="accent1"/>
          </a:fillRef>
          <a:effectRef idx="0">
            <a:schemeClr val="accent1"/>
          </a:effectRef>
          <a:fontRef idx="minor">
            <a:schemeClr val="tx1"/>
          </a:fontRef>
        </p:style>
      </p:cxnSp>
      <p:grpSp>
        <p:nvGrpSpPr>
          <p:cNvPr id="41" name="组合 40"/>
          <p:cNvGrpSpPr/>
          <p:nvPr userDrawn="1"/>
        </p:nvGrpSpPr>
        <p:grpSpPr>
          <a:xfrm>
            <a:off x="9849450" y="844221"/>
            <a:ext cx="1961485" cy="208345"/>
            <a:chOff x="1368170" y="1165302"/>
            <a:chExt cx="4139947" cy="439737"/>
          </a:xfrm>
        </p:grpSpPr>
        <p:grpSp>
          <p:nvGrpSpPr>
            <p:cNvPr id="42" name="组合 41"/>
            <p:cNvGrpSpPr/>
            <p:nvPr/>
          </p:nvGrpSpPr>
          <p:grpSpPr>
            <a:xfrm>
              <a:off x="1368170" y="1165302"/>
              <a:ext cx="550582" cy="439737"/>
              <a:chOff x="1368170" y="664579"/>
              <a:chExt cx="550582" cy="439737"/>
            </a:xfrm>
          </p:grpSpPr>
          <p:sp>
            <p:nvSpPr>
              <p:cNvPr id="53" name="Freeform 1"/>
              <p:cNvSpPr>
                <a:spLocks noChangeArrowheads="1"/>
              </p:cNvSpPr>
              <p:nvPr/>
            </p:nvSpPr>
            <p:spPr bwMode="auto">
              <a:xfrm>
                <a:off x="1481203" y="771778"/>
                <a:ext cx="437549" cy="332538"/>
              </a:xfrm>
              <a:custGeom>
                <a:avLst/>
                <a:gdLst>
                  <a:gd name="T0" fmla="*/ 25 w 2647"/>
                  <a:gd name="T1" fmla="*/ 1478 h 2011"/>
                  <a:gd name="T2" fmla="*/ 525 w 2647"/>
                  <a:gd name="T3" fmla="*/ 1865 h 2011"/>
                  <a:gd name="T4" fmla="*/ 736 w 2647"/>
                  <a:gd name="T5" fmla="*/ 1972 h 2011"/>
                  <a:gd name="T6" fmla="*/ 940 w 2647"/>
                  <a:gd name="T7" fmla="*/ 2010 h 2011"/>
                  <a:gd name="T8" fmla="*/ 1078 w 2647"/>
                  <a:gd name="T9" fmla="*/ 1991 h 2011"/>
                  <a:gd name="T10" fmla="*/ 1286 w 2647"/>
                  <a:gd name="T11" fmla="*/ 1894 h 2011"/>
                  <a:gd name="T12" fmla="*/ 1506 w 2647"/>
                  <a:gd name="T13" fmla="*/ 1715 h 2011"/>
                  <a:gd name="T14" fmla="*/ 1506 w 2647"/>
                  <a:gd name="T15" fmla="*/ 1715 h 2011"/>
                  <a:gd name="T16" fmla="*/ 2630 w 2647"/>
                  <a:gd name="T17" fmla="*/ 624 h 2011"/>
                  <a:gd name="T18" fmla="*/ 2646 w 2647"/>
                  <a:gd name="T19" fmla="*/ 586 h 2011"/>
                  <a:gd name="T20" fmla="*/ 2630 w 2647"/>
                  <a:gd name="T21" fmla="*/ 548 h 2011"/>
                  <a:gd name="T22" fmla="*/ 2090 w 2647"/>
                  <a:gd name="T23" fmla="*/ 21 h 2011"/>
                  <a:gd name="T24" fmla="*/ 2016 w 2647"/>
                  <a:gd name="T25" fmla="*/ 22 h 2011"/>
                  <a:gd name="T26" fmla="*/ 2017 w 2647"/>
                  <a:gd name="T27" fmla="*/ 96 h 2011"/>
                  <a:gd name="T28" fmla="*/ 2518 w 2647"/>
                  <a:gd name="T29" fmla="*/ 586 h 2011"/>
                  <a:gd name="T30" fmla="*/ 1433 w 2647"/>
                  <a:gd name="T31" fmla="*/ 1639 h 2011"/>
                  <a:gd name="T32" fmla="*/ 1433 w 2647"/>
                  <a:gd name="T33" fmla="*/ 1639 h 2011"/>
                  <a:gd name="T34" fmla="*/ 1167 w 2647"/>
                  <a:gd name="T35" fmla="*/ 1843 h 2011"/>
                  <a:gd name="T36" fmla="*/ 1051 w 2647"/>
                  <a:gd name="T37" fmla="*/ 1889 h 2011"/>
                  <a:gd name="T38" fmla="*/ 940 w 2647"/>
                  <a:gd name="T39" fmla="*/ 1904 h 2011"/>
                  <a:gd name="T40" fmla="*/ 772 w 2647"/>
                  <a:gd name="T41" fmla="*/ 1872 h 2011"/>
                  <a:gd name="T42" fmla="*/ 474 w 2647"/>
                  <a:gd name="T43" fmla="*/ 1704 h 2011"/>
                  <a:gd name="T44" fmla="*/ 93 w 2647"/>
                  <a:gd name="T45" fmla="*/ 1398 h 2011"/>
                  <a:gd name="T46" fmla="*/ 19 w 2647"/>
                  <a:gd name="T47" fmla="*/ 1404 h 2011"/>
                  <a:gd name="T48" fmla="*/ 25 w 2647"/>
                  <a:gd name="T49" fmla="*/ 1478 h 20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47" h="2011">
                    <a:moveTo>
                      <a:pt x="25" y="1478"/>
                    </a:moveTo>
                    <a:cubicBezTo>
                      <a:pt x="219" y="1643"/>
                      <a:pt x="380" y="1773"/>
                      <a:pt x="525" y="1865"/>
                    </a:cubicBezTo>
                    <a:cubicBezTo>
                      <a:pt x="598" y="1911"/>
                      <a:pt x="668" y="1947"/>
                      <a:pt x="736" y="1972"/>
                    </a:cubicBezTo>
                    <a:cubicBezTo>
                      <a:pt x="805" y="1996"/>
                      <a:pt x="872" y="2010"/>
                      <a:pt x="940" y="2010"/>
                    </a:cubicBezTo>
                    <a:cubicBezTo>
                      <a:pt x="986" y="2010"/>
                      <a:pt x="1032" y="2004"/>
                      <a:pt x="1078" y="1991"/>
                    </a:cubicBezTo>
                    <a:cubicBezTo>
                      <a:pt x="1147" y="1973"/>
                      <a:pt x="1216" y="1940"/>
                      <a:pt x="1286" y="1894"/>
                    </a:cubicBezTo>
                    <a:cubicBezTo>
                      <a:pt x="1357" y="1848"/>
                      <a:pt x="1429" y="1789"/>
                      <a:pt x="1506" y="1715"/>
                    </a:cubicBezTo>
                    <a:lnTo>
                      <a:pt x="1506" y="1715"/>
                    </a:lnTo>
                    <a:lnTo>
                      <a:pt x="2630" y="624"/>
                    </a:lnTo>
                    <a:cubicBezTo>
                      <a:pt x="2640" y="614"/>
                      <a:pt x="2646" y="600"/>
                      <a:pt x="2646" y="586"/>
                    </a:cubicBezTo>
                    <a:cubicBezTo>
                      <a:pt x="2646" y="572"/>
                      <a:pt x="2641" y="558"/>
                      <a:pt x="2630" y="548"/>
                    </a:cubicBezTo>
                    <a:lnTo>
                      <a:pt x="2090" y="21"/>
                    </a:lnTo>
                    <a:cubicBezTo>
                      <a:pt x="2069" y="0"/>
                      <a:pt x="2036" y="1"/>
                      <a:pt x="2016" y="22"/>
                    </a:cubicBezTo>
                    <a:cubicBezTo>
                      <a:pt x="1995" y="42"/>
                      <a:pt x="1996" y="76"/>
                      <a:pt x="2017" y="96"/>
                    </a:cubicBezTo>
                    <a:lnTo>
                      <a:pt x="2518" y="586"/>
                    </a:lnTo>
                    <a:lnTo>
                      <a:pt x="1433" y="1639"/>
                    </a:lnTo>
                    <a:lnTo>
                      <a:pt x="1433" y="1639"/>
                    </a:lnTo>
                    <a:cubicBezTo>
                      <a:pt x="1335" y="1733"/>
                      <a:pt x="1247" y="1800"/>
                      <a:pt x="1167" y="1843"/>
                    </a:cubicBezTo>
                    <a:cubicBezTo>
                      <a:pt x="1127" y="1864"/>
                      <a:pt x="1088" y="1879"/>
                      <a:pt x="1051" y="1889"/>
                    </a:cubicBezTo>
                    <a:cubicBezTo>
                      <a:pt x="1013" y="1899"/>
                      <a:pt x="977" y="1904"/>
                      <a:pt x="940" y="1904"/>
                    </a:cubicBezTo>
                    <a:cubicBezTo>
                      <a:pt x="886" y="1904"/>
                      <a:pt x="831" y="1894"/>
                      <a:pt x="772" y="1872"/>
                    </a:cubicBezTo>
                    <a:cubicBezTo>
                      <a:pt x="683" y="1840"/>
                      <a:pt x="586" y="1784"/>
                      <a:pt x="474" y="1704"/>
                    </a:cubicBezTo>
                    <a:cubicBezTo>
                      <a:pt x="363" y="1624"/>
                      <a:pt x="238" y="1521"/>
                      <a:pt x="93" y="1398"/>
                    </a:cubicBezTo>
                    <a:cubicBezTo>
                      <a:pt x="71" y="1379"/>
                      <a:pt x="38" y="1382"/>
                      <a:pt x="19" y="1404"/>
                    </a:cubicBezTo>
                    <a:cubicBezTo>
                      <a:pt x="0" y="1426"/>
                      <a:pt x="3" y="1459"/>
                      <a:pt x="25" y="1478"/>
                    </a:cubicBezTo>
                  </a:path>
                </a:pathLst>
              </a:custGeom>
              <a:solidFill>
                <a:srgbClr val="D72229"/>
              </a:solid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4" name="Freeform 2"/>
              <p:cNvSpPr>
                <a:spLocks noChangeArrowheads="1"/>
              </p:cNvSpPr>
              <p:nvPr/>
            </p:nvSpPr>
            <p:spPr bwMode="auto">
              <a:xfrm>
                <a:off x="1511832" y="868769"/>
                <a:ext cx="356603" cy="190334"/>
              </a:xfrm>
              <a:custGeom>
                <a:avLst/>
                <a:gdLst>
                  <a:gd name="T0" fmla="*/ 15 w 2158"/>
                  <a:gd name="T1" fmla="*/ 713 h 1152"/>
                  <a:gd name="T2" fmla="*/ 432 w 2158"/>
                  <a:gd name="T3" fmla="*/ 1033 h 1152"/>
                  <a:gd name="T4" fmla="*/ 605 w 2158"/>
                  <a:gd name="T5" fmla="*/ 1120 h 1152"/>
                  <a:gd name="T6" fmla="*/ 771 w 2158"/>
                  <a:gd name="T7" fmla="*/ 1151 h 1152"/>
                  <a:gd name="T8" fmla="*/ 896 w 2158"/>
                  <a:gd name="T9" fmla="*/ 1132 h 1152"/>
                  <a:gd name="T10" fmla="*/ 1089 w 2158"/>
                  <a:gd name="T11" fmla="*/ 1036 h 1152"/>
                  <a:gd name="T12" fmla="*/ 1305 w 2158"/>
                  <a:gd name="T13" fmla="*/ 856 h 1152"/>
                  <a:gd name="T14" fmla="*/ 1305 w 2158"/>
                  <a:gd name="T15" fmla="*/ 856 h 1152"/>
                  <a:gd name="T16" fmla="*/ 2144 w 2158"/>
                  <a:gd name="T17" fmla="*/ 57 h 1152"/>
                  <a:gd name="T18" fmla="*/ 2145 w 2158"/>
                  <a:gd name="T19" fmla="*/ 13 h 1152"/>
                  <a:gd name="T20" fmla="*/ 2100 w 2158"/>
                  <a:gd name="T21" fmla="*/ 12 h 1152"/>
                  <a:gd name="T22" fmla="*/ 1262 w 2158"/>
                  <a:gd name="T23" fmla="*/ 811 h 1152"/>
                  <a:gd name="T24" fmla="*/ 1262 w 2158"/>
                  <a:gd name="T25" fmla="*/ 811 h 1152"/>
                  <a:gd name="T26" fmla="*/ 993 w 2158"/>
                  <a:gd name="T27" fmla="*/ 1023 h 1152"/>
                  <a:gd name="T28" fmla="*/ 878 w 2158"/>
                  <a:gd name="T29" fmla="*/ 1072 h 1152"/>
                  <a:gd name="T30" fmla="*/ 771 w 2158"/>
                  <a:gd name="T31" fmla="*/ 1088 h 1152"/>
                  <a:gd name="T32" fmla="*/ 626 w 2158"/>
                  <a:gd name="T33" fmla="*/ 1061 h 1152"/>
                  <a:gd name="T34" fmla="*/ 376 w 2158"/>
                  <a:gd name="T35" fmla="*/ 920 h 1152"/>
                  <a:gd name="T36" fmla="*/ 55 w 2158"/>
                  <a:gd name="T37" fmla="*/ 665 h 1152"/>
                  <a:gd name="T38" fmla="*/ 11 w 2158"/>
                  <a:gd name="T39" fmla="*/ 669 h 1152"/>
                  <a:gd name="T40" fmla="*/ 15 w 2158"/>
                  <a:gd name="T41" fmla="*/ 713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15" y="713"/>
                    </a:moveTo>
                    <a:cubicBezTo>
                      <a:pt x="179" y="850"/>
                      <a:pt x="312" y="958"/>
                      <a:pt x="432" y="1033"/>
                    </a:cubicBezTo>
                    <a:cubicBezTo>
                      <a:pt x="492" y="1071"/>
                      <a:pt x="549" y="1100"/>
                      <a:pt x="605" y="1120"/>
                    </a:cubicBezTo>
                    <a:cubicBezTo>
                      <a:pt x="661" y="1140"/>
                      <a:pt x="716" y="1151"/>
                      <a:pt x="771" y="1151"/>
                    </a:cubicBezTo>
                    <a:cubicBezTo>
                      <a:pt x="812" y="1151"/>
                      <a:pt x="854" y="1145"/>
                      <a:pt x="896" y="1132"/>
                    </a:cubicBezTo>
                    <a:cubicBezTo>
                      <a:pt x="959" y="1114"/>
                      <a:pt x="1022" y="1082"/>
                      <a:pt x="1089" y="1036"/>
                    </a:cubicBezTo>
                    <a:cubicBezTo>
                      <a:pt x="1156" y="990"/>
                      <a:pt x="1227" y="931"/>
                      <a:pt x="1305" y="856"/>
                    </a:cubicBezTo>
                    <a:lnTo>
                      <a:pt x="1305" y="856"/>
                    </a:lnTo>
                    <a:lnTo>
                      <a:pt x="2144" y="57"/>
                    </a:lnTo>
                    <a:cubicBezTo>
                      <a:pt x="2156" y="45"/>
                      <a:pt x="2157" y="25"/>
                      <a:pt x="2145" y="13"/>
                    </a:cubicBezTo>
                    <a:cubicBezTo>
                      <a:pt x="2133" y="0"/>
                      <a:pt x="2113" y="0"/>
                      <a:pt x="2100" y="12"/>
                    </a:cubicBezTo>
                    <a:lnTo>
                      <a:pt x="1262" y="811"/>
                    </a:lnTo>
                    <a:lnTo>
                      <a:pt x="1262" y="811"/>
                    </a:lnTo>
                    <a:cubicBezTo>
                      <a:pt x="1160" y="908"/>
                      <a:pt x="1072" y="978"/>
                      <a:pt x="993" y="1023"/>
                    </a:cubicBezTo>
                    <a:cubicBezTo>
                      <a:pt x="953" y="1045"/>
                      <a:pt x="915" y="1062"/>
                      <a:pt x="878" y="1072"/>
                    </a:cubicBezTo>
                    <a:cubicBezTo>
                      <a:pt x="842" y="1083"/>
                      <a:pt x="806" y="1088"/>
                      <a:pt x="771" y="1088"/>
                    </a:cubicBezTo>
                    <a:cubicBezTo>
                      <a:pt x="724" y="1088"/>
                      <a:pt x="677" y="1079"/>
                      <a:pt x="626" y="1061"/>
                    </a:cubicBezTo>
                    <a:cubicBezTo>
                      <a:pt x="551" y="1034"/>
                      <a:pt x="469" y="987"/>
                      <a:pt x="376" y="920"/>
                    </a:cubicBezTo>
                    <a:cubicBezTo>
                      <a:pt x="282" y="853"/>
                      <a:pt x="177" y="767"/>
                      <a:pt x="55" y="665"/>
                    </a:cubicBezTo>
                    <a:cubicBezTo>
                      <a:pt x="42" y="654"/>
                      <a:pt x="22" y="656"/>
                      <a:pt x="11" y="669"/>
                    </a:cubicBezTo>
                    <a:cubicBezTo>
                      <a:pt x="0" y="682"/>
                      <a:pt x="1" y="702"/>
                      <a:pt x="15" y="713"/>
                    </a:cubicBezTo>
                  </a:path>
                </a:pathLst>
              </a:custGeom>
              <a:solidFill>
                <a:srgbClr val="DD4A16"/>
              </a:solid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5" name="Freeform 3"/>
              <p:cNvSpPr>
                <a:spLocks noChangeArrowheads="1"/>
              </p:cNvSpPr>
              <p:nvPr/>
            </p:nvSpPr>
            <p:spPr bwMode="auto">
              <a:xfrm>
                <a:off x="1540273" y="847620"/>
                <a:ext cx="304826" cy="169186"/>
              </a:xfrm>
              <a:custGeom>
                <a:avLst/>
                <a:gdLst>
                  <a:gd name="T0" fmla="*/ 12 w 1845"/>
                  <a:gd name="T1" fmla="*/ 672 h 1022"/>
                  <a:gd name="T2" fmla="*/ 350 w 1845"/>
                  <a:gd name="T3" fmla="*/ 928 h 1022"/>
                  <a:gd name="T4" fmla="*/ 488 w 1845"/>
                  <a:gd name="T5" fmla="*/ 997 h 1022"/>
                  <a:gd name="T6" fmla="*/ 620 w 1845"/>
                  <a:gd name="T7" fmla="*/ 1021 h 1022"/>
                  <a:gd name="T8" fmla="*/ 734 w 1845"/>
                  <a:gd name="T9" fmla="*/ 1003 h 1022"/>
                  <a:gd name="T10" fmla="*/ 915 w 1845"/>
                  <a:gd name="T11" fmla="*/ 905 h 1022"/>
                  <a:gd name="T12" fmla="*/ 1129 w 1845"/>
                  <a:gd name="T13" fmla="*/ 720 h 1022"/>
                  <a:gd name="T14" fmla="*/ 1129 w 1845"/>
                  <a:gd name="T15" fmla="*/ 720 h 1022"/>
                  <a:gd name="T16" fmla="*/ 1834 w 1845"/>
                  <a:gd name="T17" fmla="*/ 42 h 1022"/>
                  <a:gd name="T18" fmla="*/ 1835 w 1845"/>
                  <a:gd name="T19" fmla="*/ 10 h 1022"/>
                  <a:gd name="T20" fmla="*/ 1802 w 1845"/>
                  <a:gd name="T21" fmla="*/ 9 h 1022"/>
                  <a:gd name="T22" fmla="*/ 1097 w 1845"/>
                  <a:gd name="T23" fmla="*/ 687 h 1022"/>
                  <a:gd name="T24" fmla="*/ 1097 w 1845"/>
                  <a:gd name="T25" fmla="*/ 687 h 1022"/>
                  <a:gd name="T26" fmla="*/ 828 w 1845"/>
                  <a:gd name="T27" fmla="*/ 907 h 1022"/>
                  <a:gd name="T28" fmla="*/ 720 w 1845"/>
                  <a:gd name="T29" fmla="*/ 959 h 1022"/>
                  <a:gd name="T30" fmla="*/ 620 w 1845"/>
                  <a:gd name="T31" fmla="*/ 975 h 1022"/>
                  <a:gd name="T32" fmla="*/ 504 w 1845"/>
                  <a:gd name="T33" fmla="*/ 954 h 1022"/>
                  <a:gd name="T34" fmla="*/ 302 w 1845"/>
                  <a:gd name="T35" fmla="*/ 841 h 1022"/>
                  <a:gd name="T36" fmla="*/ 41 w 1845"/>
                  <a:gd name="T37" fmla="*/ 636 h 1022"/>
                  <a:gd name="T38" fmla="*/ 9 w 1845"/>
                  <a:gd name="T39" fmla="*/ 640 h 1022"/>
                  <a:gd name="T40" fmla="*/ 12 w 1845"/>
                  <a:gd name="T41" fmla="*/ 672 h 10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5" h="1022">
                    <a:moveTo>
                      <a:pt x="12" y="672"/>
                    </a:moveTo>
                    <a:cubicBezTo>
                      <a:pt x="146" y="782"/>
                      <a:pt x="254" y="868"/>
                      <a:pt x="350" y="928"/>
                    </a:cubicBezTo>
                    <a:cubicBezTo>
                      <a:pt x="398" y="958"/>
                      <a:pt x="444" y="981"/>
                      <a:pt x="488" y="997"/>
                    </a:cubicBezTo>
                    <a:cubicBezTo>
                      <a:pt x="533" y="1013"/>
                      <a:pt x="576" y="1021"/>
                      <a:pt x="620" y="1021"/>
                    </a:cubicBezTo>
                    <a:cubicBezTo>
                      <a:pt x="658" y="1021"/>
                      <a:pt x="695" y="1015"/>
                      <a:pt x="734" y="1003"/>
                    </a:cubicBezTo>
                    <a:cubicBezTo>
                      <a:pt x="791" y="984"/>
                      <a:pt x="850" y="952"/>
                      <a:pt x="915" y="905"/>
                    </a:cubicBezTo>
                    <a:cubicBezTo>
                      <a:pt x="980" y="858"/>
                      <a:pt x="1050" y="797"/>
                      <a:pt x="1129" y="720"/>
                    </a:cubicBezTo>
                    <a:lnTo>
                      <a:pt x="1129" y="720"/>
                    </a:lnTo>
                    <a:lnTo>
                      <a:pt x="1834" y="42"/>
                    </a:lnTo>
                    <a:cubicBezTo>
                      <a:pt x="1843" y="34"/>
                      <a:pt x="1844" y="19"/>
                      <a:pt x="1835" y="10"/>
                    </a:cubicBezTo>
                    <a:cubicBezTo>
                      <a:pt x="1826" y="1"/>
                      <a:pt x="1811" y="0"/>
                      <a:pt x="1802" y="9"/>
                    </a:cubicBezTo>
                    <a:lnTo>
                      <a:pt x="1097" y="687"/>
                    </a:lnTo>
                    <a:lnTo>
                      <a:pt x="1097" y="687"/>
                    </a:lnTo>
                    <a:cubicBezTo>
                      <a:pt x="992" y="788"/>
                      <a:pt x="905" y="861"/>
                      <a:pt x="828" y="907"/>
                    </a:cubicBezTo>
                    <a:cubicBezTo>
                      <a:pt x="790" y="931"/>
                      <a:pt x="754" y="948"/>
                      <a:pt x="720" y="959"/>
                    </a:cubicBezTo>
                    <a:cubicBezTo>
                      <a:pt x="685" y="970"/>
                      <a:pt x="653" y="975"/>
                      <a:pt x="620" y="975"/>
                    </a:cubicBezTo>
                    <a:cubicBezTo>
                      <a:pt x="582" y="975"/>
                      <a:pt x="544" y="968"/>
                      <a:pt x="504" y="954"/>
                    </a:cubicBezTo>
                    <a:cubicBezTo>
                      <a:pt x="443" y="932"/>
                      <a:pt x="378" y="894"/>
                      <a:pt x="302" y="841"/>
                    </a:cubicBezTo>
                    <a:cubicBezTo>
                      <a:pt x="227" y="787"/>
                      <a:pt x="141" y="718"/>
                      <a:pt x="41" y="636"/>
                    </a:cubicBezTo>
                    <a:cubicBezTo>
                      <a:pt x="31" y="628"/>
                      <a:pt x="17" y="630"/>
                      <a:pt x="9" y="640"/>
                    </a:cubicBezTo>
                    <a:cubicBezTo>
                      <a:pt x="0" y="649"/>
                      <a:pt x="2" y="664"/>
                      <a:pt x="12" y="672"/>
                    </a:cubicBezTo>
                  </a:path>
                </a:pathLst>
              </a:custGeom>
              <a:solidFill>
                <a:srgbClr val="EA7410"/>
              </a:solid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6" name="Freeform 4"/>
              <p:cNvSpPr>
                <a:spLocks noChangeArrowheads="1"/>
              </p:cNvSpPr>
              <p:nvPr/>
            </p:nvSpPr>
            <p:spPr bwMode="auto">
              <a:xfrm>
                <a:off x="1568713" y="826472"/>
                <a:ext cx="253050" cy="148037"/>
              </a:xfrm>
              <a:custGeom>
                <a:avLst/>
                <a:gdLst>
                  <a:gd name="T0" fmla="*/ 8 w 1531"/>
                  <a:gd name="T1" fmla="*/ 630 h 895"/>
                  <a:gd name="T2" fmla="*/ 269 w 1531"/>
                  <a:gd name="T3" fmla="*/ 824 h 895"/>
                  <a:gd name="T4" fmla="*/ 374 w 1531"/>
                  <a:gd name="T5" fmla="*/ 876 h 895"/>
                  <a:gd name="T6" fmla="*/ 473 w 1531"/>
                  <a:gd name="T7" fmla="*/ 894 h 895"/>
                  <a:gd name="T8" fmla="*/ 573 w 1531"/>
                  <a:gd name="T9" fmla="*/ 875 h 895"/>
                  <a:gd name="T10" fmla="*/ 739 w 1531"/>
                  <a:gd name="T11" fmla="*/ 775 h 895"/>
                  <a:gd name="T12" fmla="*/ 953 w 1531"/>
                  <a:gd name="T13" fmla="*/ 584 h 895"/>
                  <a:gd name="T14" fmla="*/ 953 w 1531"/>
                  <a:gd name="T15" fmla="*/ 584 h 895"/>
                  <a:gd name="T16" fmla="*/ 1524 w 1531"/>
                  <a:gd name="T17" fmla="*/ 27 h 895"/>
                  <a:gd name="T18" fmla="*/ 1524 w 1531"/>
                  <a:gd name="T19" fmla="*/ 6 h 895"/>
                  <a:gd name="T20" fmla="*/ 1503 w 1531"/>
                  <a:gd name="T21" fmla="*/ 6 h 895"/>
                  <a:gd name="T22" fmla="*/ 932 w 1531"/>
                  <a:gd name="T23" fmla="*/ 563 h 895"/>
                  <a:gd name="T24" fmla="*/ 932 w 1531"/>
                  <a:gd name="T25" fmla="*/ 563 h 895"/>
                  <a:gd name="T26" fmla="*/ 663 w 1531"/>
                  <a:gd name="T27" fmla="*/ 793 h 895"/>
                  <a:gd name="T28" fmla="*/ 562 w 1531"/>
                  <a:gd name="T29" fmla="*/ 847 h 895"/>
                  <a:gd name="T30" fmla="*/ 473 w 1531"/>
                  <a:gd name="T31" fmla="*/ 865 h 895"/>
                  <a:gd name="T32" fmla="*/ 384 w 1531"/>
                  <a:gd name="T33" fmla="*/ 848 h 895"/>
                  <a:gd name="T34" fmla="*/ 229 w 1531"/>
                  <a:gd name="T35" fmla="*/ 762 h 895"/>
                  <a:gd name="T36" fmla="*/ 26 w 1531"/>
                  <a:gd name="T37" fmla="*/ 607 h 895"/>
                  <a:gd name="T38" fmla="*/ 5 w 1531"/>
                  <a:gd name="T39" fmla="*/ 609 h 895"/>
                  <a:gd name="T40" fmla="*/ 8 w 1531"/>
                  <a:gd name="T41" fmla="*/ 630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1" h="895">
                    <a:moveTo>
                      <a:pt x="8" y="630"/>
                    </a:moveTo>
                    <a:cubicBezTo>
                      <a:pt x="113" y="714"/>
                      <a:pt x="196" y="779"/>
                      <a:pt x="269" y="824"/>
                    </a:cubicBezTo>
                    <a:cubicBezTo>
                      <a:pt x="306" y="847"/>
                      <a:pt x="340" y="864"/>
                      <a:pt x="374" y="876"/>
                    </a:cubicBezTo>
                    <a:cubicBezTo>
                      <a:pt x="407" y="888"/>
                      <a:pt x="440" y="894"/>
                      <a:pt x="473" y="894"/>
                    </a:cubicBezTo>
                    <a:cubicBezTo>
                      <a:pt x="506" y="894"/>
                      <a:pt x="539" y="888"/>
                      <a:pt x="573" y="875"/>
                    </a:cubicBezTo>
                    <a:cubicBezTo>
                      <a:pt x="624" y="856"/>
                      <a:pt x="678" y="823"/>
                      <a:pt x="739" y="775"/>
                    </a:cubicBezTo>
                    <a:cubicBezTo>
                      <a:pt x="801" y="727"/>
                      <a:pt x="870" y="663"/>
                      <a:pt x="953" y="584"/>
                    </a:cubicBezTo>
                    <a:lnTo>
                      <a:pt x="953" y="584"/>
                    </a:lnTo>
                    <a:lnTo>
                      <a:pt x="1524" y="27"/>
                    </a:lnTo>
                    <a:cubicBezTo>
                      <a:pt x="1529" y="21"/>
                      <a:pt x="1530" y="12"/>
                      <a:pt x="1524" y="6"/>
                    </a:cubicBezTo>
                    <a:cubicBezTo>
                      <a:pt x="1518" y="0"/>
                      <a:pt x="1509" y="0"/>
                      <a:pt x="1503" y="6"/>
                    </a:cubicBezTo>
                    <a:lnTo>
                      <a:pt x="932" y="563"/>
                    </a:lnTo>
                    <a:lnTo>
                      <a:pt x="932" y="563"/>
                    </a:lnTo>
                    <a:cubicBezTo>
                      <a:pt x="823" y="668"/>
                      <a:pt x="737" y="744"/>
                      <a:pt x="663" y="793"/>
                    </a:cubicBezTo>
                    <a:cubicBezTo>
                      <a:pt x="627" y="818"/>
                      <a:pt x="594" y="836"/>
                      <a:pt x="562" y="847"/>
                    </a:cubicBezTo>
                    <a:cubicBezTo>
                      <a:pt x="531" y="859"/>
                      <a:pt x="502" y="865"/>
                      <a:pt x="473" y="865"/>
                    </a:cubicBezTo>
                    <a:cubicBezTo>
                      <a:pt x="444" y="865"/>
                      <a:pt x="415" y="859"/>
                      <a:pt x="384" y="848"/>
                    </a:cubicBezTo>
                    <a:cubicBezTo>
                      <a:pt x="338" y="832"/>
                      <a:pt x="288" y="803"/>
                      <a:pt x="229" y="762"/>
                    </a:cubicBezTo>
                    <a:cubicBezTo>
                      <a:pt x="171" y="722"/>
                      <a:pt x="105" y="669"/>
                      <a:pt x="26" y="607"/>
                    </a:cubicBezTo>
                    <a:cubicBezTo>
                      <a:pt x="20" y="602"/>
                      <a:pt x="10" y="603"/>
                      <a:pt x="5" y="609"/>
                    </a:cubicBezTo>
                    <a:cubicBezTo>
                      <a:pt x="0" y="615"/>
                      <a:pt x="1" y="625"/>
                      <a:pt x="8" y="630"/>
                    </a:cubicBezTo>
                  </a:path>
                </a:pathLst>
              </a:custGeom>
              <a:solidFill>
                <a:srgbClr val="F6C401"/>
              </a:solid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7" name="Freeform 5"/>
              <p:cNvSpPr>
                <a:spLocks noChangeArrowheads="1"/>
              </p:cNvSpPr>
              <p:nvPr/>
            </p:nvSpPr>
            <p:spPr bwMode="auto">
              <a:xfrm>
                <a:off x="1596425" y="805324"/>
                <a:ext cx="201273" cy="127619"/>
              </a:xfrm>
              <a:custGeom>
                <a:avLst/>
                <a:gdLst>
                  <a:gd name="T0" fmla="*/ 4 w 1217"/>
                  <a:gd name="T1" fmla="*/ 588 h 773"/>
                  <a:gd name="T2" fmla="*/ 193 w 1217"/>
                  <a:gd name="T3" fmla="*/ 724 h 773"/>
                  <a:gd name="T4" fmla="*/ 332 w 1217"/>
                  <a:gd name="T5" fmla="*/ 772 h 773"/>
                  <a:gd name="T6" fmla="*/ 415 w 1217"/>
                  <a:gd name="T7" fmla="*/ 752 h 773"/>
                  <a:gd name="T8" fmla="*/ 563 w 1217"/>
                  <a:gd name="T9" fmla="*/ 648 h 773"/>
                  <a:gd name="T10" fmla="*/ 776 w 1217"/>
                  <a:gd name="T11" fmla="*/ 448 h 773"/>
                  <a:gd name="T12" fmla="*/ 776 w 1217"/>
                  <a:gd name="T13" fmla="*/ 448 h 773"/>
                  <a:gd name="T14" fmla="*/ 1213 w 1217"/>
                  <a:gd name="T15" fmla="*/ 12 h 773"/>
                  <a:gd name="T16" fmla="*/ 1213 w 1217"/>
                  <a:gd name="T17" fmla="*/ 2 h 773"/>
                  <a:gd name="T18" fmla="*/ 1204 w 1217"/>
                  <a:gd name="T19" fmla="*/ 2 h 773"/>
                  <a:gd name="T20" fmla="*/ 767 w 1217"/>
                  <a:gd name="T21" fmla="*/ 439 h 773"/>
                  <a:gd name="T22" fmla="*/ 500 w 1217"/>
                  <a:gd name="T23" fmla="*/ 682 h 773"/>
                  <a:gd name="T24" fmla="*/ 410 w 1217"/>
                  <a:gd name="T25" fmla="*/ 740 h 773"/>
                  <a:gd name="T26" fmla="*/ 332 w 1217"/>
                  <a:gd name="T27" fmla="*/ 759 h 773"/>
                  <a:gd name="T28" fmla="*/ 199 w 1217"/>
                  <a:gd name="T29" fmla="*/ 712 h 773"/>
                  <a:gd name="T30" fmla="*/ 12 w 1217"/>
                  <a:gd name="T31" fmla="*/ 577 h 773"/>
                  <a:gd name="T32" fmla="*/ 2 w 1217"/>
                  <a:gd name="T33" fmla="*/ 578 h 773"/>
                  <a:gd name="T34" fmla="*/ 4 w 1217"/>
                  <a:gd name="T35" fmla="*/ 588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4" y="588"/>
                    </a:moveTo>
                    <a:cubicBezTo>
                      <a:pt x="81" y="647"/>
                      <a:pt x="141" y="692"/>
                      <a:pt x="193" y="724"/>
                    </a:cubicBezTo>
                    <a:cubicBezTo>
                      <a:pt x="244" y="755"/>
                      <a:pt x="288" y="772"/>
                      <a:pt x="332" y="772"/>
                    </a:cubicBezTo>
                    <a:cubicBezTo>
                      <a:pt x="359" y="772"/>
                      <a:pt x="386" y="765"/>
                      <a:pt x="415" y="752"/>
                    </a:cubicBezTo>
                    <a:cubicBezTo>
                      <a:pt x="458" y="733"/>
                      <a:pt x="505" y="698"/>
                      <a:pt x="563" y="648"/>
                    </a:cubicBezTo>
                    <a:cubicBezTo>
                      <a:pt x="620" y="597"/>
                      <a:pt x="689" y="531"/>
                      <a:pt x="776" y="448"/>
                    </a:cubicBezTo>
                    <a:lnTo>
                      <a:pt x="776" y="448"/>
                    </a:lnTo>
                    <a:lnTo>
                      <a:pt x="1213" y="12"/>
                    </a:lnTo>
                    <a:cubicBezTo>
                      <a:pt x="1216" y="9"/>
                      <a:pt x="1216" y="5"/>
                      <a:pt x="1213" y="2"/>
                    </a:cubicBezTo>
                    <a:cubicBezTo>
                      <a:pt x="1210" y="0"/>
                      <a:pt x="1206" y="0"/>
                      <a:pt x="1204" y="2"/>
                    </a:cubicBezTo>
                    <a:lnTo>
                      <a:pt x="767" y="439"/>
                    </a:lnTo>
                    <a:cubicBezTo>
                      <a:pt x="651" y="549"/>
                      <a:pt x="568" y="630"/>
                      <a:pt x="500" y="682"/>
                    </a:cubicBezTo>
                    <a:cubicBezTo>
                      <a:pt x="466" y="709"/>
                      <a:pt x="437" y="728"/>
                      <a:pt x="410" y="740"/>
                    </a:cubicBezTo>
                    <a:cubicBezTo>
                      <a:pt x="382" y="753"/>
                      <a:pt x="357" y="759"/>
                      <a:pt x="332" y="759"/>
                    </a:cubicBezTo>
                    <a:cubicBezTo>
                      <a:pt x="291" y="759"/>
                      <a:pt x="250" y="743"/>
                      <a:pt x="199" y="712"/>
                    </a:cubicBezTo>
                    <a:cubicBezTo>
                      <a:pt x="149" y="682"/>
                      <a:pt x="89" y="636"/>
                      <a:pt x="12" y="577"/>
                    </a:cubicBezTo>
                    <a:cubicBezTo>
                      <a:pt x="9" y="575"/>
                      <a:pt x="4" y="575"/>
                      <a:pt x="2" y="578"/>
                    </a:cubicBezTo>
                    <a:cubicBezTo>
                      <a:pt x="0" y="581"/>
                      <a:pt x="1" y="585"/>
                      <a:pt x="4" y="588"/>
                    </a:cubicBezTo>
                  </a:path>
                </a:pathLst>
              </a:custGeom>
              <a:solidFill>
                <a:srgbClr val="F1E827"/>
              </a:solid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8" name="Freeform 6"/>
              <p:cNvSpPr>
                <a:spLocks noChangeArrowheads="1"/>
              </p:cNvSpPr>
              <p:nvPr/>
            </p:nvSpPr>
            <p:spPr bwMode="auto">
              <a:xfrm>
                <a:off x="1368170" y="664579"/>
                <a:ext cx="439737" cy="330350"/>
              </a:xfrm>
              <a:custGeom>
                <a:avLst/>
                <a:gdLst>
                  <a:gd name="T0" fmla="*/ 2631 w 2657"/>
                  <a:gd name="T1" fmla="*/ 532 h 1998"/>
                  <a:gd name="T2" fmla="*/ 2130 w 2657"/>
                  <a:gd name="T3" fmla="*/ 145 h 1998"/>
                  <a:gd name="T4" fmla="*/ 1920 w 2657"/>
                  <a:gd name="T5" fmla="*/ 38 h 1998"/>
                  <a:gd name="T6" fmla="*/ 1715 w 2657"/>
                  <a:gd name="T7" fmla="*/ 0 h 1998"/>
                  <a:gd name="T8" fmla="*/ 1578 w 2657"/>
                  <a:gd name="T9" fmla="*/ 19 h 1998"/>
                  <a:gd name="T10" fmla="*/ 1370 w 2657"/>
                  <a:gd name="T11" fmla="*/ 116 h 1998"/>
                  <a:gd name="T12" fmla="*/ 1150 w 2657"/>
                  <a:gd name="T13" fmla="*/ 295 h 1998"/>
                  <a:gd name="T14" fmla="*/ 1150 w 2657"/>
                  <a:gd name="T15" fmla="*/ 295 h 1998"/>
                  <a:gd name="T16" fmla="*/ 16 w 2657"/>
                  <a:gd name="T17" fmla="*/ 1368 h 1998"/>
                  <a:gd name="T18" fmla="*/ 0 w 2657"/>
                  <a:gd name="T19" fmla="*/ 1406 h 1998"/>
                  <a:gd name="T20" fmla="*/ 16 w 2657"/>
                  <a:gd name="T21" fmla="*/ 1444 h 1998"/>
                  <a:gd name="T22" fmla="*/ 566 w 2657"/>
                  <a:gd name="T23" fmla="*/ 1977 h 1998"/>
                  <a:gd name="T24" fmla="*/ 640 w 2657"/>
                  <a:gd name="T25" fmla="*/ 1976 h 1998"/>
                  <a:gd name="T26" fmla="*/ 639 w 2657"/>
                  <a:gd name="T27" fmla="*/ 1901 h 1998"/>
                  <a:gd name="T28" fmla="*/ 129 w 2657"/>
                  <a:gd name="T29" fmla="*/ 1406 h 1998"/>
                  <a:gd name="T30" fmla="*/ 1223 w 2657"/>
                  <a:gd name="T31" fmla="*/ 371 h 1998"/>
                  <a:gd name="T32" fmla="*/ 1223 w 2657"/>
                  <a:gd name="T33" fmla="*/ 371 h 1998"/>
                  <a:gd name="T34" fmla="*/ 1489 w 2657"/>
                  <a:gd name="T35" fmla="*/ 167 h 1998"/>
                  <a:gd name="T36" fmla="*/ 1605 w 2657"/>
                  <a:gd name="T37" fmla="*/ 121 h 1998"/>
                  <a:gd name="T38" fmla="*/ 1715 w 2657"/>
                  <a:gd name="T39" fmla="*/ 106 h 1998"/>
                  <a:gd name="T40" fmla="*/ 1884 w 2657"/>
                  <a:gd name="T41" fmla="*/ 138 h 1998"/>
                  <a:gd name="T42" fmla="*/ 2181 w 2657"/>
                  <a:gd name="T43" fmla="*/ 306 h 1998"/>
                  <a:gd name="T44" fmla="*/ 2562 w 2657"/>
                  <a:gd name="T45" fmla="*/ 612 h 1998"/>
                  <a:gd name="T46" fmla="*/ 2637 w 2657"/>
                  <a:gd name="T47" fmla="*/ 606 h 1998"/>
                  <a:gd name="T48" fmla="*/ 2631 w 2657"/>
                  <a:gd name="T49" fmla="*/ 532 h 19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57" h="1998">
                    <a:moveTo>
                      <a:pt x="2631" y="532"/>
                    </a:moveTo>
                    <a:cubicBezTo>
                      <a:pt x="2437" y="367"/>
                      <a:pt x="2276" y="237"/>
                      <a:pt x="2130" y="145"/>
                    </a:cubicBezTo>
                    <a:cubicBezTo>
                      <a:pt x="2058" y="99"/>
                      <a:pt x="1988" y="63"/>
                      <a:pt x="1920" y="38"/>
                    </a:cubicBezTo>
                    <a:cubicBezTo>
                      <a:pt x="1851" y="14"/>
                      <a:pt x="1783" y="0"/>
                      <a:pt x="1715" y="0"/>
                    </a:cubicBezTo>
                    <a:cubicBezTo>
                      <a:pt x="1669" y="0"/>
                      <a:pt x="1623" y="6"/>
                      <a:pt x="1578" y="19"/>
                    </a:cubicBezTo>
                    <a:cubicBezTo>
                      <a:pt x="1509" y="37"/>
                      <a:pt x="1440" y="70"/>
                      <a:pt x="1370" y="116"/>
                    </a:cubicBezTo>
                    <a:cubicBezTo>
                      <a:pt x="1299" y="162"/>
                      <a:pt x="1227" y="221"/>
                      <a:pt x="1150" y="295"/>
                    </a:cubicBezTo>
                    <a:lnTo>
                      <a:pt x="1150" y="295"/>
                    </a:lnTo>
                    <a:lnTo>
                      <a:pt x="16" y="1368"/>
                    </a:lnTo>
                    <a:cubicBezTo>
                      <a:pt x="6" y="1378"/>
                      <a:pt x="0" y="1391"/>
                      <a:pt x="0" y="1406"/>
                    </a:cubicBezTo>
                    <a:cubicBezTo>
                      <a:pt x="0" y="1420"/>
                      <a:pt x="6" y="1434"/>
                      <a:pt x="16" y="1444"/>
                    </a:cubicBezTo>
                    <a:lnTo>
                      <a:pt x="566" y="1977"/>
                    </a:lnTo>
                    <a:cubicBezTo>
                      <a:pt x="587" y="1997"/>
                      <a:pt x="619" y="1997"/>
                      <a:pt x="640" y="1976"/>
                    </a:cubicBezTo>
                    <a:cubicBezTo>
                      <a:pt x="660" y="1955"/>
                      <a:pt x="660" y="1921"/>
                      <a:pt x="639" y="1901"/>
                    </a:cubicBezTo>
                    <a:lnTo>
                      <a:pt x="129" y="1406"/>
                    </a:lnTo>
                    <a:lnTo>
                      <a:pt x="1223" y="371"/>
                    </a:lnTo>
                    <a:lnTo>
                      <a:pt x="1223" y="371"/>
                    </a:lnTo>
                    <a:cubicBezTo>
                      <a:pt x="1321" y="277"/>
                      <a:pt x="1409" y="210"/>
                      <a:pt x="1489" y="167"/>
                    </a:cubicBezTo>
                    <a:cubicBezTo>
                      <a:pt x="1529" y="146"/>
                      <a:pt x="1568" y="131"/>
                      <a:pt x="1605" y="121"/>
                    </a:cubicBezTo>
                    <a:cubicBezTo>
                      <a:pt x="1642" y="111"/>
                      <a:pt x="1679" y="106"/>
                      <a:pt x="1715" y="106"/>
                    </a:cubicBezTo>
                    <a:cubicBezTo>
                      <a:pt x="1770" y="106"/>
                      <a:pt x="1825" y="116"/>
                      <a:pt x="1884" y="138"/>
                    </a:cubicBezTo>
                    <a:cubicBezTo>
                      <a:pt x="1972" y="170"/>
                      <a:pt x="2070" y="226"/>
                      <a:pt x="2181" y="306"/>
                    </a:cubicBezTo>
                    <a:cubicBezTo>
                      <a:pt x="2293" y="387"/>
                      <a:pt x="2418" y="490"/>
                      <a:pt x="2562" y="612"/>
                    </a:cubicBezTo>
                    <a:cubicBezTo>
                      <a:pt x="2585" y="631"/>
                      <a:pt x="2618" y="628"/>
                      <a:pt x="2637" y="606"/>
                    </a:cubicBezTo>
                    <a:cubicBezTo>
                      <a:pt x="2656" y="584"/>
                      <a:pt x="2653" y="551"/>
                      <a:pt x="2631" y="532"/>
                    </a:cubicBezTo>
                  </a:path>
                </a:pathLst>
              </a:custGeom>
              <a:solidFill>
                <a:srgbClr val="157C51"/>
              </a:solid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9" name="Freeform 7"/>
              <p:cNvSpPr>
                <a:spLocks noChangeArrowheads="1"/>
              </p:cNvSpPr>
              <p:nvPr/>
            </p:nvSpPr>
            <p:spPr bwMode="auto">
              <a:xfrm>
                <a:off x="1419946" y="709792"/>
                <a:ext cx="356603" cy="190334"/>
              </a:xfrm>
              <a:custGeom>
                <a:avLst/>
                <a:gdLst>
                  <a:gd name="T0" fmla="*/ 2142 w 2158"/>
                  <a:gd name="T1" fmla="*/ 438 h 1152"/>
                  <a:gd name="T2" fmla="*/ 1725 w 2158"/>
                  <a:gd name="T3" fmla="*/ 118 h 1152"/>
                  <a:gd name="T4" fmla="*/ 1552 w 2158"/>
                  <a:gd name="T5" fmla="*/ 31 h 1152"/>
                  <a:gd name="T6" fmla="*/ 1386 w 2158"/>
                  <a:gd name="T7" fmla="*/ 0 h 1152"/>
                  <a:gd name="T8" fmla="*/ 1261 w 2158"/>
                  <a:gd name="T9" fmla="*/ 19 h 1152"/>
                  <a:gd name="T10" fmla="*/ 1068 w 2158"/>
                  <a:gd name="T11" fmla="*/ 115 h 1152"/>
                  <a:gd name="T12" fmla="*/ 852 w 2158"/>
                  <a:gd name="T13" fmla="*/ 295 h 1152"/>
                  <a:gd name="T14" fmla="*/ 852 w 2158"/>
                  <a:gd name="T15" fmla="*/ 295 h 1152"/>
                  <a:gd name="T16" fmla="*/ 13 w 2158"/>
                  <a:gd name="T17" fmla="*/ 1094 h 1152"/>
                  <a:gd name="T18" fmla="*/ 12 w 2158"/>
                  <a:gd name="T19" fmla="*/ 1138 h 1152"/>
                  <a:gd name="T20" fmla="*/ 56 w 2158"/>
                  <a:gd name="T21" fmla="*/ 1139 h 1152"/>
                  <a:gd name="T22" fmla="*/ 895 w 2158"/>
                  <a:gd name="T23" fmla="*/ 340 h 1152"/>
                  <a:gd name="T24" fmla="*/ 895 w 2158"/>
                  <a:gd name="T25" fmla="*/ 340 h 1152"/>
                  <a:gd name="T26" fmla="*/ 1164 w 2158"/>
                  <a:gd name="T27" fmla="*/ 128 h 1152"/>
                  <a:gd name="T28" fmla="*/ 1279 w 2158"/>
                  <a:gd name="T29" fmla="*/ 79 h 1152"/>
                  <a:gd name="T30" fmla="*/ 1386 w 2158"/>
                  <a:gd name="T31" fmla="*/ 63 h 1152"/>
                  <a:gd name="T32" fmla="*/ 1531 w 2158"/>
                  <a:gd name="T33" fmla="*/ 90 h 1152"/>
                  <a:gd name="T34" fmla="*/ 1781 w 2158"/>
                  <a:gd name="T35" fmla="*/ 231 h 1152"/>
                  <a:gd name="T36" fmla="*/ 2102 w 2158"/>
                  <a:gd name="T37" fmla="*/ 486 h 1152"/>
                  <a:gd name="T38" fmla="*/ 2146 w 2158"/>
                  <a:gd name="T39" fmla="*/ 482 h 1152"/>
                  <a:gd name="T40" fmla="*/ 2142 w 2158"/>
                  <a:gd name="T41" fmla="*/ 438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2142" y="438"/>
                    </a:moveTo>
                    <a:cubicBezTo>
                      <a:pt x="1978" y="301"/>
                      <a:pt x="1845" y="193"/>
                      <a:pt x="1725" y="118"/>
                    </a:cubicBezTo>
                    <a:cubicBezTo>
                      <a:pt x="1664" y="80"/>
                      <a:pt x="1608" y="51"/>
                      <a:pt x="1552" y="31"/>
                    </a:cubicBezTo>
                    <a:cubicBezTo>
                      <a:pt x="1496" y="11"/>
                      <a:pt x="1441" y="0"/>
                      <a:pt x="1386" y="0"/>
                    </a:cubicBezTo>
                    <a:cubicBezTo>
                      <a:pt x="1344" y="0"/>
                      <a:pt x="1303" y="6"/>
                      <a:pt x="1261" y="19"/>
                    </a:cubicBezTo>
                    <a:cubicBezTo>
                      <a:pt x="1198" y="37"/>
                      <a:pt x="1135" y="69"/>
                      <a:pt x="1068" y="115"/>
                    </a:cubicBezTo>
                    <a:cubicBezTo>
                      <a:pt x="1000" y="161"/>
                      <a:pt x="930" y="220"/>
                      <a:pt x="852" y="295"/>
                    </a:cubicBezTo>
                    <a:lnTo>
                      <a:pt x="852" y="295"/>
                    </a:lnTo>
                    <a:lnTo>
                      <a:pt x="13" y="1094"/>
                    </a:lnTo>
                    <a:cubicBezTo>
                      <a:pt x="1" y="1106"/>
                      <a:pt x="0" y="1126"/>
                      <a:pt x="12" y="1138"/>
                    </a:cubicBezTo>
                    <a:cubicBezTo>
                      <a:pt x="24" y="1151"/>
                      <a:pt x="44" y="1151"/>
                      <a:pt x="56" y="1139"/>
                    </a:cubicBezTo>
                    <a:lnTo>
                      <a:pt x="895" y="340"/>
                    </a:lnTo>
                    <a:lnTo>
                      <a:pt x="895" y="340"/>
                    </a:lnTo>
                    <a:cubicBezTo>
                      <a:pt x="997" y="243"/>
                      <a:pt x="1085" y="173"/>
                      <a:pt x="1164" y="128"/>
                    </a:cubicBezTo>
                    <a:cubicBezTo>
                      <a:pt x="1204" y="106"/>
                      <a:pt x="1242" y="89"/>
                      <a:pt x="1279" y="79"/>
                    </a:cubicBezTo>
                    <a:cubicBezTo>
                      <a:pt x="1315" y="68"/>
                      <a:pt x="1351" y="63"/>
                      <a:pt x="1386" y="63"/>
                    </a:cubicBezTo>
                    <a:cubicBezTo>
                      <a:pt x="1433" y="63"/>
                      <a:pt x="1480" y="72"/>
                      <a:pt x="1531" y="90"/>
                    </a:cubicBezTo>
                    <a:cubicBezTo>
                      <a:pt x="1606" y="117"/>
                      <a:pt x="1688" y="164"/>
                      <a:pt x="1781" y="231"/>
                    </a:cubicBezTo>
                    <a:cubicBezTo>
                      <a:pt x="1874" y="298"/>
                      <a:pt x="1979" y="384"/>
                      <a:pt x="2102" y="486"/>
                    </a:cubicBezTo>
                    <a:cubicBezTo>
                      <a:pt x="2115" y="497"/>
                      <a:pt x="2135" y="495"/>
                      <a:pt x="2146" y="482"/>
                    </a:cubicBezTo>
                    <a:cubicBezTo>
                      <a:pt x="2157" y="469"/>
                      <a:pt x="2155" y="449"/>
                      <a:pt x="2142" y="438"/>
                    </a:cubicBezTo>
                  </a:path>
                </a:pathLst>
              </a:custGeom>
              <a:solidFill>
                <a:srgbClr val="049445"/>
              </a:solid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60" name="Freeform 8"/>
              <p:cNvSpPr>
                <a:spLocks noChangeArrowheads="1"/>
              </p:cNvSpPr>
              <p:nvPr/>
            </p:nvSpPr>
            <p:spPr bwMode="auto">
              <a:xfrm>
                <a:off x="1444012" y="752818"/>
                <a:ext cx="304826" cy="169186"/>
              </a:xfrm>
              <a:custGeom>
                <a:avLst/>
                <a:gdLst>
                  <a:gd name="T0" fmla="*/ 1832 w 1844"/>
                  <a:gd name="T1" fmla="*/ 349 h 1021"/>
                  <a:gd name="T2" fmla="*/ 1494 w 1844"/>
                  <a:gd name="T3" fmla="*/ 93 h 1021"/>
                  <a:gd name="T4" fmla="*/ 1356 w 1844"/>
                  <a:gd name="T5" fmla="*/ 24 h 1021"/>
                  <a:gd name="T6" fmla="*/ 1224 w 1844"/>
                  <a:gd name="T7" fmla="*/ 0 h 1021"/>
                  <a:gd name="T8" fmla="*/ 1110 w 1844"/>
                  <a:gd name="T9" fmla="*/ 18 h 1021"/>
                  <a:gd name="T10" fmla="*/ 929 w 1844"/>
                  <a:gd name="T11" fmla="*/ 116 h 1021"/>
                  <a:gd name="T12" fmla="*/ 715 w 1844"/>
                  <a:gd name="T13" fmla="*/ 301 h 1021"/>
                  <a:gd name="T14" fmla="*/ 714 w 1844"/>
                  <a:gd name="T15" fmla="*/ 301 h 1021"/>
                  <a:gd name="T16" fmla="*/ 10 w 1844"/>
                  <a:gd name="T17" fmla="*/ 978 h 1021"/>
                  <a:gd name="T18" fmla="*/ 9 w 1844"/>
                  <a:gd name="T19" fmla="*/ 1011 h 1021"/>
                  <a:gd name="T20" fmla="*/ 42 w 1844"/>
                  <a:gd name="T21" fmla="*/ 1012 h 1021"/>
                  <a:gd name="T22" fmla="*/ 746 w 1844"/>
                  <a:gd name="T23" fmla="*/ 334 h 1021"/>
                  <a:gd name="T24" fmla="*/ 746 w 1844"/>
                  <a:gd name="T25" fmla="*/ 334 h 1021"/>
                  <a:gd name="T26" fmla="*/ 1016 w 1844"/>
                  <a:gd name="T27" fmla="*/ 114 h 1021"/>
                  <a:gd name="T28" fmla="*/ 1124 w 1844"/>
                  <a:gd name="T29" fmla="*/ 62 h 1021"/>
                  <a:gd name="T30" fmla="*/ 1224 w 1844"/>
                  <a:gd name="T31" fmla="*/ 46 h 1021"/>
                  <a:gd name="T32" fmla="*/ 1340 w 1844"/>
                  <a:gd name="T33" fmla="*/ 67 h 1021"/>
                  <a:gd name="T34" fmla="*/ 1542 w 1844"/>
                  <a:gd name="T35" fmla="*/ 180 h 1021"/>
                  <a:gd name="T36" fmla="*/ 1803 w 1844"/>
                  <a:gd name="T37" fmla="*/ 385 h 1021"/>
                  <a:gd name="T38" fmla="*/ 1835 w 1844"/>
                  <a:gd name="T39" fmla="*/ 381 h 1021"/>
                  <a:gd name="T40" fmla="*/ 1832 w 1844"/>
                  <a:gd name="T41" fmla="*/ 349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4" h="1021">
                    <a:moveTo>
                      <a:pt x="1832" y="349"/>
                    </a:moveTo>
                    <a:cubicBezTo>
                      <a:pt x="1698" y="239"/>
                      <a:pt x="1590" y="153"/>
                      <a:pt x="1494" y="93"/>
                    </a:cubicBezTo>
                    <a:cubicBezTo>
                      <a:pt x="1446" y="63"/>
                      <a:pt x="1400" y="40"/>
                      <a:pt x="1356" y="24"/>
                    </a:cubicBezTo>
                    <a:cubicBezTo>
                      <a:pt x="1311" y="8"/>
                      <a:pt x="1268" y="0"/>
                      <a:pt x="1224" y="0"/>
                    </a:cubicBezTo>
                    <a:cubicBezTo>
                      <a:pt x="1186" y="0"/>
                      <a:pt x="1148" y="6"/>
                      <a:pt x="1110" y="18"/>
                    </a:cubicBezTo>
                    <a:cubicBezTo>
                      <a:pt x="1052" y="37"/>
                      <a:pt x="993" y="69"/>
                      <a:pt x="929" y="116"/>
                    </a:cubicBezTo>
                    <a:cubicBezTo>
                      <a:pt x="864" y="163"/>
                      <a:pt x="794" y="224"/>
                      <a:pt x="715" y="301"/>
                    </a:cubicBezTo>
                    <a:lnTo>
                      <a:pt x="714" y="301"/>
                    </a:lnTo>
                    <a:lnTo>
                      <a:pt x="10" y="978"/>
                    </a:lnTo>
                    <a:cubicBezTo>
                      <a:pt x="1" y="987"/>
                      <a:pt x="0" y="1002"/>
                      <a:pt x="9" y="1011"/>
                    </a:cubicBezTo>
                    <a:cubicBezTo>
                      <a:pt x="18" y="1020"/>
                      <a:pt x="33" y="1020"/>
                      <a:pt x="42" y="1012"/>
                    </a:cubicBezTo>
                    <a:lnTo>
                      <a:pt x="746" y="334"/>
                    </a:lnTo>
                    <a:lnTo>
                      <a:pt x="746" y="334"/>
                    </a:lnTo>
                    <a:cubicBezTo>
                      <a:pt x="851" y="233"/>
                      <a:pt x="939" y="160"/>
                      <a:pt x="1016" y="114"/>
                    </a:cubicBezTo>
                    <a:cubicBezTo>
                      <a:pt x="1054" y="90"/>
                      <a:pt x="1090" y="73"/>
                      <a:pt x="1124" y="62"/>
                    </a:cubicBezTo>
                    <a:cubicBezTo>
                      <a:pt x="1159" y="51"/>
                      <a:pt x="1191" y="46"/>
                      <a:pt x="1224" y="46"/>
                    </a:cubicBezTo>
                    <a:cubicBezTo>
                      <a:pt x="1262" y="46"/>
                      <a:pt x="1300" y="53"/>
                      <a:pt x="1340" y="67"/>
                    </a:cubicBezTo>
                    <a:cubicBezTo>
                      <a:pt x="1401" y="89"/>
                      <a:pt x="1466" y="127"/>
                      <a:pt x="1542" y="180"/>
                    </a:cubicBezTo>
                    <a:cubicBezTo>
                      <a:pt x="1617" y="234"/>
                      <a:pt x="1702" y="303"/>
                      <a:pt x="1803" y="385"/>
                    </a:cubicBezTo>
                    <a:cubicBezTo>
                      <a:pt x="1813" y="393"/>
                      <a:pt x="1827" y="391"/>
                      <a:pt x="1835" y="381"/>
                    </a:cubicBezTo>
                    <a:cubicBezTo>
                      <a:pt x="1843" y="372"/>
                      <a:pt x="1842" y="357"/>
                      <a:pt x="1832" y="349"/>
                    </a:cubicBezTo>
                  </a:path>
                </a:pathLst>
              </a:custGeom>
              <a:solidFill>
                <a:srgbClr val="48A838"/>
              </a:solid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61" name="Freeform 9"/>
              <p:cNvSpPr>
                <a:spLocks noChangeArrowheads="1"/>
              </p:cNvSpPr>
              <p:nvPr/>
            </p:nvSpPr>
            <p:spPr bwMode="auto">
              <a:xfrm>
                <a:off x="1467348" y="795114"/>
                <a:ext cx="253049" cy="148038"/>
              </a:xfrm>
              <a:custGeom>
                <a:avLst/>
                <a:gdLst>
                  <a:gd name="T0" fmla="*/ 1522 w 1530"/>
                  <a:gd name="T1" fmla="*/ 264 h 895"/>
                  <a:gd name="T2" fmla="*/ 1260 w 1530"/>
                  <a:gd name="T3" fmla="*/ 70 h 895"/>
                  <a:gd name="T4" fmla="*/ 1156 w 1530"/>
                  <a:gd name="T5" fmla="*/ 18 h 895"/>
                  <a:gd name="T6" fmla="*/ 1057 w 1530"/>
                  <a:gd name="T7" fmla="*/ 0 h 895"/>
                  <a:gd name="T8" fmla="*/ 957 w 1530"/>
                  <a:gd name="T9" fmla="*/ 19 h 895"/>
                  <a:gd name="T10" fmla="*/ 791 w 1530"/>
                  <a:gd name="T11" fmla="*/ 119 h 895"/>
                  <a:gd name="T12" fmla="*/ 577 w 1530"/>
                  <a:gd name="T13" fmla="*/ 310 h 895"/>
                  <a:gd name="T14" fmla="*/ 577 w 1530"/>
                  <a:gd name="T15" fmla="*/ 310 h 895"/>
                  <a:gd name="T16" fmla="*/ 6 w 1530"/>
                  <a:gd name="T17" fmla="*/ 867 h 895"/>
                  <a:gd name="T18" fmla="*/ 6 w 1530"/>
                  <a:gd name="T19" fmla="*/ 888 h 895"/>
                  <a:gd name="T20" fmla="*/ 27 w 1530"/>
                  <a:gd name="T21" fmla="*/ 888 h 895"/>
                  <a:gd name="T22" fmla="*/ 598 w 1530"/>
                  <a:gd name="T23" fmla="*/ 331 h 895"/>
                  <a:gd name="T24" fmla="*/ 598 w 1530"/>
                  <a:gd name="T25" fmla="*/ 331 h 895"/>
                  <a:gd name="T26" fmla="*/ 866 w 1530"/>
                  <a:gd name="T27" fmla="*/ 101 h 895"/>
                  <a:gd name="T28" fmla="*/ 968 w 1530"/>
                  <a:gd name="T29" fmla="*/ 47 h 895"/>
                  <a:gd name="T30" fmla="*/ 1057 w 1530"/>
                  <a:gd name="T31" fmla="*/ 29 h 895"/>
                  <a:gd name="T32" fmla="*/ 1146 w 1530"/>
                  <a:gd name="T33" fmla="*/ 46 h 895"/>
                  <a:gd name="T34" fmla="*/ 1300 w 1530"/>
                  <a:gd name="T35" fmla="*/ 132 h 895"/>
                  <a:gd name="T36" fmla="*/ 1504 w 1530"/>
                  <a:gd name="T37" fmla="*/ 287 h 895"/>
                  <a:gd name="T38" fmla="*/ 1524 w 1530"/>
                  <a:gd name="T39" fmla="*/ 285 h 895"/>
                  <a:gd name="T40" fmla="*/ 1522 w 1530"/>
                  <a:gd name="T41" fmla="*/ 264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0" h="895">
                    <a:moveTo>
                      <a:pt x="1522" y="264"/>
                    </a:moveTo>
                    <a:cubicBezTo>
                      <a:pt x="1417" y="180"/>
                      <a:pt x="1334" y="115"/>
                      <a:pt x="1260" y="70"/>
                    </a:cubicBezTo>
                    <a:cubicBezTo>
                      <a:pt x="1224" y="47"/>
                      <a:pt x="1189" y="30"/>
                      <a:pt x="1156" y="18"/>
                    </a:cubicBezTo>
                    <a:cubicBezTo>
                      <a:pt x="1123" y="6"/>
                      <a:pt x="1090" y="0"/>
                      <a:pt x="1057" y="0"/>
                    </a:cubicBezTo>
                    <a:cubicBezTo>
                      <a:pt x="1024" y="0"/>
                      <a:pt x="991" y="6"/>
                      <a:pt x="957" y="19"/>
                    </a:cubicBezTo>
                    <a:cubicBezTo>
                      <a:pt x="906" y="38"/>
                      <a:pt x="852" y="71"/>
                      <a:pt x="791" y="119"/>
                    </a:cubicBezTo>
                    <a:cubicBezTo>
                      <a:pt x="729" y="167"/>
                      <a:pt x="660" y="231"/>
                      <a:pt x="577" y="310"/>
                    </a:cubicBezTo>
                    <a:lnTo>
                      <a:pt x="577" y="310"/>
                    </a:lnTo>
                    <a:lnTo>
                      <a:pt x="6" y="867"/>
                    </a:lnTo>
                    <a:cubicBezTo>
                      <a:pt x="0" y="873"/>
                      <a:pt x="0" y="882"/>
                      <a:pt x="6" y="888"/>
                    </a:cubicBezTo>
                    <a:cubicBezTo>
                      <a:pt x="12" y="894"/>
                      <a:pt x="21" y="894"/>
                      <a:pt x="27" y="888"/>
                    </a:cubicBezTo>
                    <a:lnTo>
                      <a:pt x="598" y="331"/>
                    </a:lnTo>
                    <a:lnTo>
                      <a:pt x="598" y="331"/>
                    </a:lnTo>
                    <a:cubicBezTo>
                      <a:pt x="707" y="226"/>
                      <a:pt x="793" y="150"/>
                      <a:pt x="866" y="101"/>
                    </a:cubicBezTo>
                    <a:cubicBezTo>
                      <a:pt x="903" y="76"/>
                      <a:pt x="936" y="58"/>
                      <a:pt x="968" y="47"/>
                    </a:cubicBezTo>
                    <a:cubicBezTo>
                      <a:pt x="999" y="35"/>
                      <a:pt x="1028" y="29"/>
                      <a:pt x="1057" y="29"/>
                    </a:cubicBezTo>
                    <a:cubicBezTo>
                      <a:pt x="1086" y="29"/>
                      <a:pt x="1115" y="35"/>
                      <a:pt x="1146" y="46"/>
                    </a:cubicBezTo>
                    <a:cubicBezTo>
                      <a:pt x="1192" y="62"/>
                      <a:pt x="1242" y="91"/>
                      <a:pt x="1300" y="132"/>
                    </a:cubicBezTo>
                    <a:cubicBezTo>
                      <a:pt x="1359" y="172"/>
                      <a:pt x="1425" y="225"/>
                      <a:pt x="1504" y="287"/>
                    </a:cubicBezTo>
                    <a:cubicBezTo>
                      <a:pt x="1510" y="292"/>
                      <a:pt x="1518" y="291"/>
                      <a:pt x="1524" y="285"/>
                    </a:cubicBezTo>
                    <a:cubicBezTo>
                      <a:pt x="1529" y="279"/>
                      <a:pt x="1528" y="269"/>
                      <a:pt x="1522" y="264"/>
                    </a:cubicBezTo>
                  </a:path>
                </a:pathLst>
              </a:custGeom>
              <a:solidFill>
                <a:srgbClr val="B2CE24"/>
              </a:solid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62" name="Freeform 10"/>
              <p:cNvSpPr>
                <a:spLocks noChangeArrowheads="1"/>
              </p:cNvSpPr>
              <p:nvPr/>
            </p:nvSpPr>
            <p:spPr bwMode="auto">
              <a:xfrm>
                <a:off x="1491413" y="835952"/>
                <a:ext cx="201273" cy="127619"/>
              </a:xfrm>
              <a:custGeom>
                <a:avLst/>
                <a:gdLst>
                  <a:gd name="T0" fmla="*/ 1212 w 1217"/>
                  <a:gd name="T1" fmla="*/ 184 h 773"/>
                  <a:gd name="T2" fmla="*/ 1023 w 1217"/>
                  <a:gd name="T3" fmla="*/ 48 h 773"/>
                  <a:gd name="T4" fmla="*/ 884 w 1217"/>
                  <a:gd name="T5" fmla="*/ 0 h 773"/>
                  <a:gd name="T6" fmla="*/ 801 w 1217"/>
                  <a:gd name="T7" fmla="*/ 20 h 773"/>
                  <a:gd name="T8" fmla="*/ 653 w 1217"/>
                  <a:gd name="T9" fmla="*/ 124 h 773"/>
                  <a:gd name="T10" fmla="*/ 440 w 1217"/>
                  <a:gd name="T11" fmla="*/ 324 h 773"/>
                  <a:gd name="T12" fmla="*/ 440 w 1217"/>
                  <a:gd name="T13" fmla="*/ 324 h 773"/>
                  <a:gd name="T14" fmla="*/ 3 w 1217"/>
                  <a:gd name="T15" fmla="*/ 760 h 773"/>
                  <a:gd name="T16" fmla="*/ 3 w 1217"/>
                  <a:gd name="T17" fmla="*/ 770 h 773"/>
                  <a:gd name="T18" fmla="*/ 12 w 1217"/>
                  <a:gd name="T19" fmla="*/ 770 h 773"/>
                  <a:gd name="T20" fmla="*/ 449 w 1217"/>
                  <a:gd name="T21" fmla="*/ 333 h 773"/>
                  <a:gd name="T22" fmla="*/ 716 w 1217"/>
                  <a:gd name="T23" fmla="*/ 90 h 773"/>
                  <a:gd name="T24" fmla="*/ 806 w 1217"/>
                  <a:gd name="T25" fmla="*/ 32 h 773"/>
                  <a:gd name="T26" fmla="*/ 884 w 1217"/>
                  <a:gd name="T27" fmla="*/ 13 h 773"/>
                  <a:gd name="T28" fmla="*/ 1016 w 1217"/>
                  <a:gd name="T29" fmla="*/ 60 h 773"/>
                  <a:gd name="T30" fmla="*/ 1204 w 1217"/>
                  <a:gd name="T31" fmla="*/ 195 h 773"/>
                  <a:gd name="T32" fmla="*/ 1214 w 1217"/>
                  <a:gd name="T33" fmla="*/ 194 h 773"/>
                  <a:gd name="T34" fmla="*/ 1212 w 1217"/>
                  <a:gd name="T35" fmla="*/ 184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1212" y="184"/>
                    </a:moveTo>
                    <a:cubicBezTo>
                      <a:pt x="1135" y="125"/>
                      <a:pt x="1075" y="80"/>
                      <a:pt x="1023" y="48"/>
                    </a:cubicBezTo>
                    <a:cubicBezTo>
                      <a:pt x="971" y="17"/>
                      <a:pt x="928" y="0"/>
                      <a:pt x="884" y="0"/>
                    </a:cubicBezTo>
                    <a:cubicBezTo>
                      <a:pt x="856" y="0"/>
                      <a:pt x="829" y="7"/>
                      <a:pt x="801" y="20"/>
                    </a:cubicBezTo>
                    <a:cubicBezTo>
                      <a:pt x="758" y="39"/>
                      <a:pt x="711" y="74"/>
                      <a:pt x="653" y="124"/>
                    </a:cubicBezTo>
                    <a:cubicBezTo>
                      <a:pt x="595" y="175"/>
                      <a:pt x="527" y="241"/>
                      <a:pt x="440" y="324"/>
                    </a:cubicBezTo>
                    <a:lnTo>
                      <a:pt x="440" y="324"/>
                    </a:lnTo>
                    <a:lnTo>
                      <a:pt x="3" y="760"/>
                    </a:lnTo>
                    <a:cubicBezTo>
                      <a:pt x="0" y="763"/>
                      <a:pt x="0" y="767"/>
                      <a:pt x="3" y="770"/>
                    </a:cubicBezTo>
                    <a:cubicBezTo>
                      <a:pt x="5" y="772"/>
                      <a:pt x="10" y="772"/>
                      <a:pt x="12" y="770"/>
                    </a:cubicBezTo>
                    <a:lnTo>
                      <a:pt x="449" y="333"/>
                    </a:lnTo>
                    <a:cubicBezTo>
                      <a:pt x="565" y="223"/>
                      <a:pt x="648" y="142"/>
                      <a:pt x="716" y="90"/>
                    </a:cubicBezTo>
                    <a:cubicBezTo>
                      <a:pt x="749" y="63"/>
                      <a:pt x="778" y="44"/>
                      <a:pt x="806" y="32"/>
                    </a:cubicBezTo>
                    <a:cubicBezTo>
                      <a:pt x="833" y="19"/>
                      <a:pt x="859" y="13"/>
                      <a:pt x="884" y="13"/>
                    </a:cubicBezTo>
                    <a:cubicBezTo>
                      <a:pt x="924" y="13"/>
                      <a:pt x="966" y="29"/>
                      <a:pt x="1016" y="60"/>
                    </a:cubicBezTo>
                    <a:cubicBezTo>
                      <a:pt x="1067" y="90"/>
                      <a:pt x="1127" y="136"/>
                      <a:pt x="1204" y="195"/>
                    </a:cubicBezTo>
                    <a:cubicBezTo>
                      <a:pt x="1207" y="197"/>
                      <a:pt x="1211" y="197"/>
                      <a:pt x="1214" y="194"/>
                    </a:cubicBezTo>
                    <a:cubicBezTo>
                      <a:pt x="1216" y="191"/>
                      <a:pt x="1215" y="187"/>
                      <a:pt x="1212" y="184"/>
                    </a:cubicBezTo>
                  </a:path>
                </a:pathLst>
              </a:custGeom>
              <a:solidFill>
                <a:srgbClr val="F1E827"/>
              </a:solid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63" name="Freeform 11"/>
              <p:cNvSpPr>
                <a:spLocks noChangeArrowheads="1"/>
              </p:cNvSpPr>
              <p:nvPr/>
            </p:nvSpPr>
            <p:spPr bwMode="auto">
              <a:xfrm>
                <a:off x="1608093" y="858559"/>
                <a:ext cx="72925" cy="48130"/>
              </a:xfrm>
              <a:custGeom>
                <a:avLst/>
                <a:gdLst>
                  <a:gd name="T0" fmla="*/ 49 w 442"/>
                  <a:gd name="T1" fmla="*/ 200 h 293"/>
                  <a:gd name="T2" fmla="*/ 0 w 442"/>
                  <a:gd name="T3" fmla="*/ 156 h 293"/>
                  <a:gd name="T4" fmla="*/ 45 w 442"/>
                  <a:gd name="T5" fmla="*/ 107 h 293"/>
                  <a:gd name="T6" fmla="*/ 392 w 442"/>
                  <a:gd name="T7" fmla="*/ 91 h 293"/>
                  <a:gd name="T8" fmla="*/ 441 w 442"/>
                  <a:gd name="T9" fmla="*/ 137 h 293"/>
                  <a:gd name="T10" fmla="*/ 396 w 442"/>
                  <a:gd name="T11" fmla="*/ 185 h 293"/>
                  <a:gd name="T12" fmla="*/ 49 w 442"/>
                  <a:gd name="T13" fmla="*/ 200 h 293"/>
                </a:gdLst>
                <a:ahLst/>
                <a:cxnLst>
                  <a:cxn ang="0">
                    <a:pos x="T0" y="T1"/>
                  </a:cxn>
                  <a:cxn ang="0">
                    <a:pos x="T2" y="T3"/>
                  </a:cxn>
                  <a:cxn ang="0">
                    <a:pos x="T4" y="T5"/>
                  </a:cxn>
                  <a:cxn ang="0">
                    <a:pos x="T6" y="T7"/>
                  </a:cxn>
                  <a:cxn ang="0">
                    <a:pos x="T8" y="T9"/>
                  </a:cxn>
                  <a:cxn ang="0">
                    <a:pos x="T10" y="T11"/>
                  </a:cxn>
                  <a:cxn ang="0">
                    <a:pos x="T12" y="T13"/>
                  </a:cxn>
                </a:cxnLst>
                <a:rect l="0" t="0" r="r" b="b"/>
                <a:pathLst>
                  <a:path w="442" h="293">
                    <a:moveTo>
                      <a:pt x="49" y="200"/>
                    </a:moveTo>
                    <a:lnTo>
                      <a:pt x="0" y="156"/>
                    </a:lnTo>
                    <a:lnTo>
                      <a:pt x="45" y="107"/>
                    </a:lnTo>
                    <a:cubicBezTo>
                      <a:pt x="136" y="7"/>
                      <a:pt x="292" y="0"/>
                      <a:pt x="392" y="91"/>
                    </a:cubicBezTo>
                    <a:lnTo>
                      <a:pt x="441" y="137"/>
                    </a:lnTo>
                    <a:lnTo>
                      <a:pt x="396" y="185"/>
                    </a:lnTo>
                    <a:cubicBezTo>
                      <a:pt x="304" y="285"/>
                      <a:pt x="149" y="292"/>
                      <a:pt x="49" y="200"/>
                    </a:cubicBezTo>
                  </a:path>
                </a:pathLst>
              </a:custGeom>
              <a:solidFill>
                <a:srgbClr val="F1E827"/>
              </a:solid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grpSp>
          <p:nvGrpSpPr>
            <p:cNvPr id="43" name="组合 42"/>
            <p:cNvGrpSpPr/>
            <p:nvPr/>
          </p:nvGrpSpPr>
          <p:grpSpPr>
            <a:xfrm>
              <a:off x="2028870" y="1197389"/>
              <a:ext cx="3479247" cy="365353"/>
              <a:chOff x="2028870" y="696666"/>
              <a:chExt cx="3479247" cy="365353"/>
            </a:xfrm>
            <a:solidFill>
              <a:schemeClr val="bg1">
                <a:lumMod val="50000"/>
              </a:schemeClr>
            </a:solidFill>
          </p:grpSpPr>
          <p:sp>
            <p:nvSpPr>
              <p:cNvPr id="44" name="Freeform 12"/>
              <p:cNvSpPr>
                <a:spLocks noChangeArrowheads="1"/>
              </p:cNvSpPr>
              <p:nvPr/>
            </p:nvSpPr>
            <p:spPr bwMode="auto">
              <a:xfrm>
                <a:off x="2028870" y="697395"/>
                <a:ext cx="358061" cy="363166"/>
              </a:xfrm>
              <a:custGeom>
                <a:avLst/>
                <a:gdLst>
                  <a:gd name="T0" fmla="*/ 121 w 2165"/>
                  <a:gd name="T1" fmla="*/ 758 h 2195"/>
                  <a:gd name="T2" fmla="*/ 0 w 2165"/>
                  <a:gd name="T3" fmla="*/ 758 h 2195"/>
                  <a:gd name="T4" fmla="*/ 0 w 2165"/>
                  <a:gd name="T5" fmla="*/ 582 h 2195"/>
                  <a:gd name="T6" fmla="*/ 463 w 2165"/>
                  <a:gd name="T7" fmla="*/ 582 h 2195"/>
                  <a:gd name="T8" fmla="*/ 463 w 2165"/>
                  <a:gd name="T9" fmla="*/ 1982 h 2195"/>
                  <a:gd name="T10" fmla="*/ 620 w 2165"/>
                  <a:gd name="T11" fmla="*/ 1982 h 2195"/>
                  <a:gd name="T12" fmla="*/ 620 w 2165"/>
                  <a:gd name="T13" fmla="*/ 2157 h 2195"/>
                  <a:gd name="T14" fmla="*/ 121 w 2165"/>
                  <a:gd name="T15" fmla="*/ 2157 h 2195"/>
                  <a:gd name="T16" fmla="*/ 121 w 2165"/>
                  <a:gd name="T17" fmla="*/ 758 h 2195"/>
                  <a:gd name="T18" fmla="*/ 467 w 2165"/>
                  <a:gd name="T19" fmla="*/ 51 h 2195"/>
                  <a:gd name="T20" fmla="*/ 467 w 2165"/>
                  <a:gd name="T21" fmla="*/ 462 h 2195"/>
                  <a:gd name="T22" fmla="*/ 121 w 2165"/>
                  <a:gd name="T23" fmla="*/ 462 h 2195"/>
                  <a:gd name="T24" fmla="*/ 121 w 2165"/>
                  <a:gd name="T25" fmla="*/ 51 h 2195"/>
                  <a:gd name="T26" fmla="*/ 467 w 2165"/>
                  <a:gd name="T27" fmla="*/ 51 h 2195"/>
                  <a:gd name="T28" fmla="*/ 629 w 2165"/>
                  <a:gd name="T29" fmla="*/ 906 h 2195"/>
                  <a:gd name="T30" fmla="*/ 629 w 2165"/>
                  <a:gd name="T31" fmla="*/ 730 h 2195"/>
                  <a:gd name="T32" fmla="*/ 1221 w 2165"/>
                  <a:gd name="T33" fmla="*/ 730 h 2195"/>
                  <a:gd name="T34" fmla="*/ 1221 w 2165"/>
                  <a:gd name="T35" fmla="*/ 0 h 2195"/>
                  <a:gd name="T36" fmla="*/ 1563 w 2165"/>
                  <a:gd name="T37" fmla="*/ 0 h 2195"/>
                  <a:gd name="T38" fmla="*/ 1563 w 2165"/>
                  <a:gd name="T39" fmla="*/ 730 h 2195"/>
                  <a:gd name="T40" fmla="*/ 2164 w 2165"/>
                  <a:gd name="T41" fmla="*/ 730 h 2195"/>
                  <a:gd name="T42" fmla="*/ 2164 w 2165"/>
                  <a:gd name="T43" fmla="*/ 906 h 2195"/>
                  <a:gd name="T44" fmla="*/ 1563 w 2165"/>
                  <a:gd name="T45" fmla="*/ 906 h 2195"/>
                  <a:gd name="T46" fmla="*/ 1563 w 2165"/>
                  <a:gd name="T47" fmla="*/ 2194 h 2195"/>
                  <a:gd name="T48" fmla="*/ 1221 w 2165"/>
                  <a:gd name="T49" fmla="*/ 2194 h 2195"/>
                  <a:gd name="T50" fmla="*/ 1221 w 2165"/>
                  <a:gd name="T51" fmla="*/ 906 h 2195"/>
                  <a:gd name="T52" fmla="*/ 629 w 2165"/>
                  <a:gd name="T53" fmla="*/ 906 h 2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165" h="2195">
                    <a:moveTo>
                      <a:pt x="121" y="758"/>
                    </a:moveTo>
                    <a:lnTo>
                      <a:pt x="0" y="758"/>
                    </a:lnTo>
                    <a:lnTo>
                      <a:pt x="0" y="582"/>
                    </a:lnTo>
                    <a:lnTo>
                      <a:pt x="463" y="582"/>
                    </a:lnTo>
                    <a:lnTo>
                      <a:pt x="463" y="1982"/>
                    </a:lnTo>
                    <a:lnTo>
                      <a:pt x="620" y="1982"/>
                    </a:lnTo>
                    <a:lnTo>
                      <a:pt x="620" y="2157"/>
                    </a:lnTo>
                    <a:lnTo>
                      <a:pt x="121" y="2157"/>
                    </a:lnTo>
                    <a:lnTo>
                      <a:pt x="121" y="758"/>
                    </a:lnTo>
                    <a:close/>
                    <a:moveTo>
                      <a:pt x="467" y="51"/>
                    </a:moveTo>
                    <a:lnTo>
                      <a:pt x="467" y="462"/>
                    </a:lnTo>
                    <a:lnTo>
                      <a:pt x="121" y="462"/>
                    </a:lnTo>
                    <a:lnTo>
                      <a:pt x="121" y="51"/>
                    </a:lnTo>
                    <a:lnTo>
                      <a:pt x="467" y="51"/>
                    </a:lnTo>
                    <a:close/>
                    <a:moveTo>
                      <a:pt x="629" y="906"/>
                    </a:moveTo>
                    <a:lnTo>
                      <a:pt x="629" y="730"/>
                    </a:lnTo>
                    <a:lnTo>
                      <a:pt x="1221" y="730"/>
                    </a:lnTo>
                    <a:lnTo>
                      <a:pt x="1221" y="0"/>
                    </a:lnTo>
                    <a:lnTo>
                      <a:pt x="1563" y="0"/>
                    </a:lnTo>
                    <a:lnTo>
                      <a:pt x="1563" y="730"/>
                    </a:lnTo>
                    <a:lnTo>
                      <a:pt x="2164" y="730"/>
                    </a:lnTo>
                    <a:lnTo>
                      <a:pt x="2164" y="906"/>
                    </a:lnTo>
                    <a:lnTo>
                      <a:pt x="1563" y="906"/>
                    </a:lnTo>
                    <a:lnTo>
                      <a:pt x="1563" y="2194"/>
                    </a:lnTo>
                    <a:lnTo>
                      <a:pt x="1221" y="2194"/>
                    </a:lnTo>
                    <a:lnTo>
                      <a:pt x="1221" y="906"/>
                    </a:lnTo>
                    <a:lnTo>
                      <a:pt x="629" y="906"/>
                    </a:lnTo>
                    <a:close/>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5" name="Freeform 13"/>
              <p:cNvSpPr>
                <a:spLocks noChangeArrowheads="1"/>
              </p:cNvSpPr>
              <p:nvPr/>
            </p:nvSpPr>
            <p:spPr bwMode="auto">
              <a:xfrm>
                <a:off x="2417559" y="696666"/>
                <a:ext cx="357332" cy="364625"/>
              </a:xfrm>
              <a:custGeom>
                <a:avLst/>
                <a:gdLst>
                  <a:gd name="T0" fmla="*/ 583 w 2161"/>
                  <a:gd name="T1" fmla="*/ 379 h 2205"/>
                  <a:gd name="T2" fmla="*/ 458 w 2161"/>
                  <a:gd name="T3" fmla="*/ 287 h 2205"/>
                  <a:gd name="T4" fmla="*/ 0 w 2161"/>
                  <a:gd name="T5" fmla="*/ 379 h 2205"/>
                  <a:gd name="T6" fmla="*/ 662 w 2161"/>
                  <a:gd name="T7" fmla="*/ 0 h 2205"/>
                  <a:gd name="T8" fmla="*/ 1087 w 2161"/>
                  <a:gd name="T9" fmla="*/ 111 h 2205"/>
                  <a:gd name="T10" fmla="*/ 916 w 2161"/>
                  <a:gd name="T11" fmla="*/ 287 h 2205"/>
                  <a:gd name="T12" fmla="*/ 675 w 2161"/>
                  <a:gd name="T13" fmla="*/ 1691 h 2205"/>
                  <a:gd name="T14" fmla="*/ 1545 w 2161"/>
                  <a:gd name="T15" fmla="*/ 1811 h 2205"/>
                  <a:gd name="T16" fmla="*/ 1887 w 2161"/>
                  <a:gd name="T17" fmla="*/ 1691 h 2205"/>
                  <a:gd name="T18" fmla="*/ 2150 w 2161"/>
                  <a:gd name="T19" fmla="*/ 1811 h 2205"/>
                  <a:gd name="T20" fmla="*/ 1887 w 2161"/>
                  <a:gd name="T21" fmla="*/ 1987 h 2205"/>
                  <a:gd name="T22" fmla="*/ 1545 w 2161"/>
                  <a:gd name="T23" fmla="*/ 2204 h 2205"/>
                  <a:gd name="T24" fmla="*/ 652 w 2161"/>
                  <a:gd name="T25" fmla="*/ 1987 h 2205"/>
                  <a:gd name="T26" fmla="*/ 144 w 2161"/>
                  <a:gd name="T27" fmla="*/ 2204 h 2205"/>
                  <a:gd name="T28" fmla="*/ 47 w 2161"/>
                  <a:gd name="T29" fmla="*/ 1987 h 2205"/>
                  <a:gd name="T30" fmla="*/ 333 w 2161"/>
                  <a:gd name="T31" fmla="*/ 1811 h 2205"/>
                  <a:gd name="T32" fmla="*/ 675 w 2161"/>
                  <a:gd name="T33" fmla="*/ 1691 h 2205"/>
                  <a:gd name="T34" fmla="*/ 2100 w 2161"/>
                  <a:gd name="T35" fmla="*/ 448 h 2205"/>
                  <a:gd name="T36" fmla="*/ 102 w 2161"/>
                  <a:gd name="T37" fmla="*/ 1622 h 2205"/>
                  <a:gd name="T38" fmla="*/ 444 w 2161"/>
                  <a:gd name="T39" fmla="*/ 781 h 2205"/>
                  <a:gd name="T40" fmla="*/ 1757 w 2161"/>
                  <a:gd name="T41" fmla="*/ 624 h 2205"/>
                  <a:gd name="T42" fmla="*/ 444 w 2161"/>
                  <a:gd name="T43" fmla="*/ 781 h 2205"/>
                  <a:gd name="T44" fmla="*/ 1757 w 2161"/>
                  <a:gd name="T45" fmla="*/ 1114 h 2205"/>
                  <a:gd name="T46" fmla="*/ 444 w 2161"/>
                  <a:gd name="T47" fmla="*/ 957 h 2205"/>
                  <a:gd name="T48" fmla="*/ 1757 w 2161"/>
                  <a:gd name="T49" fmla="*/ 1289 h 2205"/>
                  <a:gd name="T50" fmla="*/ 444 w 2161"/>
                  <a:gd name="T51" fmla="*/ 1446 h 2205"/>
                  <a:gd name="T52" fmla="*/ 1757 w 2161"/>
                  <a:gd name="T53" fmla="*/ 1289 h 2205"/>
                  <a:gd name="T54" fmla="*/ 1041 w 2161"/>
                  <a:gd name="T55" fmla="*/ 379 h 2205"/>
                  <a:gd name="T56" fmla="*/ 1688 w 2161"/>
                  <a:gd name="T57" fmla="*/ 0 h 2205"/>
                  <a:gd name="T58" fmla="*/ 2160 w 2161"/>
                  <a:gd name="T59" fmla="*/ 111 h 2205"/>
                  <a:gd name="T60" fmla="*/ 1998 w 2161"/>
                  <a:gd name="T61" fmla="*/ 287 h 2205"/>
                  <a:gd name="T62" fmla="*/ 1646 w 2161"/>
                  <a:gd name="T63" fmla="*/ 379 h 2205"/>
                  <a:gd name="T64" fmla="*/ 1508 w 2161"/>
                  <a:gd name="T65" fmla="*/ 287 h 2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161" h="2205">
                    <a:moveTo>
                      <a:pt x="990" y="379"/>
                    </a:moveTo>
                    <a:lnTo>
                      <a:pt x="583" y="379"/>
                    </a:lnTo>
                    <a:lnTo>
                      <a:pt x="509" y="287"/>
                    </a:lnTo>
                    <a:lnTo>
                      <a:pt x="458" y="287"/>
                    </a:lnTo>
                    <a:lnTo>
                      <a:pt x="389" y="379"/>
                    </a:lnTo>
                    <a:lnTo>
                      <a:pt x="0" y="379"/>
                    </a:lnTo>
                    <a:lnTo>
                      <a:pt x="273" y="0"/>
                    </a:lnTo>
                    <a:lnTo>
                      <a:pt x="662" y="0"/>
                    </a:lnTo>
                    <a:lnTo>
                      <a:pt x="592" y="111"/>
                    </a:lnTo>
                    <a:lnTo>
                      <a:pt x="1087" y="111"/>
                    </a:lnTo>
                    <a:lnTo>
                      <a:pt x="1087" y="287"/>
                    </a:lnTo>
                    <a:lnTo>
                      <a:pt x="916" y="287"/>
                    </a:lnTo>
                    <a:lnTo>
                      <a:pt x="990" y="379"/>
                    </a:lnTo>
                    <a:close/>
                    <a:moveTo>
                      <a:pt x="675" y="1691"/>
                    </a:moveTo>
                    <a:lnTo>
                      <a:pt x="675" y="1811"/>
                    </a:lnTo>
                    <a:lnTo>
                      <a:pt x="1545" y="1811"/>
                    </a:lnTo>
                    <a:lnTo>
                      <a:pt x="1545" y="1691"/>
                    </a:lnTo>
                    <a:lnTo>
                      <a:pt x="1887" y="1691"/>
                    </a:lnTo>
                    <a:lnTo>
                      <a:pt x="1887" y="1811"/>
                    </a:lnTo>
                    <a:lnTo>
                      <a:pt x="2150" y="1811"/>
                    </a:lnTo>
                    <a:lnTo>
                      <a:pt x="2150" y="1987"/>
                    </a:lnTo>
                    <a:lnTo>
                      <a:pt x="1887" y="1987"/>
                    </a:lnTo>
                    <a:lnTo>
                      <a:pt x="1887" y="2204"/>
                    </a:lnTo>
                    <a:lnTo>
                      <a:pt x="1545" y="2204"/>
                    </a:lnTo>
                    <a:lnTo>
                      <a:pt x="1545" y="1987"/>
                    </a:lnTo>
                    <a:lnTo>
                      <a:pt x="652" y="1987"/>
                    </a:lnTo>
                    <a:lnTo>
                      <a:pt x="527" y="2204"/>
                    </a:lnTo>
                    <a:lnTo>
                      <a:pt x="144" y="2204"/>
                    </a:lnTo>
                    <a:lnTo>
                      <a:pt x="282" y="1987"/>
                    </a:lnTo>
                    <a:lnTo>
                      <a:pt x="47" y="1987"/>
                    </a:lnTo>
                    <a:lnTo>
                      <a:pt x="47" y="1811"/>
                    </a:lnTo>
                    <a:lnTo>
                      <a:pt x="333" y="1811"/>
                    </a:lnTo>
                    <a:lnTo>
                      <a:pt x="333" y="1691"/>
                    </a:lnTo>
                    <a:lnTo>
                      <a:pt x="675" y="1691"/>
                    </a:lnTo>
                    <a:close/>
                    <a:moveTo>
                      <a:pt x="102" y="448"/>
                    </a:moveTo>
                    <a:lnTo>
                      <a:pt x="2100" y="448"/>
                    </a:lnTo>
                    <a:lnTo>
                      <a:pt x="2100" y="1622"/>
                    </a:lnTo>
                    <a:lnTo>
                      <a:pt x="102" y="1622"/>
                    </a:lnTo>
                    <a:lnTo>
                      <a:pt x="102" y="448"/>
                    </a:lnTo>
                    <a:close/>
                    <a:moveTo>
                      <a:pt x="444" y="781"/>
                    </a:moveTo>
                    <a:lnTo>
                      <a:pt x="1757" y="781"/>
                    </a:lnTo>
                    <a:lnTo>
                      <a:pt x="1757" y="624"/>
                    </a:lnTo>
                    <a:lnTo>
                      <a:pt x="444" y="624"/>
                    </a:lnTo>
                    <a:lnTo>
                      <a:pt x="444" y="781"/>
                    </a:lnTo>
                    <a:close/>
                    <a:moveTo>
                      <a:pt x="444" y="1114"/>
                    </a:moveTo>
                    <a:lnTo>
                      <a:pt x="1757" y="1114"/>
                    </a:lnTo>
                    <a:lnTo>
                      <a:pt x="1757" y="957"/>
                    </a:lnTo>
                    <a:lnTo>
                      <a:pt x="444" y="957"/>
                    </a:lnTo>
                    <a:lnTo>
                      <a:pt x="444" y="1114"/>
                    </a:lnTo>
                    <a:close/>
                    <a:moveTo>
                      <a:pt x="1757" y="1289"/>
                    </a:moveTo>
                    <a:lnTo>
                      <a:pt x="444" y="1289"/>
                    </a:lnTo>
                    <a:lnTo>
                      <a:pt x="444" y="1446"/>
                    </a:lnTo>
                    <a:lnTo>
                      <a:pt x="1757" y="1446"/>
                    </a:lnTo>
                    <a:lnTo>
                      <a:pt x="1757" y="1289"/>
                    </a:lnTo>
                    <a:close/>
                    <a:moveTo>
                      <a:pt x="1434" y="379"/>
                    </a:moveTo>
                    <a:lnTo>
                      <a:pt x="1041" y="379"/>
                    </a:lnTo>
                    <a:lnTo>
                      <a:pt x="1313" y="0"/>
                    </a:lnTo>
                    <a:lnTo>
                      <a:pt x="1688" y="0"/>
                    </a:lnTo>
                    <a:lnTo>
                      <a:pt x="1609" y="111"/>
                    </a:lnTo>
                    <a:lnTo>
                      <a:pt x="2160" y="111"/>
                    </a:lnTo>
                    <a:lnTo>
                      <a:pt x="2160" y="287"/>
                    </a:lnTo>
                    <a:lnTo>
                      <a:pt x="1998" y="287"/>
                    </a:lnTo>
                    <a:lnTo>
                      <a:pt x="2072" y="379"/>
                    </a:lnTo>
                    <a:lnTo>
                      <a:pt x="1646" y="379"/>
                    </a:lnTo>
                    <a:lnTo>
                      <a:pt x="1572" y="287"/>
                    </a:lnTo>
                    <a:lnTo>
                      <a:pt x="1508" y="287"/>
                    </a:lnTo>
                    <a:lnTo>
                      <a:pt x="1434" y="379"/>
                    </a:lnTo>
                    <a:close/>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6" name="Freeform 14"/>
              <p:cNvSpPr>
                <a:spLocks noChangeArrowheads="1"/>
              </p:cNvSpPr>
              <p:nvPr/>
            </p:nvSpPr>
            <p:spPr bwMode="auto">
              <a:xfrm>
                <a:off x="2810625" y="696666"/>
                <a:ext cx="363895" cy="364625"/>
              </a:xfrm>
              <a:custGeom>
                <a:avLst/>
                <a:gdLst>
                  <a:gd name="T0" fmla="*/ 0 w 2202"/>
                  <a:gd name="T1" fmla="*/ 2019 h 2205"/>
                  <a:gd name="T2" fmla="*/ 74 w 2202"/>
                  <a:gd name="T3" fmla="*/ 661 h 2205"/>
                  <a:gd name="T4" fmla="*/ 310 w 2202"/>
                  <a:gd name="T5" fmla="*/ 661 h 2205"/>
                  <a:gd name="T6" fmla="*/ 231 w 2202"/>
                  <a:gd name="T7" fmla="*/ 2019 h 2205"/>
                  <a:gd name="T8" fmla="*/ 0 w 2202"/>
                  <a:gd name="T9" fmla="*/ 2019 h 2205"/>
                  <a:gd name="T10" fmla="*/ 939 w 2202"/>
                  <a:gd name="T11" fmla="*/ 439 h 2205"/>
                  <a:gd name="T12" fmla="*/ 684 w 2202"/>
                  <a:gd name="T13" fmla="*/ 439 h 2205"/>
                  <a:gd name="T14" fmla="*/ 684 w 2202"/>
                  <a:gd name="T15" fmla="*/ 2204 h 2205"/>
                  <a:gd name="T16" fmla="*/ 361 w 2202"/>
                  <a:gd name="T17" fmla="*/ 2204 h 2205"/>
                  <a:gd name="T18" fmla="*/ 361 w 2202"/>
                  <a:gd name="T19" fmla="*/ 439 h 2205"/>
                  <a:gd name="T20" fmla="*/ 28 w 2202"/>
                  <a:gd name="T21" fmla="*/ 439 h 2205"/>
                  <a:gd name="T22" fmla="*/ 28 w 2202"/>
                  <a:gd name="T23" fmla="*/ 264 h 2205"/>
                  <a:gd name="T24" fmla="*/ 361 w 2202"/>
                  <a:gd name="T25" fmla="*/ 264 h 2205"/>
                  <a:gd name="T26" fmla="*/ 361 w 2202"/>
                  <a:gd name="T27" fmla="*/ 0 h 2205"/>
                  <a:gd name="T28" fmla="*/ 684 w 2202"/>
                  <a:gd name="T29" fmla="*/ 0 h 2205"/>
                  <a:gd name="T30" fmla="*/ 684 w 2202"/>
                  <a:gd name="T31" fmla="*/ 264 h 2205"/>
                  <a:gd name="T32" fmla="*/ 939 w 2202"/>
                  <a:gd name="T33" fmla="*/ 264 h 2205"/>
                  <a:gd name="T34" fmla="*/ 939 w 2202"/>
                  <a:gd name="T35" fmla="*/ 439 h 2205"/>
                  <a:gd name="T36" fmla="*/ 939 w 2202"/>
                  <a:gd name="T37" fmla="*/ 661 h 2205"/>
                  <a:gd name="T38" fmla="*/ 939 w 2202"/>
                  <a:gd name="T39" fmla="*/ 1686 h 2205"/>
                  <a:gd name="T40" fmla="*/ 735 w 2202"/>
                  <a:gd name="T41" fmla="*/ 1686 h 2205"/>
                  <a:gd name="T42" fmla="*/ 735 w 2202"/>
                  <a:gd name="T43" fmla="*/ 661 h 2205"/>
                  <a:gd name="T44" fmla="*/ 939 w 2202"/>
                  <a:gd name="T45" fmla="*/ 661 h 2205"/>
                  <a:gd name="T46" fmla="*/ 1022 w 2202"/>
                  <a:gd name="T47" fmla="*/ 1594 h 2205"/>
                  <a:gd name="T48" fmla="*/ 1022 w 2202"/>
                  <a:gd name="T49" fmla="*/ 42 h 2205"/>
                  <a:gd name="T50" fmla="*/ 1988 w 2202"/>
                  <a:gd name="T51" fmla="*/ 42 h 2205"/>
                  <a:gd name="T52" fmla="*/ 1988 w 2202"/>
                  <a:gd name="T53" fmla="*/ 2033 h 2205"/>
                  <a:gd name="T54" fmla="*/ 2201 w 2202"/>
                  <a:gd name="T55" fmla="*/ 2033 h 2205"/>
                  <a:gd name="T56" fmla="*/ 2201 w 2202"/>
                  <a:gd name="T57" fmla="*/ 2204 h 2205"/>
                  <a:gd name="T58" fmla="*/ 1665 w 2202"/>
                  <a:gd name="T59" fmla="*/ 2204 h 2205"/>
                  <a:gd name="T60" fmla="*/ 1665 w 2202"/>
                  <a:gd name="T61" fmla="*/ 217 h 2205"/>
                  <a:gd name="T62" fmla="*/ 1355 w 2202"/>
                  <a:gd name="T63" fmla="*/ 217 h 2205"/>
                  <a:gd name="T64" fmla="*/ 1355 w 2202"/>
                  <a:gd name="T65" fmla="*/ 1668 h 2205"/>
                  <a:gd name="T66" fmla="*/ 1198 w 2202"/>
                  <a:gd name="T67" fmla="*/ 2204 h 2205"/>
                  <a:gd name="T68" fmla="*/ 851 w 2202"/>
                  <a:gd name="T69" fmla="*/ 2204 h 2205"/>
                  <a:gd name="T70" fmla="*/ 1022 w 2202"/>
                  <a:gd name="T71" fmla="*/ 1594 h 2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202" h="2205">
                    <a:moveTo>
                      <a:pt x="0" y="2019"/>
                    </a:moveTo>
                    <a:lnTo>
                      <a:pt x="74" y="661"/>
                    </a:lnTo>
                    <a:lnTo>
                      <a:pt x="310" y="661"/>
                    </a:lnTo>
                    <a:lnTo>
                      <a:pt x="231" y="2019"/>
                    </a:lnTo>
                    <a:lnTo>
                      <a:pt x="0" y="2019"/>
                    </a:lnTo>
                    <a:close/>
                    <a:moveTo>
                      <a:pt x="939" y="439"/>
                    </a:moveTo>
                    <a:lnTo>
                      <a:pt x="684" y="439"/>
                    </a:lnTo>
                    <a:lnTo>
                      <a:pt x="684" y="2204"/>
                    </a:lnTo>
                    <a:lnTo>
                      <a:pt x="361" y="2204"/>
                    </a:lnTo>
                    <a:lnTo>
                      <a:pt x="361" y="439"/>
                    </a:lnTo>
                    <a:lnTo>
                      <a:pt x="28" y="439"/>
                    </a:lnTo>
                    <a:lnTo>
                      <a:pt x="28" y="264"/>
                    </a:lnTo>
                    <a:lnTo>
                      <a:pt x="361" y="264"/>
                    </a:lnTo>
                    <a:lnTo>
                      <a:pt x="361" y="0"/>
                    </a:lnTo>
                    <a:lnTo>
                      <a:pt x="684" y="0"/>
                    </a:lnTo>
                    <a:lnTo>
                      <a:pt x="684" y="264"/>
                    </a:lnTo>
                    <a:lnTo>
                      <a:pt x="939" y="264"/>
                    </a:lnTo>
                    <a:lnTo>
                      <a:pt x="939" y="439"/>
                    </a:lnTo>
                    <a:close/>
                    <a:moveTo>
                      <a:pt x="939" y="661"/>
                    </a:moveTo>
                    <a:lnTo>
                      <a:pt x="939" y="1686"/>
                    </a:lnTo>
                    <a:lnTo>
                      <a:pt x="735" y="1686"/>
                    </a:lnTo>
                    <a:lnTo>
                      <a:pt x="735" y="661"/>
                    </a:lnTo>
                    <a:lnTo>
                      <a:pt x="939" y="661"/>
                    </a:lnTo>
                    <a:close/>
                    <a:moveTo>
                      <a:pt x="1022" y="1594"/>
                    </a:moveTo>
                    <a:lnTo>
                      <a:pt x="1022" y="42"/>
                    </a:lnTo>
                    <a:lnTo>
                      <a:pt x="1988" y="42"/>
                    </a:lnTo>
                    <a:lnTo>
                      <a:pt x="1988" y="2033"/>
                    </a:lnTo>
                    <a:lnTo>
                      <a:pt x="2201" y="2033"/>
                    </a:lnTo>
                    <a:lnTo>
                      <a:pt x="2201" y="2204"/>
                    </a:lnTo>
                    <a:lnTo>
                      <a:pt x="1665" y="2204"/>
                    </a:lnTo>
                    <a:lnTo>
                      <a:pt x="1665" y="217"/>
                    </a:lnTo>
                    <a:lnTo>
                      <a:pt x="1355" y="217"/>
                    </a:lnTo>
                    <a:lnTo>
                      <a:pt x="1355" y="1668"/>
                    </a:lnTo>
                    <a:lnTo>
                      <a:pt x="1198" y="2204"/>
                    </a:lnTo>
                    <a:lnTo>
                      <a:pt x="851" y="2204"/>
                    </a:lnTo>
                    <a:lnTo>
                      <a:pt x="1022" y="1594"/>
                    </a:lnTo>
                    <a:close/>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7" name="Freeform 15"/>
              <p:cNvSpPr>
                <a:spLocks noChangeArrowheads="1"/>
              </p:cNvSpPr>
              <p:nvPr/>
            </p:nvSpPr>
            <p:spPr bwMode="auto">
              <a:xfrm>
                <a:off x="3212441" y="703958"/>
                <a:ext cx="339830" cy="358061"/>
              </a:xfrm>
              <a:custGeom>
                <a:avLst/>
                <a:gdLst>
                  <a:gd name="T0" fmla="*/ 1747 w 2053"/>
                  <a:gd name="T1" fmla="*/ 1982 h 2163"/>
                  <a:gd name="T2" fmla="*/ 1747 w 2053"/>
                  <a:gd name="T3" fmla="*/ 175 h 2163"/>
                  <a:gd name="T4" fmla="*/ 305 w 2053"/>
                  <a:gd name="T5" fmla="*/ 175 h 2163"/>
                  <a:gd name="T6" fmla="*/ 305 w 2053"/>
                  <a:gd name="T7" fmla="*/ 2162 h 2163"/>
                  <a:gd name="T8" fmla="*/ 0 w 2053"/>
                  <a:gd name="T9" fmla="*/ 2162 h 2163"/>
                  <a:gd name="T10" fmla="*/ 0 w 2053"/>
                  <a:gd name="T11" fmla="*/ 0 h 2163"/>
                  <a:gd name="T12" fmla="*/ 2052 w 2053"/>
                  <a:gd name="T13" fmla="*/ 0 h 2163"/>
                  <a:gd name="T14" fmla="*/ 2052 w 2053"/>
                  <a:gd name="T15" fmla="*/ 2162 h 2163"/>
                  <a:gd name="T16" fmla="*/ 1590 w 2053"/>
                  <a:gd name="T17" fmla="*/ 2162 h 2163"/>
                  <a:gd name="T18" fmla="*/ 1590 w 2053"/>
                  <a:gd name="T19" fmla="*/ 1982 h 2163"/>
                  <a:gd name="T20" fmla="*/ 1747 w 2053"/>
                  <a:gd name="T21" fmla="*/ 1982 h 2163"/>
                  <a:gd name="T22" fmla="*/ 791 w 2053"/>
                  <a:gd name="T23" fmla="*/ 1127 h 2163"/>
                  <a:gd name="T24" fmla="*/ 1017 w 2053"/>
                  <a:gd name="T25" fmla="*/ 1843 h 2163"/>
                  <a:gd name="T26" fmla="*/ 786 w 2053"/>
                  <a:gd name="T27" fmla="*/ 1843 h 2163"/>
                  <a:gd name="T28" fmla="*/ 680 w 2053"/>
                  <a:gd name="T29" fmla="*/ 1501 h 2163"/>
                  <a:gd name="T30" fmla="*/ 573 w 2053"/>
                  <a:gd name="T31" fmla="*/ 1843 h 2163"/>
                  <a:gd name="T32" fmla="*/ 347 w 2053"/>
                  <a:gd name="T33" fmla="*/ 1843 h 2163"/>
                  <a:gd name="T34" fmla="*/ 564 w 2053"/>
                  <a:gd name="T35" fmla="*/ 1136 h 2163"/>
                  <a:gd name="T36" fmla="*/ 338 w 2053"/>
                  <a:gd name="T37" fmla="*/ 430 h 2163"/>
                  <a:gd name="T38" fmla="*/ 569 w 2053"/>
                  <a:gd name="T39" fmla="*/ 430 h 2163"/>
                  <a:gd name="T40" fmla="*/ 675 w 2053"/>
                  <a:gd name="T41" fmla="*/ 767 h 2163"/>
                  <a:gd name="T42" fmla="*/ 777 w 2053"/>
                  <a:gd name="T43" fmla="*/ 430 h 2163"/>
                  <a:gd name="T44" fmla="*/ 1003 w 2053"/>
                  <a:gd name="T45" fmla="*/ 430 h 2163"/>
                  <a:gd name="T46" fmla="*/ 791 w 2053"/>
                  <a:gd name="T47" fmla="*/ 1127 h 2163"/>
                  <a:gd name="T48" fmla="*/ 1503 w 2053"/>
                  <a:gd name="T49" fmla="*/ 1127 h 2163"/>
                  <a:gd name="T50" fmla="*/ 1728 w 2053"/>
                  <a:gd name="T51" fmla="*/ 1843 h 2163"/>
                  <a:gd name="T52" fmla="*/ 1498 w 2053"/>
                  <a:gd name="T53" fmla="*/ 1843 h 2163"/>
                  <a:gd name="T54" fmla="*/ 1392 w 2053"/>
                  <a:gd name="T55" fmla="*/ 1501 h 2163"/>
                  <a:gd name="T56" fmla="*/ 1286 w 2053"/>
                  <a:gd name="T57" fmla="*/ 1843 h 2163"/>
                  <a:gd name="T58" fmla="*/ 1059 w 2053"/>
                  <a:gd name="T59" fmla="*/ 1843 h 2163"/>
                  <a:gd name="T60" fmla="*/ 1276 w 2053"/>
                  <a:gd name="T61" fmla="*/ 1136 h 2163"/>
                  <a:gd name="T62" fmla="*/ 1050 w 2053"/>
                  <a:gd name="T63" fmla="*/ 430 h 2163"/>
                  <a:gd name="T64" fmla="*/ 1281 w 2053"/>
                  <a:gd name="T65" fmla="*/ 430 h 2163"/>
                  <a:gd name="T66" fmla="*/ 1387 w 2053"/>
                  <a:gd name="T67" fmla="*/ 767 h 2163"/>
                  <a:gd name="T68" fmla="*/ 1489 w 2053"/>
                  <a:gd name="T69" fmla="*/ 430 h 2163"/>
                  <a:gd name="T70" fmla="*/ 1715 w 2053"/>
                  <a:gd name="T71" fmla="*/ 430 h 2163"/>
                  <a:gd name="T72" fmla="*/ 1503 w 2053"/>
                  <a:gd name="T73" fmla="*/ 1127 h 2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053" h="2163">
                    <a:moveTo>
                      <a:pt x="1747" y="1982"/>
                    </a:moveTo>
                    <a:lnTo>
                      <a:pt x="1747" y="175"/>
                    </a:lnTo>
                    <a:lnTo>
                      <a:pt x="305" y="175"/>
                    </a:lnTo>
                    <a:lnTo>
                      <a:pt x="305" y="2162"/>
                    </a:lnTo>
                    <a:lnTo>
                      <a:pt x="0" y="2162"/>
                    </a:lnTo>
                    <a:lnTo>
                      <a:pt x="0" y="0"/>
                    </a:lnTo>
                    <a:lnTo>
                      <a:pt x="2052" y="0"/>
                    </a:lnTo>
                    <a:lnTo>
                      <a:pt x="2052" y="2162"/>
                    </a:lnTo>
                    <a:lnTo>
                      <a:pt x="1590" y="2162"/>
                    </a:lnTo>
                    <a:lnTo>
                      <a:pt x="1590" y="1982"/>
                    </a:lnTo>
                    <a:lnTo>
                      <a:pt x="1747" y="1982"/>
                    </a:lnTo>
                    <a:close/>
                    <a:moveTo>
                      <a:pt x="791" y="1127"/>
                    </a:moveTo>
                    <a:lnTo>
                      <a:pt x="1017" y="1843"/>
                    </a:lnTo>
                    <a:lnTo>
                      <a:pt x="786" y="1843"/>
                    </a:lnTo>
                    <a:lnTo>
                      <a:pt x="680" y="1501"/>
                    </a:lnTo>
                    <a:lnTo>
                      <a:pt x="573" y="1843"/>
                    </a:lnTo>
                    <a:lnTo>
                      <a:pt x="347" y="1843"/>
                    </a:lnTo>
                    <a:lnTo>
                      <a:pt x="564" y="1136"/>
                    </a:lnTo>
                    <a:lnTo>
                      <a:pt x="338" y="430"/>
                    </a:lnTo>
                    <a:lnTo>
                      <a:pt x="569" y="430"/>
                    </a:lnTo>
                    <a:lnTo>
                      <a:pt x="675" y="767"/>
                    </a:lnTo>
                    <a:lnTo>
                      <a:pt x="777" y="430"/>
                    </a:lnTo>
                    <a:lnTo>
                      <a:pt x="1003" y="430"/>
                    </a:lnTo>
                    <a:lnTo>
                      <a:pt x="791" y="1127"/>
                    </a:lnTo>
                    <a:close/>
                    <a:moveTo>
                      <a:pt x="1503" y="1127"/>
                    </a:moveTo>
                    <a:lnTo>
                      <a:pt x="1728" y="1843"/>
                    </a:lnTo>
                    <a:lnTo>
                      <a:pt x="1498" y="1843"/>
                    </a:lnTo>
                    <a:lnTo>
                      <a:pt x="1392" y="1501"/>
                    </a:lnTo>
                    <a:lnTo>
                      <a:pt x="1286" y="1843"/>
                    </a:lnTo>
                    <a:lnTo>
                      <a:pt x="1059" y="1843"/>
                    </a:lnTo>
                    <a:lnTo>
                      <a:pt x="1276" y="1136"/>
                    </a:lnTo>
                    <a:lnTo>
                      <a:pt x="1050" y="430"/>
                    </a:lnTo>
                    <a:lnTo>
                      <a:pt x="1281" y="430"/>
                    </a:lnTo>
                    <a:lnTo>
                      <a:pt x="1387" y="767"/>
                    </a:lnTo>
                    <a:lnTo>
                      <a:pt x="1489" y="430"/>
                    </a:lnTo>
                    <a:lnTo>
                      <a:pt x="1715" y="430"/>
                    </a:lnTo>
                    <a:lnTo>
                      <a:pt x="1503" y="1127"/>
                    </a:lnTo>
                    <a:close/>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8" name="Freeform 16"/>
              <p:cNvSpPr>
                <a:spLocks noChangeArrowheads="1"/>
              </p:cNvSpPr>
              <p:nvPr/>
            </p:nvSpPr>
            <p:spPr bwMode="auto">
              <a:xfrm>
                <a:off x="3581441" y="696666"/>
                <a:ext cx="375564" cy="362437"/>
              </a:xfrm>
              <a:custGeom>
                <a:avLst/>
                <a:gdLst>
                  <a:gd name="T0" fmla="*/ 315 w 2272"/>
                  <a:gd name="T1" fmla="*/ 957 h 2191"/>
                  <a:gd name="T2" fmla="*/ 0 w 2272"/>
                  <a:gd name="T3" fmla="*/ 957 h 2191"/>
                  <a:gd name="T4" fmla="*/ 361 w 2272"/>
                  <a:gd name="T5" fmla="*/ 5 h 2191"/>
                  <a:gd name="T6" fmla="*/ 675 w 2272"/>
                  <a:gd name="T7" fmla="*/ 5 h 2191"/>
                  <a:gd name="T8" fmla="*/ 380 w 2272"/>
                  <a:gd name="T9" fmla="*/ 767 h 2191"/>
                  <a:gd name="T10" fmla="*/ 453 w 2272"/>
                  <a:gd name="T11" fmla="*/ 767 h 2191"/>
                  <a:gd name="T12" fmla="*/ 509 w 2272"/>
                  <a:gd name="T13" fmla="*/ 647 h 2191"/>
                  <a:gd name="T14" fmla="*/ 823 w 2272"/>
                  <a:gd name="T15" fmla="*/ 647 h 2191"/>
                  <a:gd name="T16" fmla="*/ 463 w 2272"/>
                  <a:gd name="T17" fmla="*/ 1492 h 2191"/>
                  <a:gd name="T18" fmla="*/ 754 w 2272"/>
                  <a:gd name="T19" fmla="*/ 1492 h 2191"/>
                  <a:gd name="T20" fmla="*/ 754 w 2272"/>
                  <a:gd name="T21" fmla="*/ 1677 h 2191"/>
                  <a:gd name="T22" fmla="*/ 366 w 2272"/>
                  <a:gd name="T23" fmla="*/ 1677 h 2191"/>
                  <a:gd name="T24" fmla="*/ 65 w 2272"/>
                  <a:gd name="T25" fmla="*/ 1677 h 2191"/>
                  <a:gd name="T26" fmla="*/ 375 w 2272"/>
                  <a:gd name="T27" fmla="*/ 957 h 2191"/>
                  <a:gd name="T28" fmla="*/ 315 w 2272"/>
                  <a:gd name="T29" fmla="*/ 957 h 2191"/>
                  <a:gd name="T30" fmla="*/ 763 w 2272"/>
                  <a:gd name="T31" fmla="*/ 1954 h 2191"/>
                  <a:gd name="T32" fmla="*/ 763 w 2272"/>
                  <a:gd name="T33" fmla="*/ 2130 h 2191"/>
                  <a:gd name="T34" fmla="*/ 84 w 2272"/>
                  <a:gd name="T35" fmla="*/ 2130 h 2191"/>
                  <a:gd name="T36" fmla="*/ 84 w 2272"/>
                  <a:gd name="T37" fmla="*/ 1954 h 2191"/>
                  <a:gd name="T38" fmla="*/ 763 w 2272"/>
                  <a:gd name="T39" fmla="*/ 1954 h 2191"/>
                  <a:gd name="T40" fmla="*/ 1831 w 2272"/>
                  <a:gd name="T41" fmla="*/ 1205 h 2191"/>
                  <a:gd name="T42" fmla="*/ 1614 w 2272"/>
                  <a:gd name="T43" fmla="*/ 994 h 2191"/>
                  <a:gd name="T44" fmla="*/ 1355 w 2272"/>
                  <a:gd name="T45" fmla="*/ 1205 h 2191"/>
                  <a:gd name="T46" fmla="*/ 884 w 2272"/>
                  <a:gd name="T47" fmla="*/ 1205 h 2191"/>
                  <a:gd name="T48" fmla="*/ 1392 w 2272"/>
                  <a:gd name="T49" fmla="*/ 781 h 2191"/>
                  <a:gd name="T50" fmla="*/ 1212 w 2272"/>
                  <a:gd name="T51" fmla="*/ 587 h 2191"/>
                  <a:gd name="T52" fmla="*/ 1179 w 2272"/>
                  <a:gd name="T53" fmla="*/ 684 h 2191"/>
                  <a:gd name="T54" fmla="*/ 842 w 2272"/>
                  <a:gd name="T55" fmla="*/ 684 h 2191"/>
                  <a:gd name="T56" fmla="*/ 1082 w 2272"/>
                  <a:gd name="T57" fmla="*/ 0 h 2191"/>
                  <a:gd name="T58" fmla="*/ 1420 w 2272"/>
                  <a:gd name="T59" fmla="*/ 0 h 2191"/>
                  <a:gd name="T60" fmla="*/ 1397 w 2272"/>
                  <a:gd name="T61" fmla="*/ 79 h 2191"/>
                  <a:gd name="T62" fmla="*/ 2174 w 2272"/>
                  <a:gd name="T63" fmla="*/ 79 h 2191"/>
                  <a:gd name="T64" fmla="*/ 2174 w 2272"/>
                  <a:gd name="T65" fmla="*/ 527 h 2191"/>
                  <a:gd name="T66" fmla="*/ 1864 w 2272"/>
                  <a:gd name="T67" fmla="*/ 795 h 2191"/>
                  <a:gd name="T68" fmla="*/ 2271 w 2272"/>
                  <a:gd name="T69" fmla="*/ 1205 h 2191"/>
                  <a:gd name="T70" fmla="*/ 1831 w 2272"/>
                  <a:gd name="T71" fmla="*/ 1205 h 2191"/>
                  <a:gd name="T72" fmla="*/ 934 w 2272"/>
                  <a:gd name="T73" fmla="*/ 2190 h 2191"/>
                  <a:gd name="T74" fmla="*/ 934 w 2272"/>
                  <a:gd name="T75" fmla="*/ 1303 h 2191"/>
                  <a:gd name="T76" fmla="*/ 2206 w 2272"/>
                  <a:gd name="T77" fmla="*/ 1303 h 2191"/>
                  <a:gd name="T78" fmla="*/ 2206 w 2272"/>
                  <a:gd name="T79" fmla="*/ 2190 h 2191"/>
                  <a:gd name="T80" fmla="*/ 934 w 2272"/>
                  <a:gd name="T81" fmla="*/ 2190 h 2191"/>
                  <a:gd name="T82" fmla="*/ 1522 w 2272"/>
                  <a:gd name="T83" fmla="*/ 467 h 2191"/>
                  <a:gd name="T84" fmla="*/ 1646 w 2272"/>
                  <a:gd name="T85" fmla="*/ 592 h 2191"/>
                  <a:gd name="T86" fmla="*/ 1892 w 2272"/>
                  <a:gd name="T87" fmla="*/ 379 h 2191"/>
                  <a:gd name="T88" fmla="*/ 1892 w 2272"/>
                  <a:gd name="T89" fmla="*/ 254 h 2191"/>
                  <a:gd name="T90" fmla="*/ 1332 w 2272"/>
                  <a:gd name="T91" fmla="*/ 254 h 2191"/>
                  <a:gd name="T92" fmla="*/ 1253 w 2272"/>
                  <a:gd name="T93" fmla="*/ 467 h 2191"/>
                  <a:gd name="T94" fmla="*/ 1522 w 2272"/>
                  <a:gd name="T95" fmla="*/ 467 h 2191"/>
                  <a:gd name="T96" fmla="*/ 1277 w 2272"/>
                  <a:gd name="T97" fmla="*/ 1478 h 2191"/>
                  <a:gd name="T98" fmla="*/ 1277 w 2272"/>
                  <a:gd name="T99" fmla="*/ 2014 h 2191"/>
                  <a:gd name="T100" fmla="*/ 1864 w 2272"/>
                  <a:gd name="T101" fmla="*/ 2014 h 2191"/>
                  <a:gd name="T102" fmla="*/ 1864 w 2272"/>
                  <a:gd name="T103" fmla="*/ 1478 h 2191"/>
                  <a:gd name="T104" fmla="*/ 1277 w 2272"/>
                  <a:gd name="T105" fmla="*/ 1478 h 21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272" h="2191">
                    <a:moveTo>
                      <a:pt x="315" y="957"/>
                    </a:moveTo>
                    <a:lnTo>
                      <a:pt x="0" y="957"/>
                    </a:lnTo>
                    <a:lnTo>
                      <a:pt x="361" y="5"/>
                    </a:lnTo>
                    <a:lnTo>
                      <a:pt x="675" y="5"/>
                    </a:lnTo>
                    <a:lnTo>
                      <a:pt x="380" y="767"/>
                    </a:lnTo>
                    <a:lnTo>
                      <a:pt x="453" y="767"/>
                    </a:lnTo>
                    <a:lnTo>
                      <a:pt x="509" y="647"/>
                    </a:lnTo>
                    <a:lnTo>
                      <a:pt x="823" y="647"/>
                    </a:lnTo>
                    <a:lnTo>
                      <a:pt x="463" y="1492"/>
                    </a:lnTo>
                    <a:lnTo>
                      <a:pt x="754" y="1492"/>
                    </a:lnTo>
                    <a:lnTo>
                      <a:pt x="754" y="1677"/>
                    </a:lnTo>
                    <a:lnTo>
                      <a:pt x="366" y="1677"/>
                    </a:lnTo>
                    <a:lnTo>
                      <a:pt x="65" y="1677"/>
                    </a:lnTo>
                    <a:lnTo>
                      <a:pt x="375" y="957"/>
                    </a:lnTo>
                    <a:lnTo>
                      <a:pt x="315" y="957"/>
                    </a:lnTo>
                    <a:close/>
                    <a:moveTo>
                      <a:pt x="763" y="1954"/>
                    </a:moveTo>
                    <a:lnTo>
                      <a:pt x="763" y="2130"/>
                    </a:lnTo>
                    <a:lnTo>
                      <a:pt x="84" y="2130"/>
                    </a:lnTo>
                    <a:lnTo>
                      <a:pt x="84" y="1954"/>
                    </a:lnTo>
                    <a:lnTo>
                      <a:pt x="763" y="1954"/>
                    </a:lnTo>
                    <a:close/>
                    <a:moveTo>
                      <a:pt x="1831" y="1205"/>
                    </a:moveTo>
                    <a:lnTo>
                      <a:pt x="1614" y="994"/>
                    </a:lnTo>
                    <a:lnTo>
                      <a:pt x="1355" y="1205"/>
                    </a:lnTo>
                    <a:lnTo>
                      <a:pt x="884" y="1205"/>
                    </a:lnTo>
                    <a:lnTo>
                      <a:pt x="1392" y="781"/>
                    </a:lnTo>
                    <a:lnTo>
                      <a:pt x="1212" y="587"/>
                    </a:lnTo>
                    <a:lnTo>
                      <a:pt x="1179" y="684"/>
                    </a:lnTo>
                    <a:lnTo>
                      <a:pt x="842" y="684"/>
                    </a:lnTo>
                    <a:lnTo>
                      <a:pt x="1082" y="0"/>
                    </a:lnTo>
                    <a:lnTo>
                      <a:pt x="1420" y="0"/>
                    </a:lnTo>
                    <a:lnTo>
                      <a:pt x="1397" y="79"/>
                    </a:lnTo>
                    <a:lnTo>
                      <a:pt x="2174" y="79"/>
                    </a:lnTo>
                    <a:lnTo>
                      <a:pt x="2174" y="527"/>
                    </a:lnTo>
                    <a:lnTo>
                      <a:pt x="1864" y="795"/>
                    </a:lnTo>
                    <a:lnTo>
                      <a:pt x="2271" y="1205"/>
                    </a:lnTo>
                    <a:lnTo>
                      <a:pt x="1831" y="1205"/>
                    </a:lnTo>
                    <a:close/>
                    <a:moveTo>
                      <a:pt x="934" y="2190"/>
                    </a:moveTo>
                    <a:lnTo>
                      <a:pt x="934" y="1303"/>
                    </a:lnTo>
                    <a:lnTo>
                      <a:pt x="2206" y="1303"/>
                    </a:lnTo>
                    <a:lnTo>
                      <a:pt x="2206" y="2190"/>
                    </a:lnTo>
                    <a:lnTo>
                      <a:pt x="934" y="2190"/>
                    </a:lnTo>
                    <a:close/>
                    <a:moveTo>
                      <a:pt x="1522" y="467"/>
                    </a:moveTo>
                    <a:lnTo>
                      <a:pt x="1646" y="592"/>
                    </a:lnTo>
                    <a:lnTo>
                      <a:pt x="1892" y="379"/>
                    </a:lnTo>
                    <a:lnTo>
                      <a:pt x="1892" y="254"/>
                    </a:lnTo>
                    <a:lnTo>
                      <a:pt x="1332" y="254"/>
                    </a:lnTo>
                    <a:lnTo>
                      <a:pt x="1253" y="467"/>
                    </a:lnTo>
                    <a:lnTo>
                      <a:pt x="1522" y="467"/>
                    </a:lnTo>
                    <a:close/>
                    <a:moveTo>
                      <a:pt x="1277" y="1478"/>
                    </a:moveTo>
                    <a:lnTo>
                      <a:pt x="1277" y="2014"/>
                    </a:lnTo>
                    <a:lnTo>
                      <a:pt x="1864" y="2014"/>
                    </a:lnTo>
                    <a:lnTo>
                      <a:pt x="1864" y="1478"/>
                    </a:lnTo>
                    <a:lnTo>
                      <a:pt x="1277" y="1478"/>
                    </a:lnTo>
                    <a:close/>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9" name="Freeform 17"/>
              <p:cNvSpPr>
                <a:spLocks noChangeArrowheads="1"/>
              </p:cNvSpPr>
              <p:nvPr/>
            </p:nvSpPr>
            <p:spPr bwMode="auto">
              <a:xfrm>
                <a:off x="3982528" y="697395"/>
                <a:ext cx="362437" cy="363166"/>
              </a:xfrm>
              <a:custGeom>
                <a:avLst/>
                <a:gdLst>
                  <a:gd name="T0" fmla="*/ 1244 w 2193"/>
                  <a:gd name="T1" fmla="*/ 1012 h 2195"/>
                  <a:gd name="T2" fmla="*/ 934 w 2193"/>
                  <a:gd name="T3" fmla="*/ 1589 h 2195"/>
                  <a:gd name="T4" fmla="*/ 1249 w 2193"/>
                  <a:gd name="T5" fmla="*/ 1764 h 2195"/>
                  <a:gd name="T6" fmla="*/ 925 w 2193"/>
                  <a:gd name="T7" fmla="*/ 2194 h 2195"/>
                  <a:gd name="T8" fmla="*/ 439 w 2193"/>
                  <a:gd name="T9" fmla="*/ 2032 h 2195"/>
                  <a:gd name="T10" fmla="*/ 597 w 2193"/>
                  <a:gd name="T11" fmla="*/ 1764 h 2195"/>
                  <a:gd name="T12" fmla="*/ 65 w 2193"/>
                  <a:gd name="T13" fmla="*/ 1589 h 2195"/>
                  <a:gd name="T14" fmla="*/ 856 w 2193"/>
                  <a:gd name="T15" fmla="*/ 1187 h 2195"/>
                  <a:gd name="T16" fmla="*/ 292 w 2193"/>
                  <a:gd name="T17" fmla="*/ 1455 h 2195"/>
                  <a:gd name="T18" fmla="*/ 167 w 2193"/>
                  <a:gd name="T19" fmla="*/ 1187 h 2195"/>
                  <a:gd name="T20" fmla="*/ 65 w 2193"/>
                  <a:gd name="T21" fmla="*/ 1012 h 2195"/>
                  <a:gd name="T22" fmla="*/ 361 w 2193"/>
                  <a:gd name="T23" fmla="*/ 809 h 2195"/>
                  <a:gd name="T24" fmla="*/ 56 w 2193"/>
                  <a:gd name="T25" fmla="*/ 628 h 2195"/>
                  <a:gd name="T26" fmla="*/ 366 w 2193"/>
                  <a:gd name="T27" fmla="*/ 319 h 2195"/>
                  <a:gd name="T28" fmla="*/ 125 w 2193"/>
                  <a:gd name="T29" fmla="*/ 148 h 2195"/>
                  <a:gd name="T30" fmla="*/ 366 w 2193"/>
                  <a:gd name="T31" fmla="*/ 0 h 2195"/>
                  <a:gd name="T32" fmla="*/ 680 w 2193"/>
                  <a:gd name="T33" fmla="*/ 148 h 2195"/>
                  <a:gd name="T34" fmla="*/ 934 w 2193"/>
                  <a:gd name="T35" fmla="*/ 319 h 2195"/>
                  <a:gd name="T36" fmla="*/ 680 w 2193"/>
                  <a:gd name="T37" fmla="*/ 628 h 2195"/>
                  <a:gd name="T38" fmla="*/ 1022 w 2193"/>
                  <a:gd name="T39" fmla="*/ 64 h 2195"/>
                  <a:gd name="T40" fmla="*/ 1115 w 2193"/>
                  <a:gd name="T41" fmla="*/ 628 h 2195"/>
                  <a:gd name="T42" fmla="*/ 1244 w 2193"/>
                  <a:gd name="T43" fmla="*/ 809 h 2195"/>
                  <a:gd name="T44" fmla="*/ 546 w 2193"/>
                  <a:gd name="T45" fmla="*/ 1012 h 2195"/>
                  <a:gd name="T46" fmla="*/ 1683 w 2193"/>
                  <a:gd name="T47" fmla="*/ 0 h 2195"/>
                  <a:gd name="T48" fmla="*/ 2183 w 2193"/>
                  <a:gd name="T49" fmla="*/ 115 h 2195"/>
                  <a:gd name="T50" fmla="*/ 2113 w 2193"/>
                  <a:gd name="T51" fmla="*/ 291 h 2195"/>
                  <a:gd name="T52" fmla="*/ 1868 w 2193"/>
                  <a:gd name="T53" fmla="*/ 1427 h 2195"/>
                  <a:gd name="T54" fmla="*/ 1836 w 2193"/>
                  <a:gd name="T55" fmla="*/ 2194 h 2195"/>
                  <a:gd name="T56" fmla="*/ 1535 w 2193"/>
                  <a:gd name="T57" fmla="*/ 2194 h 2195"/>
                  <a:gd name="T58" fmla="*/ 1489 w 2193"/>
                  <a:gd name="T59" fmla="*/ 1445 h 2195"/>
                  <a:gd name="T60" fmla="*/ 1632 w 2193"/>
                  <a:gd name="T61" fmla="*/ 1104 h 2195"/>
                  <a:gd name="T62" fmla="*/ 1771 w 2193"/>
                  <a:gd name="T63" fmla="*/ 291 h 2195"/>
                  <a:gd name="T64" fmla="*/ 1614 w 2193"/>
                  <a:gd name="T65" fmla="*/ 975 h 2195"/>
                  <a:gd name="T66" fmla="*/ 1360 w 2193"/>
                  <a:gd name="T67" fmla="*/ 0 h 2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193" h="2195">
                    <a:moveTo>
                      <a:pt x="546" y="1012"/>
                    </a:moveTo>
                    <a:lnTo>
                      <a:pt x="1244" y="1012"/>
                    </a:lnTo>
                    <a:lnTo>
                      <a:pt x="1244" y="1187"/>
                    </a:lnTo>
                    <a:lnTo>
                      <a:pt x="934" y="1589"/>
                    </a:lnTo>
                    <a:lnTo>
                      <a:pt x="1249" y="1589"/>
                    </a:lnTo>
                    <a:lnTo>
                      <a:pt x="1249" y="1764"/>
                    </a:lnTo>
                    <a:lnTo>
                      <a:pt x="925" y="1764"/>
                    </a:lnTo>
                    <a:lnTo>
                      <a:pt x="925" y="2194"/>
                    </a:lnTo>
                    <a:lnTo>
                      <a:pt x="439" y="2194"/>
                    </a:lnTo>
                    <a:lnTo>
                      <a:pt x="439" y="2032"/>
                    </a:lnTo>
                    <a:lnTo>
                      <a:pt x="597" y="2032"/>
                    </a:lnTo>
                    <a:lnTo>
                      <a:pt x="597" y="1764"/>
                    </a:lnTo>
                    <a:lnTo>
                      <a:pt x="65" y="1764"/>
                    </a:lnTo>
                    <a:lnTo>
                      <a:pt x="65" y="1589"/>
                    </a:lnTo>
                    <a:lnTo>
                      <a:pt x="537" y="1589"/>
                    </a:lnTo>
                    <a:lnTo>
                      <a:pt x="856" y="1187"/>
                    </a:lnTo>
                    <a:lnTo>
                      <a:pt x="453" y="1187"/>
                    </a:lnTo>
                    <a:lnTo>
                      <a:pt x="292" y="1455"/>
                    </a:lnTo>
                    <a:lnTo>
                      <a:pt x="0" y="1455"/>
                    </a:lnTo>
                    <a:lnTo>
                      <a:pt x="167" y="1187"/>
                    </a:lnTo>
                    <a:lnTo>
                      <a:pt x="65" y="1187"/>
                    </a:lnTo>
                    <a:lnTo>
                      <a:pt x="65" y="1012"/>
                    </a:lnTo>
                    <a:lnTo>
                      <a:pt x="255" y="1012"/>
                    </a:lnTo>
                    <a:lnTo>
                      <a:pt x="361" y="809"/>
                    </a:lnTo>
                    <a:lnTo>
                      <a:pt x="56" y="809"/>
                    </a:lnTo>
                    <a:lnTo>
                      <a:pt x="56" y="628"/>
                    </a:lnTo>
                    <a:lnTo>
                      <a:pt x="366" y="628"/>
                    </a:lnTo>
                    <a:lnTo>
                      <a:pt x="366" y="319"/>
                    </a:lnTo>
                    <a:lnTo>
                      <a:pt x="125" y="319"/>
                    </a:lnTo>
                    <a:lnTo>
                      <a:pt x="125" y="148"/>
                    </a:lnTo>
                    <a:lnTo>
                      <a:pt x="366" y="148"/>
                    </a:lnTo>
                    <a:lnTo>
                      <a:pt x="366" y="0"/>
                    </a:lnTo>
                    <a:lnTo>
                      <a:pt x="680" y="0"/>
                    </a:lnTo>
                    <a:lnTo>
                      <a:pt x="680" y="148"/>
                    </a:lnTo>
                    <a:lnTo>
                      <a:pt x="934" y="148"/>
                    </a:lnTo>
                    <a:lnTo>
                      <a:pt x="934" y="319"/>
                    </a:lnTo>
                    <a:lnTo>
                      <a:pt x="680" y="319"/>
                    </a:lnTo>
                    <a:lnTo>
                      <a:pt x="680" y="628"/>
                    </a:lnTo>
                    <a:lnTo>
                      <a:pt x="846" y="628"/>
                    </a:lnTo>
                    <a:lnTo>
                      <a:pt x="1022" y="64"/>
                    </a:lnTo>
                    <a:lnTo>
                      <a:pt x="1272" y="64"/>
                    </a:lnTo>
                    <a:lnTo>
                      <a:pt x="1115" y="628"/>
                    </a:lnTo>
                    <a:lnTo>
                      <a:pt x="1244" y="628"/>
                    </a:lnTo>
                    <a:lnTo>
                      <a:pt x="1244" y="809"/>
                    </a:lnTo>
                    <a:lnTo>
                      <a:pt x="652" y="809"/>
                    </a:lnTo>
                    <a:lnTo>
                      <a:pt x="546" y="1012"/>
                    </a:lnTo>
                    <a:close/>
                    <a:moveTo>
                      <a:pt x="1360" y="0"/>
                    </a:moveTo>
                    <a:lnTo>
                      <a:pt x="1683" y="0"/>
                    </a:lnTo>
                    <a:lnTo>
                      <a:pt x="1679" y="115"/>
                    </a:lnTo>
                    <a:lnTo>
                      <a:pt x="2183" y="115"/>
                    </a:lnTo>
                    <a:lnTo>
                      <a:pt x="2183" y="291"/>
                    </a:lnTo>
                    <a:lnTo>
                      <a:pt x="2113" y="291"/>
                    </a:lnTo>
                    <a:lnTo>
                      <a:pt x="2113" y="739"/>
                    </a:lnTo>
                    <a:lnTo>
                      <a:pt x="1868" y="1427"/>
                    </a:lnTo>
                    <a:lnTo>
                      <a:pt x="2192" y="2194"/>
                    </a:lnTo>
                    <a:lnTo>
                      <a:pt x="1836" y="2194"/>
                    </a:lnTo>
                    <a:lnTo>
                      <a:pt x="1683" y="1834"/>
                    </a:lnTo>
                    <a:lnTo>
                      <a:pt x="1535" y="2194"/>
                    </a:lnTo>
                    <a:lnTo>
                      <a:pt x="1175" y="2194"/>
                    </a:lnTo>
                    <a:lnTo>
                      <a:pt x="1489" y="1445"/>
                    </a:lnTo>
                    <a:lnTo>
                      <a:pt x="1355" y="1104"/>
                    </a:lnTo>
                    <a:lnTo>
                      <a:pt x="1632" y="1104"/>
                    </a:lnTo>
                    <a:lnTo>
                      <a:pt x="1771" y="698"/>
                    </a:lnTo>
                    <a:lnTo>
                      <a:pt x="1771" y="291"/>
                    </a:lnTo>
                    <a:lnTo>
                      <a:pt x="1669" y="291"/>
                    </a:lnTo>
                    <a:lnTo>
                      <a:pt x="1614" y="975"/>
                    </a:lnTo>
                    <a:lnTo>
                      <a:pt x="1281" y="975"/>
                    </a:lnTo>
                    <a:lnTo>
                      <a:pt x="1360" y="0"/>
                    </a:lnTo>
                    <a:close/>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0" name="Freeform 18"/>
              <p:cNvSpPr>
                <a:spLocks noChangeArrowheads="1"/>
              </p:cNvSpPr>
              <p:nvPr/>
            </p:nvSpPr>
            <p:spPr bwMode="auto">
              <a:xfrm>
                <a:off x="4374864" y="702500"/>
                <a:ext cx="369000" cy="355874"/>
              </a:xfrm>
              <a:custGeom>
                <a:avLst/>
                <a:gdLst>
                  <a:gd name="T0" fmla="*/ 1447 w 2230"/>
                  <a:gd name="T1" fmla="*/ 1118 h 2150"/>
                  <a:gd name="T2" fmla="*/ 2229 w 2230"/>
                  <a:gd name="T3" fmla="*/ 1405 h 2150"/>
                  <a:gd name="T4" fmla="*/ 1545 w 2230"/>
                  <a:gd name="T5" fmla="*/ 1405 h 2150"/>
                  <a:gd name="T6" fmla="*/ 1078 w 2230"/>
                  <a:gd name="T7" fmla="*/ 1252 h 2150"/>
                  <a:gd name="T8" fmla="*/ 652 w 2230"/>
                  <a:gd name="T9" fmla="*/ 1405 h 2150"/>
                  <a:gd name="T10" fmla="*/ 0 w 2230"/>
                  <a:gd name="T11" fmla="*/ 1405 h 2150"/>
                  <a:gd name="T12" fmla="*/ 726 w 2230"/>
                  <a:gd name="T13" fmla="*/ 1137 h 2150"/>
                  <a:gd name="T14" fmla="*/ 222 w 2230"/>
                  <a:gd name="T15" fmla="*/ 976 h 2150"/>
                  <a:gd name="T16" fmla="*/ 361 w 2230"/>
                  <a:gd name="T17" fmla="*/ 745 h 2150"/>
                  <a:gd name="T18" fmla="*/ 88 w 2230"/>
                  <a:gd name="T19" fmla="*/ 745 h 2150"/>
                  <a:gd name="T20" fmla="*/ 88 w 2230"/>
                  <a:gd name="T21" fmla="*/ 583 h 2150"/>
                  <a:gd name="T22" fmla="*/ 467 w 2230"/>
                  <a:gd name="T23" fmla="*/ 583 h 2150"/>
                  <a:gd name="T24" fmla="*/ 550 w 2230"/>
                  <a:gd name="T25" fmla="*/ 444 h 2150"/>
                  <a:gd name="T26" fmla="*/ 902 w 2230"/>
                  <a:gd name="T27" fmla="*/ 444 h 2150"/>
                  <a:gd name="T28" fmla="*/ 823 w 2230"/>
                  <a:gd name="T29" fmla="*/ 583 h 2150"/>
                  <a:gd name="T30" fmla="*/ 2146 w 2230"/>
                  <a:gd name="T31" fmla="*/ 583 h 2150"/>
                  <a:gd name="T32" fmla="*/ 2146 w 2230"/>
                  <a:gd name="T33" fmla="*/ 745 h 2150"/>
                  <a:gd name="T34" fmla="*/ 1910 w 2230"/>
                  <a:gd name="T35" fmla="*/ 745 h 2150"/>
                  <a:gd name="T36" fmla="*/ 1910 w 2230"/>
                  <a:gd name="T37" fmla="*/ 957 h 2150"/>
                  <a:gd name="T38" fmla="*/ 1447 w 2230"/>
                  <a:gd name="T39" fmla="*/ 1118 h 2150"/>
                  <a:gd name="T40" fmla="*/ 56 w 2230"/>
                  <a:gd name="T41" fmla="*/ 2126 h 2150"/>
                  <a:gd name="T42" fmla="*/ 426 w 2230"/>
                  <a:gd name="T43" fmla="*/ 1733 h 2150"/>
                  <a:gd name="T44" fmla="*/ 819 w 2230"/>
                  <a:gd name="T45" fmla="*/ 1733 h 2150"/>
                  <a:gd name="T46" fmla="*/ 463 w 2230"/>
                  <a:gd name="T47" fmla="*/ 2126 h 2150"/>
                  <a:gd name="T48" fmla="*/ 56 w 2230"/>
                  <a:gd name="T49" fmla="*/ 2126 h 2150"/>
                  <a:gd name="T50" fmla="*/ 1817 w 2230"/>
                  <a:gd name="T51" fmla="*/ 490 h 2150"/>
                  <a:gd name="T52" fmla="*/ 1817 w 2230"/>
                  <a:gd name="T53" fmla="*/ 292 h 2150"/>
                  <a:gd name="T54" fmla="*/ 412 w 2230"/>
                  <a:gd name="T55" fmla="*/ 292 h 2150"/>
                  <a:gd name="T56" fmla="*/ 412 w 2230"/>
                  <a:gd name="T57" fmla="*/ 490 h 2150"/>
                  <a:gd name="T58" fmla="*/ 88 w 2230"/>
                  <a:gd name="T59" fmla="*/ 490 h 2150"/>
                  <a:gd name="T60" fmla="*/ 88 w 2230"/>
                  <a:gd name="T61" fmla="*/ 121 h 2150"/>
                  <a:gd name="T62" fmla="*/ 925 w 2230"/>
                  <a:gd name="T63" fmla="*/ 121 h 2150"/>
                  <a:gd name="T64" fmla="*/ 925 w 2230"/>
                  <a:gd name="T65" fmla="*/ 0 h 2150"/>
                  <a:gd name="T66" fmla="*/ 1290 w 2230"/>
                  <a:gd name="T67" fmla="*/ 0 h 2150"/>
                  <a:gd name="T68" fmla="*/ 1290 w 2230"/>
                  <a:gd name="T69" fmla="*/ 121 h 2150"/>
                  <a:gd name="T70" fmla="*/ 2146 w 2230"/>
                  <a:gd name="T71" fmla="*/ 121 h 2150"/>
                  <a:gd name="T72" fmla="*/ 2146 w 2230"/>
                  <a:gd name="T73" fmla="*/ 490 h 2150"/>
                  <a:gd name="T74" fmla="*/ 1817 w 2230"/>
                  <a:gd name="T75" fmla="*/ 490 h 2150"/>
                  <a:gd name="T76" fmla="*/ 1281 w 2230"/>
                  <a:gd name="T77" fmla="*/ 1368 h 2150"/>
                  <a:gd name="T78" fmla="*/ 1281 w 2230"/>
                  <a:gd name="T79" fmla="*/ 1497 h 2150"/>
                  <a:gd name="T80" fmla="*/ 2146 w 2230"/>
                  <a:gd name="T81" fmla="*/ 1497 h 2150"/>
                  <a:gd name="T82" fmla="*/ 2146 w 2230"/>
                  <a:gd name="T83" fmla="*/ 1668 h 2150"/>
                  <a:gd name="T84" fmla="*/ 1281 w 2230"/>
                  <a:gd name="T85" fmla="*/ 1668 h 2150"/>
                  <a:gd name="T86" fmla="*/ 1281 w 2230"/>
                  <a:gd name="T87" fmla="*/ 2149 h 2150"/>
                  <a:gd name="T88" fmla="*/ 944 w 2230"/>
                  <a:gd name="T89" fmla="*/ 2149 h 2150"/>
                  <a:gd name="T90" fmla="*/ 944 w 2230"/>
                  <a:gd name="T91" fmla="*/ 1668 h 2150"/>
                  <a:gd name="T92" fmla="*/ 88 w 2230"/>
                  <a:gd name="T93" fmla="*/ 1668 h 2150"/>
                  <a:gd name="T94" fmla="*/ 88 w 2230"/>
                  <a:gd name="T95" fmla="*/ 1497 h 2150"/>
                  <a:gd name="T96" fmla="*/ 944 w 2230"/>
                  <a:gd name="T97" fmla="*/ 1497 h 2150"/>
                  <a:gd name="T98" fmla="*/ 944 w 2230"/>
                  <a:gd name="T99" fmla="*/ 1368 h 2150"/>
                  <a:gd name="T100" fmla="*/ 1281 w 2230"/>
                  <a:gd name="T101" fmla="*/ 1368 h 2150"/>
                  <a:gd name="T102" fmla="*/ 1115 w 2230"/>
                  <a:gd name="T103" fmla="*/ 999 h 2150"/>
                  <a:gd name="T104" fmla="*/ 1568 w 2230"/>
                  <a:gd name="T105" fmla="*/ 832 h 2150"/>
                  <a:gd name="T106" fmla="*/ 1568 w 2230"/>
                  <a:gd name="T107" fmla="*/ 745 h 2150"/>
                  <a:gd name="T108" fmla="*/ 726 w 2230"/>
                  <a:gd name="T109" fmla="*/ 745 h 2150"/>
                  <a:gd name="T110" fmla="*/ 675 w 2230"/>
                  <a:gd name="T111" fmla="*/ 837 h 2150"/>
                  <a:gd name="T112" fmla="*/ 1115 w 2230"/>
                  <a:gd name="T113" fmla="*/ 999 h 2150"/>
                  <a:gd name="T114" fmla="*/ 2192 w 2230"/>
                  <a:gd name="T115" fmla="*/ 2126 h 2150"/>
                  <a:gd name="T116" fmla="*/ 1776 w 2230"/>
                  <a:gd name="T117" fmla="*/ 2126 h 2150"/>
                  <a:gd name="T118" fmla="*/ 1420 w 2230"/>
                  <a:gd name="T119" fmla="*/ 1733 h 2150"/>
                  <a:gd name="T120" fmla="*/ 1827 w 2230"/>
                  <a:gd name="T121" fmla="*/ 1733 h 2150"/>
                  <a:gd name="T122" fmla="*/ 2192 w 2230"/>
                  <a:gd name="T123" fmla="*/ 2126 h 2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230" h="2150">
                    <a:moveTo>
                      <a:pt x="1447" y="1118"/>
                    </a:moveTo>
                    <a:lnTo>
                      <a:pt x="2229" y="1405"/>
                    </a:lnTo>
                    <a:lnTo>
                      <a:pt x="1545" y="1405"/>
                    </a:lnTo>
                    <a:lnTo>
                      <a:pt x="1078" y="1252"/>
                    </a:lnTo>
                    <a:lnTo>
                      <a:pt x="652" y="1405"/>
                    </a:lnTo>
                    <a:lnTo>
                      <a:pt x="0" y="1405"/>
                    </a:lnTo>
                    <a:lnTo>
                      <a:pt x="726" y="1137"/>
                    </a:lnTo>
                    <a:lnTo>
                      <a:pt x="222" y="976"/>
                    </a:lnTo>
                    <a:lnTo>
                      <a:pt x="361" y="745"/>
                    </a:lnTo>
                    <a:lnTo>
                      <a:pt x="88" y="745"/>
                    </a:lnTo>
                    <a:lnTo>
                      <a:pt x="88" y="583"/>
                    </a:lnTo>
                    <a:lnTo>
                      <a:pt x="467" y="583"/>
                    </a:lnTo>
                    <a:lnTo>
                      <a:pt x="550" y="444"/>
                    </a:lnTo>
                    <a:lnTo>
                      <a:pt x="902" y="444"/>
                    </a:lnTo>
                    <a:lnTo>
                      <a:pt x="823" y="583"/>
                    </a:lnTo>
                    <a:lnTo>
                      <a:pt x="2146" y="583"/>
                    </a:lnTo>
                    <a:lnTo>
                      <a:pt x="2146" y="745"/>
                    </a:lnTo>
                    <a:lnTo>
                      <a:pt x="1910" y="745"/>
                    </a:lnTo>
                    <a:lnTo>
                      <a:pt x="1910" y="957"/>
                    </a:lnTo>
                    <a:lnTo>
                      <a:pt x="1447" y="1118"/>
                    </a:lnTo>
                    <a:close/>
                    <a:moveTo>
                      <a:pt x="56" y="2126"/>
                    </a:moveTo>
                    <a:lnTo>
                      <a:pt x="426" y="1733"/>
                    </a:lnTo>
                    <a:lnTo>
                      <a:pt x="819" y="1733"/>
                    </a:lnTo>
                    <a:lnTo>
                      <a:pt x="463" y="2126"/>
                    </a:lnTo>
                    <a:lnTo>
                      <a:pt x="56" y="2126"/>
                    </a:lnTo>
                    <a:close/>
                    <a:moveTo>
                      <a:pt x="1817" y="490"/>
                    </a:moveTo>
                    <a:lnTo>
                      <a:pt x="1817" y="292"/>
                    </a:lnTo>
                    <a:lnTo>
                      <a:pt x="412" y="292"/>
                    </a:lnTo>
                    <a:lnTo>
                      <a:pt x="412" y="490"/>
                    </a:lnTo>
                    <a:lnTo>
                      <a:pt x="88" y="490"/>
                    </a:lnTo>
                    <a:lnTo>
                      <a:pt x="88" y="121"/>
                    </a:lnTo>
                    <a:lnTo>
                      <a:pt x="925" y="121"/>
                    </a:lnTo>
                    <a:lnTo>
                      <a:pt x="925" y="0"/>
                    </a:lnTo>
                    <a:lnTo>
                      <a:pt x="1290" y="0"/>
                    </a:lnTo>
                    <a:lnTo>
                      <a:pt x="1290" y="121"/>
                    </a:lnTo>
                    <a:lnTo>
                      <a:pt x="2146" y="121"/>
                    </a:lnTo>
                    <a:lnTo>
                      <a:pt x="2146" y="490"/>
                    </a:lnTo>
                    <a:lnTo>
                      <a:pt x="1817" y="490"/>
                    </a:lnTo>
                    <a:close/>
                    <a:moveTo>
                      <a:pt x="1281" y="1368"/>
                    </a:moveTo>
                    <a:lnTo>
                      <a:pt x="1281" y="1497"/>
                    </a:lnTo>
                    <a:lnTo>
                      <a:pt x="2146" y="1497"/>
                    </a:lnTo>
                    <a:lnTo>
                      <a:pt x="2146" y="1668"/>
                    </a:lnTo>
                    <a:lnTo>
                      <a:pt x="1281" y="1668"/>
                    </a:lnTo>
                    <a:lnTo>
                      <a:pt x="1281" y="2149"/>
                    </a:lnTo>
                    <a:lnTo>
                      <a:pt x="944" y="2149"/>
                    </a:lnTo>
                    <a:lnTo>
                      <a:pt x="944" y="1668"/>
                    </a:lnTo>
                    <a:lnTo>
                      <a:pt x="88" y="1668"/>
                    </a:lnTo>
                    <a:lnTo>
                      <a:pt x="88" y="1497"/>
                    </a:lnTo>
                    <a:lnTo>
                      <a:pt x="944" y="1497"/>
                    </a:lnTo>
                    <a:lnTo>
                      <a:pt x="944" y="1368"/>
                    </a:lnTo>
                    <a:lnTo>
                      <a:pt x="1281" y="1368"/>
                    </a:lnTo>
                    <a:close/>
                    <a:moveTo>
                      <a:pt x="1115" y="999"/>
                    </a:moveTo>
                    <a:lnTo>
                      <a:pt x="1568" y="832"/>
                    </a:lnTo>
                    <a:lnTo>
                      <a:pt x="1568" y="745"/>
                    </a:lnTo>
                    <a:lnTo>
                      <a:pt x="726" y="745"/>
                    </a:lnTo>
                    <a:lnTo>
                      <a:pt x="675" y="837"/>
                    </a:lnTo>
                    <a:lnTo>
                      <a:pt x="1115" y="999"/>
                    </a:lnTo>
                    <a:close/>
                    <a:moveTo>
                      <a:pt x="2192" y="2126"/>
                    </a:moveTo>
                    <a:lnTo>
                      <a:pt x="1776" y="2126"/>
                    </a:lnTo>
                    <a:lnTo>
                      <a:pt x="1420" y="1733"/>
                    </a:lnTo>
                    <a:lnTo>
                      <a:pt x="1827" y="1733"/>
                    </a:lnTo>
                    <a:lnTo>
                      <a:pt x="2192" y="2126"/>
                    </a:lnTo>
                    <a:close/>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1" name="Freeform 19"/>
              <p:cNvSpPr>
                <a:spLocks noChangeArrowheads="1"/>
              </p:cNvSpPr>
              <p:nvPr/>
            </p:nvSpPr>
            <p:spPr bwMode="auto">
              <a:xfrm>
                <a:off x="4758449" y="696666"/>
                <a:ext cx="376293" cy="364625"/>
              </a:xfrm>
              <a:custGeom>
                <a:avLst/>
                <a:gdLst>
                  <a:gd name="T0" fmla="*/ 615 w 2276"/>
                  <a:gd name="T1" fmla="*/ 943 h 2205"/>
                  <a:gd name="T2" fmla="*/ 897 w 2276"/>
                  <a:gd name="T3" fmla="*/ 1145 h 2205"/>
                  <a:gd name="T4" fmla="*/ 897 w 2276"/>
                  <a:gd name="T5" fmla="*/ 1548 h 2205"/>
                  <a:gd name="T6" fmla="*/ 583 w 2276"/>
                  <a:gd name="T7" fmla="*/ 1330 h 2205"/>
                  <a:gd name="T8" fmla="*/ 583 w 2276"/>
                  <a:gd name="T9" fmla="*/ 2204 h 2205"/>
                  <a:gd name="T10" fmla="*/ 241 w 2276"/>
                  <a:gd name="T11" fmla="*/ 2204 h 2205"/>
                  <a:gd name="T12" fmla="*/ 241 w 2276"/>
                  <a:gd name="T13" fmla="*/ 1478 h 2205"/>
                  <a:gd name="T14" fmla="*/ 0 w 2276"/>
                  <a:gd name="T15" fmla="*/ 1478 h 2205"/>
                  <a:gd name="T16" fmla="*/ 435 w 2276"/>
                  <a:gd name="T17" fmla="*/ 439 h 2205"/>
                  <a:gd name="T18" fmla="*/ 93 w 2276"/>
                  <a:gd name="T19" fmla="*/ 439 h 2205"/>
                  <a:gd name="T20" fmla="*/ 93 w 2276"/>
                  <a:gd name="T21" fmla="*/ 264 h 2205"/>
                  <a:gd name="T22" fmla="*/ 306 w 2276"/>
                  <a:gd name="T23" fmla="*/ 264 h 2205"/>
                  <a:gd name="T24" fmla="*/ 306 w 2276"/>
                  <a:gd name="T25" fmla="*/ 0 h 2205"/>
                  <a:gd name="T26" fmla="*/ 680 w 2276"/>
                  <a:gd name="T27" fmla="*/ 0 h 2205"/>
                  <a:gd name="T28" fmla="*/ 680 w 2276"/>
                  <a:gd name="T29" fmla="*/ 264 h 2205"/>
                  <a:gd name="T30" fmla="*/ 819 w 2276"/>
                  <a:gd name="T31" fmla="*/ 264 h 2205"/>
                  <a:gd name="T32" fmla="*/ 819 w 2276"/>
                  <a:gd name="T33" fmla="*/ 439 h 2205"/>
                  <a:gd name="T34" fmla="*/ 615 w 2276"/>
                  <a:gd name="T35" fmla="*/ 943 h 2205"/>
                  <a:gd name="T36" fmla="*/ 888 w 2276"/>
                  <a:gd name="T37" fmla="*/ 726 h 2205"/>
                  <a:gd name="T38" fmla="*/ 888 w 2276"/>
                  <a:gd name="T39" fmla="*/ 550 h 2205"/>
                  <a:gd name="T40" fmla="*/ 1360 w 2276"/>
                  <a:gd name="T41" fmla="*/ 550 h 2205"/>
                  <a:gd name="T42" fmla="*/ 1360 w 2276"/>
                  <a:gd name="T43" fmla="*/ 0 h 2205"/>
                  <a:gd name="T44" fmla="*/ 1702 w 2276"/>
                  <a:gd name="T45" fmla="*/ 0 h 2205"/>
                  <a:gd name="T46" fmla="*/ 1702 w 2276"/>
                  <a:gd name="T47" fmla="*/ 550 h 2205"/>
                  <a:gd name="T48" fmla="*/ 2178 w 2276"/>
                  <a:gd name="T49" fmla="*/ 550 h 2205"/>
                  <a:gd name="T50" fmla="*/ 2178 w 2276"/>
                  <a:gd name="T51" fmla="*/ 726 h 2205"/>
                  <a:gd name="T52" fmla="*/ 1702 w 2276"/>
                  <a:gd name="T53" fmla="*/ 726 h 2205"/>
                  <a:gd name="T54" fmla="*/ 1702 w 2276"/>
                  <a:gd name="T55" fmla="*/ 1996 h 2205"/>
                  <a:gd name="T56" fmla="*/ 2275 w 2276"/>
                  <a:gd name="T57" fmla="*/ 1996 h 2205"/>
                  <a:gd name="T58" fmla="*/ 2275 w 2276"/>
                  <a:gd name="T59" fmla="*/ 2172 h 2205"/>
                  <a:gd name="T60" fmla="*/ 763 w 2276"/>
                  <a:gd name="T61" fmla="*/ 2172 h 2205"/>
                  <a:gd name="T62" fmla="*/ 763 w 2276"/>
                  <a:gd name="T63" fmla="*/ 1996 h 2205"/>
                  <a:gd name="T64" fmla="*/ 1360 w 2276"/>
                  <a:gd name="T65" fmla="*/ 1996 h 2205"/>
                  <a:gd name="T66" fmla="*/ 1360 w 2276"/>
                  <a:gd name="T67" fmla="*/ 726 h 2205"/>
                  <a:gd name="T68" fmla="*/ 888 w 2276"/>
                  <a:gd name="T69" fmla="*/ 726 h 2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276" h="2205">
                    <a:moveTo>
                      <a:pt x="615" y="943"/>
                    </a:moveTo>
                    <a:lnTo>
                      <a:pt x="897" y="1145"/>
                    </a:lnTo>
                    <a:lnTo>
                      <a:pt x="897" y="1548"/>
                    </a:lnTo>
                    <a:lnTo>
                      <a:pt x="583" y="1330"/>
                    </a:lnTo>
                    <a:lnTo>
                      <a:pt x="583" y="2204"/>
                    </a:lnTo>
                    <a:lnTo>
                      <a:pt x="241" y="2204"/>
                    </a:lnTo>
                    <a:lnTo>
                      <a:pt x="241" y="1478"/>
                    </a:lnTo>
                    <a:lnTo>
                      <a:pt x="0" y="1478"/>
                    </a:lnTo>
                    <a:lnTo>
                      <a:pt x="435" y="439"/>
                    </a:lnTo>
                    <a:lnTo>
                      <a:pt x="93" y="439"/>
                    </a:lnTo>
                    <a:lnTo>
                      <a:pt x="93" y="264"/>
                    </a:lnTo>
                    <a:lnTo>
                      <a:pt x="306" y="264"/>
                    </a:lnTo>
                    <a:lnTo>
                      <a:pt x="306" y="0"/>
                    </a:lnTo>
                    <a:lnTo>
                      <a:pt x="680" y="0"/>
                    </a:lnTo>
                    <a:lnTo>
                      <a:pt x="680" y="264"/>
                    </a:lnTo>
                    <a:lnTo>
                      <a:pt x="819" y="264"/>
                    </a:lnTo>
                    <a:lnTo>
                      <a:pt x="819" y="439"/>
                    </a:lnTo>
                    <a:lnTo>
                      <a:pt x="615" y="943"/>
                    </a:lnTo>
                    <a:close/>
                    <a:moveTo>
                      <a:pt x="888" y="726"/>
                    </a:moveTo>
                    <a:lnTo>
                      <a:pt x="888" y="550"/>
                    </a:lnTo>
                    <a:lnTo>
                      <a:pt x="1360" y="550"/>
                    </a:lnTo>
                    <a:lnTo>
                      <a:pt x="1360" y="0"/>
                    </a:lnTo>
                    <a:lnTo>
                      <a:pt x="1702" y="0"/>
                    </a:lnTo>
                    <a:lnTo>
                      <a:pt x="1702" y="550"/>
                    </a:lnTo>
                    <a:lnTo>
                      <a:pt x="2178" y="550"/>
                    </a:lnTo>
                    <a:lnTo>
                      <a:pt x="2178" y="726"/>
                    </a:lnTo>
                    <a:lnTo>
                      <a:pt x="1702" y="726"/>
                    </a:lnTo>
                    <a:lnTo>
                      <a:pt x="1702" y="1996"/>
                    </a:lnTo>
                    <a:lnTo>
                      <a:pt x="2275" y="1996"/>
                    </a:lnTo>
                    <a:lnTo>
                      <a:pt x="2275" y="2172"/>
                    </a:lnTo>
                    <a:lnTo>
                      <a:pt x="763" y="2172"/>
                    </a:lnTo>
                    <a:lnTo>
                      <a:pt x="763" y="1996"/>
                    </a:lnTo>
                    <a:lnTo>
                      <a:pt x="1360" y="1996"/>
                    </a:lnTo>
                    <a:lnTo>
                      <a:pt x="1360" y="726"/>
                    </a:lnTo>
                    <a:lnTo>
                      <a:pt x="888" y="726"/>
                    </a:lnTo>
                    <a:close/>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2" name="Freeform 20"/>
              <p:cNvSpPr>
                <a:spLocks noChangeArrowheads="1"/>
              </p:cNvSpPr>
              <p:nvPr/>
            </p:nvSpPr>
            <p:spPr bwMode="auto">
              <a:xfrm>
                <a:off x="5179226" y="705417"/>
                <a:ext cx="328891" cy="352227"/>
              </a:xfrm>
              <a:custGeom>
                <a:avLst/>
                <a:gdLst>
                  <a:gd name="T0" fmla="*/ 1979 w 1990"/>
                  <a:gd name="T1" fmla="*/ 176 h 2131"/>
                  <a:gd name="T2" fmla="*/ 343 w 1990"/>
                  <a:gd name="T3" fmla="*/ 176 h 2131"/>
                  <a:gd name="T4" fmla="*/ 343 w 1990"/>
                  <a:gd name="T5" fmla="*/ 1954 h 2131"/>
                  <a:gd name="T6" fmla="*/ 1989 w 1990"/>
                  <a:gd name="T7" fmla="*/ 1954 h 2131"/>
                  <a:gd name="T8" fmla="*/ 1989 w 1990"/>
                  <a:gd name="T9" fmla="*/ 2130 h 2131"/>
                  <a:gd name="T10" fmla="*/ 0 w 1990"/>
                  <a:gd name="T11" fmla="*/ 2130 h 2131"/>
                  <a:gd name="T12" fmla="*/ 0 w 1990"/>
                  <a:gd name="T13" fmla="*/ 0 h 2131"/>
                  <a:gd name="T14" fmla="*/ 1979 w 1990"/>
                  <a:gd name="T15" fmla="*/ 0 h 2131"/>
                  <a:gd name="T16" fmla="*/ 1979 w 1990"/>
                  <a:gd name="T17" fmla="*/ 176 h 2131"/>
                  <a:gd name="T18" fmla="*/ 958 w 1990"/>
                  <a:gd name="T19" fmla="*/ 1063 h 2131"/>
                  <a:gd name="T20" fmla="*/ 421 w 1990"/>
                  <a:gd name="T21" fmla="*/ 310 h 2131"/>
                  <a:gd name="T22" fmla="*/ 847 w 1990"/>
                  <a:gd name="T23" fmla="*/ 310 h 2131"/>
                  <a:gd name="T24" fmla="*/ 1166 w 1990"/>
                  <a:gd name="T25" fmla="*/ 763 h 2131"/>
                  <a:gd name="T26" fmla="*/ 1475 w 1990"/>
                  <a:gd name="T27" fmla="*/ 310 h 2131"/>
                  <a:gd name="T28" fmla="*/ 1887 w 1990"/>
                  <a:gd name="T29" fmla="*/ 310 h 2131"/>
                  <a:gd name="T30" fmla="*/ 1378 w 1990"/>
                  <a:gd name="T31" fmla="*/ 1058 h 2131"/>
                  <a:gd name="T32" fmla="*/ 1924 w 1990"/>
                  <a:gd name="T33" fmla="*/ 1829 h 2131"/>
                  <a:gd name="T34" fmla="*/ 1508 w 1990"/>
                  <a:gd name="T35" fmla="*/ 1829 h 2131"/>
                  <a:gd name="T36" fmla="*/ 1175 w 1990"/>
                  <a:gd name="T37" fmla="*/ 1358 h 2131"/>
                  <a:gd name="T38" fmla="*/ 860 w 1990"/>
                  <a:gd name="T39" fmla="*/ 1829 h 2131"/>
                  <a:gd name="T40" fmla="*/ 440 w 1990"/>
                  <a:gd name="T41" fmla="*/ 1829 h 2131"/>
                  <a:gd name="T42" fmla="*/ 958 w 1990"/>
                  <a:gd name="T43" fmla="*/ 1063 h 2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990" h="2131">
                    <a:moveTo>
                      <a:pt x="1979" y="176"/>
                    </a:moveTo>
                    <a:lnTo>
                      <a:pt x="343" y="176"/>
                    </a:lnTo>
                    <a:lnTo>
                      <a:pt x="343" y="1954"/>
                    </a:lnTo>
                    <a:lnTo>
                      <a:pt x="1989" y="1954"/>
                    </a:lnTo>
                    <a:lnTo>
                      <a:pt x="1989" y="2130"/>
                    </a:lnTo>
                    <a:lnTo>
                      <a:pt x="0" y="2130"/>
                    </a:lnTo>
                    <a:lnTo>
                      <a:pt x="0" y="0"/>
                    </a:lnTo>
                    <a:lnTo>
                      <a:pt x="1979" y="0"/>
                    </a:lnTo>
                    <a:lnTo>
                      <a:pt x="1979" y="176"/>
                    </a:lnTo>
                    <a:close/>
                    <a:moveTo>
                      <a:pt x="958" y="1063"/>
                    </a:moveTo>
                    <a:lnTo>
                      <a:pt x="421" y="310"/>
                    </a:lnTo>
                    <a:lnTo>
                      <a:pt x="847" y="310"/>
                    </a:lnTo>
                    <a:lnTo>
                      <a:pt x="1166" y="763"/>
                    </a:lnTo>
                    <a:lnTo>
                      <a:pt x="1475" y="310"/>
                    </a:lnTo>
                    <a:lnTo>
                      <a:pt x="1887" y="310"/>
                    </a:lnTo>
                    <a:lnTo>
                      <a:pt x="1378" y="1058"/>
                    </a:lnTo>
                    <a:lnTo>
                      <a:pt x="1924" y="1829"/>
                    </a:lnTo>
                    <a:lnTo>
                      <a:pt x="1508" y="1829"/>
                    </a:lnTo>
                    <a:lnTo>
                      <a:pt x="1175" y="1358"/>
                    </a:lnTo>
                    <a:lnTo>
                      <a:pt x="860" y="1829"/>
                    </a:lnTo>
                    <a:lnTo>
                      <a:pt x="440" y="1829"/>
                    </a:lnTo>
                    <a:lnTo>
                      <a:pt x="958" y="1063"/>
                    </a:lnTo>
                    <a:close/>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dirty="0"/>
              </a:p>
            </p:txBody>
          </p:sp>
        </p:grpSp>
      </p:grpSp>
      <p:cxnSp>
        <p:nvCxnSpPr>
          <p:cNvPr id="64" name="直线连接符 63"/>
          <p:cNvCxnSpPr/>
          <p:nvPr userDrawn="1"/>
        </p:nvCxnSpPr>
        <p:spPr>
          <a:xfrm>
            <a:off x="9705401" y="526774"/>
            <a:ext cx="0" cy="503679"/>
          </a:xfrm>
          <a:prstGeom prst="line">
            <a:avLst/>
          </a:prstGeom>
          <a:ln w="12700" cap="rnd">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71" name="组合 70"/>
          <p:cNvGrpSpPr/>
          <p:nvPr userDrawn="1"/>
        </p:nvGrpSpPr>
        <p:grpSpPr>
          <a:xfrm>
            <a:off x="715452" y="634525"/>
            <a:ext cx="403039" cy="321898"/>
            <a:chOff x="1368170" y="664579"/>
            <a:chExt cx="550582" cy="439737"/>
          </a:xfrm>
          <a:solidFill>
            <a:schemeClr val="bg1"/>
          </a:solidFill>
        </p:grpSpPr>
        <p:sp>
          <p:nvSpPr>
            <p:cNvPr id="72" name="Freeform 1"/>
            <p:cNvSpPr>
              <a:spLocks noChangeArrowheads="1"/>
            </p:cNvSpPr>
            <p:nvPr/>
          </p:nvSpPr>
          <p:spPr bwMode="auto">
            <a:xfrm>
              <a:off x="1481203" y="771778"/>
              <a:ext cx="437549" cy="332538"/>
            </a:xfrm>
            <a:custGeom>
              <a:avLst/>
              <a:gdLst>
                <a:gd name="T0" fmla="*/ 25 w 2647"/>
                <a:gd name="T1" fmla="*/ 1478 h 2011"/>
                <a:gd name="T2" fmla="*/ 525 w 2647"/>
                <a:gd name="T3" fmla="*/ 1865 h 2011"/>
                <a:gd name="T4" fmla="*/ 736 w 2647"/>
                <a:gd name="T5" fmla="*/ 1972 h 2011"/>
                <a:gd name="T6" fmla="*/ 940 w 2647"/>
                <a:gd name="T7" fmla="*/ 2010 h 2011"/>
                <a:gd name="T8" fmla="*/ 1078 w 2647"/>
                <a:gd name="T9" fmla="*/ 1991 h 2011"/>
                <a:gd name="T10" fmla="*/ 1286 w 2647"/>
                <a:gd name="T11" fmla="*/ 1894 h 2011"/>
                <a:gd name="T12" fmla="*/ 1506 w 2647"/>
                <a:gd name="T13" fmla="*/ 1715 h 2011"/>
                <a:gd name="T14" fmla="*/ 1506 w 2647"/>
                <a:gd name="T15" fmla="*/ 1715 h 2011"/>
                <a:gd name="T16" fmla="*/ 2630 w 2647"/>
                <a:gd name="T17" fmla="*/ 624 h 2011"/>
                <a:gd name="T18" fmla="*/ 2646 w 2647"/>
                <a:gd name="T19" fmla="*/ 586 h 2011"/>
                <a:gd name="T20" fmla="*/ 2630 w 2647"/>
                <a:gd name="T21" fmla="*/ 548 h 2011"/>
                <a:gd name="T22" fmla="*/ 2090 w 2647"/>
                <a:gd name="T23" fmla="*/ 21 h 2011"/>
                <a:gd name="T24" fmla="*/ 2016 w 2647"/>
                <a:gd name="T25" fmla="*/ 22 h 2011"/>
                <a:gd name="T26" fmla="*/ 2017 w 2647"/>
                <a:gd name="T27" fmla="*/ 96 h 2011"/>
                <a:gd name="T28" fmla="*/ 2518 w 2647"/>
                <a:gd name="T29" fmla="*/ 586 h 2011"/>
                <a:gd name="T30" fmla="*/ 1433 w 2647"/>
                <a:gd name="T31" fmla="*/ 1639 h 2011"/>
                <a:gd name="T32" fmla="*/ 1433 w 2647"/>
                <a:gd name="T33" fmla="*/ 1639 h 2011"/>
                <a:gd name="T34" fmla="*/ 1167 w 2647"/>
                <a:gd name="T35" fmla="*/ 1843 h 2011"/>
                <a:gd name="T36" fmla="*/ 1051 w 2647"/>
                <a:gd name="T37" fmla="*/ 1889 h 2011"/>
                <a:gd name="T38" fmla="*/ 940 w 2647"/>
                <a:gd name="T39" fmla="*/ 1904 h 2011"/>
                <a:gd name="T40" fmla="*/ 772 w 2647"/>
                <a:gd name="T41" fmla="*/ 1872 h 2011"/>
                <a:gd name="T42" fmla="*/ 474 w 2647"/>
                <a:gd name="T43" fmla="*/ 1704 h 2011"/>
                <a:gd name="T44" fmla="*/ 93 w 2647"/>
                <a:gd name="T45" fmla="*/ 1398 h 2011"/>
                <a:gd name="T46" fmla="*/ 19 w 2647"/>
                <a:gd name="T47" fmla="*/ 1404 h 2011"/>
                <a:gd name="T48" fmla="*/ 25 w 2647"/>
                <a:gd name="T49" fmla="*/ 1478 h 20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47" h="2011">
                  <a:moveTo>
                    <a:pt x="25" y="1478"/>
                  </a:moveTo>
                  <a:cubicBezTo>
                    <a:pt x="219" y="1643"/>
                    <a:pt x="380" y="1773"/>
                    <a:pt x="525" y="1865"/>
                  </a:cubicBezTo>
                  <a:cubicBezTo>
                    <a:pt x="598" y="1911"/>
                    <a:pt x="668" y="1947"/>
                    <a:pt x="736" y="1972"/>
                  </a:cubicBezTo>
                  <a:cubicBezTo>
                    <a:pt x="805" y="1996"/>
                    <a:pt x="872" y="2010"/>
                    <a:pt x="940" y="2010"/>
                  </a:cubicBezTo>
                  <a:cubicBezTo>
                    <a:pt x="986" y="2010"/>
                    <a:pt x="1032" y="2004"/>
                    <a:pt x="1078" y="1991"/>
                  </a:cubicBezTo>
                  <a:cubicBezTo>
                    <a:pt x="1147" y="1973"/>
                    <a:pt x="1216" y="1940"/>
                    <a:pt x="1286" y="1894"/>
                  </a:cubicBezTo>
                  <a:cubicBezTo>
                    <a:pt x="1357" y="1848"/>
                    <a:pt x="1429" y="1789"/>
                    <a:pt x="1506" y="1715"/>
                  </a:cubicBezTo>
                  <a:lnTo>
                    <a:pt x="1506" y="1715"/>
                  </a:lnTo>
                  <a:lnTo>
                    <a:pt x="2630" y="624"/>
                  </a:lnTo>
                  <a:cubicBezTo>
                    <a:pt x="2640" y="614"/>
                    <a:pt x="2646" y="600"/>
                    <a:pt x="2646" y="586"/>
                  </a:cubicBezTo>
                  <a:cubicBezTo>
                    <a:pt x="2646" y="572"/>
                    <a:pt x="2641" y="558"/>
                    <a:pt x="2630" y="548"/>
                  </a:cubicBezTo>
                  <a:lnTo>
                    <a:pt x="2090" y="21"/>
                  </a:lnTo>
                  <a:cubicBezTo>
                    <a:pt x="2069" y="0"/>
                    <a:pt x="2036" y="1"/>
                    <a:pt x="2016" y="22"/>
                  </a:cubicBezTo>
                  <a:cubicBezTo>
                    <a:pt x="1995" y="42"/>
                    <a:pt x="1996" y="76"/>
                    <a:pt x="2017" y="96"/>
                  </a:cubicBezTo>
                  <a:lnTo>
                    <a:pt x="2518" y="586"/>
                  </a:lnTo>
                  <a:lnTo>
                    <a:pt x="1433" y="1639"/>
                  </a:lnTo>
                  <a:lnTo>
                    <a:pt x="1433" y="1639"/>
                  </a:lnTo>
                  <a:cubicBezTo>
                    <a:pt x="1335" y="1733"/>
                    <a:pt x="1247" y="1800"/>
                    <a:pt x="1167" y="1843"/>
                  </a:cubicBezTo>
                  <a:cubicBezTo>
                    <a:pt x="1127" y="1864"/>
                    <a:pt x="1088" y="1879"/>
                    <a:pt x="1051" y="1889"/>
                  </a:cubicBezTo>
                  <a:cubicBezTo>
                    <a:pt x="1013" y="1899"/>
                    <a:pt x="977" y="1904"/>
                    <a:pt x="940" y="1904"/>
                  </a:cubicBezTo>
                  <a:cubicBezTo>
                    <a:pt x="886" y="1904"/>
                    <a:pt x="831" y="1894"/>
                    <a:pt x="772" y="1872"/>
                  </a:cubicBezTo>
                  <a:cubicBezTo>
                    <a:pt x="683" y="1840"/>
                    <a:pt x="586" y="1784"/>
                    <a:pt x="474" y="1704"/>
                  </a:cubicBezTo>
                  <a:cubicBezTo>
                    <a:pt x="363" y="1624"/>
                    <a:pt x="238" y="1521"/>
                    <a:pt x="93" y="1398"/>
                  </a:cubicBezTo>
                  <a:cubicBezTo>
                    <a:pt x="71" y="1379"/>
                    <a:pt x="38" y="1382"/>
                    <a:pt x="19" y="1404"/>
                  </a:cubicBezTo>
                  <a:cubicBezTo>
                    <a:pt x="0" y="1426"/>
                    <a:pt x="3" y="1459"/>
                    <a:pt x="25" y="1478"/>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3" name="Freeform 2"/>
            <p:cNvSpPr>
              <a:spLocks noChangeArrowheads="1"/>
            </p:cNvSpPr>
            <p:nvPr/>
          </p:nvSpPr>
          <p:spPr bwMode="auto">
            <a:xfrm>
              <a:off x="1511832" y="868769"/>
              <a:ext cx="356603" cy="190334"/>
            </a:xfrm>
            <a:custGeom>
              <a:avLst/>
              <a:gdLst>
                <a:gd name="T0" fmla="*/ 15 w 2158"/>
                <a:gd name="T1" fmla="*/ 713 h 1152"/>
                <a:gd name="T2" fmla="*/ 432 w 2158"/>
                <a:gd name="T3" fmla="*/ 1033 h 1152"/>
                <a:gd name="T4" fmla="*/ 605 w 2158"/>
                <a:gd name="T5" fmla="*/ 1120 h 1152"/>
                <a:gd name="T6" fmla="*/ 771 w 2158"/>
                <a:gd name="T7" fmla="*/ 1151 h 1152"/>
                <a:gd name="T8" fmla="*/ 896 w 2158"/>
                <a:gd name="T9" fmla="*/ 1132 h 1152"/>
                <a:gd name="T10" fmla="*/ 1089 w 2158"/>
                <a:gd name="T11" fmla="*/ 1036 h 1152"/>
                <a:gd name="T12" fmla="*/ 1305 w 2158"/>
                <a:gd name="T13" fmla="*/ 856 h 1152"/>
                <a:gd name="T14" fmla="*/ 1305 w 2158"/>
                <a:gd name="T15" fmla="*/ 856 h 1152"/>
                <a:gd name="T16" fmla="*/ 2144 w 2158"/>
                <a:gd name="T17" fmla="*/ 57 h 1152"/>
                <a:gd name="T18" fmla="*/ 2145 w 2158"/>
                <a:gd name="T19" fmla="*/ 13 h 1152"/>
                <a:gd name="T20" fmla="*/ 2100 w 2158"/>
                <a:gd name="T21" fmla="*/ 12 h 1152"/>
                <a:gd name="T22" fmla="*/ 1262 w 2158"/>
                <a:gd name="T23" fmla="*/ 811 h 1152"/>
                <a:gd name="T24" fmla="*/ 1262 w 2158"/>
                <a:gd name="T25" fmla="*/ 811 h 1152"/>
                <a:gd name="T26" fmla="*/ 993 w 2158"/>
                <a:gd name="T27" fmla="*/ 1023 h 1152"/>
                <a:gd name="T28" fmla="*/ 878 w 2158"/>
                <a:gd name="T29" fmla="*/ 1072 h 1152"/>
                <a:gd name="T30" fmla="*/ 771 w 2158"/>
                <a:gd name="T31" fmla="*/ 1088 h 1152"/>
                <a:gd name="T32" fmla="*/ 626 w 2158"/>
                <a:gd name="T33" fmla="*/ 1061 h 1152"/>
                <a:gd name="T34" fmla="*/ 376 w 2158"/>
                <a:gd name="T35" fmla="*/ 920 h 1152"/>
                <a:gd name="T36" fmla="*/ 55 w 2158"/>
                <a:gd name="T37" fmla="*/ 665 h 1152"/>
                <a:gd name="T38" fmla="*/ 11 w 2158"/>
                <a:gd name="T39" fmla="*/ 669 h 1152"/>
                <a:gd name="T40" fmla="*/ 15 w 2158"/>
                <a:gd name="T41" fmla="*/ 713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15" y="713"/>
                  </a:moveTo>
                  <a:cubicBezTo>
                    <a:pt x="179" y="850"/>
                    <a:pt x="312" y="958"/>
                    <a:pt x="432" y="1033"/>
                  </a:cubicBezTo>
                  <a:cubicBezTo>
                    <a:pt x="492" y="1071"/>
                    <a:pt x="549" y="1100"/>
                    <a:pt x="605" y="1120"/>
                  </a:cubicBezTo>
                  <a:cubicBezTo>
                    <a:pt x="661" y="1140"/>
                    <a:pt x="716" y="1151"/>
                    <a:pt x="771" y="1151"/>
                  </a:cubicBezTo>
                  <a:cubicBezTo>
                    <a:pt x="812" y="1151"/>
                    <a:pt x="854" y="1145"/>
                    <a:pt x="896" y="1132"/>
                  </a:cubicBezTo>
                  <a:cubicBezTo>
                    <a:pt x="959" y="1114"/>
                    <a:pt x="1022" y="1082"/>
                    <a:pt x="1089" y="1036"/>
                  </a:cubicBezTo>
                  <a:cubicBezTo>
                    <a:pt x="1156" y="990"/>
                    <a:pt x="1227" y="931"/>
                    <a:pt x="1305" y="856"/>
                  </a:cubicBezTo>
                  <a:lnTo>
                    <a:pt x="1305" y="856"/>
                  </a:lnTo>
                  <a:lnTo>
                    <a:pt x="2144" y="57"/>
                  </a:lnTo>
                  <a:cubicBezTo>
                    <a:pt x="2156" y="45"/>
                    <a:pt x="2157" y="25"/>
                    <a:pt x="2145" y="13"/>
                  </a:cubicBezTo>
                  <a:cubicBezTo>
                    <a:pt x="2133" y="0"/>
                    <a:pt x="2113" y="0"/>
                    <a:pt x="2100" y="12"/>
                  </a:cubicBezTo>
                  <a:lnTo>
                    <a:pt x="1262" y="811"/>
                  </a:lnTo>
                  <a:lnTo>
                    <a:pt x="1262" y="811"/>
                  </a:lnTo>
                  <a:cubicBezTo>
                    <a:pt x="1160" y="908"/>
                    <a:pt x="1072" y="978"/>
                    <a:pt x="993" y="1023"/>
                  </a:cubicBezTo>
                  <a:cubicBezTo>
                    <a:pt x="953" y="1045"/>
                    <a:pt x="915" y="1062"/>
                    <a:pt x="878" y="1072"/>
                  </a:cubicBezTo>
                  <a:cubicBezTo>
                    <a:pt x="842" y="1083"/>
                    <a:pt x="806" y="1088"/>
                    <a:pt x="771" y="1088"/>
                  </a:cubicBezTo>
                  <a:cubicBezTo>
                    <a:pt x="724" y="1088"/>
                    <a:pt x="677" y="1079"/>
                    <a:pt x="626" y="1061"/>
                  </a:cubicBezTo>
                  <a:cubicBezTo>
                    <a:pt x="551" y="1034"/>
                    <a:pt x="469" y="987"/>
                    <a:pt x="376" y="920"/>
                  </a:cubicBezTo>
                  <a:cubicBezTo>
                    <a:pt x="282" y="853"/>
                    <a:pt x="177" y="767"/>
                    <a:pt x="55" y="665"/>
                  </a:cubicBezTo>
                  <a:cubicBezTo>
                    <a:pt x="42" y="654"/>
                    <a:pt x="22" y="656"/>
                    <a:pt x="11" y="669"/>
                  </a:cubicBezTo>
                  <a:cubicBezTo>
                    <a:pt x="0" y="682"/>
                    <a:pt x="1" y="702"/>
                    <a:pt x="15" y="713"/>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4" name="Freeform 3"/>
            <p:cNvSpPr>
              <a:spLocks noChangeArrowheads="1"/>
            </p:cNvSpPr>
            <p:nvPr/>
          </p:nvSpPr>
          <p:spPr bwMode="auto">
            <a:xfrm>
              <a:off x="1540273" y="847620"/>
              <a:ext cx="304826" cy="169186"/>
            </a:xfrm>
            <a:custGeom>
              <a:avLst/>
              <a:gdLst>
                <a:gd name="T0" fmla="*/ 12 w 1845"/>
                <a:gd name="T1" fmla="*/ 672 h 1022"/>
                <a:gd name="T2" fmla="*/ 350 w 1845"/>
                <a:gd name="T3" fmla="*/ 928 h 1022"/>
                <a:gd name="T4" fmla="*/ 488 w 1845"/>
                <a:gd name="T5" fmla="*/ 997 h 1022"/>
                <a:gd name="T6" fmla="*/ 620 w 1845"/>
                <a:gd name="T7" fmla="*/ 1021 h 1022"/>
                <a:gd name="T8" fmla="*/ 734 w 1845"/>
                <a:gd name="T9" fmla="*/ 1003 h 1022"/>
                <a:gd name="T10" fmla="*/ 915 w 1845"/>
                <a:gd name="T11" fmla="*/ 905 h 1022"/>
                <a:gd name="T12" fmla="*/ 1129 w 1845"/>
                <a:gd name="T13" fmla="*/ 720 h 1022"/>
                <a:gd name="T14" fmla="*/ 1129 w 1845"/>
                <a:gd name="T15" fmla="*/ 720 h 1022"/>
                <a:gd name="T16" fmla="*/ 1834 w 1845"/>
                <a:gd name="T17" fmla="*/ 42 h 1022"/>
                <a:gd name="T18" fmla="*/ 1835 w 1845"/>
                <a:gd name="T19" fmla="*/ 10 h 1022"/>
                <a:gd name="T20" fmla="*/ 1802 w 1845"/>
                <a:gd name="T21" fmla="*/ 9 h 1022"/>
                <a:gd name="T22" fmla="*/ 1097 w 1845"/>
                <a:gd name="T23" fmla="*/ 687 h 1022"/>
                <a:gd name="T24" fmla="*/ 1097 w 1845"/>
                <a:gd name="T25" fmla="*/ 687 h 1022"/>
                <a:gd name="T26" fmla="*/ 828 w 1845"/>
                <a:gd name="T27" fmla="*/ 907 h 1022"/>
                <a:gd name="T28" fmla="*/ 720 w 1845"/>
                <a:gd name="T29" fmla="*/ 959 h 1022"/>
                <a:gd name="T30" fmla="*/ 620 w 1845"/>
                <a:gd name="T31" fmla="*/ 975 h 1022"/>
                <a:gd name="T32" fmla="*/ 504 w 1845"/>
                <a:gd name="T33" fmla="*/ 954 h 1022"/>
                <a:gd name="T34" fmla="*/ 302 w 1845"/>
                <a:gd name="T35" fmla="*/ 841 h 1022"/>
                <a:gd name="T36" fmla="*/ 41 w 1845"/>
                <a:gd name="T37" fmla="*/ 636 h 1022"/>
                <a:gd name="T38" fmla="*/ 9 w 1845"/>
                <a:gd name="T39" fmla="*/ 640 h 1022"/>
                <a:gd name="T40" fmla="*/ 12 w 1845"/>
                <a:gd name="T41" fmla="*/ 672 h 10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5" h="1022">
                  <a:moveTo>
                    <a:pt x="12" y="672"/>
                  </a:moveTo>
                  <a:cubicBezTo>
                    <a:pt x="146" y="782"/>
                    <a:pt x="254" y="868"/>
                    <a:pt x="350" y="928"/>
                  </a:cubicBezTo>
                  <a:cubicBezTo>
                    <a:pt x="398" y="958"/>
                    <a:pt x="444" y="981"/>
                    <a:pt x="488" y="997"/>
                  </a:cubicBezTo>
                  <a:cubicBezTo>
                    <a:pt x="533" y="1013"/>
                    <a:pt x="576" y="1021"/>
                    <a:pt x="620" y="1021"/>
                  </a:cubicBezTo>
                  <a:cubicBezTo>
                    <a:pt x="658" y="1021"/>
                    <a:pt x="695" y="1015"/>
                    <a:pt x="734" y="1003"/>
                  </a:cubicBezTo>
                  <a:cubicBezTo>
                    <a:pt x="791" y="984"/>
                    <a:pt x="850" y="952"/>
                    <a:pt x="915" y="905"/>
                  </a:cubicBezTo>
                  <a:cubicBezTo>
                    <a:pt x="980" y="858"/>
                    <a:pt x="1050" y="797"/>
                    <a:pt x="1129" y="720"/>
                  </a:cubicBezTo>
                  <a:lnTo>
                    <a:pt x="1129" y="720"/>
                  </a:lnTo>
                  <a:lnTo>
                    <a:pt x="1834" y="42"/>
                  </a:lnTo>
                  <a:cubicBezTo>
                    <a:pt x="1843" y="34"/>
                    <a:pt x="1844" y="19"/>
                    <a:pt x="1835" y="10"/>
                  </a:cubicBezTo>
                  <a:cubicBezTo>
                    <a:pt x="1826" y="1"/>
                    <a:pt x="1811" y="0"/>
                    <a:pt x="1802" y="9"/>
                  </a:cubicBezTo>
                  <a:lnTo>
                    <a:pt x="1097" y="687"/>
                  </a:lnTo>
                  <a:lnTo>
                    <a:pt x="1097" y="687"/>
                  </a:lnTo>
                  <a:cubicBezTo>
                    <a:pt x="992" y="788"/>
                    <a:pt x="905" y="861"/>
                    <a:pt x="828" y="907"/>
                  </a:cubicBezTo>
                  <a:cubicBezTo>
                    <a:pt x="790" y="931"/>
                    <a:pt x="754" y="948"/>
                    <a:pt x="720" y="959"/>
                  </a:cubicBezTo>
                  <a:cubicBezTo>
                    <a:pt x="685" y="970"/>
                    <a:pt x="653" y="975"/>
                    <a:pt x="620" y="975"/>
                  </a:cubicBezTo>
                  <a:cubicBezTo>
                    <a:pt x="582" y="975"/>
                    <a:pt x="544" y="968"/>
                    <a:pt x="504" y="954"/>
                  </a:cubicBezTo>
                  <a:cubicBezTo>
                    <a:pt x="443" y="932"/>
                    <a:pt x="378" y="894"/>
                    <a:pt x="302" y="841"/>
                  </a:cubicBezTo>
                  <a:cubicBezTo>
                    <a:pt x="227" y="787"/>
                    <a:pt x="141" y="718"/>
                    <a:pt x="41" y="636"/>
                  </a:cubicBezTo>
                  <a:cubicBezTo>
                    <a:pt x="31" y="628"/>
                    <a:pt x="17" y="630"/>
                    <a:pt x="9" y="640"/>
                  </a:cubicBezTo>
                  <a:cubicBezTo>
                    <a:pt x="0" y="649"/>
                    <a:pt x="2" y="664"/>
                    <a:pt x="12" y="672"/>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5" name="Freeform 4"/>
            <p:cNvSpPr>
              <a:spLocks noChangeArrowheads="1"/>
            </p:cNvSpPr>
            <p:nvPr/>
          </p:nvSpPr>
          <p:spPr bwMode="auto">
            <a:xfrm>
              <a:off x="1568713" y="826472"/>
              <a:ext cx="253050" cy="148037"/>
            </a:xfrm>
            <a:custGeom>
              <a:avLst/>
              <a:gdLst>
                <a:gd name="T0" fmla="*/ 8 w 1531"/>
                <a:gd name="T1" fmla="*/ 630 h 895"/>
                <a:gd name="T2" fmla="*/ 269 w 1531"/>
                <a:gd name="T3" fmla="*/ 824 h 895"/>
                <a:gd name="T4" fmla="*/ 374 w 1531"/>
                <a:gd name="T5" fmla="*/ 876 h 895"/>
                <a:gd name="T6" fmla="*/ 473 w 1531"/>
                <a:gd name="T7" fmla="*/ 894 h 895"/>
                <a:gd name="T8" fmla="*/ 573 w 1531"/>
                <a:gd name="T9" fmla="*/ 875 h 895"/>
                <a:gd name="T10" fmla="*/ 739 w 1531"/>
                <a:gd name="T11" fmla="*/ 775 h 895"/>
                <a:gd name="T12" fmla="*/ 953 w 1531"/>
                <a:gd name="T13" fmla="*/ 584 h 895"/>
                <a:gd name="T14" fmla="*/ 953 w 1531"/>
                <a:gd name="T15" fmla="*/ 584 h 895"/>
                <a:gd name="T16" fmla="*/ 1524 w 1531"/>
                <a:gd name="T17" fmla="*/ 27 h 895"/>
                <a:gd name="T18" fmla="*/ 1524 w 1531"/>
                <a:gd name="T19" fmla="*/ 6 h 895"/>
                <a:gd name="T20" fmla="*/ 1503 w 1531"/>
                <a:gd name="T21" fmla="*/ 6 h 895"/>
                <a:gd name="T22" fmla="*/ 932 w 1531"/>
                <a:gd name="T23" fmla="*/ 563 h 895"/>
                <a:gd name="T24" fmla="*/ 932 w 1531"/>
                <a:gd name="T25" fmla="*/ 563 h 895"/>
                <a:gd name="T26" fmla="*/ 663 w 1531"/>
                <a:gd name="T27" fmla="*/ 793 h 895"/>
                <a:gd name="T28" fmla="*/ 562 w 1531"/>
                <a:gd name="T29" fmla="*/ 847 h 895"/>
                <a:gd name="T30" fmla="*/ 473 w 1531"/>
                <a:gd name="T31" fmla="*/ 865 h 895"/>
                <a:gd name="T32" fmla="*/ 384 w 1531"/>
                <a:gd name="T33" fmla="*/ 848 h 895"/>
                <a:gd name="T34" fmla="*/ 229 w 1531"/>
                <a:gd name="T35" fmla="*/ 762 h 895"/>
                <a:gd name="T36" fmla="*/ 26 w 1531"/>
                <a:gd name="T37" fmla="*/ 607 h 895"/>
                <a:gd name="T38" fmla="*/ 5 w 1531"/>
                <a:gd name="T39" fmla="*/ 609 h 895"/>
                <a:gd name="T40" fmla="*/ 8 w 1531"/>
                <a:gd name="T41" fmla="*/ 630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1" h="895">
                  <a:moveTo>
                    <a:pt x="8" y="630"/>
                  </a:moveTo>
                  <a:cubicBezTo>
                    <a:pt x="113" y="714"/>
                    <a:pt x="196" y="779"/>
                    <a:pt x="269" y="824"/>
                  </a:cubicBezTo>
                  <a:cubicBezTo>
                    <a:pt x="306" y="847"/>
                    <a:pt x="340" y="864"/>
                    <a:pt x="374" y="876"/>
                  </a:cubicBezTo>
                  <a:cubicBezTo>
                    <a:pt x="407" y="888"/>
                    <a:pt x="440" y="894"/>
                    <a:pt x="473" y="894"/>
                  </a:cubicBezTo>
                  <a:cubicBezTo>
                    <a:pt x="506" y="894"/>
                    <a:pt x="539" y="888"/>
                    <a:pt x="573" y="875"/>
                  </a:cubicBezTo>
                  <a:cubicBezTo>
                    <a:pt x="624" y="856"/>
                    <a:pt x="678" y="823"/>
                    <a:pt x="739" y="775"/>
                  </a:cubicBezTo>
                  <a:cubicBezTo>
                    <a:pt x="801" y="727"/>
                    <a:pt x="870" y="663"/>
                    <a:pt x="953" y="584"/>
                  </a:cubicBezTo>
                  <a:lnTo>
                    <a:pt x="953" y="584"/>
                  </a:lnTo>
                  <a:lnTo>
                    <a:pt x="1524" y="27"/>
                  </a:lnTo>
                  <a:cubicBezTo>
                    <a:pt x="1529" y="21"/>
                    <a:pt x="1530" y="12"/>
                    <a:pt x="1524" y="6"/>
                  </a:cubicBezTo>
                  <a:cubicBezTo>
                    <a:pt x="1518" y="0"/>
                    <a:pt x="1509" y="0"/>
                    <a:pt x="1503" y="6"/>
                  </a:cubicBezTo>
                  <a:lnTo>
                    <a:pt x="932" y="563"/>
                  </a:lnTo>
                  <a:lnTo>
                    <a:pt x="932" y="563"/>
                  </a:lnTo>
                  <a:cubicBezTo>
                    <a:pt x="823" y="668"/>
                    <a:pt x="737" y="744"/>
                    <a:pt x="663" y="793"/>
                  </a:cubicBezTo>
                  <a:cubicBezTo>
                    <a:pt x="627" y="818"/>
                    <a:pt x="594" y="836"/>
                    <a:pt x="562" y="847"/>
                  </a:cubicBezTo>
                  <a:cubicBezTo>
                    <a:pt x="531" y="859"/>
                    <a:pt x="502" y="865"/>
                    <a:pt x="473" y="865"/>
                  </a:cubicBezTo>
                  <a:cubicBezTo>
                    <a:pt x="444" y="865"/>
                    <a:pt x="415" y="859"/>
                    <a:pt x="384" y="848"/>
                  </a:cubicBezTo>
                  <a:cubicBezTo>
                    <a:pt x="338" y="832"/>
                    <a:pt x="288" y="803"/>
                    <a:pt x="229" y="762"/>
                  </a:cubicBezTo>
                  <a:cubicBezTo>
                    <a:pt x="171" y="722"/>
                    <a:pt x="105" y="669"/>
                    <a:pt x="26" y="607"/>
                  </a:cubicBezTo>
                  <a:cubicBezTo>
                    <a:pt x="20" y="602"/>
                    <a:pt x="10" y="603"/>
                    <a:pt x="5" y="609"/>
                  </a:cubicBezTo>
                  <a:cubicBezTo>
                    <a:pt x="0" y="615"/>
                    <a:pt x="1" y="625"/>
                    <a:pt x="8" y="630"/>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6" name="Freeform 5"/>
            <p:cNvSpPr>
              <a:spLocks noChangeArrowheads="1"/>
            </p:cNvSpPr>
            <p:nvPr/>
          </p:nvSpPr>
          <p:spPr bwMode="auto">
            <a:xfrm>
              <a:off x="1596425" y="805324"/>
              <a:ext cx="201273" cy="127619"/>
            </a:xfrm>
            <a:custGeom>
              <a:avLst/>
              <a:gdLst>
                <a:gd name="T0" fmla="*/ 4 w 1217"/>
                <a:gd name="T1" fmla="*/ 588 h 773"/>
                <a:gd name="T2" fmla="*/ 193 w 1217"/>
                <a:gd name="T3" fmla="*/ 724 h 773"/>
                <a:gd name="T4" fmla="*/ 332 w 1217"/>
                <a:gd name="T5" fmla="*/ 772 h 773"/>
                <a:gd name="T6" fmla="*/ 415 w 1217"/>
                <a:gd name="T7" fmla="*/ 752 h 773"/>
                <a:gd name="T8" fmla="*/ 563 w 1217"/>
                <a:gd name="T9" fmla="*/ 648 h 773"/>
                <a:gd name="T10" fmla="*/ 776 w 1217"/>
                <a:gd name="T11" fmla="*/ 448 h 773"/>
                <a:gd name="T12" fmla="*/ 776 w 1217"/>
                <a:gd name="T13" fmla="*/ 448 h 773"/>
                <a:gd name="T14" fmla="*/ 1213 w 1217"/>
                <a:gd name="T15" fmla="*/ 12 h 773"/>
                <a:gd name="T16" fmla="*/ 1213 w 1217"/>
                <a:gd name="T17" fmla="*/ 2 h 773"/>
                <a:gd name="T18" fmla="*/ 1204 w 1217"/>
                <a:gd name="T19" fmla="*/ 2 h 773"/>
                <a:gd name="T20" fmla="*/ 767 w 1217"/>
                <a:gd name="T21" fmla="*/ 439 h 773"/>
                <a:gd name="T22" fmla="*/ 500 w 1217"/>
                <a:gd name="T23" fmla="*/ 682 h 773"/>
                <a:gd name="T24" fmla="*/ 410 w 1217"/>
                <a:gd name="T25" fmla="*/ 740 h 773"/>
                <a:gd name="T26" fmla="*/ 332 w 1217"/>
                <a:gd name="T27" fmla="*/ 759 h 773"/>
                <a:gd name="T28" fmla="*/ 199 w 1217"/>
                <a:gd name="T29" fmla="*/ 712 h 773"/>
                <a:gd name="T30" fmla="*/ 12 w 1217"/>
                <a:gd name="T31" fmla="*/ 577 h 773"/>
                <a:gd name="T32" fmla="*/ 2 w 1217"/>
                <a:gd name="T33" fmla="*/ 578 h 773"/>
                <a:gd name="T34" fmla="*/ 4 w 1217"/>
                <a:gd name="T35" fmla="*/ 588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4" y="588"/>
                  </a:moveTo>
                  <a:cubicBezTo>
                    <a:pt x="81" y="647"/>
                    <a:pt x="141" y="692"/>
                    <a:pt x="193" y="724"/>
                  </a:cubicBezTo>
                  <a:cubicBezTo>
                    <a:pt x="244" y="755"/>
                    <a:pt x="288" y="772"/>
                    <a:pt x="332" y="772"/>
                  </a:cubicBezTo>
                  <a:cubicBezTo>
                    <a:pt x="359" y="772"/>
                    <a:pt x="386" y="765"/>
                    <a:pt x="415" y="752"/>
                  </a:cubicBezTo>
                  <a:cubicBezTo>
                    <a:pt x="458" y="733"/>
                    <a:pt x="505" y="698"/>
                    <a:pt x="563" y="648"/>
                  </a:cubicBezTo>
                  <a:cubicBezTo>
                    <a:pt x="620" y="597"/>
                    <a:pt x="689" y="531"/>
                    <a:pt x="776" y="448"/>
                  </a:cubicBezTo>
                  <a:lnTo>
                    <a:pt x="776" y="448"/>
                  </a:lnTo>
                  <a:lnTo>
                    <a:pt x="1213" y="12"/>
                  </a:lnTo>
                  <a:cubicBezTo>
                    <a:pt x="1216" y="9"/>
                    <a:pt x="1216" y="5"/>
                    <a:pt x="1213" y="2"/>
                  </a:cubicBezTo>
                  <a:cubicBezTo>
                    <a:pt x="1210" y="0"/>
                    <a:pt x="1206" y="0"/>
                    <a:pt x="1204" y="2"/>
                  </a:cubicBezTo>
                  <a:lnTo>
                    <a:pt x="767" y="439"/>
                  </a:lnTo>
                  <a:cubicBezTo>
                    <a:pt x="651" y="549"/>
                    <a:pt x="568" y="630"/>
                    <a:pt x="500" y="682"/>
                  </a:cubicBezTo>
                  <a:cubicBezTo>
                    <a:pt x="466" y="709"/>
                    <a:pt x="437" y="728"/>
                    <a:pt x="410" y="740"/>
                  </a:cubicBezTo>
                  <a:cubicBezTo>
                    <a:pt x="382" y="753"/>
                    <a:pt x="357" y="759"/>
                    <a:pt x="332" y="759"/>
                  </a:cubicBezTo>
                  <a:cubicBezTo>
                    <a:pt x="291" y="759"/>
                    <a:pt x="250" y="743"/>
                    <a:pt x="199" y="712"/>
                  </a:cubicBezTo>
                  <a:cubicBezTo>
                    <a:pt x="149" y="682"/>
                    <a:pt x="89" y="636"/>
                    <a:pt x="12" y="577"/>
                  </a:cubicBezTo>
                  <a:cubicBezTo>
                    <a:pt x="9" y="575"/>
                    <a:pt x="4" y="575"/>
                    <a:pt x="2" y="578"/>
                  </a:cubicBezTo>
                  <a:cubicBezTo>
                    <a:pt x="0" y="581"/>
                    <a:pt x="1" y="585"/>
                    <a:pt x="4" y="588"/>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7" name="Freeform 6"/>
            <p:cNvSpPr>
              <a:spLocks noChangeArrowheads="1"/>
            </p:cNvSpPr>
            <p:nvPr/>
          </p:nvSpPr>
          <p:spPr bwMode="auto">
            <a:xfrm>
              <a:off x="1368170" y="664579"/>
              <a:ext cx="439737" cy="330350"/>
            </a:xfrm>
            <a:custGeom>
              <a:avLst/>
              <a:gdLst>
                <a:gd name="T0" fmla="*/ 2631 w 2657"/>
                <a:gd name="T1" fmla="*/ 532 h 1998"/>
                <a:gd name="T2" fmla="*/ 2130 w 2657"/>
                <a:gd name="T3" fmla="*/ 145 h 1998"/>
                <a:gd name="T4" fmla="*/ 1920 w 2657"/>
                <a:gd name="T5" fmla="*/ 38 h 1998"/>
                <a:gd name="T6" fmla="*/ 1715 w 2657"/>
                <a:gd name="T7" fmla="*/ 0 h 1998"/>
                <a:gd name="T8" fmla="*/ 1578 w 2657"/>
                <a:gd name="T9" fmla="*/ 19 h 1998"/>
                <a:gd name="T10" fmla="*/ 1370 w 2657"/>
                <a:gd name="T11" fmla="*/ 116 h 1998"/>
                <a:gd name="T12" fmla="*/ 1150 w 2657"/>
                <a:gd name="T13" fmla="*/ 295 h 1998"/>
                <a:gd name="T14" fmla="*/ 1150 w 2657"/>
                <a:gd name="T15" fmla="*/ 295 h 1998"/>
                <a:gd name="T16" fmla="*/ 16 w 2657"/>
                <a:gd name="T17" fmla="*/ 1368 h 1998"/>
                <a:gd name="T18" fmla="*/ 0 w 2657"/>
                <a:gd name="T19" fmla="*/ 1406 h 1998"/>
                <a:gd name="T20" fmla="*/ 16 w 2657"/>
                <a:gd name="T21" fmla="*/ 1444 h 1998"/>
                <a:gd name="T22" fmla="*/ 566 w 2657"/>
                <a:gd name="T23" fmla="*/ 1977 h 1998"/>
                <a:gd name="T24" fmla="*/ 640 w 2657"/>
                <a:gd name="T25" fmla="*/ 1976 h 1998"/>
                <a:gd name="T26" fmla="*/ 639 w 2657"/>
                <a:gd name="T27" fmla="*/ 1901 h 1998"/>
                <a:gd name="T28" fmla="*/ 129 w 2657"/>
                <a:gd name="T29" fmla="*/ 1406 h 1998"/>
                <a:gd name="T30" fmla="*/ 1223 w 2657"/>
                <a:gd name="T31" fmla="*/ 371 h 1998"/>
                <a:gd name="T32" fmla="*/ 1223 w 2657"/>
                <a:gd name="T33" fmla="*/ 371 h 1998"/>
                <a:gd name="T34" fmla="*/ 1489 w 2657"/>
                <a:gd name="T35" fmla="*/ 167 h 1998"/>
                <a:gd name="T36" fmla="*/ 1605 w 2657"/>
                <a:gd name="T37" fmla="*/ 121 h 1998"/>
                <a:gd name="T38" fmla="*/ 1715 w 2657"/>
                <a:gd name="T39" fmla="*/ 106 h 1998"/>
                <a:gd name="T40" fmla="*/ 1884 w 2657"/>
                <a:gd name="T41" fmla="*/ 138 h 1998"/>
                <a:gd name="T42" fmla="*/ 2181 w 2657"/>
                <a:gd name="T43" fmla="*/ 306 h 1998"/>
                <a:gd name="T44" fmla="*/ 2562 w 2657"/>
                <a:gd name="T45" fmla="*/ 612 h 1998"/>
                <a:gd name="T46" fmla="*/ 2637 w 2657"/>
                <a:gd name="T47" fmla="*/ 606 h 1998"/>
                <a:gd name="T48" fmla="*/ 2631 w 2657"/>
                <a:gd name="T49" fmla="*/ 532 h 19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57" h="1998">
                  <a:moveTo>
                    <a:pt x="2631" y="532"/>
                  </a:moveTo>
                  <a:cubicBezTo>
                    <a:pt x="2437" y="367"/>
                    <a:pt x="2276" y="237"/>
                    <a:pt x="2130" y="145"/>
                  </a:cubicBezTo>
                  <a:cubicBezTo>
                    <a:pt x="2058" y="99"/>
                    <a:pt x="1988" y="63"/>
                    <a:pt x="1920" y="38"/>
                  </a:cubicBezTo>
                  <a:cubicBezTo>
                    <a:pt x="1851" y="14"/>
                    <a:pt x="1783" y="0"/>
                    <a:pt x="1715" y="0"/>
                  </a:cubicBezTo>
                  <a:cubicBezTo>
                    <a:pt x="1669" y="0"/>
                    <a:pt x="1623" y="6"/>
                    <a:pt x="1578" y="19"/>
                  </a:cubicBezTo>
                  <a:cubicBezTo>
                    <a:pt x="1509" y="37"/>
                    <a:pt x="1440" y="70"/>
                    <a:pt x="1370" y="116"/>
                  </a:cubicBezTo>
                  <a:cubicBezTo>
                    <a:pt x="1299" y="162"/>
                    <a:pt x="1227" y="221"/>
                    <a:pt x="1150" y="295"/>
                  </a:cubicBezTo>
                  <a:lnTo>
                    <a:pt x="1150" y="295"/>
                  </a:lnTo>
                  <a:lnTo>
                    <a:pt x="16" y="1368"/>
                  </a:lnTo>
                  <a:cubicBezTo>
                    <a:pt x="6" y="1378"/>
                    <a:pt x="0" y="1391"/>
                    <a:pt x="0" y="1406"/>
                  </a:cubicBezTo>
                  <a:cubicBezTo>
                    <a:pt x="0" y="1420"/>
                    <a:pt x="6" y="1434"/>
                    <a:pt x="16" y="1444"/>
                  </a:cubicBezTo>
                  <a:lnTo>
                    <a:pt x="566" y="1977"/>
                  </a:lnTo>
                  <a:cubicBezTo>
                    <a:pt x="587" y="1997"/>
                    <a:pt x="619" y="1997"/>
                    <a:pt x="640" y="1976"/>
                  </a:cubicBezTo>
                  <a:cubicBezTo>
                    <a:pt x="660" y="1955"/>
                    <a:pt x="660" y="1921"/>
                    <a:pt x="639" y="1901"/>
                  </a:cubicBezTo>
                  <a:lnTo>
                    <a:pt x="129" y="1406"/>
                  </a:lnTo>
                  <a:lnTo>
                    <a:pt x="1223" y="371"/>
                  </a:lnTo>
                  <a:lnTo>
                    <a:pt x="1223" y="371"/>
                  </a:lnTo>
                  <a:cubicBezTo>
                    <a:pt x="1321" y="277"/>
                    <a:pt x="1409" y="210"/>
                    <a:pt x="1489" y="167"/>
                  </a:cubicBezTo>
                  <a:cubicBezTo>
                    <a:pt x="1529" y="146"/>
                    <a:pt x="1568" y="131"/>
                    <a:pt x="1605" y="121"/>
                  </a:cubicBezTo>
                  <a:cubicBezTo>
                    <a:pt x="1642" y="111"/>
                    <a:pt x="1679" y="106"/>
                    <a:pt x="1715" y="106"/>
                  </a:cubicBezTo>
                  <a:cubicBezTo>
                    <a:pt x="1770" y="106"/>
                    <a:pt x="1825" y="116"/>
                    <a:pt x="1884" y="138"/>
                  </a:cubicBezTo>
                  <a:cubicBezTo>
                    <a:pt x="1972" y="170"/>
                    <a:pt x="2070" y="226"/>
                    <a:pt x="2181" y="306"/>
                  </a:cubicBezTo>
                  <a:cubicBezTo>
                    <a:pt x="2293" y="387"/>
                    <a:pt x="2418" y="490"/>
                    <a:pt x="2562" y="612"/>
                  </a:cubicBezTo>
                  <a:cubicBezTo>
                    <a:pt x="2585" y="631"/>
                    <a:pt x="2618" y="628"/>
                    <a:pt x="2637" y="606"/>
                  </a:cubicBezTo>
                  <a:cubicBezTo>
                    <a:pt x="2656" y="584"/>
                    <a:pt x="2653" y="551"/>
                    <a:pt x="2631" y="532"/>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8" name="Freeform 7"/>
            <p:cNvSpPr>
              <a:spLocks noChangeArrowheads="1"/>
            </p:cNvSpPr>
            <p:nvPr/>
          </p:nvSpPr>
          <p:spPr bwMode="auto">
            <a:xfrm>
              <a:off x="1419946" y="709792"/>
              <a:ext cx="356603" cy="190334"/>
            </a:xfrm>
            <a:custGeom>
              <a:avLst/>
              <a:gdLst>
                <a:gd name="T0" fmla="*/ 2142 w 2158"/>
                <a:gd name="T1" fmla="*/ 438 h 1152"/>
                <a:gd name="T2" fmla="*/ 1725 w 2158"/>
                <a:gd name="T3" fmla="*/ 118 h 1152"/>
                <a:gd name="T4" fmla="*/ 1552 w 2158"/>
                <a:gd name="T5" fmla="*/ 31 h 1152"/>
                <a:gd name="T6" fmla="*/ 1386 w 2158"/>
                <a:gd name="T7" fmla="*/ 0 h 1152"/>
                <a:gd name="T8" fmla="*/ 1261 w 2158"/>
                <a:gd name="T9" fmla="*/ 19 h 1152"/>
                <a:gd name="T10" fmla="*/ 1068 w 2158"/>
                <a:gd name="T11" fmla="*/ 115 h 1152"/>
                <a:gd name="T12" fmla="*/ 852 w 2158"/>
                <a:gd name="T13" fmla="*/ 295 h 1152"/>
                <a:gd name="T14" fmla="*/ 852 w 2158"/>
                <a:gd name="T15" fmla="*/ 295 h 1152"/>
                <a:gd name="T16" fmla="*/ 13 w 2158"/>
                <a:gd name="T17" fmla="*/ 1094 h 1152"/>
                <a:gd name="T18" fmla="*/ 12 w 2158"/>
                <a:gd name="T19" fmla="*/ 1138 h 1152"/>
                <a:gd name="T20" fmla="*/ 56 w 2158"/>
                <a:gd name="T21" fmla="*/ 1139 h 1152"/>
                <a:gd name="T22" fmla="*/ 895 w 2158"/>
                <a:gd name="T23" fmla="*/ 340 h 1152"/>
                <a:gd name="T24" fmla="*/ 895 w 2158"/>
                <a:gd name="T25" fmla="*/ 340 h 1152"/>
                <a:gd name="T26" fmla="*/ 1164 w 2158"/>
                <a:gd name="T27" fmla="*/ 128 h 1152"/>
                <a:gd name="T28" fmla="*/ 1279 w 2158"/>
                <a:gd name="T29" fmla="*/ 79 h 1152"/>
                <a:gd name="T30" fmla="*/ 1386 w 2158"/>
                <a:gd name="T31" fmla="*/ 63 h 1152"/>
                <a:gd name="T32" fmla="*/ 1531 w 2158"/>
                <a:gd name="T33" fmla="*/ 90 h 1152"/>
                <a:gd name="T34" fmla="*/ 1781 w 2158"/>
                <a:gd name="T35" fmla="*/ 231 h 1152"/>
                <a:gd name="T36" fmla="*/ 2102 w 2158"/>
                <a:gd name="T37" fmla="*/ 486 h 1152"/>
                <a:gd name="T38" fmla="*/ 2146 w 2158"/>
                <a:gd name="T39" fmla="*/ 482 h 1152"/>
                <a:gd name="T40" fmla="*/ 2142 w 2158"/>
                <a:gd name="T41" fmla="*/ 438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2142" y="438"/>
                  </a:moveTo>
                  <a:cubicBezTo>
                    <a:pt x="1978" y="301"/>
                    <a:pt x="1845" y="193"/>
                    <a:pt x="1725" y="118"/>
                  </a:cubicBezTo>
                  <a:cubicBezTo>
                    <a:pt x="1664" y="80"/>
                    <a:pt x="1608" y="51"/>
                    <a:pt x="1552" y="31"/>
                  </a:cubicBezTo>
                  <a:cubicBezTo>
                    <a:pt x="1496" y="11"/>
                    <a:pt x="1441" y="0"/>
                    <a:pt x="1386" y="0"/>
                  </a:cubicBezTo>
                  <a:cubicBezTo>
                    <a:pt x="1344" y="0"/>
                    <a:pt x="1303" y="6"/>
                    <a:pt x="1261" y="19"/>
                  </a:cubicBezTo>
                  <a:cubicBezTo>
                    <a:pt x="1198" y="37"/>
                    <a:pt x="1135" y="69"/>
                    <a:pt x="1068" y="115"/>
                  </a:cubicBezTo>
                  <a:cubicBezTo>
                    <a:pt x="1000" y="161"/>
                    <a:pt x="930" y="220"/>
                    <a:pt x="852" y="295"/>
                  </a:cubicBezTo>
                  <a:lnTo>
                    <a:pt x="852" y="295"/>
                  </a:lnTo>
                  <a:lnTo>
                    <a:pt x="13" y="1094"/>
                  </a:lnTo>
                  <a:cubicBezTo>
                    <a:pt x="1" y="1106"/>
                    <a:pt x="0" y="1126"/>
                    <a:pt x="12" y="1138"/>
                  </a:cubicBezTo>
                  <a:cubicBezTo>
                    <a:pt x="24" y="1151"/>
                    <a:pt x="44" y="1151"/>
                    <a:pt x="56" y="1139"/>
                  </a:cubicBezTo>
                  <a:lnTo>
                    <a:pt x="895" y="340"/>
                  </a:lnTo>
                  <a:lnTo>
                    <a:pt x="895" y="340"/>
                  </a:lnTo>
                  <a:cubicBezTo>
                    <a:pt x="997" y="243"/>
                    <a:pt x="1085" y="173"/>
                    <a:pt x="1164" y="128"/>
                  </a:cubicBezTo>
                  <a:cubicBezTo>
                    <a:pt x="1204" y="106"/>
                    <a:pt x="1242" y="89"/>
                    <a:pt x="1279" y="79"/>
                  </a:cubicBezTo>
                  <a:cubicBezTo>
                    <a:pt x="1315" y="68"/>
                    <a:pt x="1351" y="63"/>
                    <a:pt x="1386" y="63"/>
                  </a:cubicBezTo>
                  <a:cubicBezTo>
                    <a:pt x="1433" y="63"/>
                    <a:pt x="1480" y="72"/>
                    <a:pt x="1531" y="90"/>
                  </a:cubicBezTo>
                  <a:cubicBezTo>
                    <a:pt x="1606" y="117"/>
                    <a:pt x="1688" y="164"/>
                    <a:pt x="1781" y="231"/>
                  </a:cubicBezTo>
                  <a:cubicBezTo>
                    <a:pt x="1874" y="298"/>
                    <a:pt x="1979" y="384"/>
                    <a:pt x="2102" y="486"/>
                  </a:cubicBezTo>
                  <a:cubicBezTo>
                    <a:pt x="2115" y="497"/>
                    <a:pt x="2135" y="495"/>
                    <a:pt x="2146" y="482"/>
                  </a:cubicBezTo>
                  <a:cubicBezTo>
                    <a:pt x="2157" y="469"/>
                    <a:pt x="2155" y="449"/>
                    <a:pt x="2142" y="438"/>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9" name="Freeform 8"/>
            <p:cNvSpPr>
              <a:spLocks noChangeArrowheads="1"/>
            </p:cNvSpPr>
            <p:nvPr/>
          </p:nvSpPr>
          <p:spPr bwMode="auto">
            <a:xfrm>
              <a:off x="1444012" y="752818"/>
              <a:ext cx="304826" cy="169186"/>
            </a:xfrm>
            <a:custGeom>
              <a:avLst/>
              <a:gdLst>
                <a:gd name="T0" fmla="*/ 1832 w 1844"/>
                <a:gd name="T1" fmla="*/ 349 h 1021"/>
                <a:gd name="T2" fmla="*/ 1494 w 1844"/>
                <a:gd name="T3" fmla="*/ 93 h 1021"/>
                <a:gd name="T4" fmla="*/ 1356 w 1844"/>
                <a:gd name="T5" fmla="*/ 24 h 1021"/>
                <a:gd name="T6" fmla="*/ 1224 w 1844"/>
                <a:gd name="T7" fmla="*/ 0 h 1021"/>
                <a:gd name="T8" fmla="*/ 1110 w 1844"/>
                <a:gd name="T9" fmla="*/ 18 h 1021"/>
                <a:gd name="T10" fmla="*/ 929 w 1844"/>
                <a:gd name="T11" fmla="*/ 116 h 1021"/>
                <a:gd name="T12" fmla="*/ 715 w 1844"/>
                <a:gd name="T13" fmla="*/ 301 h 1021"/>
                <a:gd name="T14" fmla="*/ 714 w 1844"/>
                <a:gd name="T15" fmla="*/ 301 h 1021"/>
                <a:gd name="T16" fmla="*/ 10 w 1844"/>
                <a:gd name="T17" fmla="*/ 978 h 1021"/>
                <a:gd name="T18" fmla="*/ 9 w 1844"/>
                <a:gd name="T19" fmla="*/ 1011 h 1021"/>
                <a:gd name="T20" fmla="*/ 42 w 1844"/>
                <a:gd name="T21" fmla="*/ 1012 h 1021"/>
                <a:gd name="T22" fmla="*/ 746 w 1844"/>
                <a:gd name="T23" fmla="*/ 334 h 1021"/>
                <a:gd name="T24" fmla="*/ 746 w 1844"/>
                <a:gd name="T25" fmla="*/ 334 h 1021"/>
                <a:gd name="T26" fmla="*/ 1016 w 1844"/>
                <a:gd name="T27" fmla="*/ 114 h 1021"/>
                <a:gd name="T28" fmla="*/ 1124 w 1844"/>
                <a:gd name="T29" fmla="*/ 62 h 1021"/>
                <a:gd name="T30" fmla="*/ 1224 w 1844"/>
                <a:gd name="T31" fmla="*/ 46 h 1021"/>
                <a:gd name="T32" fmla="*/ 1340 w 1844"/>
                <a:gd name="T33" fmla="*/ 67 h 1021"/>
                <a:gd name="T34" fmla="*/ 1542 w 1844"/>
                <a:gd name="T35" fmla="*/ 180 h 1021"/>
                <a:gd name="T36" fmla="*/ 1803 w 1844"/>
                <a:gd name="T37" fmla="*/ 385 h 1021"/>
                <a:gd name="T38" fmla="*/ 1835 w 1844"/>
                <a:gd name="T39" fmla="*/ 381 h 1021"/>
                <a:gd name="T40" fmla="*/ 1832 w 1844"/>
                <a:gd name="T41" fmla="*/ 349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4" h="1021">
                  <a:moveTo>
                    <a:pt x="1832" y="349"/>
                  </a:moveTo>
                  <a:cubicBezTo>
                    <a:pt x="1698" y="239"/>
                    <a:pt x="1590" y="153"/>
                    <a:pt x="1494" y="93"/>
                  </a:cubicBezTo>
                  <a:cubicBezTo>
                    <a:pt x="1446" y="63"/>
                    <a:pt x="1400" y="40"/>
                    <a:pt x="1356" y="24"/>
                  </a:cubicBezTo>
                  <a:cubicBezTo>
                    <a:pt x="1311" y="8"/>
                    <a:pt x="1268" y="0"/>
                    <a:pt x="1224" y="0"/>
                  </a:cubicBezTo>
                  <a:cubicBezTo>
                    <a:pt x="1186" y="0"/>
                    <a:pt x="1148" y="6"/>
                    <a:pt x="1110" y="18"/>
                  </a:cubicBezTo>
                  <a:cubicBezTo>
                    <a:pt x="1052" y="37"/>
                    <a:pt x="993" y="69"/>
                    <a:pt x="929" y="116"/>
                  </a:cubicBezTo>
                  <a:cubicBezTo>
                    <a:pt x="864" y="163"/>
                    <a:pt x="794" y="224"/>
                    <a:pt x="715" y="301"/>
                  </a:cubicBezTo>
                  <a:lnTo>
                    <a:pt x="714" y="301"/>
                  </a:lnTo>
                  <a:lnTo>
                    <a:pt x="10" y="978"/>
                  </a:lnTo>
                  <a:cubicBezTo>
                    <a:pt x="1" y="987"/>
                    <a:pt x="0" y="1002"/>
                    <a:pt x="9" y="1011"/>
                  </a:cubicBezTo>
                  <a:cubicBezTo>
                    <a:pt x="18" y="1020"/>
                    <a:pt x="33" y="1020"/>
                    <a:pt x="42" y="1012"/>
                  </a:cubicBezTo>
                  <a:lnTo>
                    <a:pt x="746" y="334"/>
                  </a:lnTo>
                  <a:lnTo>
                    <a:pt x="746" y="334"/>
                  </a:lnTo>
                  <a:cubicBezTo>
                    <a:pt x="851" y="233"/>
                    <a:pt x="939" y="160"/>
                    <a:pt x="1016" y="114"/>
                  </a:cubicBezTo>
                  <a:cubicBezTo>
                    <a:pt x="1054" y="90"/>
                    <a:pt x="1090" y="73"/>
                    <a:pt x="1124" y="62"/>
                  </a:cubicBezTo>
                  <a:cubicBezTo>
                    <a:pt x="1159" y="51"/>
                    <a:pt x="1191" y="46"/>
                    <a:pt x="1224" y="46"/>
                  </a:cubicBezTo>
                  <a:cubicBezTo>
                    <a:pt x="1262" y="46"/>
                    <a:pt x="1300" y="53"/>
                    <a:pt x="1340" y="67"/>
                  </a:cubicBezTo>
                  <a:cubicBezTo>
                    <a:pt x="1401" y="89"/>
                    <a:pt x="1466" y="127"/>
                    <a:pt x="1542" y="180"/>
                  </a:cubicBezTo>
                  <a:cubicBezTo>
                    <a:pt x="1617" y="234"/>
                    <a:pt x="1702" y="303"/>
                    <a:pt x="1803" y="385"/>
                  </a:cubicBezTo>
                  <a:cubicBezTo>
                    <a:pt x="1813" y="393"/>
                    <a:pt x="1827" y="391"/>
                    <a:pt x="1835" y="381"/>
                  </a:cubicBezTo>
                  <a:cubicBezTo>
                    <a:pt x="1843" y="372"/>
                    <a:pt x="1842" y="357"/>
                    <a:pt x="1832" y="349"/>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0" name="Freeform 9"/>
            <p:cNvSpPr>
              <a:spLocks noChangeArrowheads="1"/>
            </p:cNvSpPr>
            <p:nvPr/>
          </p:nvSpPr>
          <p:spPr bwMode="auto">
            <a:xfrm>
              <a:off x="1467348" y="795114"/>
              <a:ext cx="253049" cy="148038"/>
            </a:xfrm>
            <a:custGeom>
              <a:avLst/>
              <a:gdLst>
                <a:gd name="T0" fmla="*/ 1522 w 1530"/>
                <a:gd name="T1" fmla="*/ 264 h 895"/>
                <a:gd name="T2" fmla="*/ 1260 w 1530"/>
                <a:gd name="T3" fmla="*/ 70 h 895"/>
                <a:gd name="T4" fmla="*/ 1156 w 1530"/>
                <a:gd name="T5" fmla="*/ 18 h 895"/>
                <a:gd name="T6" fmla="*/ 1057 w 1530"/>
                <a:gd name="T7" fmla="*/ 0 h 895"/>
                <a:gd name="T8" fmla="*/ 957 w 1530"/>
                <a:gd name="T9" fmla="*/ 19 h 895"/>
                <a:gd name="T10" fmla="*/ 791 w 1530"/>
                <a:gd name="T11" fmla="*/ 119 h 895"/>
                <a:gd name="T12" fmla="*/ 577 w 1530"/>
                <a:gd name="T13" fmla="*/ 310 h 895"/>
                <a:gd name="T14" fmla="*/ 577 w 1530"/>
                <a:gd name="T15" fmla="*/ 310 h 895"/>
                <a:gd name="T16" fmla="*/ 6 w 1530"/>
                <a:gd name="T17" fmla="*/ 867 h 895"/>
                <a:gd name="T18" fmla="*/ 6 w 1530"/>
                <a:gd name="T19" fmla="*/ 888 h 895"/>
                <a:gd name="T20" fmla="*/ 27 w 1530"/>
                <a:gd name="T21" fmla="*/ 888 h 895"/>
                <a:gd name="T22" fmla="*/ 598 w 1530"/>
                <a:gd name="T23" fmla="*/ 331 h 895"/>
                <a:gd name="T24" fmla="*/ 598 w 1530"/>
                <a:gd name="T25" fmla="*/ 331 h 895"/>
                <a:gd name="T26" fmla="*/ 866 w 1530"/>
                <a:gd name="T27" fmla="*/ 101 h 895"/>
                <a:gd name="T28" fmla="*/ 968 w 1530"/>
                <a:gd name="T29" fmla="*/ 47 h 895"/>
                <a:gd name="T30" fmla="*/ 1057 w 1530"/>
                <a:gd name="T31" fmla="*/ 29 h 895"/>
                <a:gd name="T32" fmla="*/ 1146 w 1530"/>
                <a:gd name="T33" fmla="*/ 46 h 895"/>
                <a:gd name="T34" fmla="*/ 1300 w 1530"/>
                <a:gd name="T35" fmla="*/ 132 h 895"/>
                <a:gd name="T36" fmla="*/ 1504 w 1530"/>
                <a:gd name="T37" fmla="*/ 287 h 895"/>
                <a:gd name="T38" fmla="*/ 1524 w 1530"/>
                <a:gd name="T39" fmla="*/ 285 h 895"/>
                <a:gd name="T40" fmla="*/ 1522 w 1530"/>
                <a:gd name="T41" fmla="*/ 264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0" h="895">
                  <a:moveTo>
                    <a:pt x="1522" y="264"/>
                  </a:moveTo>
                  <a:cubicBezTo>
                    <a:pt x="1417" y="180"/>
                    <a:pt x="1334" y="115"/>
                    <a:pt x="1260" y="70"/>
                  </a:cubicBezTo>
                  <a:cubicBezTo>
                    <a:pt x="1224" y="47"/>
                    <a:pt x="1189" y="30"/>
                    <a:pt x="1156" y="18"/>
                  </a:cubicBezTo>
                  <a:cubicBezTo>
                    <a:pt x="1123" y="6"/>
                    <a:pt x="1090" y="0"/>
                    <a:pt x="1057" y="0"/>
                  </a:cubicBezTo>
                  <a:cubicBezTo>
                    <a:pt x="1024" y="0"/>
                    <a:pt x="991" y="6"/>
                    <a:pt x="957" y="19"/>
                  </a:cubicBezTo>
                  <a:cubicBezTo>
                    <a:pt x="906" y="38"/>
                    <a:pt x="852" y="71"/>
                    <a:pt x="791" y="119"/>
                  </a:cubicBezTo>
                  <a:cubicBezTo>
                    <a:pt x="729" y="167"/>
                    <a:pt x="660" y="231"/>
                    <a:pt x="577" y="310"/>
                  </a:cubicBezTo>
                  <a:lnTo>
                    <a:pt x="577" y="310"/>
                  </a:lnTo>
                  <a:lnTo>
                    <a:pt x="6" y="867"/>
                  </a:lnTo>
                  <a:cubicBezTo>
                    <a:pt x="0" y="873"/>
                    <a:pt x="0" y="882"/>
                    <a:pt x="6" y="888"/>
                  </a:cubicBezTo>
                  <a:cubicBezTo>
                    <a:pt x="12" y="894"/>
                    <a:pt x="21" y="894"/>
                    <a:pt x="27" y="888"/>
                  </a:cubicBezTo>
                  <a:lnTo>
                    <a:pt x="598" y="331"/>
                  </a:lnTo>
                  <a:lnTo>
                    <a:pt x="598" y="331"/>
                  </a:lnTo>
                  <a:cubicBezTo>
                    <a:pt x="707" y="226"/>
                    <a:pt x="793" y="150"/>
                    <a:pt x="866" y="101"/>
                  </a:cubicBezTo>
                  <a:cubicBezTo>
                    <a:pt x="903" y="76"/>
                    <a:pt x="936" y="58"/>
                    <a:pt x="968" y="47"/>
                  </a:cubicBezTo>
                  <a:cubicBezTo>
                    <a:pt x="999" y="35"/>
                    <a:pt x="1028" y="29"/>
                    <a:pt x="1057" y="29"/>
                  </a:cubicBezTo>
                  <a:cubicBezTo>
                    <a:pt x="1086" y="29"/>
                    <a:pt x="1115" y="35"/>
                    <a:pt x="1146" y="46"/>
                  </a:cubicBezTo>
                  <a:cubicBezTo>
                    <a:pt x="1192" y="62"/>
                    <a:pt x="1242" y="91"/>
                    <a:pt x="1300" y="132"/>
                  </a:cubicBezTo>
                  <a:cubicBezTo>
                    <a:pt x="1359" y="172"/>
                    <a:pt x="1425" y="225"/>
                    <a:pt x="1504" y="287"/>
                  </a:cubicBezTo>
                  <a:cubicBezTo>
                    <a:pt x="1510" y="292"/>
                    <a:pt x="1518" y="291"/>
                    <a:pt x="1524" y="285"/>
                  </a:cubicBezTo>
                  <a:cubicBezTo>
                    <a:pt x="1529" y="279"/>
                    <a:pt x="1528" y="269"/>
                    <a:pt x="1522" y="264"/>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1" name="Freeform 10"/>
            <p:cNvSpPr>
              <a:spLocks noChangeArrowheads="1"/>
            </p:cNvSpPr>
            <p:nvPr/>
          </p:nvSpPr>
          <p:spPr bwMode="auto">
            <a:xfrm>
              <a:off x="1491413" y="835952"/>
              <a:ext cx="201273" cy="127619"/>
            </a:xfrm>
            <a:custGeom>
              <a:avLst/>
              <a:gdLst>
                <a:gd name="T0" fmla="*/ 1212 w 1217"/>
                <a:gd name="T1" fmla="*/ 184 h 773"/>
                <a:gd name="T2" fmla="*/ 1023 w 1217"/>
                <a:gd name="T3" fmla="*/ 48 h 773"/>
                <a:gd name="T4" fmla="*/ 884 w 1217"/>
                <a:gd name="T5" fmla="*/ 0 h 773"/>
                <a:gd name="T6" fmla="*/ 801 w 1217"/>
                <a:gd name="T7" fmla="*/ 20 h 773"/>
                <a:gd name="T8" fmla="*/ 653 w 1217"/>
                <a:gd name="T9" fmla="*/ 124 h 773"/>
                <a:gd name="T10" fmla="*/ 440 w 1217"/>
                <a:gd name="T11" fmla="*/ 324 h 773"/>
                <a:gd name="T12" fmla="*/ 440 w 1217"/>
                <a:gd name="T13" fmla="*/ 324 h 773"/>
                <a:gd name="T14" fmla="*/ 3 w 1217"/>
                <a:gd name="T15" fmla="*/ 760 h 773"/>
                <a:gd name="T16" fmla="*/ 3 w 1217"/>
                <a:gd name="T17" fmla="*/ 770 h 773"/>
                <a:gd name="T18" fmla="*/ 12 w 1217"/>
                <a:gd name="T19" fmla="*/ 770 h 773"/>
                <a:gd name="T20" fmla="*/ 449 w 1217"/>
                <a:gd name="T21" fmla="*/ 333 h 773"/>
                <a:gd name="T22" fmla="*/ 716 w 1217"/>
                <a:gd name="T23" fmla="*/ 90 h 773"/>
                <a:gd name="T24" fmla="*/ 806 w 1217"/>
                <a:gd name="T25" fmla="*/ 32 h 773"/>
                <a:gd name="T26" fmla="*/ 884 w 1217"/>
                <a:gd name="T27" fmla="*/ 13 h 773"/>
                <a:gd name="T28" fmla="*/ 1016 w 1217"/>
                <a:gd name="T29" fmla="*/ 60 h 773"/>
                <a:gd name="T30" fmla="*/ 1204 w 1217"/>
                <a:gd name="T31" fmla="*/ 195 h 773"/>
                <a:gd name="T32" fmla="*/ 1214 w 1217"/>
                <a:gd name="T33" fmla="*/ 194 h 773"/>
                <a:gd name="T34" fmla="*/ 1212 w 1217"/>
                <a:gd name="T35" fmla="*/ 184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1212" y="184"/>
                  </a:moveTo>
                  <a:cubicBezTo>
                    <a:pt x="1135" y="125"/>
                    <a:pt x="1075" y="80"/>
                    <a:pt x="1023" y="48"/>
                  </a:cubicBezTo>
                  <a:cubicBezTo>
                    <a:pt x="971" y="17"/>
                    <a:pt x="928" y="0"/>
                    <a:pt x="884" y="0"/>
                  </a:cubicBezTo>
                  <a:cubicBezTo>
                    <a:pt x="856" y="0"/>
                    <a:pt x="829" y="7"/>
                    <a:pt x="801" y="20"/>
                  </a:cubicBezTo>
                  <a:cubicBezTo>
                    <a:pt x="758" y="39"/>
                    <a:pt x="711" y="74"/>
                    <a:pt x="653" y="124"/>
                  </a:cubicBezTo>
                  <a:cubicBezTo>
                    <a:pt x="595" y="175"/>
                    <a:pt x="527" y="241"/>
                    <a:pt x="440" y="324"/>
                  </a:cubicBezTo>
                  <a:lnTo>
                    <a:pt x="440" y="324"/>
                  </a:lnTo>
                  <a:lnTo>
                    <a:pt x="3" y="760"/>
                  </a:lnTo>
                  <a:cubicBezTo>
                    <a:pt x="0" y="763"/>
                    <a:pt x="0" y="767"/>
                    <a:pt x="3" y="770"/>
                  </a:cubicBezTo>
                  <a:cubicBezTo>
                    <a:pt x="5" y="772"/>
                    <a:pt x="10" y="772"/>
                    <a:pt x="12" y="770"/>
                  </a:cubicBezTo>
                  <a:lnTo>
                    <a:pt x="449" y="333"/>
                  </a:lnTo>
                  <a:cubicBezTo>
                    <a:pt x="565" y="223"/>
                    <a:pt x="648" y="142"/>
                    <a:pt x="716" y="90"/>
                  </a:cubicBezTo>
                  <a:cubicBezTo>
                    <a:pt x="749" y="63"/>
                    <a:pt x="778" y="44"/>
                    <a:pt x="806" y="32"/>
                  </a:cubicBezTo>
                  <a:cubicBezTo>
                    <a:pt x="833" y="19"/>
                    <a:pt x="859" y="13"/>
                    <a:pt x="884" y="13"/>
                  </a:cubicBezTo>
                  <a:cubicBezTo>
                    <a:pt x="924" y="13"/>
                    <a:pt x="966" y="29"/>
                    <a:pt x="1016" y="60"/>
                  </a:cubicBezTo>
                  <a:cubicBezTo>
                    <a:pt x="1067" y="90"/>
                    <a:pt x="1127" y="136"/>
                    <a:pt x="1204" y="195"/>
                  </a:cubicBezTo>
                  <a:cubicBezTo>
                    <a:pt x="1207" y="197"/>
                    <a:pt x="1211" y="197"/>
                    <a:pt x="1214" y="194"/>
                  </a:cubicBezTo>
                  <a:cubicBezTo>
                    <a:pt x="1216" y="191"/>
                    <a:pt x="1215" y="187"/>
                    <a:pt x="1212" y="184"/>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2" name="Freeform 11"/>
            <p:cNvSpPr>
              <a:spLocks noChangeArrowheads="1"/>
            </p:cNvSpPr>
            <p:nvPr/>
          </p:nvSpPr>
          <p:spPr bwMode="auto">
            <a:xfrm>
              <a:off x="1608093" y="858559"/>
              <a:ext cx="72925" cy="48130"/>
            </a:xfrm>
            <a:custGeom>
              <a:avLst/>
              <a:gdLst>
                <a:gd name="T0" fmla="*/ 49 w 442"/>
                <a:gd name="T1" fmla="*/ 200 h 293"/>
                <a:gd name="T2" fmla="*/ 0 w 442"/>
                <a:gd name="T3" fmla="*/ 156 h 293"/>
                <a:gd name="T4" fmla="*/ 45 w 442"/>
                <a:gd name="T5" fmla="*/ 107 h 293"/>
                <a:gd name="T6" fmla="*/ 392 w 442"/>
                <a:gd name="T7" fmla="*/ 91 h 293"/>
                <a:gd name="T8" fmla="*/ 441 w 442"/>
                <a:gd name="T9" fmla="*/ 137 h 293"/>
                <a:gd name="T10" fmla="*/ 396 w 442"/>
                <a:gd name="T11" fmla="*/ 185 h 293"/>
                <a:gd name="T12" fmla="*/ 49 w 442"/>
                <a:gd name="T13" fmla="*/ 200 h 293"/>
              </a:gdLst>
              <a:ahLst/>
              <a:cxnLst>
                <a:cxn ang="0">
                  <a:pos x="T0" y="T1"/>
                </a:cxn>
                <a:cxn ang="0">
                  <a:pos x="T2" y="T3"/>
                </a:cxn>
                <a:cxn ang="0">
                  <a:pos x="T4" y="T5"/>
                </a:cxn>
                <a:cxn ang="0">
                  <a:pos x="T6" y="T7"/>
                </a:cxn>
                <a:cxn ang="0">
                  <a:pos x="T8" y="T9"/>
                </a:cxn>
                <a:cxn ang="0">
                  <a:pos x="T10" y="T11"/>
                </a:cxn>
                <a:cxn ang="0">
                  <a:pos x="T12" y="T13"/>
                </a:cxn>
              </a:cxnLst>
              <a:rect l="0" t="0" r="r" b="b"/>
              <a:pathLst>
                <a:path w="442" h="293">
                  <a:moveTo>
                    <a:pt x="49" y="200"/>
                  </a:moveTo>
                  <a:lnTo>
                    <a:pt x="0" y="156"/>
                  </a:lnTo>
                  <a:lnTo>
                    <a:pt x="45" y="107"/>
                  </a:lnTo>
                  <a:cubicBezTo>
                    <a:pt x="136" y="7"/>
                    <a:pt x="292" y="0"/>
                    <a:pt x="392" y="91"/>
                  </a:cubicBezTo>
                  <a:lnTo>
                    <a:pt x="441" y="137"/>
                  </a:lnTo>
                  <a:lnTo>
                    <a:pt x="396" y="185"/>
                  </a:lnTo>
                  <a:cubicBezTo>
                    <a:pt x="304" y="285"/>
                    <a:pt x="149" y="292"/>
                    <a:pt x="49" y="200"/>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pic>
        <p:nvPicPr>
          <p:cNvPr id="7" name="Picture 6"/>
          <p:cNvPicPr>
            <a:picLocks noChangeAspect="1"/>
          </p:cNvPicPr>
          <p:nvPr userDrawn="1"/>
        </p:nvPicPr>
        <p:blipFill>
          <a:blip r:embed="rId2"/>
          <a:stretch>
            <a:fillRect/>
          </a:stretch>
        </p:blipFill>
        <p:spPr>
          <a:xfrm>
            <a:off x="10201492" y="360786"/>
            <a:ext cx="1372094" cy="423211"/>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4" name="内容占位符 3"/>
          <p:cNvSpPr>
            <a:spLocks noGrp="1"/>
          </p:cNvSpPr>
          <p:nvPr>
            <p:ph sz="half" idx="2"/>
          </p:nvPr>
        </p:nvSpPr>
        <p:spPr>
          <a:xfrm>
            <a:off x="6172200" y="1825625"/>
            <a:ext cx="5181600" cy="4351338"/>
          </a:xfrm>
        </p:spPr>
        <p:txBody>
          <a:body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5" name="日期占位符 4"/>
          <p:cNvSpPr>
            <a:spLocks noGrp="1"/>
          </p:cNvSpPr>
          <p:nvPr>
            <p:ph type="dt" sz="half" idx="10"/>
          </p:nvPr>
        </p:nvSpPr>
        <p:spPr>
          <a:xfrm>
            <a:off x="158699" y="6498018"/>
            <a:ext cx="2743200" cy="365125"/>
          </a:xfrm>
          <a:prstGeom prst="rect">
            <a:avLst/>
          </a:prstGeom>
        </p:spPr>
        <p:txBody>
          <a:bodyPr/>
          <a:lstStyle/>
          <a:p>
            <a:r>
              <a:rPr kumimoji="1" lang="en-US" altLang="zh-CN"/>
              <a:t>1.1 </a:t>
            </a:r>
            <a:r>
              <a:rPr kumimoji="1" lang="zh-CN" altLang="en-US"/>
              <a:t>模板使用说明</a:t>
            </a:r>
            <a:endParaRPr kumimoji="1" lang="zh-CN" altLang="en-US" dirty="0"/>
          </a:p>
        </p:txBody>
      </p:sp>
      <p:sp>
        <p:nvSpPr>
          <p:cNvPr id="6" name="页脚占位符 5"/>
          <p:cNvSpPr>
            <a:spLocks noGrp="1"/>
          </p:cNvSpPr>
          <p:nvPr>
            <p:ph type="ftr" sz="quarter" idx="11"/>
          </p:nvPr>
        </p:nvSpPr>
        <p:spPr>
          <a:xfrm>
            <a:off x="4038600" y="6498019"/>
            <a:ext cx="4114800" cy="365125"/>
          </a:xfrm>
          <a:prstGeom prst="rect">
            <a:avLst/>
          </a:prstGeom>
        </p:spPr>
        <p:txBody>
          <a:bodyPr/>
          <a:lstStyle/>
          <a:p>
            <a:r>
              <a:rPr kumimoji="1" lang="zh-CN" altLang="en-US"/>
              <a:t>引自：</a:t>
            </a:r>
            <a:r>
              <a:rPr kumimoji="1" lang="en-US" altLang="zh-CN"/>
              <a:t>XXXXX</a:t>
            </a:r>
            <a:r>
              <a:rPr kumimoji="1" lang="zh-CN" altLang="en-US"/>
              <a:t>（如果需要）</a:t>
            </a:r>
          </a:p>
        </p:txBody>
      </p:sp>
      <p:sp>
        <p:nvSpPr>
          <p:cNvPr id="7" name="灯片编号占位符 6"/>
          <p:cNvSpPr>
            <a:spLocks noGrp="1"/>
          </p:cNvSpPr>
          <p:nvPr>
            <p:ph type="sldNum" sz="quarter" idx="12"/>
          </p:nvPr>
        </p:nvSpPr>
        <p:spPr>
          <a:xfrm>
            <a:off x="8610600" y="6498019"/>
            <a:ext cx="3319670" cy="365125"/>
          </a:xfrm>
          <a:prstGeom prst="rect">
            <a:avLst/>
          </a:prstGeom>
        </p:spPr>
        <p:txBody>
          <a:bodyPr/>
          <a:lstStyle/>
          <a:p>
            <a:fld id="{8D4D1E41-7A09-AB4A-A4E1-09765ADA2698}" type="slidenum">
              <a:rPr kumimoji="1" lang="zh-CN" altLang="en-US" smtClean="0"/>
              <a:t>‹#›</a:t>
            </a:fld>
            <a:endParaRPr kumimoji="1" lang="zh-CN" altLang="en-US"/>
          </a:p>
        </p:txBody>
      </p:sp>
      <p:sp>
        <p:nvSpPr>
          <p:cNvPr id="8" name="矩形 7"/>
          <p:cNvSpPr/>
          <p:nvPr userDrawn="1"/>
        </p:nvSpPr>
        <p:spPr>
          <a:xfrm>
            <a:off x="667831" y="553426"/>
            <a:ext cx="509313" cy="498948"/>
          </a:xfrm>
          <a:prstGeom prst="rect">
            <a:avLst/>
          </a:prstGeom>
          <a:solidFill>
            <a:srgbClr val="5C30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rgbClr val="5C307E"/>
              </a:solidFill>
            </a:endParaRPr>
          </a:p>
        </p:txBody>
      </p:sp>
      <p:cxnSp>
        <p:nvCxnSpPr>
          <p:cNvPr id="9" name="直线连接符 8"/>
          <p:cNvCxnSpPr/>
          <p:nvPr userDrawn="1"/>
        </p:nvCxnSpPr>
        <p:spPr>
          <a:xfrm>
            <a:off x="1314788" y="1244212"/>
            <a:ext cx="7295812" cy="0"/>
          </a:xfrm>
          <a:prstGeom prst="line">
            <a:avLst/>
          </a:prstGeom>
          <a:ln w="19050">
            <a:solidFill>
              <a:srgbClr val="5C307E"/>
            </a:solidFill>
          </a:ln>
        </p:spPr>
        <p:style>
          <a:lnRef idx="1">
            <a:schemeClr val="accent1"/>
          </a:lnRef>
          <a:fillRef idx="0">
            <a:schemeClr val="accent1"/>
          </a:fillRef>
          <a:effectRef idx="0">
            <a:schemeClr val="accent1"/>
          </a:effectRef>
          <a:fontRef idx="minor">
            <a:schemeClr val="tx1"/>
          </a:fontRef>
        </p:style>
      </p:cxnSp>
      <p:grpSp>
        <p:nvGrpSpPr>
          <p:cNvPr id="10" name="组合 9"/>
          <p:cNvGrpSpPr/>
          <p:nvPr userDrawn="1"/>
        </p:nvGrpSpPr>
        <p:grpSpPr>
          <a:xfrm>
            <a:off x="9849450" y="844221"/>
            <a:ext cx="1961485" cy="208345"/>
            <a:chOff x="1368170" y="1165302"/>
            <a:chExt cx="4139947" cy="439737"/>
          </a:xfrm>
        </p:grpSpPr>
        <p:grpSp>
          <p:nvGrpSpPr>
            <p:cNvPr id="11" name="组合 10"/>
            <p:cNvGrpSpPr/>
            <p:nvPr/>
          </p:nvGrpSpPr>
          <p:grpSpPr>
            <a:xfrm>
              <a:off x="1368170" y="1165302"/>
              <a:ext cx="550582" cy="439737"/>
              <a:chOff x="1368170" y="664579"/>
              <a:chExt cx="550582" cy="439737"/>
            </a:xfrm>
          </p:grpSpPr>
          <p:sp>
            <p:nvSpPr>
              <p:cNvPr id="22" name="Freeform 1"/>
              <p:cNvSpPr>
                <a:spLocks noChangeArrowheads="1"/>
              </p:cNvSpPr>
              <p:nvPr/>
            </p:nvSpPr>
            <p:spPr bwMode="auto">
              <a:xfrm>
                <a:off x="1481203" y="771778"/>
                <a:ext cx="437549" cy="332538"/>
              </a:xfrm>
              <a:custGeom>
                <a:avLst/>
                <a:gdLst>
                  <a:gd name="T0" fmla="*/ 25 w 2647"/>
                  <a:gd name="T1" fmla="*/ 1478 h 2011"/>
                  <a:gd name="T2" fmla="*/ 525 w 2647"/>
                  <a:gd name="T3" fmla="*/ 1865 h 2011"/>
                  <a:gd name="T4" fmla="*/ 736 w 2647"/>
                  <a:gd name="T5" fmla="*/ 1972 h 2011"/>
                  <a:gd name="T6" fmla="*/ 940 w 2647"/>
                  <a:gd name="T7" fmla="*/ 2010 h 2011"/>
                  <a:gd name="T8" fmla="*/ 1078 w 2647"/>
                  <a:gd name="T9" fmla="*/ 1991 h 2011"/>
                  <a:gd name="T10" fmla="*/ 1286 w 2647"/>
                  <a:gd name="T11" fmla="*/ 1894 h 2011"/>
                  <a:gd name="T12" fmla="*/ 1506 w 2647"/>
                  <a:gd name="T13" fmla="*/ 1715 h 2011"/>
                  <a:gd name="T14" fmla="*/ 1506 w 2647"/>
                  <a:gd name="T15" fmla="*/ 1715 h 2011"/>
                  <a:gd name="T16" fmla="*/ 2630 w 2647"/>
                  <a:gd name="T17" fmla="*/ 624 h 2011"/>
                  <a:gd name="T18" fmla="*/ 2646 w 2647"/>
                  <a:gd name="T19" fmla="*/ 586 h 2011"/>
                  <a:gd name="T20" fmla="*/ 2630 w 2647"/>
                  <a:gd name="T21" fmla="*/ 548 h 2011"/>
                  <a:gd name="T22" fmla="*/ 2090 w 2647"/>
                  <a:gd name="T23" fmla="*/ 21 h 2011"/>
                  <a:gd name="T24" fmla="*/ 2016 w 2647"/>
                  <a:gd name="T25" fmla="*/ 22 h 2011"/>
                  <a:gd name="T26" fmla="*/ 2017 w 2647"/>
                  <a:gd name="T27" fmla="*/ 96 h 2011"/>
                  <a:gd name="T28" fmla="*/ 2518 w 2647"/>
                  <a:gd name="T29" fmla="*/ 586 h 2011"/>
                  <a:gd name="T30" fmla="*/ 1433 w 2647"/>
                  <a:gd name="T31" fmla="*/ 1639 h 2011"/>
                  <a:gd name="T32" fmla="*/ 1433 w 2647"/>
                  <a:gd name="T33" fmla="*/ 1639 h 2011"/>
                  <a:gd name="T34" fmla="*/ 1167 w 2647"/>
                  <a:gd name="T35" fmla="*/ 1843 h 2011"/>
                  <a:gd name="T36" fmla="*/ 1051 w 2647"/>
                  <a:gd name="T37" fmla="*/ 1889 h 2011"/>
                  <a:gd name="T38" fmla="*/ 940 w 2647"/>
                  <a:gd name="T39" fmla="*/ 1904 h 2011"/>
                  <a:gd name="T40" fmla="*/ 772 w 2647"/>
                  <a:gd name="T41" fmla="*/ 1872 h 2011"/>
                  <a:gd name="T42" fmla="*/ 474 w 2647"/>
                  <a:gd name="T43" fmla="*/ 1704 h 2011"/>
                  <a:gd name="T44" fmla="*/ 93 w 2647"/>
                  <a:gd name="T45" fmla="*/ 1398 h 2011"/>
                  <a:gd name="T46" fmla="*/ 19 w 2647"/>
                  <a:gd name="T47" fmla="*/ 1404 h 2011"/>
                  <a:gd name="T48" fmla="*/ 25 w 2647"/>
                  <a:gd name="T49" fmla="*/ 1478 h 20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47" h="2011">
                    <a:moveTo>
                      <a:pt x="25" y="1478"/>
                    </a:moveTo>
                    <a:cubicBezTo>
                      <a:pt x="219" y="1643"/>
                      <a:pt x="380" y="1773"/>
                      <a:pt x="525" y="1865"/>
                    </a:cubicBezTo>
                    <a:cubicBezTo>
                      <a:pt x="598" y="1911"/>
                      <a:pt x="668" y="1947"/>
                      <a:pt x="736" y="1972"/>
                    </a:cubicBezTo>
                    <a:cubicBezTo>
                      <a:pt x="805" y="1996"/>
                      <a:pt x="872" y="2010"/>
                      <a:pt x="940" y="2010"/>
                    </a:cubicBezTo>
                    <a:cubicBezTo>
                      <a:pt x="986" y="2010"/>
                      <a:pt x="1032" y="2004"/>
                      <a:pt x="1078" y="1991"/>
                    </a:cubicBezTo>
                    <a:cubicBezTo>
                      <a:pt x="1147" y="1973"/>
                      <a:pt x="1216" y="1940"/>
                      <a:pt x="1286" y="1894"/>
                    </a:cubicBezTo>
                    <a:cubicBezTo>
                      <a:pt x="1357" y="1848"/>
                      <a:pt x="1429" y="1789"/>
                      <a:pt x="1506" y="1715"/>
                    </a:cubicBezTo>
                    <a:lnTo>
                      <a:pt x="1506" y="1715"/>
                    </a:lnTo>
                    <a:lnTo>
                      <a:pt x="2630" y="624"/>
                    </a:lnTo>
                    <a:cubicBezTo>
                      <a:pt x="2640" y="614"/>
                      <a:pt x="2646" y="600"/>
                      <a:pt x="2646" y="586"/>
                    </a:cubicBezTo>
                    <a:cubicBezTo>
                      <a:pt x="2646" y="572"/>
                      <a:pt x="2641" y="558"/>
                      <a:pt x="2630" y="548"/>
                    </a:cubicBezTo>
                    <a:lnTo>
                      <a:pt x="2090" y="21"/>
                    </a:lnTo>
                    <a:cubicBezTo>
                      <a:pt x="2069" y="0"/>
                      <a:pt x="2036" y="1"/>
                      <a:pt x="2016" y="22"/>
                    </a:cubicBezTo>
                    <a:cubicBezTo>
                      <a:pt x="1995" y="42"/>
                      <a:pt x="1996" y="76"/>
                      <a:pt x="2017" y="96"/>
                    </a:cubicBezTo>
                    <a:lnTo>
                      <a:pt x="2518" y="586"/>
                    </a:lnTo>
                    <a:lnTo>
                      <a:pt x="1433" y="1639"/>
                    </a:lnTo>
                    <a:lnTo>
                      <a:pt x="1433" y="1639"/>
                    </a:lnTo>
                    <a:cubicBezTo>
                      <a:pt x="1335" y="1733"/>
                      <a:pt x="1247" y="1800"/>
                      <a:pt x="1167" y="1843"/>
                    </a:cubicBezTo>
                    <a:cubicBezTo>
                      <a:pt x="1127" y="1864"/>
                      <a:pt x="1088" y="1879"/>
                      <a:pt x="1051" y="1889"/>
                    </a:cubicBezTo>
                    <a:cubicBezTo>
                      <a:pt x="1013" y="1899"/>
                      <a:pt x="977" y="1904"/>
                      <a:pt x="940" y="1904"/>
                    </a:cubicBezTo>
                    <a:cubicBezTo>
                      <a:pt x="886" y="1904"/>
                      <a:pt x="831" y="1894"/>
                      <a:pt x="772" y="1872"/>
                    </a:cubicBezTo>
                    <a:cubicBezTo>
                      <a:pt x="683" y="1840"/>
                      <a:pt x="586" y="1784"/>
                      <a:pt x="474" y="1704"/>
                    </a:cubicBezTo>
                    <a:cubicBezTo>
                      <a:pt x="363" y="1624"/>
                      <a:pt x="238" y="1521"/>
                      <a:pt x="93" y="1398"/>
                    </a:cubicBezTo>
                    <a:cubicBezTo>
                      <a:pt x="71" y="1379"/>
                      <a:pt x="38" y="1382"/>
                      <a:pt x="19" y="1404"/>
                    </a:cubicBezTo>
                    <a:cubicBezTo>
                      <a:pt x="0" y="1426"/>
                      <a:pt x="3" y="1459"/>
                      <a:pt x="25" y="1478"/>
                    </a:cubicBezTo>
                  </a:path>
                </a:pathLst>
              </a:custGeom>
              <a:solidFill>
                <a:srgbClr val="D72229"/>
              </a:solid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3" name="Freeform 2"/>
              <p:cNvSpPr>
                <a:spLocks noChangeArrowheads="1"/>
              </p:cNvSpPr>
              <p:nvPr/>
            </p:nvSpPr>
            <p:spPr bwMode="auto">
              <a:xfrm>
                <a:off x="1511832" y="868769"/>
                <a:ext cx="356603" cy="190334"/>
              </a:xfrm>
              <a:custGeom>
                <a:avLst/>
                <a:gdLst>
                  <a:gd name="T0" fmla="*/ 15 w 2158"/>
                  <a:gd name="T1" fmla="*/ 713 h 1152"/>
                  <a:gd name="T2" fmla="*/ 432 w 2158"/>
                  <a:gd name="T3" fmla="*/ 1033 h 1152"/>
                  <a:gd name="T4" fmla="*/ 605 w 2158"/>
                  <a:gd name="T5" fmla="*/ 1120 h 1152"/>
                  <a:gd name="T6" fmla="*/ 771 w 2158"/>
                  <a:gd name="T7" fmla="*/ 1151 h 1152"/>
                  <a:gd name="T8" fmla="*/ 896 w 2158"/>
                  <a:gd name="T9" fmla="*/ 1132 h 1152"/>
                  <a:gd name="T10" fmla="*/ 1089 w 2158"/>
                  <a:gd name="T11" fmla="*/ 1036 h 1152"/>
                  <a:gd name="T12" fmla="*/ 1305 w 2158"/>
                  <a:gd name="T13" fmla="*/ 856 h 1152"/>
                  <a:gd name="T14" fmla="*/ 1305 w 2158"/>
                  <a:gd name="T15" fmla="*/ 856 h 1152"/>
                  <a:gd name="T16" fmla="*/ 2144 w 2158"/>
                  <a:gd name="T17" fmla="*/ 57 h 1152"/>
                  <a:gd name="T18" fmla="*/ 2145 w 2158"/>
                  <a:gd name="T19" fmla="*/ 13 h 1152"/>
                  <a:gd name="T20" fmla="*/ 2100 w 2158"/>
                  <a:gd name="T21" fmla="*/ 12 h 1152"/>
                  <a:gd name="T22" fmla="*/ 1262 w 2158"/>
                  <a:gd name="T23" fmla="*/ 811 h 1152"/>
                  <a:gd name="T24" fmla="*/ 1262 w 2158"/>
                  <a:gd name="T25" fmla="*/ 811 h 1152"/>
                  <a:gd name="T26" fmla="*/ 993 w 2158"/>
                  <a:gd name="T27" fmla="*/ 1023 h 1152"/>
                  <a:gd name="T28" fmla="*/ 878 w 2158"/>
                  <a:gd name="T29" fmla="*/ 1072 h 1152"/>
                  <a:gd name="T30" fmla="*/ 771 w 2158"/>
                  <a:gd name="T31" fmla="*/ 1088 h 1152"/>
                  <a:gd name="T32" fmla="*/ 626 w 2158"/>
                  <a:gd name="T33" fmla="*/ 1061 h 1152"/>
                  <a:gd name="T34" fmla="*/ 376 w 2158"/>
                  <a:gd name="T35" fmla="*/ 920 h 1152"/>
                  <a:gd name="T36" fmla="*/ 55 w 2158"/>
                  <a:gd name="T37" fmla="*/ 665 h 1152"/>
                  <a:gd name="T38" fmla="*/ 11 w 2158"/>
                  <a:gd name="T39" fmla="*/ 669 h 1152"/>
                  <a:gd name="T40" fmla="*/ 15 w 2158"/>
                  <a:gd name="T41" fmla="*/ 713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15" y="713"/>
                    </a:moveTo>
                    <a:cubicBezTo>
                      <a:pt x="179" y="850"/>
                      <a:pt x="312" y="958"/>
                      <a:pt x="432" y="1033"/>
                    </a:cubicBezTo>
                    <a:cubicBezTo>
                      <a:pt x="492" y="1071"/>
                      <a:pt x="549" y="1100"/>
                      <a:pt x="605" y="1120"/>
                    </a:cubicBezTo>
                    <a:cubicBezTo>
                      <a:pt x="661" y="1140"/>
                      <a:pt x="716" y="1151"/>
                      <a:pt x="771" y="1151"/>
                    </a:cubicBezTo>
                    <a:cubicBezTo>
                      <a:pt x="812" y="1151"/>
                      <a:pt x="854" y="1145"/>
                      <a:pt x="896" y="1132"/>
                    </a:cubicBezTo>
                    <a:cubicBezTo>
                      <a:pt x="959" y="1114"/>
                      <a:pt x="1022" y="1082"/>
                      <a:pt x="1089" y="1036"/>
                    </a:cubicBezTo>
                    <a:cubicBezTo>
                      <a:pt x="1156" y="990"/>
                      <a:pt x="1227" y="931"/>
                      <a:pt x="1305" y="856"/>
                    </a:cubicBezTo>
                    <a:lnTo>
                      <a:pt x="1305" y="856"/>
                    </a:lnTo>
                    <a:lnTo>
                      <a:pt x="2144" y="57"/>
                    </a:lnTo>
                    <a:cubicBezTo>
                      <a:pt x="2156" y="45"/>
                      <a:pt x="2157" y="25"/>
                      <a:pt x="2145" y="13"/>
                    </a:cubicBezTo>
                    <a:cubicBezTo>
                      <a:pt x="2133" y="0"/>
                      <a:pt x="2113" y="0"/>
                      <a:pt x="2100" y="12"/>
                    </a:cubicBezTo>
                    <a:lnTo>
                      <a:pt x="1262" y="811"/>
                    </a:lnTo>
                    <a:lnTo>
                      <a:pt x="1262" y="811"/>
                    </a:lnTo>
                    <a:cubicBezTo>
                      <a:pt x="1160" y="908"/>
                      <a:pt x="1072" y="978"/>
                      <a:pt x="993" y="1023"/>
                    </a:cubicBezTo>
                    <a:cubicBezTo>
                      <a:pt x="953" y="1045"/>
                      <a:pt x="915" y="1062"/>
                      <a:pt x="878" y="1072"/>
                    </a:cubicBezTo>
                    <a:cubicBezTo>
                      <a:pt x="842" y="1083"/>
                      <a:pt x="806" y="1088"/>
                      <a:pt x="771" y="1088"/>
                    </a:cubicBezTo>
                    <a:cubicBezTo>
                      <a:pt x="724" y="1088"/>
                      <a:pt x="677" y="1079"/>
                      <a:pt x="626" y="1061"/>
                    </a:cubicBezTo>
                    <a:cubicBezTo>
                      <a:pt x="551" y="1034"/>
                      <a:pt x="469" y="987"/>
                      <a:pt x="376" y="920"/>
                    </a:cubicBezTo>
                    <a:cubicBezTo>
                      <a:pt x="282" y="853"/>
                      <a:pt x="177" y="767"/>
                      <a:pt x="55" y="665"/>
                    </a:cubicBezTo>
                    <a:cubicBezTo>
                      <a:pt x="42" y="654"/>
                      <a:pt x="22" y="656"/>
                      <a:pt x="11" y="669"/>
                    </a:cubicBezTo>
                    <a:cubicBezTo>
                      <a:pt x="0" y="682"/>
                      <a:pt x="1" y="702"/>
                      <a:pt x="15" y="713"/>
                    </a:cubicBezTo>
                  </a:path>
                </a:pathLst>
              </a:custGeom>
              <a:solidFill>
                <a:srgbClr val="DD4A16"/>
              </a:solid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 name="Freeform 3"/>
              <p:cNvSpPr>
                <a:spLocks noChangeArrowheads="1"/>
              </p:cNvSpPr>
              <p:nvPr/>
            </p:nvSpPr>
            <p:spPr bwMode="auto">
              <a:xfrm>
                <a:off x="1540273" y="847620"/>
                <a:ext cx="304826" cy="169186"/>
              </a:xfrm>
              <a:custGeom>
                <a:avLst/>
                <a:gdLst>
                  <a:gd name="T0" fmla="*/ 12 w 1845"/>
                  <a:gd name="T1" fmla="*/ 672 h 1022"/>
                  <a:gd name="T2" fmla="*/ 350 w 1845"/>
                  <a:gd name="T3" fmla="*/ 928 h 1022"/>
                  <a:gd name="T4" fmla="*/ 488 w 1845"/>
                  <a:gd name="T5" fmla="*/ 997 h 1022"/>
                  <a:gd name="T6" fmla="*/ 620 w 1845"/>
                  <a:gd name="T7" fmla="*/ 1021 h 1022"/>
                  <a:gd name="T8" fmla="*/ 734 w 1845"/>
                  <a:gd name="T9" fmla="*/ 1003 h 1022"/>
                  <a:gd name="T10" fmla="*/ 915 w 1845"/>
                  <a:gd name="T11" fmla="*/ 905 h 1022"/>
                  <a:gd name="T12" fmla="*/ 1129 w 1845"/>
                  <a:gd name="T13" fmla="*/ 720 h 1022"/>
                  <a:gd name="T14" fmla="*/ 1129 w 1845"/>
                  <a:gd name="T15" fmla="*/ 720 h 1022"/>
                  <a:gd name="T16" fmla="*/ 1834 w 1845"/>
                  <a:gd name="T17" fmla="*/ 42 h 1022"/>
                  <a:gd name="T18" fmla="*/ 1835 w 1845"/>
                  <a:gd name="T19" fmla="*/ 10 h 1022"/>
                  <a:gd name="T20" fmla="*/ 1802 w 1845"/>
                  <a:gd name="T21" fmla="*/ 9 h 1022"/>
                  <a:gd name="T22" fmla="*/ 1097 w 1845"/>
                  <a:gd name="T23" fmla="*/ 687 h 1022"/>
                  <a:gd name="T24" fmla="*/ 1097 w 1845"/>
                  <a:gd name="T25" fmla="*/ 687 h 1022"/>
                  <a:gd name="T26" fmla="*/ 828 w 1845"/>
                  <a:gd name="T27" fmla="*/ 907 h 1022"/>
                  <a:gd name="T28" fmla="*/ 720 w 1845"/>
                  <a:gd name="T29" fmla="*/ 959 h 1022"/>
                  <a:gd name="T30" fmla="*/ 620 w 1845"/>
                  <a:gd name="T31" fmla="*/ 975 h 1022"/>
                  <a:gd name="T32" fmla="*/ 504 w 1845"/>
                  <a:gd name="T33" fmla="*/ 954 h 1022"/>
                  <a:gd name="T34" fmla="*/ 302 w 1845"/>
                  <a:gd name="T35" fmla="*/ 841 h 1022"/>
                  <a:gd name="T36" fmla="*/ 41 w 1845"/>
                  <a:gd name="T37" fmla="*/ 636 h 1022"/>
                  <a:gd name="T38" fmla="*/ 9 w 1845"/>
                  <a:gd name="T39" fmla="*/ 640 h 1022"/>
                  <a:gd name="T40" fmla="*/ 12 w 1845"/>
                  <a:gd name="T41" fmla="*/ 672 h 10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5" h="1022">
                    <a:moveTo>
                      <a:pt x="12" y="672"/>
                    </a:moveTo>
                    <a:cubicBezTo>
                      <a:pt x="146" y="782"/>
                      <a:pt x="254" y="868"/>
                      <a:pt x="350" y="928"/>
                    </a:cubicBezTo>
                    <a:cubicBezTo>
                      <a:pt x="398" y="958"/>
                      <a:pt x="444" y="981"/>
                      <a:pt x="488" y="997"/>
                    </a:cubicBezTo>
                    <a:cubicBezTo>
                      <a:pt x="533" y="1013"/>
                      <a:pt x="576" y="1021"/>
                      <a:pt x="620" y="1021"/>
                    </a:cubicBezTo>
                    <a:cubicBezTo>
                      <a:pt x="658" y="1021"/>
                      <a:pt x="695" y="1015"/>
                      <a:pt x="734" y="1003"/>
                    </a:cubicBezTo>
                    <a:cubicBezTo>
                      <a:pt x="791" y="984"/>
                      <a:pt x="850" y="952"/>
                      <a:pt x="915" y="905"/>
                    </a:cubicBezTo>
                    <a:cubicBezTo>
                      <a:pt x="980" y="858"/>
                      <a:pt x="1050" y="797"/>
                      <a:pt x="1129" y="720"/>
                    </a:cubicBezTo>
                    <a:lnTo>
                      <a:pt x="1129" y="720"/>
                    </a:lnTo>
                    <a:lnTo>
                      <a:pt x="1834" y="42"/>
                    </a:lnTo>
                    <a:cubicBezTo>
                      <a:pt x="1843" y="34"/>
                      <a:pt x="1844" y="19"/>
                      <a:pt x="1835" y="10"/>
                    </a:cubicBezTo>
                    <a:cubicBezTo>
                      <a:pt x="1826" y="1"/>
                      <a:pt x="1811" y="0"/>
                      <a:pt x="1802" y="9"/>
                    </a:cubicBezTo>
                    <a:lnTo>
                      <a:pt x="1097" y="687"/>
                    </a:lnTo>
                    <a:lnTo>
                      <a:pt x="1097" y="687"/>
                    </a:lnTo>
                    <a:cubicBezTo>
                      <a:pt x="992" y="788"/>
                      <a:pt x="905" y="861"/>
                      <a:pt x="828" y="907"/>
                    </a:cubicBezTo>
                    <a:cubicBezTo>
                      <a:pt x="790" y="931"/>
                      <a:pt x="754" y="948"/>
                      <a:pt x="720" y="959"/>
                    </a:cubicBezTo>
                    <a:cubicBezTo>
                      <a:pt x="685" y="970"/>
                      <a:pt x="653" y="975"/>
                      <a:pt x="620" y="975"/>
                    </a:cubicBezTo>
                    <a:cubicBezTo>
                      <a:pt x="582" y="975"/>
                      <a:pt x="544" y="968"/>
                      <a:pt x="504" y="954"/>
                    </a:cubicBezTo>
                    <a:cubicBezTo>
                      <a:pt x="443" y="932"/>
                      <a:pt x="378" y="894"/>
                      <a:pt x="302" y="841"/>
                    </a:cubicBezTo>
                    <a:cubicBezTo>
                      <a:pt x="227" y="787"/>
                      <a:pt x="141" y="718"/>
                      <a:pt x="41" y="636"/>
                    </a:cubicBezTo>
                    <a:cubicBezTo>
                      <a:pt x="31" y="628"/>
                      <a:pt x="17" y="630"/>
                      <a:pt x="9" y="640"/>
                    </a:cubicBezTo>
                    <a:cubicBezTo>
                      <a:pt x="0" y="649"/>
                      <a:pt x="2" y="664"/>
                      <a:pt x="12" y="672"/>
                    </a:cubicBezTo>
                  </a:path>
                </a:pathLst>
              </a:custGeom>
              <a:solidFill>
                <a:srgbClr val="EA7410"/>
              </a:solid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5" name="Freeform 4"/>
              <p:cNvSpPr>
                <a:spLocks noChangeArrowheads="1"/>
              </p:cNvSpPr>
              <p:nvPr/>
            </p:nvSpPr>
            <p:spPr bwMode="auto">
              <a:xfrm>
                <a:off x="1568713" y="826472"/>
                <a:ext cx="253050" cy="148037"/>
              </a:xfrm>
              <a:custGeom>
                <a:avLst/>
                <a:gdLst>
                  <a:gd name="T0" fmla="*/ 8 w 1531"/>
                  <a:gd name="T1" fmla="*/ 630 h 895"/>
                  <a:gd name="T2" fmla="*/ 269 w 1531"/>
                  <a:gd name="T3" fmla="*/ 824 h 895"/>
                  <a:gd name="T4" fmla="*/ 374 w 1531"/>
                  <a:gd name="T5" fmla="*/ 876 h 895"/>
                  <a:gd name="T6" fmla="*/ 473 w 1531"/>
                  <a:gd name="T7" fmla="*/ 894 h 895"/>
                  <a:gd name="T8" fmla="*/ 573 w 1531"/>
                  <a:gd name="T9" fmla="*/ 875 h 895"/>
                  <a:gd name="T10" fmla="*/ 739 w 1531"/>
                  <a:gd name="T11" fmla="*/ 775 h 895"/>
                  <a:gd name="T12" fmla="*/ 953 w 1531"/>
                  <a:gd name="T13" fmla="*/ 584 h 895"/>
                  <a:gd name="T14" fmla="*/ 953 w 1531"/>
                  <a:gd name="T15" fmla="*/ 584 h 895"/>
                  <a:gd name="T16" fmla="*/ 1524 w 1531"/>
                  <a:gd name="T17" fmla="*/ 27 h 895"/>
                  <a:gd name="T18" fmla="*/ 1524 w 1531"/>
                  <a:gd name="T19" fmla="*/ 6 h 895"/>
                  <a:gd name="T20" fmla="*/ 1503 w 1531"/>
                  <a:gd name="T21" fmla="*/ 6 h 895"/>
                  <a:gd name="T22" fmla="*/ 932 w 1531"/>
                  <a:gd name="T23" fmla="*/ 563 h 895"/>
                  <a:gd name="T24" fmla="*/ 932 w 1531"/>
                  <a:gd name="T25" fmla="*/ 563 h 895"/>
                  <a:gd name="T26" fmla="*/ 663 w 1531"/>
                  <a:gd name="T27" fmla="*/ 793 h 895"/>
                  <a:gd name="T28" fmla="*/ 562 w 1531"/>
                  <a:gd name="T29" fmla="*/ 847 h 895"/>
                  <a:gd name="T30" fmla="*/ 473 w 1531"/>
                  <a:gd name="T31" fmla="*/ 865 h 895"/>
                  <a:gd name="T32" fmla="*/ 384 w 1531"/>
                  <a:gd name="T33" fmla="*/ 848 h 895"/>
                  <a:gd name="T34" fmla="*/ 229 w 1531"/>
                  <a:gd name="T35" fmla="*/ 762 h 895"/>
                  <a:gd name="T36" fmla="*/ 26 w 1531"/>
                  <a:gd name="T37" fmla="*/ 607 h 895"/>
                  <a:gd name="T38" fmla="*/ 5 w 1531"/>
                  <a:gd name="T39" fmla="*/ 609 h 895"/>
                  <a:gd name="T40" fmla="*/ 8 w 1531"/>
                  <a:gd name="T41" fmla="*/ 630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1" h="895">
                    <a:moveTo>
                      <a:pt x="8" y="630"/>
                    </a:moveTo>
                    <a:cubicBezTo>
                      <a:pt x="113" y="714"/>
                      <a:pt x="196" y="779"/>
                      <a:pt x="269" y="824"/>
                    </a:cubicBezTo>
                    <a:cubicBezTo>
                      <a:pt x="306" y="847"/>
                      <a:pt x="340" y="864"/>
                      <a:pt x="374" y="876"/>
                    </a:cubicBezTo>
                    <a:cubicBezTo>
                      <a:pt x="407" y="888"/>
                      <a:pt x="440" y="894"/>
                      <a:pt x="473" y="894"/>
                    </a:cubicBezTo>
                    <a:cubicBezTo>
                      <a:pt x="506" y="894"/>
                      <a:pt x="539" y="888"/>
                      <a:pt x="573" y="875"/>
                    </a:cubicBezTo>
                    <a:cubicBezTo>
                      <a:pt x="624" y="856"/>
                      <a:pt x="678" y="823"/>
                      <a:pt x="739" y="775"/>
                    </a:cubicBezTo>
                    <a:cubicBezTo>
                      <a:pt x="801" y="727"/>
                      <a:pt x="870" y="663"/>
                      <a:pt x="953" y="584"/>
                    </a:cubicBezTo>
                    <a:lnTo>
                      <a:pt x="953" y="584"/>
                    </a:lnTo>
                    <a:lnTo>
                      <a:pt x="1524" y="27"/>
                    </a:lnTo>
                    <a:cubicBezTo>
                      <a:pt x="1529" y="21"/>
                      <a:pt x="1530" y="12"/>
                      <a:pt x="1524" y="6"/>
                    </a:cubicBezTo>
                    <a:cubicBezTo>
                      <a:pt x="1518" y="0"/>
                      <a:pt x="1509" y="0"/>
                      <a:pt x="1503" y="6"/>
                    </a:cubicBezTo>
                    <a:lnTo>
                      <a:pt x="932" y="563"/>
                    </a:lnTo>
                    <a:lnTo>
                      <a:pt x="932" y="563"/>
                    </a:lnTo>
                    <a:cubicBezTo>
                      <a:pt x="823" y="668"/>
                      <a:pt x="737" y="744"/>
                      <a:pt x="663" y="793"/>
                    </a:cubicBezTo>
                    <a:cubicBezTo>
                      <a:pt x="627" y="818"/>
                      <a:pt x="594" y="836"/>
                      <a:pt x="562" y="847"/>
                    </a:cubicBezTo>
                    <a:cubicBezTo>
                      <a:pt x="531" y="859"/>
                      <a:pt x="502" y="865"/>
                      <a:pt x="473" y="865"/>
                    </a:cubicBezTo>
                    <a:cubicBezTo>
                      <a:pt x="444" y="865"/>
                      <a:pt x="415" y="859"/>
                      <a:pt x="384" y="848"/>
                    </a:cubicBezTo>
                    <a:cubicBezTo>
                      <a:pt x="338" y="832"/>
                      <a:pt x="288" y="803"/>
                      <a:pt x="229" y="762"/>
                    </a:cubicBezTo>
                    <a:cubicBezTo>
                      <a:pt x="171" y="722"/>
                      <a:pt x="105" y="669"/>
                      <a:pt x="26" y="607"/>
                    </a:cubicBezTo>
                    <a:cubicBezTo>
                      <a:pt x="20" y="602"/>
                      <a:pt x="10" y="603"/>
                      <a:pt x="5" y="609"/>
                    </a:cubicBezTo>
                    <a:cubicBezTo>
                      <a:pt x="0" y="615"/>
                      <a:pt x="1" y="625"/>
                      <a:pt x="8" y="630"/>
                    </a:cubicBezTo>
                  </a:path>
                </a:pathLst>
              </a:custGeom>
              <a:solidFill>
                <a:srgbClr val="F6C401"/>
              </a:solid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6" name="Freeform 5"/>
              <p:cNvSpPr>
                <a:spLocks noChangeArrowheads="1"/>
              </p:cNvSpPr>
              <p:nvPr/>
            </p:nvSpPr>
            <p:spPr bwMode="auto">
              <a:xfrm>
                <a:off x="1596425" y="805324"/>
                <a:ext cx="201273" cy="127619"/>
              </a:xfrm>
              <a:custGeom>
                <a:avLst/>
                <a:gdLst>
                  <a:gd name="T0" fmla="*/ 4 w 1217"/>
                  <a:gd name="T1" fmla="*/ 588 h 773"/>
                  <a:gd name="T2" fmla="*/ 193 w 1217"/>
                  <a:gd name="T3" fmla="*/ 724 h 773"/>
                  <a:gd name="T4" fmla="*/ 332 w 1217"/>
                  <a:gd name="T5" fmla="*/ 772 h 773"/>
                  <a:gd name="T6" fmla="*/ 415 w 1217"/>
                  <a:gd name="T7" fmla="*/ 752 h 773"/>
                  <a:gd name="T8" fmla="*/ 563 w 1217"/>
                  <a:gd name="T9" fmla="*/ 648 h 773"/>
                  <a:gd name="T10" fmla="*/ 776 w 1217"/>
                  <a:gd name="T11" fmla="*/ 448 h 773"/>
                  <a:gd name="T12" fmla="*/ 776 w 1217"/>
                  <a:gd name="T13" fmla="*/ 448 h 773"/>
                  <a:gd name="T14" fmla="*/ 1213 w 1217"/>
                  <a:gd name="T15" fmla="*/ 12 h 773"/>
                  <a:gd name="T16" fmla="*/ 1213 w 1217"/>
                  <a:gd name="T17" fmla="*/ 2 h 773"/>
                  <a:gd name="T18" fmla="*/ 1204 w 1217"/>
                  <a:gd name="T19" fmla="*/ 2 h 773"/>
                  <a:gd name="T20" fmla="*/ 767 w 1217"/>
                  <a:gd name="T21" fmla="*/ 439 h 773"/>
                  <a:gd name="T22" fmla="*/ 500 w 1217"/>
                  <a:gd name="T23" fmla="*/ 682 h 773"/>
                  <a:gd name="T24" fmla="*/ 410 w 1217"/>
                  <a:gd name="T25" fmla="*/ 740 h 773"/>
                  <a:gd name="T26" fmla="*/ 332 w 1217"/>
                  <a:gd name="T27" fmla="*/ 759 h 773"/>
                  <a:gd name="T28" fmla="*/ 199 w 1217"/>
                  <a:gd name="T29" fmla="*/ 712 h 773"/>
                  <a:gd name="T30" fmla="*/ 12 w 1217"/>
                  <a:gd name="T31" fmla="*/ 577 h 773"/>
                  <a:gd name="T32" fmla="*/ 2 w 1217"/>
                  <a:gd name="T33" fmla="*/ 578 h 773"/>
                  <a:gd name="T34" fmla="*/ 4 w 1217"/>
                  <a:gd name="T35" fmla="*/ 588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4" y="588"/>
                    </a:moveTo>
                    <a:cubicBezTo>
                      <a:pt x="81" y="647"/>
                      <a:pt x="141" y="692"/>
                      <a:pt x="193" y="724"/>
                    </a:cubicBezTo>
                    <a:cubicBezTo>
                      <a:pt x="244" y="755"/>
                      <a:pt x="288" y="772"/>
                      <a:pt x="332" y="772"/>
                    </a:cubicBezTo>
                    <a:cubicBezTo>
                      <a:pt x="359" y="772"/>
                      <a:pt x="386" y="765"/>
                      <a:pt x="415" y="752"/>
                    </a:cubicBezTo>
                    <a:cubicBezTo>
                      <a:pt x="458" y="733"/>
                      <a:pt x="505" y="698"/>
                      <a:pt x="563" y="648"/>
                    </a:cubicBezTo>
                    <a:cubicBezTo>
                      <a:pt x="620" y="597"/>
                      <a:pt x="689" y="531"/>
                      <a:pt x="776" y="448"/>
                    </a:cubicBezTo>
                    <a:lnTo>
                      <a:pt x="776" y="448"/>
                    </a:lnTo>
                    <a:lnTo>
                      <a:pt x="1213" y="12"/>
                    </a:lnTo>
                    <a:cubicBezTo>
                      <a:pt x="1216" y="9"/>
                      <a:pt x="1216" y="5"/>
                      <a:pt x="1213" y="2"/>
                    </a:cubicBezTo>
                    <a:cubicBezTo>
                      <a:pt x="1210" y="0"/>
                      <a:pt x="1206" y="0"/>
                      <a:pt x="1204" y="2"/>
                    </a:cubicBezTo>
                    <a:lnTo>
                      <a:pt x="767" y="439"/>
                    </a:lnTo>
                    <a:cubicBezTo>
                      <a:pt x="651" y="549"/>
                      <a:pt x="568" y="630"/>
                      <a:pt x="500" y="682"/>
                    </a:cubicBezTo>
                    <a:cubicBezTo>
                      <a:pt x="466" y="709"/>
                      <a:pt x="437" y="728"/>
                      <a:pt x="410" y="740"/>
                    </a:cubicBezTo>
                    <a:cubicBezTo>
                      <a:pt x="382" y="753"/>
                      <a:pt x="357" y="759"/>
                      <a:pt x="332" y="759"/>
                    </a:cubicBezTo>
                    <a:cubicBezTo>
                      <a:pt x="291" y="759"/>
                      <a:pt x="250" y="743"/>
                      <a:pt x="199" y="712"/>
                    </a:cubicBezTo>
                    <a:cubicBezTo>
                      <a:pt x="149" y="682"/>
                      <a:pt x="89" y="636"/>
                      <a:pt x="12" y="577"/>
                    </a:cubicBezTo>
                    <a:cubicBezTo>
                      <a:pt x="9" y="575"/>
                      <a:pt x="4" y="575"/>
                      <a:pt x="2" y="578"/>
                    </a:cubicBezTo>
                    <a:cubicBezTo>
                      <a:pt x="0" y="581"/>
                      <a:pt x="1" y="585"/>
                      <a:pt x="4" y="588"/>
                    </a:cubicBezTo>
                  </a:path>
                </a:pathLst>
              </a:custGeom>
              <a:solidFill>
                <a:srgbClr val="F1E827"/>
              </a:solid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7" name="Freeform 6"/>
              <p:cNvSpPr>
                <a:spLocks noChangeArrowheads="1"/>
              </p:cNvSpPr>
              <p:nvPr/>
            </p:nvSpPr>
            <p:spPr bwMode="auto">
              <a:xfrm>
                <a:off x="1368170" y="664579"/>
                <a:ext cx="439737" cy="330350"/>
              </a:xfrm>
              <a:custGeom>
                <a:avLst/>
                <a:gdLst>
                  <a:gd name="T0" fmla="*/ 2631 w 2657"/>
                  <a:gd name="T1" fmla="*/ 532 h 1998"/>
                  <a:gd name="T2" fmla="*/ 2130 w 2657"/>
                  <a:gd name="T3" fmla="*/ 145 h 1998"/>
                  <a:gd name="T4" fmla="*/ 1920 w 2657"/>
                  <a:gd name="T5" fmla="*/ 38 h 1998"/>
                  <a:gd name="T6" fmla="*/ 1715 w 2657"/>
                  <a:gd name="T7" fmla="*/ 0 h 1998"/>
                  <a:gd name="T8" fmla="*/ 1578 w 2657"/>
                  <a:gd name="T9" fmla="*/ 19 h 1998"/>
                  <a:gd name="T10" fmla="*/ 1370 w 2657"/>
                  <a:gd name="T11" fmla="*/ 116 h 1998"/>
                  <a:gd name="T12" fmla="*/ 1150 w 2657"/>
                  <a:gd name="T13" fmla="*/ 295 h 1998"/>
                  <a:gd name="T14" fmla="*/ 1150 w 2657"/>
                  <a:gd name="T15" fmla="*/ 295 h 1998"/>
                  <a:gd name="T16" fmla="*/ 16 w 2657"/>
                  <a:gd name="T17" fmla="*/ 1368 h 1998"/>
                  <a:gd name="T18" fmla="*/ 0 w 2657"/>
                  <a:gd name="T19" fmla="*/ 1406 h 1998"/>
                  <a:gd name="T20" fmla="*/ 16 w 2657"/>
                  <a:gd name="T21" fmla="*/ 1444 h 1998"/>
                  <a:gd name="T22" fmla="*/ 566 w 2657"/>
                  <a:gd name="T23" fmla="*/ 1977 h 1998"/>
                  <a:gd name="T24" fmla="*/ 640 w 2657"/>
                  <a:gd name="T25" fmla="*/ 1976 h 1998"/>
                  <a:gd name="T26" fmla="*/ 639 w 2657"/>
                  <a:gd name="T27" fmla="*/ 1901 h 1998"/>
                  <a:gd name="T28" fmla="*/ 129 w 2657"/>
                  <a:gd name="T29" fmla="*/ 1406 h 1998"/>
                  <a:gd name="T30" fmla="*/ 1223 w 2657"/>
                  <a:gd name="T31" fmla="*/ 371 h 1998"/>
                  <a:gd name="T32" fmla="*/ 1223 w 2657"/>
                  <a:gd name="T33" fmla="*/ 371 h 1998"/>
                  <a:gd name="T34" fmla="*/ 1489 w 2657"/>
                  <a:gd name="T35" fmla="*/ 167 h 1998"/>
                  <a:gd name="T36" fmla="*/ 1605 w 2657"/>
                  <a:gd name="T37" fmla="*/ 121 h 1998"/>
                  <a:gd name="T38" fmla="*/ 1715 w 2657"/>
                  <a:gd name="T39" fmla="*/ 106 h 1998"/>
                  <a:gd name="T40" fmla="*/ 1884 w 2657"/>
                  <a:gd name="T41" fmla="*/ 138 h 1998"/>
                  <a:gd name="T42" fmla="*/ 2181 w 2657"/>
                  <a:gd name="T43" fmla="*/ 306 h 1998"/>
                  <a:gd name="T44" fmla="*/ 2562 w 2657"/>
                  <a:gd name="T45" fmla="*/ 612 h 1998"/>
                  <a:gd name="T46" fmla="*/ 2637 w 2657"/>
                  <a:gd name="T47" fmla="*/ 606 h 1998"/>
                  <a:gd name="T48" fmla="*/ 2631 w 2657"/>
                  <a:gd name="T49" fmla="*/ 532 h 19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57" h="1998">
                    <a:moveTo>
                      <a:pt x="2631" y="532"/>
                    </a:moveTo>
                    <a:cubicBezTo>
                      <a:pt x="2437" y="367"/>
                      <a:pt x="2276" y="237"/>
                      <a:pt x="2130" y="145"/>
                    </a:cubicBezTo>
                    <a:cubicBezTo>
                      <a:pt x="2058" y="99"/>
                      <a:pt x="1988" y="63"/>
                      <a:pt x="1920" y="38"/>
                    </a:cubicBezTo>
                    <a:cubicBezTo>
                      <a:pt x="1851" y="14"/>
                      <a:pt x="1783" y="0"/>
                      <a:pt x="1715" y="0"/>
                    </a:cubicBezTo>
                    <a:cubicBezTo>
                      <a:pt x="1669" y="0"/>
                      <a:pt x="1623" y="6"/>
                      <a:pt x="1578" y="19"/>
                    </a:cubicBezTo>
                    <a:cubicBezTo>
                      <a:pt x="1509" y="37"/>
                      <a:pt x="1440" y="70"/>
                      <a:pt x="1370" y="116"/>
                    </a:cubicBezTo>
                    <a:cubicBezTo>
                      <a:pt x="1299" y="162"/>
                      <a:pt x="1227" y="221"/>
                      <a:pt x="1150" y="295"/>
                    </a:cubicBezTo>
                    <a:lnTo>
                      <a:pt x="1150" y="295"/>
                    </a:lnTo>
                    <a:lnTo>
                      <a:pt x="16" y="1368"/>
                    </a:lnTo>
                    <a:cubicBezTo>
                      <a:pt x="6" y="1378"/>
                      <a:pt x="0" y="1391"/>
                      <a:pt x="0" y="1406"/>
                    </a:cubicBezTo>
                    <a:cubicBezTo>
                      <a:pt x="0" y="1420"/>
                      <a:pt x="6" y="1434"/>
                      <a:pt x="16" y="1444"/>
                    </a:cubicBezTo>
                    <a:lnTo>
                      <a:pt x="566" y="1977"/>
                    </a:lnTo>
                    <a:cubicBezTo>
                      <a:pt x="587" y="1997"/>
                      <a:pt x="619" y="1997"/>
                      <a:pt x="640" y="1976"/>
                    </a:cubicBezTo>
                    <a:cubicBezTo>
                      <a:pt x="660" y="1955"/>
                      <a:pt x="660" y="1921"/>
                      <a:pt x="639" y="1901"/>
                    </a:cubicBezTo>
                    <a:lnTo>
                      <a:pt x="129" y="1406"/>
                    </a:lnTo>
                    <a:lnTo>
                      <a:pt x="1223" y="371"/>
                    </a:lnTo>
                    <a:lnTo>
                      <a:pt x="1223" y="371"/>
                    </a:lnTo>
                    <a:cubicBezTo>
                      <a:pt x="1321" y="277"/>
                      <a:pt x="1409" y="210"/>
                      <a:pt x="1489" y="167"/>
                    </a:cubicBezTo>
                    <a:cubicBezTo>
                      <a:pt x="1529" y="146"/>
                      <a:pt x="1568" y="131"/>
                      <a:pt x="1605" y="121"/>
                    </a:cubicBezTo>
                    <a:cubicBezTo>
                      <a:pt x="1642" y="111"/>
                      <a:pt x="1679" y="106"/>
                      <a:pt x="1715" y="106"/>
                    </a:cubicBezTo>
                    <a:cubicBezTo>
                      <a:pt x="1770" y="106"/>
                      <a:pt x="1825" y="116"/>
                      <a:pt x="1884" y="138"/>
                    </a:cubicBezTo>
                    <a:cubicBezTo>
                      <a:pt x="1972" y="170"/>
                      <a:pt x="2070" y="226"/>
                      <a:pt x="2181" y="306"/>
                    </a:cubicBezTo>
                    <a:cubicBezTo>
                      <a:pt x="2293" y="387"/>
                      <a:pt x="2418" y="490"/>
                      <a:pt x="2562" y="612"/>
                    </a:cubicBezTo>
                    <a:cubicBezTo>
                      <a:pt x="2585" y="631"/>
                      <a:pt x="2618" y="628"/>
                      <a:pt x="2637" y="606"/>
                    </a:cubicBezTo>
                    <a:cubicBezTo>
                      <a:pt x="2656" y="584"/>
                      <a:pt x="2653" y="551"/>
                      <a:pt x="2631" y="532"/>
                    </a:cubicBezTo>
                  </a:path>
                </a:pathLst>
              </a:custGeom>
              <a:solidFill>
                <a:srgbClr val="157C51"/>
              </a:solid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8" name="Freeform 7"/>
              <p:cNvSpPr>
                <a:spLocks noChangeArrowheads="1"/>
              </p:cNvSpPr>
              <p:nvPr/>
            </p:nvSpPr>
            <p:spPr bwMode="auto">
              <a:xfrm>
                <a:off x="1419946" y="709792"/>
                <a:ext cx="356603" cy="190334"/>
              </a:xfrm>
              <a:custGeom>
                <a:avLst/>
                <a:gdLst>
                  <a:gd name="T0" fmla="*/ 2142 w 2158"/>
                  <a:gd name="T1" fmla="*/ 438 h 1152"/>
                  <a:gd name="T2" fmla="*/ 1725 w 2158"/>
                  <a:gd name="T3" fmla="*/ 118 h 1152"/>
                  <a:gd name="T4" fmla="*/ 1552 w 2158"/>
                  <a:gd name="T5" fmla="*/ 31 h 1152"/>
                  <a:gd name="T6" fmla="*/ 1386 w 2158"/>
                  <a:gd name="T7" fmla="*/ 0 h 1152"/>
                  <a:gd name="T8" fmla="*/ 1261 w 2158"/>
                  <a:gd name="T9" fmla="*/ 19 h 1152"/>
                  <a:gd name="T10" fmla="*/ 1068 w 2158"/>
                  <a:gd name="T11" fmla="*/ 115 h 1152"/>
                  <a:gd name="T12" fmla="*/ 852 w 2158"/>
                  <a:gd name="T13" fmla="*/ 295 h 1152"/>
                  <a:gd name="T14" fmla="*/ 852 w 2158"/>
                  <a:gd name="T15" fmla="*/ 295 h 1152"/>
                  <a:gd name="T16" fmla="*/ 13 w 2158"/>
                  <a:gd name="T17" fmla="*/ 1094 h 1152"/>
                  <a:gd name="T18" fmla="*/ 12 w 2158"/>
                  <a:gd name="T19" fmla="*/ 1138 h 1152"/>
                  <a:gd name="T20" fmla="*/ 56 w 2158"/>
                  <a:gd name="T21" fmla="*/ 1139 h 1152"/>
                  <a:gd name="T22" fmla="*/ 895 w 2158"/>
                  <a:gd name="T23" fmla="*/ 340 h 1152"/>
                  <a:gd name="T24" fmla="*/ 895 w 2158"/>
                  <a:gd name="T25" fmla="*/ 340 h 1152"/>
                  <a:gd name="T26" fmla="*/ 1164 w 2158"/>
                  <a:gd name="T27" fmla="*/ 128 h 1152"/>
                  <a:gd name="T28" fmla="*/ 1279 w 2158"/>
                  <a:gd name="T29" fmla="*/ 79 h 1152"/>
                  <a:gd name="T30" fmla="*/ 1386 w 2158"/>
                  <a:gd name="T31" fmla="*/ 63 h 1152"/>
                  <a:gd name="T32" fmla="*/ 1531 w 2158"/>
                  <a:gd name="T33" fmla="*/ 90 h 1152"/>
                  <a:gd name="T34" fmla="*/ 1781 w 2158"/>
                  <a:gd name="T35" fmla="*/ 231 h 1152"/>
                  <a:gd name="T36" fmla="*/ 2102 w 2158"/>
                  <a:gd name="T37" fmla="*/ 486 h 1152"/>
                  <a:gd name="T38" fmla="*/ 2146 w 2158"/>
                  <a:gd name="T39" fmla="*/ 482 h 1152"/>
                  <a:gd name="T40" fmla="*/ 2142 w 2158"/>
                  <a:gd name="T41" fmla="*/ 438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2142" y="438"/>
                    </a:moveTo>
                    <a:cubicBezTo>
                      <a:pt x="1978" y="301"/>
                      <a:pt x="1845" y="193"/>
                      <a:pt x="1725" y="118"/>
                    </a:cubicBezTo>
                    <a:cubicBezTo>
                      <a:pt x="1664" y="80"/>
                      <a:pt x="1608" y="51"/>
                      <a:pt x="1552" y="31"/>
                    </a:cubicBezTo>
                    <a:cubicBezTo>
                      <a:pt x="1496" y="11"/>
                      <a:pt x="1441" y="0"/>
                      <a:pt x="1386" y="0"/>
                    </a:cubicBezTo>
                    <a:cubicBezTo>
                      <a:pt x="1344" y="0"/>
                      <a:pt x="1303" y="6"/>
                      <a:pt x="1261" y="19"/>
                    </a:cubicBezTo>
                    <a:cubicBezTo>
                      <a:pt x="1198" y="37"/>
                      <a:pt x="1135" y="69"/>
                      <a:pt x="1068" y="115"/>
                    </a:cubicBezTo>
                    <a:cubicBezTo>
                      <a:pt x="1000" y="161"/>
                      <a:pt x="930" y="220"/>
                      <a:pt x="852" y="295"/>
                    </a:cubicBezTo>
                    <a:lnTo>
                      <a:pt x="852" y="295"/>
                    </a:lnTo>
                    <a:lnTo>
                      <a:pt x="13" y="1094"/>
                    </a:lnTo>
                    <a:cubicBezTo>
                      <a:pt x="1" y="1106"/>
                      <a:pt x="0" y="1126"/>
                      <a:pt x="12" y="1138"/>
                    </a:cubicBezTo>
                    <a:cubicBezTo>
                      <a:pt x="24" y="1151"/>
                      <a:pt x="44" y="1151"/>
                      <a:pt x="56" y="1139"/>
                    </a:cubicBezTo>
                    <a:lnTo>
                      <a:pt x="895" y="340"/>
                    </a:lnTo>
                    <a:lnTo>
                      <a:pt x="895" y="340"/>
                    </a:lnTo>
                    <a:cubicBezTo>
                      <a:pt x="997" y="243"/>
                      <a:pt x="1085" y="173"/>
                      <a:pt x="1164" y="128"/>
                    </a:cubicBezTo>
                    <a:cubicBezTo>
                      <a:pt x="1204" y="106"/>
                      <a:pt x="1242" y="89"/>
                      <a:pt x="1279" y="79"/>
                    </a:cubicBezTo>
                    <a:cubicBezTo>
                      <a:pt x="1315" y="68"/>
                      <a:pt x="1351" y="63"/>
                      <a:pt x="1386" y="63"/>
                    </a:cubicBezTo>
                    <a:cubicBezTo>
                      <a:pt x="1433" y="63"/>
                      <a:pt x="1480" y="72"/>
                      <a:pt x="1531" y="90"/>
                    </a:cubicBezTo>
                    <a:cubicBezTo>
                      <a:pt x="1606" y="117"/>
                      <a:pt x="1688" y="164"/>
                      <a:pt x="1781" y="231"/>
                    </a:cubicBezTo>
                    <a:cubicBezTo>
                      <a:pt x="1874" y="298"/>
                      <a:pt x="1979" y="384"/>
                      <a:pt x="2102" y="486"/>
                    </a:cubicBezTo>
                    <a:cubicBezTo>
                      <a:pt x="2115" y="497"/>
                      <a:pt x="2135" y="495"/>
                      <a:pt x="2146" y="482"/>
                    </a:cubicBezTo>
                    <a:cubicBezTo>
                      <a:pt x="2157" y="469"/>
                      <a:pt x="2155" y="449"/>
                      <a:pt x="2142" y="438"/>
                    </a:cubicBezTo>
                  </a:path>
                </a:pathLst>
              </a:custGeom>
              <a:solidFill>
                <a:srgbClr val="049445"/>
              </a:solid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9" name="Freeform 8"/>
              <p:cNvSpPr>
                <a:spLocks noChangeArrowheads="1"/>
              </p:cNvSpPr>
              <p:nvPr/>
            </p:nvSpPr>
            <p:spPr bwMode="auto">
              <a:xfrm>
                <a:off x="1444012" y="752818"/>
                <a:ext cx="304826" cy="169186"/>
              </a:xfrm>
              <a:custGeom>
                <a:avLst/>
                <a:gdLst>
                  <a:gd name="T0" fmla="*/ 1832 w 1844"/>
                  <a:gd name="T1" fmla="*/ 349 h 1021"/>
                  <a:gd name="T2" fmla="*/ 1494 w 1844"/>
                  <a:gd name="T3" fmla="*/ 93 h 1021"/>
                  <a:gd name="T4" fmla="*/ 1356 w 1844"/>
                  <a:gd name="T5" fmla="*/ 24 h 1021"/>
                  <a:gd name="T6" fmla="*/ 1224 w 1844"/>
                  <a:gd name="T7" fmla="*/ 0 h 1021"/>
                  <a:gd name="T8" fmla="*/ 1110 w 1844"/>
                  <a:gd name="T9" fmla="*/ 18 h 1021"/>
                  <a:gd name="T10" fmla="*/ 929 w 1844"/>
                  <a:gd name="T11" fmla="*/ 116 h 1021"/>
                  <a:gd name="T12" fmla="*/ 715 w 1844"/>
                  <a:gd name="T13" fmla="*/ 301 h 1021"/>
                  <a:gd name="T14" fmla="*/ 714 w 1844"/>
                  <a:gd name="T15" fmla="*/ 301 h 1021"/>
                  <a:gd name="T16" fmla="*/ 10 w 1844"/>
                  <a:gd name="T17" fmla="*/ 978 h 1021"/>
                  <a:gd name="T18" fmla="*/ 9 w 1844"/>
                  <a:gd name="T19" fmla="*/ 1011 h 1021"/>
                  <a:gd name="T20" fmla="*/ 42 w 1844"/>
                  <a:gd name="T21" fmla="*/ 1012 h 1021"/>
                  <a:gd name="T22" fmla="*/ 746 w 1844"/>
                  <a:gd name="T23" fmla="*/ 334 h 1021"/>
                  <a:gd name="T24" fmla="*/ 746 w 1844"/>
                  <a:gd name="T25" fmla="*/ 334 h 1021"/>
                  <a:gd name="T26" fmla="*/ 1016 w 1844"/>
                  <a:gd name="T27" fmla="*/ 114 h 1021"/>
                  <a:gd name="T28" fmla="*/ 1124 w 1844"/>
                  <a:gd name="T29" fmla="*/ 62 h 1021"/>
                  <a:gd name="T30" fmla="*/ 1224 w 1844"/>
                  <a:gd name="T31" fmla="*/ 46 h 1021"/>
                  <a:gd name="T32" fmla="*/ 1340 w 1844"/>
                  <a:gd name="T33" fmla="*/ 67 h 1021"/>
                  <a:gd name="T34" fmla="*/ 1542 w 1844"/>
                  <a:gd name="T35" fmla="*/ 180 h 1021"/>
                  <a:gd name="T36" fmla="*/ 1803 w 1844"/>
                  <a:gd name="T37" fmla="*/ 385 h 1021"/>
                  <a:gd name="T38" fmla="*/ 1835 w 1844"/>
                  <a:gd name="T39" fmla="*/ 381 h 1021"/>
                  <a:gd name="T40" fmla="*/ 1832 w 1844"/>
                  <a:gd name="T41" fmla="*/ 349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4" h="1021">
                    <a:moveTo>
                      <a:pt x="1832" y="349"/>
                    </a:moveTo>
                    <a:cubicBezTo>
                      <a:pt x="1698" y="239"/>
                      <a:pt x="1590" y="153"/>
                      <a:pt x="1494" y="93"/>
                    </a:cubicBezTo>
                    <a:cubicBezTo>
                      <a:pt x="1446" y="63"/>
                      <a:pt x="1400" y="40"/>
                      <a:pt x="1356" y="24"/>
                    </a:cubicBezTo>
                    <a:cubicBezTo>
                      <a:pt x="1311" y="8"/>
                      <a:pt x="1268" y="0"/>
                      <a:pt x="1224" y="0"/>
                    </a:cubicBezTo>
                    <a:cubicBezTo>
                      <a:pt x="1186" y="0"/>
                      <a:pt x="1148" y="6"/>
                      <a:pt x="1110" y="18"/>
                    </a:cubicBezTo>
                    <a:cubicBezTo>
                      <a:pt x="1052" y="37"/>
                      <a:pt x="993" y="69"/>
                      <a:pt x="929" y="116"/>
                    </a:cubicBezTo>
                    <a:cubicBezTo>
                      <a:pt x="864" y="163"/>
                      <a:pt x="794" y="224"/>
                      <a:pt x="715" y="301"/>
                    </a:cubicBezTo>
                    <a:lnTo>
                      <a:pt x="714" y="301"/>
                    </a:lnTo>
                    <a:lnTo>
                      <a:pt x="10" y="978"/>
                    </a:lnTo>
                    <a:cubicBezTo>
                      <a:pt x="1" y="987"/>
                      <a:pt x="0" y="1002"/>
                      <a:pt x="9" y="1011"/>
                    </a:cubicBezTo>
                    <a:cubicBezTo>
                      <a:pt x="18" y="1020"/>
                      <a:pt x="33" y="1020"/>
                      <a:pt x="42" y="1012"/>
                    </a:cubicBezTo>
                    <a:lnTo>
                      <a:pt x="746" y="334"/>
                    </a:lnTo>
                    <a:lnTo>
                      <a:pt x="746" y="334"/>
                    </a:lnTo>
                    <a:cubicBezTo>
                      <a:pt x="851" y="233"/>
                      <a:pt x="939" y="160"/>
                      <a:pt x="1016" y="114"/>
                    </a:cubicBezTo>
                    <a:cubicBezTo>
                      <a:pt x="1054" y="90"/>
                      <a:pt x="1090" y="73"/>
                      <a:pt x="1124" y="62"/>
                    </a:cubicBezTo>
                    <a:cubicBezTo>
                      <a:pt x="1159" y="51"/>
                      <a:pt x="1191" y="46"/>
                      <a:pt x="1224" y="46"/>
                    </a:cubicBezTo>
                    <a:cubicBezTo>
                      <a:pt x="1262" y="46"/>
                      <a:pt x="1300" y="53"/>
                      <a:pt x="1340" y="67"/>
                    </a:cubicBezTo>
                    <a:cubicBezTo>
                      <a:pt x="1401" y="89"/>
                      <a:pt x="1466" y="127"/>
                      <a:pt x="1542" y="180"/>
                    </a:cubicBezTo>
                    <a:cubicBezTo>
                      <a:pt x="1617" y="234"/>
                      <a:pt x="1702" y="303"/>
                      <a:pt x="1803" y="385"/>
                    </a:cubicBezTo>
                    <a:cubicBezTo>
                      <a:pt x="1813" y="393"/>
                      <a:pt x="1827" y="391"/>
                      <a:pt x="1835" y="381"/>
                    </a:cubicBezTo>
                    <a:cubicBezTo>
                      <a:pt x="1843" y="372"/>
                      <a:pt x="1842" y="357"/>
                      <a:pt x="1832" y="349"/>
                    </a:cubicBezTo>
                  </a:path>
                </a:pathLst>
              </a:custGeom>
              <a:solidFill>
                <a:srgbClr val="48A838"/>
              </a:solid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0" name="Freeform 9"/>
              <p:cNvSpPr>
                <a:spLocks noChangeArrowheads="1"/>
              </p:cNvSpPr>
              <p:nvPr/>
            </p:nvSpPr>
            <p:spPr bwMode="auto">
              <a:xfrm>
                <a:off x="1467348" y="795114"/>
                <a:ext cx="253049" cy="148038"/>
              </a:xfrm>
              <a:custGeom>
                <a:avLst/>
                <a:gdLst>
                  <a:gd name="T0" fmla="*/ 1522 w 1530"/>
                  <a:gd name="T1" fmla="*/ 264 h 895"/>
                  <a:gd name="T2" fmla="*/ 1260 w 1530"/>
                  <a:gd name="T3" fmla="*/ 70 h 895"/>
                  <a:gd name="T4" fmla="*/ 1156 w 1530"/>
                  <a:gd name="T5" fmla="*/ 18 h 895"/>
                  <a:gd name="T6" fmla="*/ 1057 w 1530"/>
                  <a:gd name="T7" fmla="*/ 0 h 895"/>
                  <a:gd name="T8" fmla="*/ 957 w 1530"/>
                  <a:gd name="T9" fmla="*/ 19 h 895"/>
                  <a:gd name="T10" fmla="*/ 791 w 1530"/>
                  <a:gd name="T11" fmla="*/ 119 h 895"/>
                  <a:gd name="T12" fmla="*/ 577 w 1530"/>
                  <a:gd name="T13" fmla="*/ 310 h 895"/>
                  <a:gd name="T14" fmla="*/ 577 w 1530"/>
                  <a:gd name="T15" fmla="*/ 310 h 895"/>
                  <a:gd name="T16" fmla="*/ 6 w 1530"/>
                  <a:gd name="T17" fmla="*/ 867 h 895"/>
                  <a:gd name="T18" fmla="*/ 6 w 1530"/>
                  <a:gd name="T19" fmla="*/ 888 h 895"/>
                  <a:gd name="T20" fmla="*/ 27 w 1530"/>
                  <a:gd name="T21" fmla="*/ 888 h 895"/>
                  <a:gd name="T22" fmla="*/ 598 w 1530"/>
                  <a:gd name="T23" fmla="*/ 331 h 895"/>
                  <a:gd name="T24" fmla="*/ 598 w 1530"/>
                  <a:gd name="T25" fmla="*/ 331 h 895"/>
                  <a:gd name="T26" fmla="*/ 866 w 1530"/>
                  <a:gd name="T27" fmla="*/ 101 h 895"/>
                  <a:gd name="T28" fmla="*/ 968 w 1530"/>
                  <a:gd name="T29" fmla="*/ 47 h 895"/>
                  <a:gd name="T30" fmla="*/ 1057 w 1530"/>
                  <a:gd name="T31" fmla="*/ 29 h 895"/>
                  <a:gd name="T32" fmla="*/ 1146 w 1530"/>
                  <a:gd name="T33" fmla="*/ 46 h 895"/>
                  <a:gd name="T34" fmla="*/ 1300 w 1530"/>
                  <a:gd name="T35" fmla="*/ 132 h 895"/>
                  <a:gd name="T36" fmla="*/ 1504 w 1530"/>
                  <a:gd name="T37" fmla="*/ 287 h 895"/>
                  <a:gd name="T38" fmla="*/ 1524 w 1530"/>
                  <a:gd name="T39" fmla="*/ 285 h 895"/>
                  <a:gd name="T40" fmla="*/ 1522 w 1530"/>
                  <a:gd name="T41" fmla="*/ 264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0" h="895">
                    <a:moveTo>
                      <a:pt x="1522" y="264"/>
                    </a:moveTo>
                    <a:cubicBezTo>
                      <a:pt x="1417" y="180"/>
                      <a:pt x="1334" y="115"/>
                      <a:pt x="1260" y="70"/>
                    </a:cubicBezTo>
                    <a:cubicBezTo>
                      <a:pt x="1224" y="47"/>
                      <a:pt x="1189" y="30"/>
                      <a:pt x="1156" y="18"/>
                    </a:cubicBezTo>
                    <a:cubicBezTo>
                      <a:pt x="1123" y="6"/>
                      <a:pt x="1090" y="0"/>
                      <a:pt x="1057" y="0"/>
                    </a:cubicBezTo>
                    <a:cubicBezTo>
                      <a:pt x="1024" y="0"/>
                      <a:pt x="991" y="6"/>
                      <a:pt x="957" y="19"/>
                    </a:cubicBezTo>
                    <a:cubicBezTo>
                      <a:pt x="906" y="38"/>
                      <a:pt x="852" y="71"/>
                      <a:pt x="791" y="119"/>
                    </a:cubicBezTo>
                    <a:cubicBezTo>
                      <a:pt x="729" y="167"/>
                      <a:pt x="660" y="231"/>
                      <a:pt x="577" y="310"/>
                    </a:cubicBezTo>
                    <a:lnTo>
                      <a:pt x="577" y="310"/>
                    </a:lnTo>
                    <a:lnTo>
                      <a:pt x="6" y="867"/>
                    </a:lnTo>
                    <a:cubicBezTo>
                      <a:pt x="0" y="873"/>
                      <a:pt x="0" y="882"/>
                      <a:pt x="6" y="888"/>
                    </a:cubicBezTo>
                    <a:cubicBezTo>
                      <a:pt x="12" y="894"/>
                      <a:pt x="21" y="894"/>
                      <a:pt x="27" y="888"/>
                    </a:cubicBezTo>
                    <a:lnTo>
                      <a:pt x="598" y="331"/>
                    </a:lnTo>
                    <a:lnTo>
                      <a:pt x="598" y="331"/>
                    </a:lnTo>
                    <a:cubicBezTo>
                      <a:pt x="707" y="226"/>
                      <a:pt x="793" y="150"/>
                      <a:pt x="866" y="101"/>
                    </a:cubicBezTo>
                    <a:cubicBezTo>
                      <a:pt x="903" y="76"/>
                      <a:pt x="936" y="58"/>
                      <a:pt x="968" y="47"/>
                    </a:cubicBezTo>
                    <a:cubicBezTo>
                      <a:pt x="999" y="35"/>
                      <a:pt x="1028" y="29"/>
                      <a:pt x="1057" y="29"/>
                    </a:cubicBezTo>
                    <a:cubicBezTo>
                      <a:pt x="1086" y="29"/>
                      <a:pt x="1115" y="35"/>
                      <a:pt x="1146" y="46"/>
                    </a:cubicBezTo>
                    <a:cubicBezTo>
                      <a:pt x="1192" y="62"/>
                      <a:pt x="1242" y="91"/>
                      <a:pt x="1300" y="132"/>
                    </a:cubicBezTo>
                    <a:cubicBezTo>
                      <a:pt x="1359" y="172"/>
                      <a:pt x="1425" y="225"/>
                      <a:pt x="1504" y="287"/>
                    </a:cubicBezTo>
                    <a:cubicBezTo>
                      <a:pt x="1510" y="292"/>
                      <a:pt x="1518" y="291"/>
                      <a:pt x="1524" y="285"/>
                    </a:cubicBezTo>
                    <a:cubicBezTo>
                      <a:pt x="1529" y="279"/>
                      <a:pt x="1528" y="269"/>
                      <a:pt x="1522" y="264"/>
                    </a:cubicBezTo>
                  </a:path>
                </a:pathLst>
              </a:custGeom>
              <a:solidFill>
                <a:srgbClr val="B2CE24"/>
              </a:solid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1" name="Freeform 10"/>
              <p:cNvSpPr>
                <a:spLocks noChangeArrowheads="1"/>
              </p:cNvSpPr>
              <p:nvPr/>
            </p:nvSpPr>
            <p:spPr bwMode="auto">
              <a:xfrm>
                <a:off x="1491413" y="835952"/>
                <a:ext cx="201273" cy="127619"/>
              </a:xfrm>
              <a:custGeom>
                <a:avLst/>
                <a:gdLst>
                  <a:gd name="T0" fmla="*/ 1212 w 1217"/>
                  <a:gd name="T1" fmla="*/ 184 h 773"/>
                  <a:gd name="T2" fmla="*/ 1023 w 1217"/>
                  <a:gd name="T3" fmla="*/ 48 h 773"/>
                  <a:gd name="T4" fmla="*/ 884 w 1217"/>
                  <a:gd name="T5" fmla="*/ 0 h 773"/>
                  <a:gd name="T6" fmla="*/ 801 w 1217"/>
                  <a:gd name="T7" fmla="*/ 20 h 773"/>
                  <a:gd name="T8" fmla="*/ 653 w 1217"/>
                  <a:gd name="T9" fmla="*/ 124 h 773"/>
                  <a:gd name="T10" fmla="*/ 440 w 1217"/>
                  <a:gd name="T11" fmla="*/ 324 h 773"/>
                  <a:gd name="T12" fmla="*/ 440 w 1217"/>
                  <a:gd name="T13" fmla="*/ 324 h 773"/>
                  <a:gd name="T14" fmla="*/ 3 w 1217"/>
                  <a:gd name="T15" fmla="*/ 760 h 773"/>
                  <a:gd name="T16" fmla="*/ 3 w 1217"/>
                  <a:gd name="T17" fmla="*/ 770 h 773"/>
                  <a:gd name="T18" fmla="*/ 12 w 1217"/>
                  <a:gd name="T19" fmla="*/ 770 h 773"/>
                  <a:gd name="T20" fmla="*/ 449 w 1217"/>
                  <a:gd name="T21" fmla="*/ 333 h 773"/>
                  <a:gd name="T22" fmla="*/ 716 w 1217"/>
                  <a:gd name="T23" fmla="*/ 90 h 773"/>
                  <a:gd name="T24" fmla="*/ 806 w 1217"/>
                  <a:gd name="T25" fmla="*/ 32 h 773"/>
                  <a:gd name="T26" fmla="*/ 884 w 1217"/>
                  <a:gd name="T27" fmla="*/ 13 h 773"/>
                  <a:gd name="T28" fmla="*/ 1016 w 1217"/>
                  <a:gd name="T29" fmla="*/ 60 h 773"/>
                  <a:gd name="T30" fmla="*/ 1204 w 1217"/>
                  <a:gd name="T31" fmla="*/ 195 h 773"/>
                  <a:gd name="T32" fmla="*/ 1214 w 1217"/>
                  <a:gd name="T33" fmla="*/ 194 h 773"/>
                  <a:gd name="T34" fmla="*/ 1212 w 1217"/>
                  <a:gd name="T35" fmla="*/ 184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1212" y="184"/>
                    </a:moveTo>
                    <a:cubicBezTo>
                      <a:pt x="1135" y="125"/>
                      <a:pt x="1075" y="80"/>
                      <a:pt x="1023" y="48"/>
                    </a:cubicBezTo>
                    <a:cubicBezTo>
                      <a:pt x="971" y="17"/>
                      <a:pt x="928" y="0"/>
                      <a:pt x="884" y="0"/>
                    </a:cubicBezTo>
                    <a:cubicBezTo>
                      <a:pt x="856" y="0"/>
                      <a:pt x="829" y="7"/>
                      <a:pt x="801" y="20"/>
                    </a:cubicBezTo>
                    <a:cubicBezTo>
                      <a:pt x="758" y="39"/>
                      <a:pt x="711" y="74"/>
                      <a:pt x="653" y="124"/>
                    </a:cubicBezTo>
                    <a:cubicBezTo>
                      <a:pt x="595" y="175"/>
                      <a:pt x="527" y="241"/>
                      <a:pt x="440" y="324"/>
                    </a:cubicBezTo>
                    <a:lnTo>
                      <a:pt x="440" y="324"/>
                    </a:lnTo>
                    <a:lnTo>
                      <a:pt x="3" y="760"/>
                    </a:lnTo>
                    <a:cubicBezTo>
                      <a:pt x="0" y="763"/>
                      <a:pt x="0" y="767"/>
                      <a:pt x="3" y="770"/>
                    </a:cubicBezTo>
                    <a:cubicBezTo>
                      <a:pt x="5" y="772"/>
                      <a:pt x="10" y="772"/>
                      <a:pt x="12" y="770"/>
                    </a:cubicBezTo>
                    <a:lnTo>
                      <a:pt x="449" y="333"/>
                    </a:lnTo>
                    <a:cubicBezTo>
                      <a:pt x="565" y="223"/>
                      <a:pt x="648" y="142"/>
                      <a:pt x="716" y="90"/>
                    </a:cubicBezTo>
                    <a:cubicBezTo>
                      <a:pt x="749" y="63"/>
                      <a:pt x="778" y="44"/>
                      <a:pt x="806" y="32"/>
                    </a:cubicBezTo>
                    <a:cubicBezTo>
                      <a:pt x="833" y="19"/>
                      <a:pt x="859" y="13"/>
                      <a:pt x="884" y="13"/>
                    </a:cubicBezTo>
                    <a:cubicBezTo>
                      <a:pt x="924" y="13"/>
                      <a:pt x="966" y="29"/>
                      <a:pt x="1016" y="60"/>
                    </a:cubicBezTo>
                    <a:cubicBezTo>
                      <a:pt x="1067" y="90"/>
                      <a:pt x="1127" y="136"/>
                      <a:pt x="1204" y="195"/>
                    </a:cubicBezTo>
                    <a:cubicBezTo>
                      <a:pt x="1207" y="197"/>
                      <a:pt x="1211" y="197"/>
                      <a:pt x="1214" y="194"/>
                    </a:cubicBezTo>
                    <a:cubicBezTo>
                      <a:pt x="1216" y="191"/>
                      <a:pt x="1215" y="187"/>
                      <a:pt x="1212" y="184"/>
                    </a:cubicBezTo>
                  </a:path>
                </a:pathLst>
              </a:custGeom>
              <a:solidFill>
                <a:srgbClr val="F1E827"/>
              </a:solid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2" name="Freeform 11"/>
              <p:cNvSpPr>
                <a:spLocks noChangeArrowheads="1"/>
              </p:cNvSpPr>
              <p:nvPr/>
            </p:nvSpPr>
            <p:spPr bwMode="auto">
              <a:xfrm>
                <a:off x="1608093" y="858559"/>
                <a:ext cx="72925" cy="48130"/>
              </a:xfrm>
              <a:custGeom>
                <a:avLst/>
                <a:gdLst>
                  <a:gd name="T0" fmla="*/ 49 w 442"/>
                  <a:gd name="T1" fmla="*/ 200 h 293"/>
                  <a:gd name="T2" fmla="*/ 0 w 442"/>
                  <a:gd name="T3" fmla="*/ 156 h 293"/>
                  <a:gd name="T4" fmla="*/ 45 w 442"/>
                  <a:gd name="T5" fmla="*/ 107 h 293"/>
                  <a:gd name="T6" fmla="*/ 392 w 442"/>
                  <a:gd name="T7" fmla="*/ 91 h 293"/>
                  <a:gd name="T8" fmla="*/ 441 w 442"/>
                  <a:gd name="T9" fmla="*/ 137 h 293"/>
                  <a:gd name="T10" fmla="*/ 396 w 442"/>
                  <a:gd name="T11" fmla="*/ 185 h 293"/>
                  <a:gd name="T12" fmla="*/ 49 w 442"/>
                  <a:gd name="T13" fmla="*/ 200 h 293"/>
                </a:gdLst>
                <a:ahLst/>
                <a:cxnLst>
                  <a:cxn ang="0">
                    <a:pos x="T0" y="T1"/>
                  </a:cxn>
                  <a:cxn ang="0">
                    <a:pos x="T2" y="T3"/>
                  </a:cxn>
                  <a:cxn ang="0">
                    <a:pos x="T4" y="T5"/>
                  </a:cxn>
                  <a:cxn ang="0">
                    <a:pos x="T6" y="T7"/>
                  </a:cxn>
                  <a:cxn ang="0">
                    <a:pos x="T8" y="T9"/>
                  </a:cxn>
                  <a:cxn ang="0">
                    <a:pos x="T10" y="T11"/>
                  </a:cxn>
                  <a:cxn ang="0">
                    <a:pos x="T12" y="T13"/>
                  </a:cxn>
                </a:cxnLst>
                <a:rect l="0" t="0" r="r" b="b"/>
                <a:pathLst>
                  <a:path w="442" h="293">
                    <a:moveTo>
                      <a:pt x="49" y="200"/>
                    </a:moveTo>
                    <a:lnTo>
                      <a:pt x="0" y="156"/>
                    </a:lnTo>
                    <a:lnTo>
                      <a:pt x="45" y="107"/>
                    </a:lnTo>
                    <a:cubicBezTo>
                      <a:pt x="136" y="7"/>
                      <a:pt x="292" y="0"/>
                      <a:pt x="392" y="91"/>
                    </a:cubicBezTo>
                    <a:lnTo>
                      <a:pt x="441" y="137"/>
                    </a:lnTo>
                    <a:lnTo>
                      <a:pt x="396" y="185"/>
                    </a:lnTo>
                    <a:cubicBezTo>
                      <a:pt x="304" y="285"/>
                      <a:pt x="149" y="292"/>
                      <a:pt x="49" y="200"/>
                    </a:cubicBezTo>
                  </a:path>
                </a:pathLst>
              </a:custGeom>
              <a:solidFill>
                <a:srgbClr val="F1E827"/>
              </a:solid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grpSp>
          <p:nvGrpSpPr>
            <p:cNvPr id="12" name="组合 11"/>
            <p:cNvGrpSpPr/>
            <p:nvPr/>
          </p:nvGrpSpPr>
          <p:grpSpPr>
            <a:xfrm>
              <a:off x="2028870" y="1197389"/>
              <a:ext cx="3479247" cy="365353"/>
              <a:chOff x="2028870" y="696666"/>
              <a:chExt cx="3479247" cy="365353"/>
            </a:xfrm>
            <a:solidFill>
              <a:schemeClr val="bg1">
                <a:lumMod val="50000"/>
              </a:schemeClr>
            </a:solidFill>
          </p:grpSpPr>
          <p:sp>
            <p:nvSpPr>
              <p:cNvPr id="13" name="Freeform 12"/>
              <p:cNvSpPr>
                <a:spLocks noChangeArrowheads="1"/>
              </p:cNvSpPr>
              <p:nvPr/>
            </p:nvSpPr>
            <p:spPr bwMode="auto">
              <a:xfrm>
                <a:off x="2028870" y="697395"/>
                <a:ext cx="358061" cy="363166"/>
              </a:xfrm>
              <a:custGeom>
                <a:avLst/>
                <a:gdLst>
                  <a:gd name="T0" fmla="*/ 121 w 2165"/>
                  <a:gd name="T1" fmla="*/ 758 h 2195"/>
                  <a:gd name="T2" fmla="*/ 0 w 2165"/>
                  <a:gd name="T3" fmla="*/ 758 h 2195"/>
                  <a:gd name="T4" fmla="*/ 0 w 2165"/>
                  <a:gd name="T5" fmla="*/ 582 h 2195"/>
                  <a:gd name="T6" fmla="*/ 463 w 2165"/>
                  <a:gd name="T7" fmla="*/ 582 h 2195"/>
                  <a:gd name="T8" fmla="*/ 463 w 2165"/>
                  <a:gd name="T9" fmla="*/ 1982 h 2195"/>
                  <a:gd name="T10" fmla="*/ 620 w 2165"/>
                  <a:gd name="T11" fmla="*/ 1982 h 2195"/>
                  <a:gd name="T12" fmla="*/ 620 w 2165"/>
                  <a:gd name="T13" fmla="*/ 2157 h 2195"/>
                  <a:gd name="T14" fmla="*/ 121 w 2165"/>
                  <a:gd name="T15" fmla="*/ 2157 h 2195"/>
                  <a:gd name="T16" fmla="*/ 121 w 2165"/>
                  <a:gd name="T17" fmla="*/ 758 h 2195"/>
                  <a:gd name="T18" fmla="*/ 467 w 2165"/>
                  <a:gd name="T19" fmla="*/ 51 h 2195"/>
                  <a:gd name="T20" fmla="*/ 467 w 2165"/>
                  <a:gd name="T21" fmla="*/ 462 h 2195"/>
                  <a:gd name="T22" fmla="*/ 121 w 2165"/>
                  <a:gd name="T23" fmla="*/ 462 h 2195"/>
                  <a:gd name="T24" fmla="*/ 121 w 2165"/>
                  <a:gd name="T25" fmla="*/ 51 h 2195"/>
                  <a:gd name="T26" fmla="*/ 467 w 2165"/>
                  <a:gd name="T27" fmla="*/ 51 h 2195"/>
                  <a:gd name="T28" fmla="*/ 629 w 2165"/>
                  <a:gd name="T29" fmla="*/ 906 h 2195"/>
                  <a:gd name="T30" fmla="*/ 629 w 2165"/>
                  <a:gd name="T31" fmla="*/ 730 h 2195"/>
                  <a:gd name="T32" fmla="*/ 1221 w 2165"/>
                  <a:gd name="T33" fmla="*/ 730 h 2195"/>
                  <a:gd name="T34" fmla="*/ 1221 w 2165"/>
                  <a:gd name="T35" fmla="*/ 0 h 2195"/>
                  <a:gd name="T36" fmla="*/ 1563 w 2165"/>
                  <a:gd name="T37" fmla="*/ 0 h 2195"/>
                  <a:gd name="T38" fmla="*/ 1563 w 2165"/>
                  <a:gd name="T39" fmla="*/ 730 h 2195"/>
                  <a:gd name="T40" fmla="*/ 2164 w 2165"/>
                  <a:gd name="T41" fmla="*/ 730 h 2195"/>
                  <a:gd name="T42" fmla="*/ 2164 w 2165"/>
                  <a:gd name="T43" fmla="*/ 906 h 2195"/>
                  <a:gd name="T44" fmla="*/ 1563 w 2165"/>
                  <a:gd name="T45" fmla="*/ 906 h 2195"/>
                  <a:gd name="T46" fmla="*/ 1563 w 2165"/>
                  <a:gd name="T47" fmla="*/ 2194 h 2195"/>
                  <a:gd name="T48" fmla="*/ 1221 w 2165"/>
                  <a:gd name="T49" fmla="*/ 2194 h 2195"/>
                  <a:gd name="T50" fmla="*/ 1221 w 2165"/>
                  <a:gd name="T51" fmla="*/ 906 h 2195"/>
                  <a:gd name="T52" fmla="*/ 629 w 2165"/>
                  <a:gd name="T53" fmla="*/ 906 h 2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165" h="2195">
                    <a:moveTo>
                      <a:pt x="121" y="758"/>
                    </a:moveTo>
                    <a:lnTo>
                      <a:pt x="0" y="758"/>
                    </a:lnTo>
                    <a:lnTo>
                      <a:pt x="0" y="582"/>
                    </a:lnTo>
                    <a:lnTo>
                      <a:pt x="463" y="582"/>
                    </a:lnTo>
                    <a:lnTo>
                      <a:pt x="463" y="1982"/>
                    </a:lnTo>
                    <a:lnTo>
                      <a:pt x="620" y="1982"/>
                    </a:lnTo>
                    <a:lnTo>
                      <a:pt x="620" y="2157"/>
                    </a:lnTo>
                    <a:lnTo>
                      <a:pt x="121" y="2157"/>
                    </a:lnTo>
                    <a:lnTo>
                      <a:pt x="121" y="758"/>
                    </a:lnTo>
                    <a:close/>
                    <a:moveTo>
                      <a:pt x="467" y="51"/>
                    </a:moveTo>
                    <a:lnTo>
                      <a:pt x="467" y="462"/>
                    </a:lnTo>
                    <a:lnTo>
                      <a:pt x="121" y="462"/>
                    </a:lnTo>
                    <a:lnTo>
                      <a:pt x="121" y="51"/>
                    </a:lnTo>
                    <a:lnTo>
                      <a:pt x="467" y="51"/>
                    </a:lnTo>
                    <a:close/>
                    <a:moveTo>
                      <a:pt x="629" y="906"/>
                    </a:moveTo>
                    <a:lnTo>
                      <a:pt x="629" y="730"/>
                    </a:lnTo>
                    <a:lnTo>
                      <a:pt x="1221" y="730"/>
                    </a:lnTo>
                    <a:lnTo>
                      <a:pt x="1221" y="0"/>
                    </a:lnTo>
                    <a:lnTo>
                      <a:pt x="1563" y="0"/>
                    </a:lnTo>
                    <a:lnTo>
                      <a:pt x="1563" y="730"/>
                    </a:lnTo>
                    <a:lnTo>
                      <a:pt x="2164" y="730"/>
                    </a:lnTo>
                    <a:lnTo>
                      <a:pt x="2164" y="906"/>
                    </a:lnTo>
                    <a:lnTo>
                      <a:pt x="1563" y="906"/>
                    </a:lnTo>
                    <a:lnTo>
                      <a:pt x="1563" y="2194"/>
                    </a:lnTo>
                    <a:lnTo>
                      <a:pt x="1221" y="2194"/>
                    </a:lnTo>
                    <a:lnTo>
                      <a:pt x="1221" y="906"/>
                    </a:lnTo>
                    <a:lnTo>
                      <a:pt x="629" y="906"/>
                    </a:lnTo>
                    <a:close/>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4" name="Freeform 13"/>
              <p:cNvSpPr>
                <a:spLocks noChangeArrowheads="1"/>
              </p:cNvSpPr>
              <p:nvPr/>
            </p:nvSpPr>
            <p:spPr bwMode="auto">
              <a:xfrm>
                <a:off x="2417559" y="696666"/>
                <a:ext cx="357332" cy="364625"/>
              </a:xfrm>
              <a:custGeom>
                <a:avLst/>
                <a:gdLst>
                  <a:gd name="T0" fmla="*/ 583 w 2161"/>
                  <a:gd name="T1" fmla="*/ 379 h 2205"/>
                  <a:gd name="T2" fmla="*/ 458 w 2161"/>
                  <a:gd name="T3" fmla="*/ 287 h 2205"/>
                  <a:gd name="T4" fmla="*/ 0 w 2161"/>
                  <a:gd name="T5" fmla="*/ 379 h 2205"/>
                  <a:gd name="T6" fmla="*/ 662 w 2161"/>
                  <a:gd name="T7" fmla="*/ 0 h 2205"/>
                  <a:gd name="T8" fmla="*/ 1087 w 2161"/>
                  <a:gd name="T9" fmla="*/ 111 h 2205"/>
                  <a:gd name="T10" fmla="*/ 916 w 2161"/>
                  <a:gd name="T11" fmla="*/ 287 h 2205"/>
                  <a:gd name="T12" fmla="*/ 675 w 2161"/>
                  <a:gd name="T13" fmla="*/ 1691 h 2205"/>
                  <a:gd name="T14" fmla="*/ 1545 w 2161"/>
                  <a:gd name="T15" fmla="*/ 1811 h 2205"/>
                  <a:gd name="T16" fmla="*/ 1887 w 2161"/>
                  <a:gd name="T17" fmla="*/ 1691 h 2205"/>
                  <a:gd name="T18" fmla="*/ 2150 w 2161"/>
                  <a:gd name="T19" fmla="*/ 1811 h 2205"/>
                  <a:gd name="T20" fmla="*/ 1887 w 2161"/>
                  <a:gd name="T21" fmla="*/ 1987 h 2205"/>
                  <a:gd name="T22" fmla="*/ 1545 w 2161"/>
                  <a:gd name="T23" fmla="*/ 2204 h 2205"/>
                  <a:gd name="T24" fmla="*/ 652 w 2161"/>
                  <a:gd name="T25" fmla="*/ 1987 h 2205"/>
                  <a:gd name="T26" fmla="*/ 144 w 2161"/>
                  <a:gd name="T27" fmla="*/ 2204 h 2205"/>
                  <a:gd name="T28" fmla="*/ 47 w 2161"/>
                  <a:gd name="T29" fmla="*/ 1987 h 2205"/>
                  <a:gd name="T30" fmla="*/ 333 w 2161"/>
                  <a:gd name="T31" fmla="*/ 1811 h 2205"/>
                  <a:gd name="T32" fmla="*/ 675 w 2161"/>
                  <a:gd name="T33" fmla="*/ 1691 h 2205"/>
                  <a:gd name="T34" fmla="*/ 2100 w 2161"/>
                  <a:gd name="T35" fmla="*/ 448 h 2205"/>
                  <a:gd name="T36" fmla="*/ 102 w 2161"/>
                  <a:gd name="T37" fmla="*/ 1622 h 2205"/>
                  <a:gd name="T38" fmla="*/ 444 w 2161"/>
                  <a:gd name="T39" fmla="*/ 781 h 2205"/>
                  <a:gd name="T40" fmla="*/ 1757 w 2161"/>
                  <a:gd name="T41" fmla="*/ 624 h 2205"/>
                  <a:gd name="T42" fmla="*/ 444 w 2161"/>
                  <a:gd name="T43" fmla="*/ 781 h 2205"/>
                  <a:gd name="T44" fmla="*/ 1757 w 2161"/>
                  <a:gd name="T45" fmla="*/ 1114 h 2205"/>
                  <a:gd name="T46" fmla="*/ 444 w 2161"/>
                  <a:gd name="T47" fmla="*/ 957 h 2205"/>
                  <a:gd name="T48" fmla="*/ 1757 w 2161"/>
                  <a:gd name="T49" fmla="*/ 1289 h 2205"/>
                  <a:gd name="T50" fmla="*/ 444 w 2161"/>
                  <a:gd name="T51" fmla="*/ 1446 h 2205"/>
                  <a:gd name="T52" fmla="*/ 1757 w 2161"/>
                  <a:gd name="T53" fmla="*/ 1289 h 2205"/>
                  <a:gd name="T54" fmla="*/ 1041 w 2161"/>
                  <a:gd name="T55" fmla="*/ 379 h 2205"/>
                  <a:gd name="T56" fmla="*/ 1688 w 2161"/>
                  <a:gd name="T57" fmla="*/ 0 h 2205"/>
                  <a:gd name="T58" fmla="*/ 2160 w 2161"/>
                  <a:gd name="T59" fmla="*/ 111 h 2205"/>
                  <a:gd name="T60" fmla="*/ 1998 w 2161"/>
                  <a:gd name="T61" fmla="*/ 287 h 2205"/>
                  <a:gd name="T62" fmla="*/ 1646 w 2161"/>
                  <a:gd name="T63" fmla="*/ 379 h 2205"/>
                  <a:gd name="T64" fmla="*/ 1508 w 2161"/>
                  <a:gd name="T65" fmla="*/ 287 h 2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161" h="2205">
                    <a:moveTo>
                      <a:pt x="990" y="379"/>
                    </a:moveTo>
                    <a:lnTo>
                      <a:pt x="583" y="379"/>
                    </a:lnTo>
                    <a:lnTo>
                      <a:pt x="509" y="287"/>
                    </a:lnTo>
                    <a:lnTo>
                      <a:pt x="458" y="287"/>
                    </a:lnTo>
                    <a:lnTo>
                      <a:pt x="389" y="379"/>
                    </a:lnTo>
                    <a:lnTo>
                      <a:pt x="0" y="379"/>
                    </a:lnTo>
                    <a:lnTo>
                      <a:pt x="273" y="0"/>
                    </a:lnTo>
                    <a:lnTo>
                      <a:pt x="662" y="0"/>
                    </a:lnTo>
                    <a:lnTo>
                      <a:pt x="592" y="111"/>
                    </a:lnTo>
                    <a:lnTo>
                      <a:pt x="1087" y="111"/>
                    </a:lnTo>
                    <a:lnTo>
                      <a:pt x="1087" y="287"/>
                    </a:lnTo>
                    <a:lnTo>
                      <a:pt x="916" y="287"/>
                    </a:lnTo>
                    <a:lnTo>
                      <a:pt x="990" y="379"/>
                    </a:lnTo>
                    <a:close/>
                    <a:moveTo>
                      <a:pt x="675" y="1691"/>
                    </a:moveTo>
                    <a:lnTo>
                      <a:pt x="675" y="1811"/>
                    </a:lnTo>
                    <a:lnTo>
                      <a:pt x="1545" y="1811"/>
                    </a:lnTo>
                    <a:lnTo>
                      <a:pt x="1545" y="1691"/>
                    </a:lnTo>
                    <a:lnTo>
                      <a:pt x="1887" y="1691"/>
                    </a:lnTo>
                    <a:lnTo>
                      <a:pt x="1887" y="1811"/>
                    </a:lnTo>
                    <a:lnTo>
                      <a:pt x="2150" y="1811"/>
                    </a:lnTo>
                    <a:lnTo>
                      <a:pt x="2150" y="1987"/>
                    </a:lnTo>
                    <a:lnTo>
                      <a:pt x="1887" y="1987"/>
                    </a:lnTo>
                    <a:lnTo>
                      <a:pt x="1887" y="2204"/>
                    </a:lnTo>
                    <a:lnTo>
                      <a:pt x="1545" y="2204"/>
                    </a:lnTo>
                    <a:lnTo>
                      <a:pt x="1545" y="1987"/>
                    </a:lnTo>
                    <a:lnTo>
                      <a:pt x="652" y="1987"/>
                    </a:lnTo>
                    <a:lnTo>
                      <a:pt x="527" y="2204"/>
                    </a:lnTo>
                    <a:lnTo>
                      <a:pt x="144" y="2204"/>
                    </a:lnTo>
                    <a:lnTo>
                      <a:pt x="282" y="1987"/>
                    </a:lnTo>
                    <a:lnTo>
                      <a:pt x="47" y="1987"/>
                    </a:lnTo>
                    <a:lnTo>
                      <a:pt x="47" y="1811"/>
                    </a:lnTo>
                    <a:lnTo>
                      <a:pt x="333" y="1811"/>
                    </a:lnTo>
                    <a:lnTo>
                      <a:pt x="333" y="1691"/>
                    </a:lnTo>
                    <a:lnTo>
                      <a:pt x="675" y="1691"/>
                    </a:lnTo>
                    <a:close/>
                    <a:moveTo>
                      <a:pt x="102" y="448"/>
                    </a:moveTo>
                    <a:lnTo>
                      <a:pt x="2100" y="448"/>
                    </a:lnTo>
                    <a:lnTo>
                      <a:pt x="2100" y="1622"/>
                    </a:lnTo>
                    <a:lnTo>
                      <a:pt x="102" y="1622"/>
                    </a:lnTo>
                    <a:lnTo>
                      <a:pt x="102" y="448"/>
                    </a:lnTo>
                    <a:close/>
                    <a:moveTo>
                      <a:pt x="444" y="781"/>
                    </a:moveTo>
                    <a:lnTo>
                      <a:pt x="1757" y="781"/>
                    </a:lnTo>
                    <a:lnTo>
                      <a:pt x="1757" y="624"/>
                    </a:lnTo>
                    <a:lnTo>
                      <a:pt x="444" y="624"/>
                    </a:lnTo>
                    <a:lnTo>
                      <a:pt x="444" y="781"/>
                    </a:lnTo>
                    <a:close/>
                    <a:moveTo>
                      <a:pt x="444" y="1114"/>
                    </a:moveTo>
                    <a:lnTo>
                      <a:pt x="1757" y="1114"/>
                    </a:lnTo>
                    <a:lnTo>
                      <a:pt x="1757" y="957"/>
                    </a:lnTo>
                    <a:lnTo>
                      <a:pt x="444" y="957"/>
                    </a:lnTo>
                    <a:lnTo>
                      <a:pt x="444" y="1114"/>
                    </a:lnTo>
                    <a:close/>
                    <a:moveTo>
                      <a:pt x="1757" y="1289"/>
                    </a:moveTo>
                    <a:lnTo>
                      <a:pt x="444" y="1289"/>
                    </a:lnTo>
                    <a:lnTo>
                      <a:pt x="444" y="1446"/>
                    </a:lnTo>
                    <a:lnTo>
                      <a:pt x="1757" y="1446"/>
                    </a:lnTo>
                    <a:lnTo>
                      <a:pt x="1757" y="1289"/>
                    </a:lnTo>
                    <a:close/>
                    <a:moveTo>
                      <a:pt x="1434" y="379"/>
                    </a:moveTo>
                    <a:lnTo>
                      <a:pt x="1041" y="379"/>
                    </a:lnTo>
                    <a:lnTo>
                      <a:pt x="1313" y="0"/>
                    </a:lnTo>
                    <a:lnTo>
                      <a:pt x="1688" y="0"/>
                    </a:lnTo>
                    <a:lnTo>
                      <a:pt x="1609" y="111"/>
                    </a:lnTo>
                    <a:lnTo>
                      <a:pt x="2160" y="111"/>
                    </a:lnTo>
                    <a:lnTo>
                      <a:pt x="2160" y="287"/>
                    </a:lnTo>
                    <a:lnTo>
                      <a:pt x="1998" y="287"/>
                    </a:lnTo>
                    <a:lnTo>
                      <a:pt x="2072" y="379"/>
                    </a:lnTo>
                    <a:lnTo>
                      <a:pt x="1646" y="379"/>
                    </a:lnTo>
                    <a:lnTo>
                      <a:pt x="1572" y="287"/>
                    </a:lnTo>
                    <a:lnTo>
                      <a:pt x="1508" y="287"/>
                    </a:lnTo>
                    <a:lnTo>
                      <a:pt x="1434" y="379"/>
                    </a:lnTo>
                    <a:close/>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5" name="Freeform 14"/>
              <p:cNvSpPr>
                <a:spLocks noChangeArrowheads="1"/>
              </p:cNvSpPr>
              <p:nvPr/>
            </p:nvSpPr>
            <p:spPr bwMode="auto">
              <a:xfrm>
                <a:off x="2810625" y="696666"/>
                <a:ext cx="363895" cy="364625"/>
              </a:xfrm>
              <a:custGeom>
                <a:avLst/>
                <a:gdLst>
                  <a:gd name="T0" fmla="*/ 0 w 2202"/>
                  <a:gd name="T1" fmla="*/ 2019 h 2205"/>
                  <a:gd name="T2" fmla="*/ 74 w 2202"/>
                  <a:gd name="T3" fmla="*/ 661 h 2205"/>
                  <a:gd name="T4" fmla="*/ 310 w 2202"/>
                  <a:gd name="T5" fmla="*/ 661 h 2205"/>
                  <a:gd name="T6" fmla="*/ 231 w 2202"/>
                  <a:gd name="T7" fmla="*/ 2019 h 2205"/>
                  <a:gd name="T8" fmla="*/ 0 w 2202"/>
                  <a:gd name="T9" fmla="*/ 2019 h 2205"/>
                  <a:gd name="T10" fmla="*/ 939 w 2202"/>
                  <a:gd name="T11" fmla="*/ 439 h 2205"/>
                  <a:gd name="T12" fmla="*/ 684 w 2202"/>
                  <a:gd name="T13" fmla="*/ 439 h 2205"/>
                  <a:gd name="T14" fmla="*/ 684 w 2202"/>
                  <a:gd name="T15" fmla="*/ 2204 h 2205"/>
                  <a:gd name="T16" fmla="*/ 361 w 2202"/>
                  <a:gd name="T17" fmla="*/ 2204 h 2205"/>
                  <a:gd name="T18" fmla="*/ 361 w 2202"/>
                  <a:gd name="T19" fmla="*/ 439 h 2205"/>
                  <a:gd name="T20" fmla="*/ 28 w 2202"/>
                  <a:gd name="T21" fmla="*/ 439 h 2205"/>
                  <a:gd name="T22" fmla="*/ 28 w 2202"/>
                  <a:gd name="T23" fmla="*/ 264 h 2205"/>
                  <a:gd name="T24" fmla="*/ 361 w 2202"/>
                  <a:gd name="T25" fmla="*/ 264 h 2205"/>
                  <a:gd name="T26" fmla="*/ 361 w 2202"/>
                  <a:gd name="T27" fmla="*/ 0 h 2205"/>
                  <a:gd name="T28" fmla="*/ 684 w 2202"/>
                  <a:gd name="T29" fmla="*/ 0 h 2205"/>
                  <a:gd name="T30" fmla="*/ 684 w 2202"/>
                  <a:gd name="T31" fmla="*/ 264 h 2205"/>
                  <a:gd name="T32" fmla="*/ 939 w 2202"/>
                  <a:gd name="T33" fmla="*/ 264 h 2205"/>
                  <a:gd name="T34" fmla="*/ 939 w 2202"/>
                  <a:gd name="T35" fmla="*/ 439 h 2205"/>
                  <a:gd name="T36" fmla="*/ 939 w 2202"/>
                  <a:gd name="T37" fmla="*/ 661 h 2205"/>
                  <a:gd name="T38" fmla="*/ 939 w 2202"/>
                  <a:gd name="T39" fmla="*/ 1686 h 2205"/>
                  <a:gd name="T40" fmla="*/ 735 w 2202"/>
                  <a:gd name="T41" fmla="*/ 1686 h 2205"/>
                  <a:gd name="T42" fmla="*/ 735 w 2202"/>
                  <a:gd name="T43" fmla="*/ 661 h 2205"/>
                  <a:gd name="T44" fmla="*/ 939 w 2202"/>
                  <a:gd name="T45" fmla="*/ 661 h 2205"/>
                  <a:gd name="T46" fmla="*/ 1022 w 2202"/>
                  <a:gd name="T47" fmla="*/ 1594 h 2205"/>
                  <a:gd name="T48" fmla="*/ 1022 w 2202"/>
                  <a:gd name="T49" fmla="*/ 42 h 2205"/>
                  <a:gd name="T50" fmla="*/ 1988 w 2202"/>
                  <a:gd name="T51" fmla="*/ 42 h 2205"/>
                  <a:gd name="T52" fmla="*/ 1988 w 2202"/>
                  <a:gd name="T53" fmla="*/ 2033 h 2205"/>
                  <a:gd name="T54" fmla="*/ 2201 w 2202"/>
                  <a:gd name="T55" fmla="*/ 2033 h 2205"/>
                  <a:gd name="T56" fmla="*/ 2201 w 2202"/>
                  <a:gd name="T57" fmla="*/ 2204 h 2205"/>
                  <a:gd name="T58" fmla="*/ 1665 w 2202"/>
                  <a:gd name="T59" fmla="*/ 2204 h 2205"/>
                  <a:gd name="T60" fmla="*/ 1665 w 2202"/>
                  <a:gd name="T61" fmla="*/ 217 h 2205"/>
                  <a:gd name="T62" fmla="*/ 1355 w 2202"/>
                  <a:gd name="T63" fmla="*/ 217 h 2205"/>
                  <a:gd name="T64" fmla="*/ 1355 w 2202"/>
                  <a:gd name="T65" fmla="*/ 1668 h 2205"/>
                  <a:gd name="T66" fmla="*/ 1198 w 2202"/>
                  <a:gd name="T67" fmla="*/ 2204 h 2205"/>
                  <a:gd name="T68" fmla="*/ 851 w 2202"/>
                  <a:gd name="T69" fmla="*/ 2204 h 2205"/>
                  <a:gd name="T70" fmla="*/ 1022 w 2202"/>
                  <a:gd name="T71" fmla="*/ 1594 h 2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202" h="2205">
                    <a:moveTo>
                      <a:pt x="0" y="2019"/>
                    </a:moveTo>
                    <a:lnTo>
                      <a:pt x="74" y="661"/>
                    </a:lnTo>
                    <a:lnTo>
                      <a:pt x="310" y="661"/>
                    </a:lnTo>
                    <a:lnTo>
                      <a:pt x="231" y="2019"/>
                    </a:lnTo>
                    <a:lnTo>
                      <a:pt x="0" y="2019"/>
                    </a:lnTo>
                    <a:close/>
                    <a:moveTo>
                      <a:pt x="939" y="439"/>
                    </a:moveTo>
                    <a:lnTo>
                      <a:pt x="684" y="439"/>
                    </a:lnTo>
                    <a:lnTo>
                      <a:pt x="684" y="2204"/>
                    </a:lnTo>
                    <a:lnTo>
                      <a:pt x="361" y="2204"/>
                    </a:lnTo>
                    <a:lnTo>
                      <a:pt x="361" y="439"/>
                    </a:lnTo>
                    <a:lnTo>
                      <a:pt x="28" y="439"/>
                    </a:lnTo>
                    <a:lnTo>
                      <a:pt x="28" y="264"/>
                    </a:lnTo>
                    <a:lnTo>
                      <a:pt x="361" y="264"/>
                    </a:lnTo>
                    <a:lnTo>
                      <a:pt x="361" y="0"/>
                    </a:lnTo>
                    <a:lnTo>
                      <a:pt x="684" y="0"/>
                    </a:lnTo>
                    <a:lnTo>
                      <a:pt x="684" y="264"/>
                    </a:lnTo>
                    <a:lnTo>
                      <a:pt x="939" y="264"/>
                    </a:lnTo>
                    <a:lnTo>
                      <a:pt x="939" y="439"/>
                    </a:lnTo>
                    <a:close/>
                    <a:moveTo>
                      <a:pt x="939" y="661"/>
                    </a:moveTo>
                    <a:lnTo>
                      <a:pt x="939" y="1686"/>
                    </a:lnTo>
                    <a:lnTo>
                      <a:pt x="735" y="1686"/>
                    </a:lnTo>
                    <a:lnTo>
                      <a:pt x="735" y="661"/>
                    </a:lnTo>
                    <a:lnTo>
                      <a:pt x="939" y="661"/>
                    </a:lnTo>
                    <a:close/>
                    <a:moveTo>
                      <a:pt x="1022" y="1594"/>
                    </a:moveTo>
                    <a:lnTo>
                      <a:pt x="1022" y="42"/>
                    </a:lnTo>
                    <a:lnTo>
                      <a:pt x="1988" y="42"/>
                    </a:lnTo>
                    <a:lnTo>
                      <a:pt x="1988" y="2033"/>
                    </a:lnTo>
                    <a:lnTo>
                      <a:pt x="2201" y="2033"/>
                    </a:lnTo>
                    <a:lnTo>
                      <a:pt x="2201" y="2204"/>
                    </a:lnTo>
                    <a:lnTo>
                      <a:pt x="1665" y="2204"/>
                    </a:lnTo>
                    <a:lnTo>
                      <a:pt x="1665" y="217"/>
                    </a:lnTo>
                    <a:lnTo>
                      <a:pt x="1355" y="217"/>
                    </a:lnTo>
                    <a:lnTo>
                      <a:pt x="1355" y="1668"/>
                    </a:lnTo>
                    <a:lnTo>
                      <a:pt x="1198" y="2204"/>
                    </a:lnTo>
                    <a:lnTo>
                      <a:pt x="851" y="2204"/>
                    </a:lnTo>
                    <a:lnTo>
                      <a:pt x="1022" y="1594"/>
                    </a:lnTo>
                    <a:close/>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6" name="Freeform 15"/>
              <p:cNvSpPr>
                <a:spLocks noChangeArrowheads="1"/>
              </p:cNvSpPr>
              <p:nvPr/>
            </p:nvSpPr>
            <p:spPr bwMode="auto">
              <a:xfrm>
                <a:off x="3212441" y="703958"/>
                <a:ext cx="339830" cy="358061"/>
              </a:xfrm>
              <a:custGeom>
                <a:avLst/>
                <a:gdLst>
                  <a:gd name="T0" fmla="*/ 1747 w 2053"/>
                  <a:gd name="T1" fmla="*/ 1982 h 2163"/>
                  <a:gd name="T2" fmla="*/ 1747 w 2053"/>
                  <a:gd name="T3" fmla="*/ 175 h 2163"/>
                  <a:gd name="T4" fmla="*/ 305 w 2053"/>
                  <a:gd name="T5" fmla="*/ 175 h 2163"/>
                  <a:gd name="T6" fmla="*/ 305 w 2053"/>
                  <a:gd name="T7" fmla="*/ 2162 h 2163"/>
                  <a:gd name="T8" fmla="*/ 0 w 2053"/>
                  <a:gd name="T9" fmla="*/ 2162 h 2163"/>
                  <a:gd name="T10" fmla="*/ 0 w 2053"/>
                  <a:gd name="T11" fmla="*/ 0 h 2163"/>
                  <a:gd name="T12" fmla="*/ 2052 w 2053"/>
                  <a:gd name="T13" fmla="*/ 0 h 2163"/>
                  <a:gd name="T14" fmla="*/ 2052 w 2053"/>
                  <a:gd name="T15" fmla="*/ 2162 h 2163"/>
                  <a:gd name="T16" fmla="*/ 1590 w 2053"/>
                  <a:gd name="T17" fmla="*/ 2162 h 2163"/>
                  <a:gd name="T18" fmla="*/ 1590 w 2053"/>
                  <a:gd name="T19" fmla="*/ 1982 h 2163"/>
                  <a:gd name="T20" fmla="*/ 1747 w 2053"/>
                  <a:gd name="T21" fmla="*/ 1982 h 2163"/>
                  <a:gd name="T22" fmla="*/ 791 w 2053"/>
                  <a:gd name="T23" fmla="*/ 1127 h 2163"/>
                  <a:gd name="T24" fmla="*/ 1017 w 2053"/>
                  <a:gd name="T25" fmla="*/ 1843 h 2163"/>
                  <a:gd name="T26" fmla="*/ 786 w 2053"/>
                  <a:gd name="T27" fmla="*/ 1843 h 2163"/>
                  <a:gd name="T28" fmla="*/ 680 w 2053"/>
                  <a:gd name="T29" fmla="*/ 1501 h 2163"/>
                  <a:gd name="T30" fmla="*/ 573 w 2053"/>
                  <a:gd name="T31" fmla="*/ 1843 h 2163"/>
                  <a:gd name="T32" fmla="*/ 347 w 2053"/>
                  <a:gd name="T33" fmla="*/ 1843 h 2163"/>
                  <a:gd name="T34" fmla="*/ 564 w 2053"/>
                  <a:gd name="T35" fmla="*/ 1136 h 2163"/>
                  <a:gd name="T36" fmla="*/ 338 w 2053"/>
                  <a:gd name="T37" fmla="*/ 430 h 2163"/>
                  <a:gd name="T38" fmla="*/ 569 w 2053"/>
                  <a:gd name="T39" fmla="*/ 430 h 2163"/>
                  <a:gd name="T40" fmla="*/ 675 w 2053"/>
                  <a:gd name="T41" fmla="*/ 767 h 2163"/>
                  <a:gd name="T42" fmla="*/ 777 w 2053"/>
                  <a:gd name="T43" fmla="*/ 430 h 2163"/>
                  <a:gd name="T44" fmla="*/ 1003 w 2053"/>
                  <a:gd name="T45" fmla="*/ 430 h 2163"/>
                  <a:gd name="T46" fmla="*/ 791 w 2053"/>
                  <a:gd name="T47" fmla="*/ 1127 h 2163"/>
                  <a:gd name="T48" fmla="*/ 1503 w 2053"/>
                  <a:gd name="T49" fmla="*/ 1127 h 2163"/>
                  <a:gd name="T50" fmla="*/ 1728 w 2053"/>
                  <a:gd name="T51" fmla="*/ 1843 h 2163"/>
                  <a:gd name="T52" fmla="*/ 1498 w 2053"/>
                  <a:gd name="T53" fmla="*/ 1843 h 2163"/>
                  <a:gd name="T54" fmla="*/ 1392 w 2053"/>
                  <a:gd name="T55" fmla="*/ 1501 h 2163"/>
                  <a:gd name="T56" fmla="*/ 1286 w 2053"/>
                  <a:gd name="T57" fmla="*/ 1843 h 2163"/>
                  <a:gd name="T58" fmla="*/ 1059 w 2053"/>
                  <a:gd name="T59" fmla="*/ 1843 h 2163"/>
                  <a:gd name="T60" fmla="*/ 1276 w 2053"/>
                  <a:gd name="T61" fmla="*/ 1136 h 2163"/>
                  <a:gd name="T62" fmla="*/ 1050 w 2053"/>
                  <a:gd name="T63" fmla="*/ 430 h 2163"/>
                  <a:gd name="T64" fmla="*/ 1281 w 2053"/>
                  <a:gd name="T65" fmla="*/ 430 h 2163"/>
                  <a:gd name="T66" fmla="*/ 1387 w 2053"/>
                  <a:gd name="T67" fmla="*/ 767 h 2163"/>
                  <a:gd name="T68" fmla="*/ 1489 w 2053"/>
                  <a:gd name="T69" fmla="*/ 430 h 2163"/>
                  <a:gd name="T70" fmla="*/ 1715 w 2053"/>
                  <a:gd name="T71" fmla="*/ 430 h 2163"/>
                  <a:gd name="T72" fmla="*/ 1503 w 2053"/>
                  <a:gd name="T73" fmla="*/ 1127 h 2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053" h="2163">
                    <a:moveTo>
                      <a:pt x="1747" y="1982"/>
                    </a:moveTo>
                    <a:lnTo>
                      <a:pt x="1747" y="175"/>
                    </a:lnTo>
                    <a:lnTo>
                      <a:pt x="305" y="175"/>
                    </a:lnTo>
                    <a:lnTo>
                      <a:pt x="305" y="2162"/>
                    </a:lnTo>
                    <a:lnTo>
                      <a:pt x="0" y="2162"/>
                    </a:lnTo>
                    <a:lnTo>
                      <a:pt x="0" y="0"/>
                    </a:lnTo>
                    <a:lnTo>
                      <a:pt x="2052" y="0"/>
                    </a:lnTo>
                    <a:lnTo>
                      <a:pt x="2052" y="2162"/>
                    </a:lnTo>
                    <a:lnTo>
                      <a:pt x="1590" y="2162"/>
                    </a:lnTo>
                    <a:lnTo>
                      <a:pt x="1590" y="1982"/>
                    </a:lnTo>
                    <a:lnTo>
                      <a:pt x="1747" y="1982"/>
                    </a:lnTo>
                    <a:close/>
                    <a:moveTo>
                      <a:pt x="791" y="1127"/>
                    </a:moveTo>
                    <a:lnTo>
                      <a:pt x="1017" y="1843"/>
                    </a:lnTo>
                    <a:lnTo>
                      <a:pt x="786" y="1843"/>
                    </a:lnTo>
                    <a:lnTo>
                      <a:pt x="680" y="1501"/>
                    </a:lnTo>
                    <a:lnTo>
                      <a:pt x="573" y="1843"/>
                    </a:lnTo>
                    <a:lnTo>
                      <a:pt x="347" y="1843"/>
                    </a:lnTo>
                    <a:lnTo>
                      <a:pt x="564" y="1136"/>
                    </a:lnTo>
                    <a:lnTo>
                      <a:pt x="338" y="430"/>
                    </a:lnTo>
                    <a:lnTo>
                      <a:pt x="569" y="430"/>
                    </a:lnTo>
                    <a:lnTo>
                      <a:pt x="675" y="767"/>
                    </a:lnTo>
                    <a:lnTo>
                      <a:pt x="777" y="430"/>
                    </a:lnTo>
                    <a:lnTo>
                      <a:pt x="1003" y="430"/>
                    </a:lnTo>
                    <a:lnTo>
                      <a:pt x="791" y="1127"/>
                    </a:lnTo>
                    <a:close/>
                    <a:moveTo>
                      <a:pt x="1503" y="1127"/>
                    </a:moveTo>
                    <a:lnTo>
                      <a:pt x="1728" y="1843"/>
                    </a:lnTo>
                    <a:lnTo>
                      <a:pt x="1498" y="1843"/>
                    </a:lnTo>
                    <a:lnTo>
                      <a:pt x="1392" y="1501"/>
                    </a:lnTo>
                    <a:lnTo>
                      <a:pt x="1286" y="1843"/>
                    </a:lnTo>
                    <a:lnTo>
                      <a:pt x="1059" y="1843"/>
                    </a:lnTo>
                    <a:lnTo>
                      <a:pt x="1276" y="1136"/>
                    </a:lnTo>
                    <a:lnTo>
                      <a:pt x="1050" y="430"/>
                    </a:lnTo>
                    <a:lnTo>
                      <a:pt x="1281" y="430"/>
                    </a:lnTo>
                    <a:lnTo>
                      <a:pt x="1387" y="767"/>
                    </a:lnTo>
                    <a:lnTo>
                      <a:pt x="1489" y="430"/>
                    </a:lnTo>
                    <a:lnTo>
                      <a:pt x="1715" y="430"/>
                    </a:lnTo>
                    <a:lnTo>
                      <a:pt x="1503" y="1127"/>
                    </a:lnTo>
                    <a:close/>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7" name="Freeform 16"/>
              <p:cNvSpPr>
                <a:spLocks noChangeArrowheads="1"/>
              </p:cNvSpPr>
              <p:nvPr/>
            </p:nvSpPr>
            <p:spPr bwMode="auto">
              <a:xfrm>
                <a:off x="3581441" y="696666"/>
                <a:ext cx="375564" cy="362437"/>
              </a:xfrm>
              <a:custGeom>
                <a:avLst/>
                <a:gdLst>
                  <a:gd name="T0" fmla="*/ 315 w 2272"/>
                  <a:gd name="T1" fmla="*/ 957 h 2191"/>
                  <a:gd name="T2" fmla="*/ 0 w 2272"/>
                  <a:gd name="T3" fmla="*/ 957 h 2191"/>
                  <a:gd name="T4" fmla="*/ 361 w 2272"/>
                  <a:gd name="T5" fmla="*/ 5 h 2191"/>
                  <a:gd name="T6" fmla="*/ 675 w 2272"/>
                  <a:gd name="T7" fmla="*/ 5 h 2191"/>
                  <a:gd name="T8" fmla="*/ 380 w 2272"/>
                  <a:gd name="T9" fmla="*/ 767 h 2191"/>
                  <a:gd name="T10" fmla="*/ 453 w 2272"/>
                  <a:gd name="T11" fmla="*/ 767 h 2191"/>
                  <a:gd name="T12" fmla="*/ 509 w 2272"/>
                  <a:gd name="T13" fmla="*/ 647 h 2191"/>
                  <a:gd name="T14" fmla="*/ 823 w 2272"/>
                  <a:gd name="T15" fmla="*/ 647 h 2191"/>
                  <a:gd name="T16" fmla="*/ 463 w 2272"/>
                  <a:gd name="T17" fmla="*/ 1492 h 2191"/>
                  <a:gd name="T18" fmla="*/ 754 w 2272"/>
                  <a:gd name="T19" fmla="*/ 1492 h 2191"/>
                  <a:gd name="T20" fmla="*/ 754 w 2272"/>
                  <a:gd name="T21" fmla="*/ 1677 h 2191"/>
                  <a:gd name="T22" fmla="*/ 366 w 2272"/>
                  <a:gd name="T23" fmla="*/ 1677 h 2191"/>
                  <a:gd name="T24" fmla="*/ 65 w 2272"/>
                  <a:gd name="T25" fmla="*/ 1677 h 2191"/>
                  <a:gd name="T26" fmla="*/ 375 w 2272"/>
                  <a:gd name="T27" fmla="*/ 957 h 2191"/>
                  <a:gd name="T28" fmla="*/ 315 w 2272"/>
                  <a:gd name="T29" fmla="*/ 957 h 2191"/>
                  <a:gd name="T30" fmla="*/ 763 w 2272"/>
                  <a:gd name="T31" fmla="*/ 1954 h 2191"/>
                  <a:gd name="T32" fmla="*/ 763 w 2272"/>
                  <a:gd name="T33" fmla="*/ 2130 h 2191"/>
                  <a:gd name="T34" fmla="*/ 84 w 2272"/>
                  <a:gd name="T35" fmla="*/ 2130 h 2191"/>
                  <a:gd name="T36" fmla="*/ 84 w 2272"/>
                  <a:gd name="T37" fmla="*/ 1954 h 2191"/>
                  <a:gd name="T38" fmla="*/ 763 w 2272"/>
                  <a:gd name="T39" fmla="*/ 1954 h 2191"/>
                  <a:gd name="T40" fmla="*/ 1831 w 2272"/>
                  <a:gd name="T41" fmla="*/ 1205 h 2191"/>
                  <a:gd name="T42" fmla="*/ 1614 w 2272"/>
                  <a:gd name="T43" fmla="*/ 994 h 2191"/>
                  <a:gd name="T44" fmla="*/ 1355 w 2272"/>
                  <a:gd name="T45" fmla="*/ 1205 h 2191"/>
                  <a:gd name="T46" fmla="*/ 884 w 2272"/>
                  <a:gd name="T47" fmla="*/ 1205 h 2191"/>
                  <a:gd name="T48" fmla="*/ 1392 w 2272"/>
                  <a:gd name="T49" fmla="*/ 781 h 2191"/>
                  <a:gd name="T50" fmla="*/ 1212 w 2272"/>
                  <a:gd name="T51" fmla="*/ 587 h 2191"/>
                  <a:gd name="T52" fmla="*/ 1179 w 2272"/>
                  <a:gd name="T53" fmla="*/ 684 h 2191"/>
                  <a:gd name="T54" fmla="*/ 842 w 2272"/>
                  <a:gd name="T55" fmla="*/ 684 h 2191"/>
                  <a:gd name="T56" fmla="*/ 1082 w 2272"/>
                  <a:gd name="T57" fmla="*/ 0 h 2191"/>
                  <a:gd name="T58" fmla="*/ 1420 w 2272"/>
                  <a:gd name="T59" fmla="*/ 0 h 2191"/>
                  <a:gd name="T60" fmla="*/ 1397 w 2272"/>
                  <a:gd name="T61" fmla="*/ 79 h 2191"/>
                  <a:gd name="T62" fmla="*/ 2174 w 2272"/>
                  <a:gd name="T63" fmla="*/ 79 h 2191"/>
                  <a:gd name="T64" fmla="*/ 2174 w 2272"/>
                  <a:gd name="T65" fmla="*/ 527 h 2191"/>
                  <a:gd name="T66" fmla="*/ 1864 w 2272"/>
                  <a:gd name="T67" fmla="*/ 795 h 2191"/>
                  <a:gd name="T68" fmla="*/ 2271 w 2272"/>
                  <a:gd name="T69" fmla="*/ 1205 h 2191"/>
                  <a:gd name="T70" fmla="*/ 1831 w 2272"/>
                  <a:gd name="T71" fmla="*/ 1205 h 2191"/>
                  <a:gd name="T72" fmla="*/ 934 w 2272"/>
                  <a:gd name="T73" fmla="*/ 2190 h 2191"/>
                  <a:gd name="T74" fmla="*/ 934 w 2272"/>
                  <a:gd name="T75" fmla="*/ 1303 h 2191"/>
                  <a:gd name="T76" fmla="*/ 2206 w 2272"/>
                  <a:gd name="T77" fmla="*/ 1303 h 2191"/>
                  <a:gd name="T78" fmla="*/ 2206 w 2272"/>
                  <a:gd name="T79" fmla="*/ 2190 h 2191"/>
                  <a:gd name="T80" fmla="*/ 934 w 2272"/>
                  <a:gd name="T81" fmla="*/ 2190 h 2191"/>
                  <a:gd name="T82" fmla="*/ 1522 w 2272"/>
                  <a:gd name="T83" fmla="*/ 467 h 2191"/>
                  <a:gd name="T84" fmla="*/ 1646 w 2272"/>
                  <a:gd name="T85" fmla="*/ 592 h 2191"/>
                  <a:gd name="T86" fmla="*/ 1892 w 2272"/>
                  <a:gd name="T87" fmla="*/ 379 h 2191"/>
                  <a:gd name="T88" fmla="*/ 1892 w 2272"/>
                  <a:gd name="T89" fmla="*/ 254 h 2191"/>
                  <a:gd name="T90" fmla="*/ 1332 w 2272"/>
                  <a:gd name="T91" fmla="*/ 254 h 2191"/>
                  <a:gd name="T92" fmla="*/ 1253 w 2272"/>
                  <a:gd name="T93" fmla="*/ 467 h 2191"/>
                  <a:gd name="T94" fmla="*/ 1522 w 2272"/>
                  <a:gd name="T95" fmla="*/ 467 h 2191"/>
                  <a:gd name="T96" fmla="*/ 1277 w 2272"/>
                  <a:gd name="T97" fmla="*/ 1478 h 2191"/>
                  <a:gd name="T98" fmla="*/ 1277 w 2272"/>
                  <a:gd name="T99" fmla="*/ 2014 h 2191"/>
                  <a:gd name="T100" fmla="*/ 1864 w 2272"/>
                  <a:gd name="T101" fmla="*/ 2014 h 2191"/>
                  <a:gd name="T102" fmla="*/ 1864 w 2272"/>
                  <a:gd name="T103" fmla="*/ 1478 h 2191"/>
                  <a:gd name="T104" fmla="*/ 1277 w 2272"/>
                  <a:gd name="T105" fmla="*/ 1478 h 21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272" h="2191">
                    <a:moveTo>
                      <a:pt x="315" y="957"/>
                    </a:moveTo>
                    <a:lnTo>
                      <a:pt x="0" y="957"/>
                    </a:lnTo>
                    <a:lnTo>
                      <a:pt x="361" y="5"/>
                    </a:lnTo>
                    <a:lnTo>
                      <a:pt x="675" y="5"/>
                    </a:lnTo>
                    <a:lnTo>
                      <a:pt x="380" y="767"/>
                    </a:lnTo>
                    <a:lnTo>
                      <a:pt x="453" y="767"/>
                    </a:lnTo>
                    <a:lnTo>
                      <a:pt x="509" y="647"/>
                    </a:lnTo>
                    <a:lnTo>
                      <a:pt x="823" y="647"/>
                    </a:lnTo>
                    <a:lnTo>
                      <a:pt x="463" y="1492"/>
                    </a:lnTo>
                    <a:lnTo>
                      <a:pt x="754" y="1492"/>
                    </a:lnTo>
                    <a:lnTo>
                      <a:pt x="754" y="1677"/>
                    </a:lnTo>
                    <a:lnTo>
                      <a:pt x="366" y="1677"/>
                    </a:lnTo>
                    <a:lnTo>
                      <a:pt x="65" y="1677"/>
                    </a:lnTo>
                    <a:lnTo>
                      <a:pt x="375" y="957"/>
                    </a:lnTo>
                    <a:lnTo>
                      <a:pt x="315" y="957"/>
                    </a:lnTo>
                    <a:close/>
                    <a:moveTo>
                      <a:pt x="763" y="1954"/>
                    </a:moveTo>
                    <a:lnTo>
                      <a:pt x="763" y="2130"/>
                    </a:lnTo>
                    <a:lnTo>
                      <a:pt x="84" y="2130"/>
                    </a:lnTo>
                    <a:lnTo>
                      <a:pt x="84" y="1954"/>
                    </a:lnTo>
                    <a:lnTo>
                      <a:pt x="763" y="1954"/>
                    </a:lnTo>
                    <a:close/>
                    <a:moveTo>
                      <a:pt x="1831" y="1205"/>
                    </a:moveTo>
                    <a:lnTo>
                      <a:pt x="1614" y="994"/>
                    </a:lnTo>
                    <a:lnTo>
                      <a:pt x="1355" y="1205"/>
                    </a:lnTo>
                    <a:lnTo>
                      <a:pt x="884" y="1205"/>
                    </a:lnTo>
                    <a:lnTo>
                      <a:pt x="1392" y="781"/>
                    </a:lnTo>
                    <a:lnTo>
                      <a:pt x="1212" y="587"/>
                    </a:lnTo>
                    <a:lnTo>
                      <a:pt x="1179" y="684"/>
                    </a:lnTo>
                    <a:lnTo>
                      <a:pt x="842" y="684"/>
                    </a:lnTo>
                    <a:lnTo>
                      <a:pt x="1082" y="0"/>
                    </a:lnTo>
                    <a:lnTo>
                      <a:pt x="1420" y="0"/>
                    </a:lnTo>
                    <a:lnTo>
                      <a:pt x="1397" y="79"/>
                    </a:lnTo>
                    <a:lnTo>
                      <a:pt x="2174" y="79"/>
                    </a:lnTo>
                    <a:lnTo>
                      <a:pt x="2174" y="527"/>
                    </a:lnTo>
                    <a:lnTo>
                      <a:pt x="1864" y="795"/>
                    </a:lnTo>
                    <a:lnTo>
                      <a:pt x="2271" y="1205"/>
                    </a:lnTo>
                    <a:lnTo>
                      <a:pt x="1831" y="1205"/>
                    </a:lnTo>
                    <a:close/>
                    <a:moveTo>
                      <a:pt x="934" y="2190"/>
                    </a:moveTo>
                    <a:lnTo>
                      <a:pt x="934" y="1303"/>
                    </a:lnTo>
                    <a:lnTo>
                      <a:pt x="2206" y="1303"/>
                    </a:lnTo>
                    <a:lnTo>
                      <a:pt x="2206" y="2190"/>
                    </a:lnTo>
                    <a:lnTo>
                      <a:pt x="934" y="2190"/>
                    </a:lnTo>
                    <a:close/>
                    <a:moveTo>
                      <a:pt x="1522" y="467"/>
                    </a:moveTo>
                    <a:lnTo>
                      <a:pt x="1646" y="592"/>
                    </a:lnTo>
                    <a:lnTo>
                      <a:pt x="1892" y="379"/>
                    </a:lnTo>
                    <a:lnTo>
                      <a:pt x="1892" y="254"/>
                    </a:lnTo>
                    <a:lnTo>
                      <a:pt x="1332" y="254"/>
                    </a:lnTo>
                    <a:lnTo>
                      <a:pt x="1253" y="467"/>
                    </a:lnTo>
                    <a:lnTo>
                      <a:pt x="1522" y="467"/>
                    </a:lnTo>
                    <a:close/>
                    <a:moveTo>
                      <a:pt x="1277" y="1478"/>
                    </a:moveTo>
                    <a:lnTo>
                      <a:pt x="1277" y="2014"/>
                    </a:lnTo>
                    <a:lnTo>
                      <a:pt x="1864" y="2014"/>
                    </a:lnTo>
                    <a:lnTo>
                      <a:pt x="1864" y="1478"/>
                    </a:lnTo>
                    <a:lnTo>
                      <a:pt x="1277" y="1478"/>
                    </a:lnTo>
                    <a:close/>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8" name="Freeform 17"/>
              <p:cNvSpPr>
                <a:spLocks noChangeArrowheads="1"/>
              </p:cNvSpPr>
              <p:nvPr/>
            </p:nvSpPr>
            <p:spPr bwMode="auto">
              <a:xfrm>
                <a:off x="3982528" y="697395"/>
                <a:ext cx="362437" cy="363166"/>
              </a:xfrm>
              <a:custGeom>
                <a:avLst/>
                <a:gdLst>
                  <a:gd name="T0" fmla="*/ 1244 w 2193"/>
                  <a:gd name="T1" fmla="*/ 1012 h 2195"/>
                  <a:gd name="T2" fmla="*/ 934 w 2193"/>
                  <a:gd name="T3" fmla="*/ 1589 h 2195"/>
                  <a:gd name="T4" fmla="*/ 1249 w 2193"/>
                  <a:gd name="T5" fmla="*/ 1764 h 2195"/>
                  <a:gd name="T6" fmla="*/ 925 w 2193"/>
                  <a:gd name="T7" fmla="*/ 2194 h 2195"/>
                  <a:gd name="T8" fmla="*/ 439 w 2193"/>
                  <a:gd name="T9" fmla="*/ 2032 h 2195"/>
                  <a:gd name="T10" fmla="*/ 597 w 2193"/>
                  <a:gd name="T11" fmla="*/ 1764 h 2195"/>
                  <a:gd name="T12" fmla="*/ 65 w 2193"/>
                  <a:gd name="T13" fmla="*/ 1589 h 2195"/>
                  <a:gd name="T14" fmla="*/ 856 w 2193"/>
                  <a:gd name="T15" fmla="*/ 1187 h 2195"/>
                  <a:gd name="T16" fmla="*/ 292 w 2193"/>
                  <a:gd name="T17" fmla="*/ 1455 h 2195"/>
                  <a:gd name="T18" fmla="*/ 167 w 2193"/>
                  <a:gd name="T19" fmla="*/ 1187 h 2195"/>
                  <a:gd name="T20" fmla="*/ 65 w 2193"/>
                  <a:gd name="T21" fmla="*/ 1012 h 2195"/>
                  <a:gd name="T22" fmla="*/ 361 w 2193"/>
                  <a:gd name="T23" fmla="*/ 809 h 2195"/>
                  <a:gd name="T24" fmla="*/ 56 w 2193"/>
                  <a:gd name="T25" fmla="*/ 628 h 2195"/>
                  <a:gd name="T26" fmla="*/ 366 w 2193"/>
                  <a:gd name="T27" fmla="*/ 319 h 2195"/>
                  <a:gd name="T28" fmla="*/ 125 w 2193"/>
                  <a:gd name="T29" fmla="*/ 148 h 2195"/>
                  <a:gd name="T30" fmla="*/ 366 w 2193"/>
                  <a:gd name="T31" fmla="*/ 0 h 2195"/>
                  <a:gd name="T32" fmla="*/ 680 w 2193"/>
                  <a:gd name="T33" fmla="*/ 148 h 2195"/>
                  <a:gd name="T34" fmla="*/ 934 w 2193"/>
                  <a:gd name="T35" fmla="*/ 319 h 2195"/>
                  <a:gd name="T36" fmla="*/ 680 w 2193"/>
                  <a:gd name="T37" fmla="*/ 628 h 2195"/>
                  <a:gd name="T38" fmla="*/ 1022 w 2193"/>
                  <a:gd name="T39" fmla="*/ 64 h 2195"/>
                  <a:gd name="T40" fmla="*/ 1115 w 2193"/>
                  <a:gd name="T41" fmla="*/ 628 h 2195"/>
                  <a:gd name="T42" fmla="*/ 1244 w 2193"/>
                  <a:gd name="T43" fmla="*/ 809 h 2195"/>
                  <a:gd name="T44" fmla="*/ 546 w 2193"/>
                  <a:gd name="T45" fmla="*/ 1012 h 2195"/>
                  <a:gd name="T46" fmla="*/ 1683 w 2193"/>
                  <a:gd name="T47" fmla="*/ 0 h 2195"/>
                  <a:gd name="T48" fmla="*/ 2183 w 2193"/>
                  <a:gd name="T49" fmla="*/ 115 h 2195"/>
                  <a:gd name="T50" fmla="*/ 2113 w 2193"/>
                  <a:gd name="T51" fmla="*/ 291 h 2195"/>
                  <a:gd name="T52" fmla="*/ 1868 w 2193"/>
                  <a:gd name="T53" fmla="*/ 1427 h 2195"/>
                  <a:gd name="T54" fmla="*/ 1836 w 2193"/>
                  <a:gd name="T55" fmla="*/ 2194 h 2195"/>
                  <a:gd name="T56" fmla="*/ 1535 w 2193"/>
                  <a:gd name="T57" fmla="*/ 2194 h 2195"/>
                  <a:gd name="T58" fmla="*/ 1489 w 2193"/>
                  <a:gd name="T59" fmla="*/ 1445 h 2195"/>
                  <a:gd name="T60" fmla="*/ 1632 w 2193"/>
                  <a:gd name="T61" fmla="*/ 1104 h 2195"/>
                  <a:gd name="T62" fmla="*/ 1771 w 2193"/>
                  <a:gd name="T63" fmla="*/ 291 h 2195"/>
                  <a:gd name="T64" fmla="*/ 1614 w 2193"/>
                  <a:gd name="T65" fmla="*/ 975 h 2195"/>
                  <a:gd name="T66" fmla="*/ 1360 w 2193"/>
                  <a:gd name="T67" fmla="*/ 0 h 2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193" h="2195">
                    <a:moveTo>
                      <a:pt x="546" y="1012"/>
                    </a:moveTo>
                    <a:lnTo>
                      <a:pt x="1244" y="1012"/>
                    </a:lnTo>
                    <a:lnTo>
                      <a:pt x="1244" y="1187"/>
                    </a:lnTo>
                    <a:lnTo>
                      <a:pt x="934" y="1589"/>
                    </a:lnTo>
                    <a:lnTo>
                      <a:pt x="1249" y="1589"/>
                    </a:lnTo>
                    <a:lnTo>
                      <a:pt x="1249" y="1764"/>
                    </a:lnTo>
                    <a:lnTo>
                      <a:pt x="925" y="1764"/>
                    </a:lnTo>
                    <a:lnTo>
                      <a:pt x="925" y="2194"/>
                    </a:lnTo>
                    <a:lnTo>
                      <a:pt x="439" y="2194"/>
                    </a:lnTo>
                    <a:lnTo>
                      <a:pt x="439" y="2032"/>
                    </a:lnTo>
                    <a:lnTo>
                      <a:pt x="597" y="2032"/>
                    </a:lnTo>
                    <a:lnTo>
                      <a:pt x="597" y="1764"/>
                    </a:lnTo>
                    <a:lnTo>
                      <a:pt x="65" y="1764"/>
                    </a:lnTo>
                    <a:lnTo>
                      <a:pt x="65" y="1589"/>
                    </a:lnTo>
                    <a:lnTo>
                      <a:pt x="537" y="1589"/>
                    </a:lnTo>
                    <a:lnTo>
                      <a:pt x="856" y="1187"/>
                    </a:lnTo>
                    <a:lnTo>
                      <a:pt x="453" y="1187"/>
                    </a:lnTo>
                    <a:lnTo>
                      <a:pt x="292" y="1455"/>
                    </a:lnTo>
                    <a:lnTo>
                      <a:pt x="0" y="1455"/>
                    </a:lnTo>
                    <a:lnTo>
                      <a:pt x="167" y="1187"/>
                    </a:lnTo>
                    <a:lnTo>
                      <a:pt x="65" y="1187"/>
                    </a:lnTo>
                    <a:lnTo>
                      <a:pt x="65" y="1012"/>
                    </a:lnTo>
                    <a:lnTo>
                      <a:pt x="255" y="1012"/>
                    </a:lnTo>
                    <a:lnTo>
                      <a:pt x="361" y="809"/>
                    </a:lnTo>
                    <a:lnTo>
                      <a:pt x="56" y="809"/>
                    </a:lnTo>
                    <a:lnTo>
                      <a:pt x="56" y="628"/>
                    </a:lnTo>
                    <a:lnTo>
                      <a:pt x="366" y="628"/>
                    </a:lnTo>
                    <a:lnTo>
                      <a:pt x="366" y="319"/>
                    </a:lnTo>
                    <a:lnTo>
                      <a:pt x="125" y="319"/>
                    </a:lnTo>
                    <a:lnTo>
                      <a:pt x="125" y="148"/>
                    </a:lnTo>
                    <a:lnTo>
                      <a:pt x="366" y="148"/>
                    </a:lnTo>
                    <a:lnTo>
                      <a:pt x="366" y="0"/>
                    </a:lnTo>
                    <a:lnTo>
                      <a:pt x="680" y="0"/>
                    </a:lnTo>
                    <a:lnTo>
                      <a:pt x="680" y="148"/>
                    </a:lnTo>
                    <a:lnTo>
                      <a:pt x="934" y="148"/>
                    </a:lnTo>
                    <a:lnTo>
                      <a:pt x="934" y="319"/>
                    </a:lnTo>
                    <a:lnTo>
                      <a:pt x="680" y="319"/>
                    </a:lnTo>
                    <a:lnTo>
                      <a:pt x="680" y="628"/>
                    </a:lnTo>
                    <a:lnTo>
                      <a:pt x="846" y="628"/>
                    </a:lnTo>
                    <a:lnTo>
                      <a:pt x="1022" y="64"/>
                    </a:lnTo>
                    <a:lnTo>
                      <a:pt x="1272" y="64"/>
                    </a:lnTo>
                    <a:lnTo>
                      <a:pt x="1115" y="628"/>
                    </a:lnTo>
                    <a:lnTo>
                      <a:pt x="1244" y="628"/>
                    </a:lnTo>
                    <a:lnTo>
                      <a:pt x="1244" y="809"/>
                    </a:lnTo>
                    <a:lnTo>
                      <a:pt x="652" y="809"/>
                    </a:lnTo>
                    <a:lnTo>
                      <a:pt x="546" y="1012"/>
                    </a:lnTo>
                    <a:close/>
                    <a:moveTo>
                      <a:pt x="1360" y="0"/>
                    </a:moveTo>
                    <a:lnTo>
                      <a:pt x="1683" y="0"/>
                    </a:lnTo>
                    <a:lnTo>
                      <a:pt x="1679" y="115"/>
                    </a:lnTo>
                    <a:lnTo>
                      <a:pt x="2183" y="115"/>
                    </a:lnTo>
                    <a:lnTo>
                      <a:pt x="2183" y="291"/>
                    </a:lnTo>
                    <a:lnTo>
                      <a:pt x="2113" y="291"/>
                    </a:lnTo>
                    <a:lnTo>
                      <a:pt x="2113" y="739"/>
                    </a:lnTo>
                    <a:lnTo>
                      <a:pt x="1868" y="1427"/>
                    </a:lnTo>
                    <a:lnTo>
                      <a:pt x="2192" y="2194"/>
                    </a:lnTo>
                    <a:lnTo>
                      <a:pt x="1836" y="2194"/>
                    </a:lnTo>
                    <a:lnTo>
                      <a:pt x="1683" y="1834"/>
                    </a:lnTo>
                    <a:lnTo>
                      <a:pt x="1535" y="2194"/>
                    </a:lnTo>
                    <a:lnTo>
                      <a:pt x="1175" y="2194"/>
                    </a:lnTo>
                    <a:lnTo>
                      <a:pt x="1489" y="1445"/>
                    </a:lnTo>
                    <a:lnTo>
                      <a:pt x="1355" y="1104"/>
                    </a:lnTo>
                    <a:lnTo>
                      <a:pt x="1632" y="1104"/>
                    </a:lnTo>
                    <a:lnTo>
                      <a:pt x="1771" y="698"/>
                    </a:lnTo>
                    <a:lnTo>
                      <a:pt x="1771" y="291"/>
                    </a:lnTo>
                    <a:lnTo>
                      <a:pt x="1669" y="291"/>
                    </a:lnTo>
                    <a:lnTo>
                      <a:pt x="1614" y="975"/>
                    </a:lnTo>
                    <a:lnTo>
                      <a:pt x="1281" y="975"/>
                    </a:lnTo>
                    <a:lnTo>
                      <a:pt x="1360" y="0"/>
                    </a:lnTo>
                    <a:close/>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9" name="Freeform 18"/>
              <p:cNvSpPr>
                <a:spLocks noChangeArrowheads="1"/>
              </p:cNvSpPr>
              <p:nvPr/>
            </p:nvSpPr>
            <p:spPr bwMode="auto">
              <a:xfrm>
                <a:off x="4374864" y="702500"/>
                <a:ext cx="369000" cy="355874"/>
              </a:xfrm>
              <a:custGeom>
                <a:avLst/>
                <a:gdLst>
                  <a:gd name="T0" fmla="*/ 1447 w 2230"/>
                  <a:gd name="T1" fmla="*/ 1118 h 2150"/>
                  <a:gd name="T2" fmla="*/ 2229 w 2230"/>
                  <a:gd name="T3" fmla="*/ 1405 h 2150"/>
                  <a:gd name="T4" fmla="*/ 1545 w 2230"/>
                  <a:gd name="T5" fmla="*/ 1405 h 2150"/>
                  <a:gd name="T6" fmla="*/ 1078 w 2230"/>
                  <a:gd name="T7" fmla="*/ 1252 h 2150"/>
                  <a:gd name="T8" fmla="*/ 652 w 2230"/>
                  <a:gd name="T9" fmla="*/ 1405 h 2150"/>
                  <a:gd name="T10" fmla="*/ 0 w 2230"/>
                  <a:gd name="T11" fmla="*/ 1405 h 2150"/>
                  <a:gd name="T12" fmla="*/ 726 w 2230"/>
                  <a:gd name="T13" fmla="*/ 1137 h 2150"/>
                  <a:gd name="T14" fmla="*/ 222 w 2230"/>
                  <a:gd name="T15" fmla="*/ 976 h 2150"/>
                  <a:gd name="T16" fmla="*/ 361 w 2230"/>
                  <a:gd name="T17" fmla="*/ 745 h 2150"/>
                  <a:gd name="T18" fmla="*/ 88 w 2230"/>
                  <a:gd name="T19" fmla="*/ 745 h 2150"/>
                  <a:gd name="T20" fmla="*/ 88 w 2230"/>
                  <a:gd name="T21" fmla="*/ 583 h 2150"/>
                  <a:gd name="T22" fmla="*/ 467 w 2230"/>
                  <a:gd name="T23" fmla="*/ 583 h 2150"/>
                  <a:gd name="T24" fmla="*/ 550 w 2230"/>
                  <a:gd name="T25" fmla="*/ 444 h 2150"/>
                  <a:gd name="T26" fmla="*/ 902 w 2230"/>
                  <a:gd name="T27" fmla="*/ 444 h 2150"/>
                  <a:gd name="T28" fmla="*/ 823 w 2230"/>
                  <a:gd name="T29" fmla="*/ 583 h 2150"/>
                  <a:gd name="T30" fmla="*/ 2146 w 2230"/>
                  <a:gd name="T31" fmla="*/ 583 h 2150"/>
                  <a:gd name="T32" fmla="*/ 2146 w 2230"/>
                  <a:gd name="T33" fmla="*/ 745 h 2150"/>
                  <a:gd name="T34" fmla="*/ 1910 w 2230"/>
                  <a:gd name="T35" fmla="*/ 745 h 2150"/>
                  <a:gd name="T36" fmla="*/ 1910 w 2230"/>
                  <a:gd name="T37" fmla="*/ 957 h 2150"/>
                  <a:gd name="T38" fmla="*/ 1447 w 2230"/>
                  <a:gd name="T39" fmla="*/ 1118 h 2150"/>
                  <a:gd name="T40" fmla="*/ 56 w 2230"/>
                  <a:gd name="T41" fmla="*/ 2126 h 2150"/>
                  <a:gd name="T42" fmla="*/ 426 w 2230"/>
                  <a:gd name="T43" fmla="*/ 1733 h 2150"/>
                  <a:gd name="T44" fmla="*/ 819 w 2230"/>
                  <a:gd name="T45" fmla="*/ 1733 h 2150"/>
                  <a:gd name="T46" fmla="*/ 463 w 2230"/>
                  <a:gd name="T47" fmla="*/ 2126 h 2150"/>
                  <a:gd name="T48" fmla="*/ 56 w 2230"/>
                  <a:gd name="T49" fmla="*/ 2126 h 2150"/>
                  <a:gd name="T50" fmla="*/ 1817 w 2230"/>
                  <a:gd name="T51" fmla="*/ 490 h 2150"/>
                  <a:gd name="T52" fmla="*/ 1817 w 2230"/>
                  <a:gd name="T53" fmla="*/ 292 h 2150"/>
                  <a:gd name="T54" fmla="*/ 412 w 2230"/>
                  <a:gd name="T55" fmla="*/ 292 h 2150"/>
                  <a:gd name="T56" fmla="*/ 412 w 2230"/>
                  <a:gd name="T57" fmla="*/ 490 h 2150"/>
                  <a:gd name="T58" fmla="*/ 88 w 2230"/>
                  <a:gd name="T59" fmla="*/ 490 h 2150"/>
                  <a:gd name="T60" fmla="*/ 88 w 2230"/>
                  <a:gd name="T61" fmla="*/ 121 h 2150"/>
                  <a:gd name="T62" fmla="*/ 925 w 2230"/>
                  <a:gd name="T63" fmla="*/ 121 h 2150"/>
                  <a:gd name="T64" fmla="*/ 925 w 2230"/>
                  <a:gd name="T65" fmla="*/ 0 h 2150"/>
                  <a:gd name="T66" fmla="*/ 1290 w 2230"/>
                  <a:gd name="T67" fmla="*/ 0 h 2150"/>
                  <a:gd name="T68" fmla="*/ 1290 w 2230"/>
                  <a:gd name="T69" fmla="*/ 121 h 2150"/>
                  <a:gd name="T70" fmla="*/ 2146 w 2230"/>
                  <a:gd name="T71" fmla="*/ 121 h 2150"/>
                  <a:gd name="T72" fmla="*/ 2146 w 2230"/>
                  <a:gd name="T73" fmla="*/ 490 h 2150"/>
                  <a:gd name="T74" fmla="*/ 1817 w 2230"/>
                  <a:gd name="T75" fmla="*/ 490 h 2150"/>
                  <a:gd name="T76" fmla="*/ 1281 w 2230"/>
                  <a:gd name="T77" fmla="*/ 1368 h 2150"/>
                  <a:gd name="T78" fmla="*/ 1281 w 2230"/>
                  <a:gd name="T79" fmla="*/ 1497 h 2150"/>
                  <a:gd name="T80" fmla="*/ 2146 w 2230"/>
                  <a:gd name="T81" fmla="*/ 1497 h 2150"/>
                  <a:gd name="T82" fmla="*/ 2146 w 2230"/>
                  <a:gd name="T83" fmla="*/ 1668 h 2150"/>
                  <a:gd name="T84" fmla="*/ 1281 w 2230"/>
                  <a:gd name="T85" fmla="*/ 1668 h 2150"/>
                  <a:gd name="T86" fmla="*/ 1281 w 2230"/>
                  <a:gd name="T87" fmla="*/ 2149 h 2150"/>
                  <a:gd name="T88" fmla="*/ 944 w 2230"/>
                  <a:gd name="T89" fmla="*/ 2149 h 2150"/>
                  <a:gd name="T90" fmla="*/ 944 w 2230"/>
                  <a:gd name="T91" fmla="*/ 1668 h 2150"/>
                  <a:gd name="T92" fmla="*/ 88 w 2230"/>
                  <a:gd name="T93" fmla="*/ 1668 h 2150"/>
                  <a:gd name="T94" fmla="*/ 88 w 2230"/>
                  <a:gd name="T95" fmla="*/ 1497 h 2150"/>
                  <a:gd name="T96" fmla="*/ 944 w 2230"/>
                  <a:gd name="T97" fmla="*/ 1497 h 2150"/>
                  <a:gd name="T98" fmla="*/ 944 w 2230"/>
                  <a:gd name="T99" fmla="*/ 1368 h 2150"/>
                  <a:gd name="T100" fmla="*/ 1281 w 2230"/>
                  <a:gd name="T101" fmla="*/ 1368 h 2150"/>
                  <a:gd name="T102" fmla="*/ 1115 w 2230"/>
                  <a:gd name="T103" fmla="*/ 999 h 2150"/>
                  <a:gd name="T104" fmla="*/ 1568 w 2230"/>
                  <a:gd name="T105" fmla="*/ 832 h 2150"/>
                  <a:gd name="T106" fmla="*/ 1568 w 2230"/>
                  <a:gd name="T107" fmla="*/ 745 h 2150"/>
                  <a:gd name="T108" fmla="*/ 726 w 2230"/>
                  <a:gd name="T109" fmla="*/ 745 h 2150"/>
                  <a:gd name="T110" fmla="*/ 675 w 2230"/>
                  <a:gd name="T111" fmla="*/ 837 h 2150"/>
                  <a:gd name="T112" fmla="*/ 1115 w 2230"/>
                  <a:gd name="T113" fmla="*/ 999 h 2150"/>
                  <a:gd name="T114" fmla="*/ 2192 w 2230"/>
                  <a:gd name="T115" fmla="*/ 2126 h 2150"/>
                  <a:gd name="T116" fmla="*/ 1776 w 2230"/>
                  <a:gd name="T117" fmla="*/ 2126 h 2150"/>
                  <a:gd name="T118" fmla="*/ 1420 w 2230"/>
                  <a:gd name="T119" fmla="*/ 1733 h 2150"/>
                  <a:gd name="T120" fmla="*/ 1827 w 2230"/>
                  <a:gd name="T121" fmla="*/ 1733 h 2150"/>
                  <a:gd name="T122" fmla="*/ 2192 w 2230"/>
                  <a:gd name="T123" fmla="*/ 2126 h 2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230" h="2150">
                    <a:moveTo>
                      <a:pt x="1447" y="1118"/>
                    </a:moveTo>
                    <a:lnTo>
                      <a:pt x="2229" y="1405"/>
                    </a:lnTo>
                    <a:lnTo>
                      <a:pt x="1545" y="1405"/>
                    </a:lnTo>
                    <a:lnTo>
                      <a:pt x="1078" y="1252"/>
                    </a:lnTo>
                    <a:lnTo>
                      <a:pt x="652" y="1405"/>
                    </a:lnTo>
                    <a:lnTo>
                      <a:pt x="0" y="1405"/>
                    </a:lnTo>
                    <a:lnTo>
                      <a:pt x="726" y="1137"/>
                    </a:lnTo>
                    <a:lnTo>
                      <a:pt x="222" y="976"/>
                    </a:lnTo>
                    <a:lnTo>
                      <a:pt x="361" y="745"/>
                    </a:lnTo>
                    <a:lnTo>
                      <a:pt x="88" y="745"/>
                    </a:lnTo>
                    <a:lnTo>
                      <a:pt x="88" y="583"/>
                    </a:lnTo>
                    <a:lnTo>
                      <a:pt x="467" y="583"/>
                    </a:lnTo>
                    <a:lnTo>
                      <a:pt x="550" y="444"/>
                    </a:lnTo>
                    <a:lnTo>
                      <a:pt x="902" y="444"/>
                    </a:lnTo>
                    <a:lnTo>
                      <a:pt x="823" y="583"/>
                    </a:lnTo>
                    <a:lnTo>
                      <a:pt x="2146" y="583"/>
                    </a:lnTo>
                    <a:lnTo>
                      <a:pt x="2146" y="745"/>
                    </a:lnTo>
                    <a:lnTo>
                      <a:pt x="1910" y="745"/>
                    </a:lnTo>
                    <a:lnTo>
                      <a:pt x="1910" y="957"/>
                    </a:lnTo>
                    <a:lnTo>
                      <a:pt x="1447" y="1118"/>
                    </a:lnTo>
                    <a:close/>
                    <a:moveTo>
                      <a:pt x="56" y="2126"/>
                    </a:moveTo>
                    <a:lnTo>
                      <a:pt x="426" y="1733"/>
                    </a:lnTo>
                    <a:lnTo>
                      <a:pt x="819" y="1733"/>
                    </a:lnTo>
                    <a:lnTo>
                      <a:pt x="463" y="2126"/>
                    </a:lnTo>
                    <a:lnTo>
                      <a:pt x="56" y="2126"/>
                    </a:lnTo>
                    <a:close/>
                    <a:moveTo>
                      <a:pt x="1817" y="490"/>
                    </a:moveTo>
                    <a:lnTo>
                      <a:pt x="1817" y="292"/>
                    </a:lnTo>
                    <a:lnTo>
                      <a:pt x="412" y="292"/>
                    </a:lnTo>
                    <a:lnTo>
                      <a:pt x="412" y="490"/>
                    </a:lnTo>
                    <a:lnTo>
                      <a:pt x="88" y="490"/>
                    </a:lnTo>
                    <a:lnTo>
                      <a:pt x="88" y="121"/>
                    </a:lnTo>
                    <a:lnTo>
                      <a:pt x="925" y="121"/>
                    </a:lnTo>
                    <a:lnTo>
                      <a:pt x="925" y="0"/>
                    </a:lnTo>
                    <a:lnTo>
                      <a:pt x="1290" y="0"/>
                    </a:lnTo>
                    <a:lnTo>
                      <a:pt x="1290" y="121"/>
                    </a:lnTo>
                    <a:lnTo>
                      <a:pt x="2146" y="121"/>
                    </a:lnTo>
                    <a:lnTo>
                      <a:pt x="2146" y="490"/>
                    </a:lnTo>
                    <a:lnTo>
                      <a:pt x="1817" y="490"/>
                    </a:lnTo>
                    <a:close/>
                    <a:moveTo>
                      <a:pt x="1281" y="1368"/>
                    </a:moveTo>
                    <a:lnTo>
                      <a:pt x="1281" y="1497"/>
                    </a:lnTo>
                    <a:lnTo>
                      <a:pt x="2146" y="1497"/>
                    </a:lnTo>
                    <a:lnTo>
                      <a:pt x="2146" y="1668"/>
                    </a:lnTo>
                    <a:lnTo>
                      <a:pt x="1281" y="1668"/>
                    </a:lnTo>
                    <a:lnTo>
                      <a:pt x="1281" y="2149"/>
                    </a:lnTo>
                    <a:lnTo>
                      <a:pt x="944" y="2149"/>
                    </a:lnTo>
                    <a:lnTo>
                      <a:pt x="944" y="1668"/>
                    </a:lnTo>
                    <a:lnTo>
                      <a:pt x="88" y="1668"/>
                    </a:lnTo>
                    <a:lnTo>
                      <a:pt x="88" y="1497"/>
                    </a:lnTo>
                    <a:lnTo>
                      <a:pt x="944" y="1497"/>
                    </a:lnTo>
                    <a:lnTo>
                      <a:pt x="944" y="1368"/>
                    </a:lnTo>
                    <a:lnTo>
                      <a:pt x="1281" y="1368"/>
                    </a:lnTo>
                    <a:close/>
                    <a:moveTo>
                      <a:pt x="1115" y="999"/>
                    </a:moveTo>
                    <a:lnTo>
                      <a:pt x="1568" y="832"/>
                    </a:lnTo>
                    <a:lnTo>
                      <a:pt x="1568" y="745"/>
                    </a:lnTo>
                    <a:lnTo>
                      <a:pt x="726" y="745"/>
                    </a:lnTo>
                    <a:lnTo>
                      <a:pt x="675" y="837"/>
                    </a:lnTo>
                    <a:lnTo>
                      <a:pt x="1115" y="999"/>
                    </a:lnTo>
                    <a:close/>
                    <a:moveTo>
                      <a:pt x="2192" y="2126"/>
                    </a:moveTo>
                    <a:lnTo>
                      <a:pt x="1776" y="2126"/>
                    </a:lnTo>
                    <a:lnTo>
                      <a:pt x="1420" y="1733"/>
                    </a:lnTo>
                    <a:lnTo>
                      <a:pt x="1827" y="1733"/>
                    </a:lnTo>
                    <a:lnTo>
                      <a:pt x="2192" y="2126"/>
                    </a:lnTo>
                    <a:close/>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0" name="Freeform 19"/>
              <p:cNvSpPr>
                <a:spLocks noChangeArrowheads="1"/>
              </p:cNvSpPr>
              <p:nvPr/>
            </p:nvSpPr>
            <p:spPr bwMode="auto">
              <a:xfrm>
                <a:off x="4758449" y="696666"/>
                <a:ext cx="376293" cy="364625"/>
              </a:xfrm>
              <a:custGeom>
                <a:avLst/>
                <a:gdLst>
                  <a:gd name="T0" fmla="*/ 615 w 2276"/>
                  <a:gd name="T1" fmla="*/ 943 h 2205"/>
                  <a:gd name="T2" fmla="*/ 897 w 2276"/>
                  <a:gd name="T3" fmla="*/ 1145 h 2205"/>
                  <a:gd name="T4" fmla="*/ 897 w 2276"/>
                  <a:gd name="T5" fmla="*/ 1548 h 2205"/>
                  <a:gd name="T6" fmla="*/ 583 w 2276"/>
                  <a:gd name="T7" fmla="*/ 1330 h 2205"/>
                  <a:gd name="T8" fmla="*/ 583 w 2276"/>
                  <a:gd name="T9" fmla="*/ 2204 h 2205"/>
                  <a:gd name="T10" fmla="*/ 241 w 2276"/>
                  <a:gd name="T11" fmla="*/ 2204 h 2205"/>
                  <a:gd name="T12" fmla="*/ 241 w 2276"/>
                  <a:gd name="T13" fmla="*/ 1478 h 2205"/>
                  <a:gd name="T14" fmla="*/ 0 w 2276"/>
                  <a:gd name="T15" fmla="*/ 1478 h 2205"/>
                  <a:gd name="T16" fmla="*/ 435 w 2276"/>
                  <a:gd name="T17" fmla="*/ 439 h 2205"/>
                  <a:gd name="T18" fmla="*/ 93 w 2276"/>
                  <a:gd name="T19" fmla="*/ 439 h 2205"/>
                  <a:gd name="T20" fmla="*/ 93 w 2276"/>
                  <a:gd name="T21" fmla="*/ 264 h 2205"/>
                  <a:gd name="T22" fmla="*/ 306 w 2276"/>
                  <a:gd name="T23" fmla="*/ 264 h 2205"/>
                  <a:gd name="T24" fmla="*/ 306 w 2276"/>
                  <a:gd name="T25" fmla="*/ 0 h 2205"/>
                  <a:gd name="T26" fmla="*/ 680 w 2276"/>
                  <a:gd name="T27" fmla="*/ 0 h 2205"/>
                  <a:gd name="T28" fmla="*/ 680 w 2276"/>
                  <a:gd name="T29" fmla="*/ 264 h 2205"/>
                  <a:gd name="T30" fmla="*/ 819 w 2276"/>
                  <a:gd name="T31" fmla="*/ 264 h 2205"/>
                  <a:gd name="T32" fmla="*/ 819 w 2276"/>
                  <a:gd name="T33" fmla="*/ 439 h 2205"/>
                  <a:gd name="T34" fmla="*/ 615 w 2276"/>
                  <a:gd name="T35" fmla="*/ 943 h 2205"/>
                  <a:gd name="T36" fmla="*/ 888 w 2276"/>
                  <a:gd name="T37" fmla="*/ 726 h 2205"/>
                  <a:gd name="T38" fmla="*/ 888 w 2276"/>
                  <a:gd name="T39" fmla="*/ 550 h 2205"/>
                  <a:gd name="T40" fmla="*/ 1360 w 2276"/>
                  <a:gd name="T41" fmla="*/ 550 h 2205"/>
                  <a:gd name="T42" fmla="*/ 1360 w 2276"/>
                  <a:gd name="T43" fmla="*/ 0 h 2205"/>
                  <a:gd name="T44" fmla="*/ 1702 w 2276"/>
                  <a:gd name="T45" fmla="*/ 0 h 2205"/>
                  <a:gd name="T46" fmla="*/ 1702 w 2276"/>
                  <a:gd name="T47" fmla="*/ 550 h 2205"/>
                  <a:gd name="T48" fmla="*/ 2178 w 2276"/>
                  <a:gd name="T49" fmla="*/ 550 h 2205"/>
                  <a:gd name="T50" fmla="*/ 2178 w 2276"/>
                  <a:gd name="T51" fmla="*/ 726 h 2205"/>
                  <a:gd name="T52" fmla="*/ 1702 w 2276"/>
                  <a:gd name="T53" fmla="*/ 726 h 2205"/>
                  <a:gd name="T54" fmla="*/ 1702 w 2276"/>
                  <a:gd name="T55" fmla="*/ 1996 h 2205"/>
                  <a:gd name="T56" fmla="*/ 2275 w 2276"/>
                  <a:gd name="T57" fmla="*/ 1996 h 2205"/>
                  <a:gd name="T58" fmla="*/ 2275 w 2276"/>
                  <a:gd name="T59" fmla="*/ 2172 h 2205"/>
                  <a:gd name="T60" fmla="*/ 763 w 2276"/>
                  <a:gd name="T61" fmla="*/ 2172 h 2205"/>
                  <a:gd name="T62" fmla="*/ 763 w 2276"/>
                  <a:gd name="T63" fmla="*/ 1996 h 2205"/>
                  <a:gd name="T64" fmla="*/ 1360 w 2276"/>
                  <a:gd name="T65" fmla="*/ 1996 h 2205"/>
                  <a:gd name="T66" fmla="*/ 1360 w 2276"/>
                  <a:gd name="T67" fmla="*/ 726 h 2205"/>
                  <a:gd name="T68" fmla="*/ 888 w 2276"/>
                  <a:gd name="T69" fmla="*/ 726 h 2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276" h="2205">
                    <a:moveTo>
                      <a:pt x="615" y="943"/>
                    </a:moveTo>
                    <a:lnTo>
                      <a:pt x="897" y="1145"/>
                    </a:lnTo>
                    <a:lnTo>
                      <a:pt x="897" y="1548"/>
                    </a:lnTo>
                    <a:lnTo>
                      <a:pt x="583" y="1330"/>
                    </a:lnTo>
                    <a:lnTo>
                      <a:pt x="583" y="2204"/>
                    </a:lnTo>
                    <a:lnTo>
                      <a:pt x="241" y="2204"/>
                    </a:lnTo>
                    <a:lnTo>
                      <a:pt x="241" y="1478"/>
                    </a:lnTo>
                    <a:lnTo>
                      <a:pt x="0" y="1478"/>
                    </a:lnTo>
                    <a:lnTo>
                      <a:pt x="435" y="439"/>
                    </a:lnTo>
                    <a:lnTo>
                      <a:pt x="93" y="439"/>
                    </a:lnTo>
                    <a:lnTo>
                      <a:pt x="93" y="264"/>
                    </a:lnTo>
                    <a:lnTo>
                      <a:pt x="306" y="264"/>
                    </a:lnTo>
                    <a:lnTo>
                      <a:pt x="306" y="0"/>
                    </a:lnTo>
                    <a:lnTo>
                      <a:pt x="680" y="0"/>
                    </a:lnTo>
                    <a:lnTo>
                      <a:pt x="680" y="264"/>
                    </a:lnTo>
                    <a:lnTo>
                      <a:pt x="819" y="264"/>
                    </a:lnTo>
                    <a:lnTo>
                      <a:pt x="819" y="439"/>
                    </a:lnTo>
                    <a:lnTo>
                      <a:pt x="615" y="943"/>
                    </a:lnTo>
                    <a:close/>
                    <a:moveTo>
                      <a:pt x="888" y="726"/>
                    </a:moveTo>
                    <a:lnTo>
                      <a:pt x="888" y="550"/>
                    </a:lnTo>
                    <a:lnTo>
                      <a:pt x="1360" y="550"/>
                    </a:lnTo>
                    <a:lnTo>
                      <a:pt x="1360" y="0"/>
                    </a:lnTo>
                    <a:lnTo>
                      <a:pt x="1702" y="0"/>
                    </a:lnTo>
                    <a:lnTo>
                      <a:pt x="1702" y="550"/>
                    </a:lnTo>
                    <a:lnTo>
                      <a:pt x="2178" y="550"/>
                    </a:lnTo>
                    <a:lnTo>
                      <a:pt x="2178" y="726"/>
                    </a:lnTo>
                    <a:lnTo>
                      <a:pt x="1702" y="726"/>
                    </a:lnTo>
                    <a:lnTo>
                      <a:pt x="1702" y="1996"/>
                    </a:lnTo>
                    <a:lnTo>
                      <a:pt x="2275" y="1996"/>
                    </a:lnTo>
                    <a:lnTo>
                      <a:pt x="2275" y="2172"/>
                    </a:lnTo>
                    <a:lnTo>
                      <a:pt x="763" y="2172"/>
                    </a:lnTo>
                    <a:lnTo>
                      <a:pt x="763" y="1996"/>
                    </a:lnTo>
                    <a:lnTo>
                      <a:pt x="1360" y="1996"/>
                    </a:lnTo>
                    <a:lnTo>
                      <a:pt x="1360" y="726"/>
                    </a:lnTo>
                    <a:lnTo>
                      <a:pt x="888" y="726"/>
                    </a:lnTo>
                    <a:close/>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1" name="Freeform 20"/>
              <p:cNvSpPr>
                <a:spLocks noChangeArrowheads="1"/>
              </p:cNvSpPr>
              <p:nvPr/>
            </p:nvSpPr>
            <p:spPr bwMode="auto">
              <a:xfrm>
                <a:off x="5179226" y="705417"/>
                <a:ext cx="328891" cy="352227"/>
              </a:xfrm>
              <a:custGeom>
                <a:avLst/>
                <a:gdLst>
                  <a:gd name="T0" fmla="*/ 1979 w 1990"/>
                  <a:gd name="T1" fmla="*/ 176 h 2131"/>
                  <a:gd name="T2" fmla="*/ 343 w 1990"/>
                  <a:gd name="T3" fmla="*/ 176 h 2131"/>
                  <a:gd name="T4" fmla="*/ 343 w 1990"/>
                  <a:gd name="T5" fmla="*/ 1954 h 2131"/>
                  <a:gd name="T6" fmla="*/ 1989 w 1990"/>
                  <a:gd name="T7" fmla="*/ 1954 h 2131"/>
                  <a:gd name="T8" fmla="*/ 1989 w 1990"/>
                  <a:gd name="T9" fmla="*/ 2130 h 2131"/>
                  <a:gd name="T10" fmla="*/ 0 w 1990"/>
                  <a:gd name="T11" fmla="*/ 2130 h 2131"/>
                  <a:gd name="T12" fmla="*/ 0 w 1990"/>
                  <a:gd name="T13" fmla="*/ 0 h 2131"/>
                  <a:gd name="T14" fmla="*/ 1979 w 1990"/>
                  <a:gd name="T15" fmla="*/ 0 h 2131"/>
                  <a:gd name="T16" fmla="*/ 1979 w 1990"/>
                  <a:gd name="T17" fmla="*/ 176 h 2131"/>
                  <a:gd name="T18" fmla="*/ 958 w 1990"/>
                  <a:gd name="T19" fmla="*/ 1063 h 2131"/>
                  <a:gd name="T20" fmla="*/ 421 w 1990"/>
                  <a:gd name="T21" fmla="*/ 310 h 2131"/>
                  <a:gd name="T22" fmla="*/ 847 w 1990"/>
                  <a:gd name="T23" fmla="*/ 310 h 2131"/>
                  <a:gd name="T24" fmla="*/ 1166 w 1990"/>
                  <a:gd name="T25" fmla="*/ 763 h 2131"/>
                  <a:gd name="T26" fmla="*/ 1475 w 1990"/>
                  <a:gd name="T27" fmla="*/ 310 h 2131"/>
                  <a:gd name="T28" fmla="*/ 1887 w 1990"/>
                  <a:gd name="T29" fmla="*/ 310 h 2131"/>
                  <a:gd name="T30" fmla="*/ 1378 w 1990"/>
                  <a:gd name="T31" fmla="*/ 1058 h 2131"/>
                  <a:gd name="T32" fmla="*/ 1924 w 1990"/>
                  <a:gd name="T33" fmla="*/ 1829 h 2131"/>
                  <a:gd name="T34" fmla="*/ 1508 w 1990"/>
                  <a:gd name="T35" fmla="*/ 1829 h 2131"/>
                  <a:gd name="T36" fmla="*/ 1175 w 1990"/>
                  <a:gd name="T37" fmla="*/ 1358 h 2131"/>
                  <a:gd name="T38" fmla="*/ 860 w 1990"/>
                  <a:gd name="T39" fmla="*/ 1829 h 2131"/>
                  <a:gd name="T40" fmla="*/ 440 w 1990"/>
                  <a:gd name="T41" fmla="*/ 1829 h 2131"/>
                  <a:gd name="T42" fmla="*/ 958 w 1990"/>
                  <a:gd name="T43" fmla="*/ 1063 h 2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990" h="2131">
                    <a:moveTo>
                      <a:pt x="1979" y="176"/>
                    </a:moveTo>
                    <a:lnTo>
                      <a:pt x="343" y="176"/>
                    </a:lnTo>
                    <a:lnTo>
                      <a:pt x="343" y="1954"/>
                    </a:lnTo>
                    <a:lnTo>
                      <a:pt x="1989" y="1954"/>
                    </a:lnTo>
                    <a:lnTo>
                      <a:pt x="1989" y="2130"/>
                    </a:lnTo>
                    <a:lnTo>
                      <a:pt x="0" y="2130"/>
                    </a:lnTo>
                    <a:lnTo>
                      <a:pt x="0" y="0"/>
                    </a:lnTo>
                    <a:lnTo>
                      <a:pt x="1979" y="0"/>
                    </a:lnTo>
                    <a:lnTo>
                      <a:pt x="1979" y="176"/>
                    </a:lnTo>
                    <a:close/>
                    <a:moveTo>
                      <a:pt x="958" y="1063"/>
                    </a:moveTo>
                    <a:lnTo>
                      <a:pt x="421" y="310"/>
                    </a:lnTo>
                    <a:lnTo>
                      <a:pt x="847" y="310"/>
                    </a:lnTo>
                    <a:lnTo>
                      <a:pt x="1166" y="763"/>
                    </a:lnTo>
                    <a:lnTo>
                      <a:pt x="1475" y="310"/>
                    </a:lnTo>
                    <a:lnTo>
                      <a:pt x="1887" y="310"/>
                    </a:lnTo>
                    <a:lnTo>
                      <a:pt x="1378" y="1058"/>
                    </a:lnTo>
                    <a:lnTo>
                      <a:pt x="1924" y="1829"/>
                    </a:lnTo>
                    <a:lnTo>
                      <a:pt x="1508" y="1829"/>
                    </a:lnTo>
                    <a:lnTo>
                      <a:pt x="1175" y="1358"/>
                    </a:lnTo>
                    <a:lnTo>
                      <a:pt x="860" y="1829"/>
                    </a:lnTo>
                    <a:lnTo>
                      <a:pt x="440" y="1829"/>
                    </a:lnTo>
                    <a:lnTo>
                      <a:pt x="958" y="1063"/>
                    </a:lnTo>
                    <a:close/>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dirty="0"/>
              </a:p>
            </p:txBody>
          </p:sp>
        </p:grpSp>
      </p:grpSp>
      <p:cxnSp>
        <p:nvCxnSpPr>
          <p:cNvPr id="33" name="直线连接符 32"/>
          <p:cNvCxnSpPr/>
          <p:nvPr userDrawn="1"/>
        </p:nvCxnSpPr>
        <p:spPr>
          <a:xfrm>
            <a:off x="9705401" y="526774"/>
            <a:ext cx="0" cy="503679"/>
          </a:xfrm>
          <a:prstGeom prst="line">
            <a:avLst/>
          </a:prstGeom>
          <a:ln w="12700" cap="rnd">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40" name="组合 39"/>
          <p:cNvGrpSpPr/>
          <p:nvPr userDrawn="1"/>
        </p:nvGrpSpPr>
        <p:grpSpPr>
          <a:xfrm>
            <a:off x="715452" y="646397"/>
            <a:ext cx="403039" cy="321898"/>
            <a:chOff x="1368170" y="664579"/>
            <a:chExt cx="550582" cy="439737"/>
          </a:xfrm>
          <a:solidFill>
            <a:schemeClr val="bg1"/>
          </a:solidFill>
        </p:grpSpPr>
        <p:sp>
          <p:nvSpPr>
            <p:cNvPr id="41" name="Freeform 1"/>
            <p:cNvSpPr>
              <a:spLocks noChangeArrowheads="1"/>
            </p:cNvSpPr>
            <p:nvPr/>
          </p:nvSpPr>
          <p:spPr bwMode="auto">
            <a:xfrm>
              <a:off x="1481203" y="771778"/>
              <a:ext cx="437549" cy="332538"/>
            </a:xfrm>
            <a:custGeom>
              <a:avLst/>
              <a:gdLst>
                <a:gd name="T0" fmla="*/ 25 w 2647"/>
                <a:gd name="T1" fmla="*/ 1478 h 2011"/>
                <a:gd name="T2" fmla="*/ 525 w 2647"/>
                <a:gd name="T3" fmla="*/ 1865 h 2011"/>
                <a:gd name="T4" fmla="*/ 736 w 2647"/>
                <a:gd name="T5" fmla="*/ 1972 h 2011"/>
                <a:gd name="T6" fmla="*/ 940 w 2647"/>
                <a:gd name="T7" fmla="*/ 2010 h 2011"/>
                <a:gd name="T8" fmla="*/ 1078 w 2647"/>
                <a:gd name="T9" fmla="*/ 1991 h 2011"/>
                <a:gd name="T10" fmla="*/ 1286 w 2647"/>
                <a:gd name="T11" fmla="*/ 1894 h 2011"/>
                <a:gd name="T12" fmla="*/ 1506 w 2647"/>
                <a:gd name="T13" fmla="*/ 1715 h 2011"/>
                <a:gd name="T14" fmla="*/ 1506 w 2647"/>
                <a:gd name="T15" fmla="*/ 1715 h 2011"/>
                <a:gd name="T16" fmla="*/ 2630 w 2647"/>
                <a:gd name="T17" fmla="*/ 624 h 2011"/>
                <a:gd name="T18" fmla="*/ 2646 w 2647"/>
                <a:gd name="T19" fmla="*/ 586 h 2011"/>
                <a:gd name="T20" fmla="*/ 2630 w 2647"/>
                <a:gd name="T21" fmla="*/ 548 h 2011"/>
                <a:gd name="T22" fmla="*/ 2090 w 2647"/>
                <a:gd name="T23" fmla="*/ 21 h 2011"/>
                <a:gd name="T24" fmla="*/ 2016 w 2647"/>
                <a:gd name="T25" fmla="*/ 22 h 2011"/>
                <a:gd name="T26" fmla="*/ 2017 w 2647"/>
                <a:gd name="T27" fmla="*/ 96 h 2011"/>
                <a:gd name="T28" fmla="*/ 2518 w 2647"/>
                <a:gd name="T29" fmla="*/ 586 h 2011"/>
                <a:gd name="T30" fmla="*/ 1433 w 2647"/>
                <a:gd name="T31" fmla="*/ 1639 h 2011"/>
                <a:gd name="T32" fmla="*/ 1433 w 2647"/>
                <a:gd name="T33" fmla="*/ 1639 h 2011"/>
                <a:gd name="T34" fmla="*/ 1167 w 2647"/>
                <a:gd name="T35" fmla="*/ 1843 h 2011"/>
                <a:gd name="T36" fmla="*/ 1051 w 2647"/>
                <a:gd name="T37" fmla="*/ 1889 h 2011"/>
                <a:gd name="T38" fmla="*/ 940 w 2647"/>
                <a:gd name="T39" fmla="*/ 1904 h 2011"/>
                <a:gd name="T40" fmla="*/ 772 w 2647"/>
                <a:gd name="T41" fmla="*/ 1872 h 2011"/>
                <a:gd name="T42" fmla="*/ 474 w 2647"/>
                <a:gd name="T43" fmla="*/ 1704 h 2011"/>
                <a:gd name="T44" fmla="*/ 93 w 2647"/>
                <a:gd name="T45" fmla="*/ 1398 h 2011"/>
                <a:gd name="T46" fmla="*/ 19 w 2647"/>
                <a:gd name="T47" fmla="*/ 1404 h 2011"/>
                <a:gd name="T48" fmla="*/ 25 w 2647"/>
                <a:gd name="T49" fmla="*/ 1478 h 20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47" h="2011">
                  <a:moveTo>
                    <a:pt x="25" y="1478"/>
                  </a:moveTo>
                  <a:cubicBezTo>
                    <a:pt x="219" y="1643"/>
                    <a:pt x="380" y="1773"/>
                    <a:pt x="525" y="1865"/>
                  </a:cubicBezTo>
                  <a:cubicBezTo>
                    <a:pt x="598" y="1911"/>
                    <a:pt x="668" y="1947"/>
                    <a:pt x="736" y="1972"/>
                  </a:cubicBezTo>
                  <a:cubicBezTo>
                    <a:pt x="805" y="1996"/>
                    <a:pt x="872" y="2010"/>
                    <a:pt x="940" y="2010"/>
                  </a:cubicBezTo>
                  <a:cubicBezTo>
                    <a:pt x="986" y="2010"/>
                    <a:pt x="1032" y="2004"/>
                    <a:pt x="1078" y="1991"/>
                  </a:cubicBezTo>
                  <a:cubicBezTo>
                    <a:pt x="1147" y="1973"/>
                    <a:pt x="1216" y="1940"/>
                    <a:pt x="1286" y="1894"/>
                  </a:cubicBezTo>
                  <a:cubicBezTo>
                    <a:pt x="1357" y="1848"/>
                    <a:pt x="1429" y="1789"/>
                    <a:pt x="1506" y="1715"/>
                  </a:cubicBezTo>
                  <a:lnTo>
                    <a:pt x="1506" y="1715"/>
                  </a:lnTo>
                  <a:lnTo>
                    <a:pt x="2630" y="624"/>
                  </a:lnTo>
                  <a:cubicBezTo>
                    <a:pt x="2640" y="614"/>
                    <a:pt x="2646" y="600"/>
                    <a:pt x="2646" y="586"/>
                  </a:cubicBezTo>
                  <a:cubicBezTo>
                    <a:pt x="2646" y="572"/>
                    <a:pt x="2641" y="558"/>
                    <a:pt x="2630" y="548"/>
                  </a:cubicBezTo>
                  <a:lnTo>
                    <a:pt x="2090" y="21"/>
                  </a:lnTo>
                  <a:cubicBezTo>
                    <a:pt x="2069" y="0"/>
                    <a:pt x="2036" y="1"/>
                    <a:pt x="2016" y="22"/>
                  </a:cubicBezTo>
                  <a:cubicBezTo>
                    <a:pt x="1995" y="42"/>
                    <a:pt x="1996" y="76"/>
                    <a:pt x="2017" y="96"/>
                  </a:cubicBezTo>
                  <a:lnTo>
                    <a:pt x="2518" y="586"/>
                  </a:lnTo>
                  <a:lnTo>
                    <a:pt x="1433" y="1639"/>
                  </a:lnTo>
                  <a:lnTo>
                    <a:pt x="1433" y="1639"/>
                  </a:lnTo>
                  <a:cubicBezTo>
                    <a:pt x="1335" y="1733"/>
                    <a:pt x="1247" y="1800"/>
                    <a:pt x="1167" y="1843"/>
                  </a:cubicBezTo>
                  <a:cubicBezTo>
                    <a:pt x="1127" y="1864"/>
                    <a:pt x="1088" y="1879"/>
                    <a:pt x="1051" y="1889"/>
                  </a:cubicBezTo>
                  <a:cubicBezTo>
                    <a:pt x="1013" y="1899"/>
                    <a:pt x="977" y="1904"/>
                    <a:pt x="940" y="1904"/>
                  </a:cubicBezTo>
                  <a:cubicBezTo>
                    <a:pt x="886" y="1904"/>
                    <a:pt x="831" y="1894"/>
                    <a:pt x="772" y="1872"/>
                  </a:cubicBezTo>
                  <a:cubicBezTo>
                    <a:pt x="683" y="1840"/>
                    <a:pt x="586" y="1784"/>
                    <a:pt x="474" y="1704"/>
                  </a:cubicBezTo>
                  <a:cubicBezTo>
                    <a:pt x="363" y="1624"/>
                    <a:pt x="238" y="1521"/>
                    <a:pt x="93" y="1398"/>
                  </a:cubicBezTo>
                  <a:cubicBezTo>
                    <a:pt x="71" y="1379"/>
                    <a:pt x="38" y="1382"/>
                    <a:pt x="19" y="1404"/>
                  </a:cubicBezTo>
                  <a:cubicBezTo>
                    <a:pt x="0" y="1426"/>
                    <a:pt x="3" y="1459"/>
                    <a:pt x="25" y="1478"/>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2" name="Freeform 2"/>
            <p:cNvSpPr>
              <a:spLocks noChangeArrowheads="1"/>
            </p:cNvSpPr>
            <p:nvPr/>
          </p:nvSpPr>
          <p:spPr bwMode="auto">
            <a:xfrm>
              <a:off x="1511832" y="868769"/>
              <a:ext cx="356603" cy="190334"/>
            </a:xfrm>
            <a:custGeom>
              <a:avLst/>
              <a:gdLst>
                <a:gd name="T0" fmla="*/ 15 w 2158"/>
                <a:gd name="T1" fmla="*/ 713 h 1152"/>
                <a:gd name="T2" fmla="*/ 432 w 2158"/>
                <a:gd name="T3" fmla="*/ 1033 h 1152"/>
                <a:gd name="T4" fmla="*/ 605 w 2158"/>
                <a:gd name="T5" fmla="*/ 1120 h 1152"/>
                <a:gd name="T6" fmla="*/ 771 w 2158"/>
                <a:gd name="T7" fmla="*/ 1151 h 1152"/>
                <a:gd name="T8" fmla="*/ 896 w 2158"/>
                <a:gd name="T9" fmla="*/ 1132 h 1152"/>
                <a:gd name="T10" fmla="*/ 1089 w 2158"/>
                <a:gd name="T11" fmla="*/ 1036 h 1152"/>
                <a:gd name="T12" fmla="*/ 1305 w 2158"/>
                <a:gd name="T13" fmla="*/ 856 h 1152"/>
                <a:gd name="T14" fmla="*/ 1305 w 2158"/>
                <a:gd name="T15" fmla="*/ 856 h 1152"/>
                <a:gd name="T16" fmla="*/ 2144 w 2158"/>
                <a:gd name="T17" fmla="*/ 57 h 1152"/>
                <a:gd name="T18" fmla="*/ 2145 w 2158"/>
                <a:gd name="T19" fmla="*/ 13 h 1152"/>
                <a:gd name="T20" fmla="*/ 2100 w 2158"/>
                <a:gd name="T21" fmla="*/ 12 h 1152"/>
                <a:gd name="T22" fmla="*/ 1262 w 2158"/>
                <a:gd name="T23" fmla="*/ 811 h 1152"/>
                <a:gd name="T24" fmla="*/ 1262 w 2158"/>
                <a:gd name="T25" fmla="*/ 811 h 1152"/>
                <a:gd name="T26" fmla="*/ 993 w 2158"/>
                <a:gd name="T27" fmla="*/ 1023 h 1152"/>
                <a:gd name="T28" fmla="*/ 878 w 2158"/>
                <a:gd name="T29" fmla="*/ 1072 h 1152"/>
                <a:gd name="T30" fmla="*/ 771 w 2158"/>
                <a:gd name="T31" fmla="*/ 1088 h 1152"/>
                <a:gd name="T32" fmla="*/ 626 w 2158"/>
                <a:gd name="T33" fmla="*/ 1061 h 1152"/>
                <a:gd name="T34" fmla="*/ 376 w 2158"/>
                <a:gd name="T35" fmla="*/ 920 h 1152"/>
                <a:gd name="T36" fmla="*/ 55 w 2158"/>
                <a:gd name="T37" fmla="*/ 665 h 1152"/>
                <a:gd name="T38" fmla="*/ 11 w 2158"/>
                <a:gd name="T39" fmla="*/ 669 h 1152"/>
                <a:gd name="T40" fmla="*/ 15 w 2158"/>
                <a:gd name="T41" fmla="*/ 713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15" y="713"/>
                  </a:moveTo>
                  <a:cubicBezTo>
                    <a:pt x="179" y="850"/>
                    <a:pt x="312" y="958"/>
                    <a:pt x="432" y="1033"/>
                  </a:cubicBezTo>
                  <a:cubicBezTo>
                    <a:pt x="492" y="1071"/>
                    <a:pt x="549" y="1100"/>
                    <a:pt x="605" y="1120"/>
                  </a:cubicBezTo>
                  <a:cubicBezTo>
                    <a:pt x="661" y="1140"/>
                    <a:pt x="716" y="1151"/>
                    <a:pt x="771" y="1151"/>
                  </a:cubicBezTo>
                  <a:cubicBezTo>
                    <a:pt x="812" y="1151"/>
                    <a:pt x="854" y="1145"/>
                    <a:pt x="896" y="1132"/>
                  </a:cubicBezTo>
                  <a:cubicBezTo>
                    <a:pt x="959" y="1114"/>
                    <a:pt x="1022" y="1082"/>
                    <a:pt x="1089" y="1036"/>
                  </a:cubicBezTo>
                  <a:cubicBezTo>
                    <a:pt x="1156" y="990"/>
                    <a:pt x="1227" y="931"/>
                    <a:pt x="1305" y="856"/>
                  </a:cubicBezTo>
                  <a:lnTo>
                    <a:pt x="1305" y="856"/>
                  </a:lnTo>
                  <a:lnTo>
                    <a:pt x="2144" y="57"/>
                  </a:lnTo>
                  <a:cubicBezTo>
                    <a:pt x="2156" y="45"/>
                    <a:pt x="2157" y="25"/>
                    <a:pt x="2145" y="13"/>
                  </a:cubicBezTo>
                  <a:cubicBezTo>
                    <a:pt x="2133" y="0"/>
                    <a:pt x="2113" y="0"/>
                    <a:pt x="2100" y="12"/>
                  </a:cubicBezTo>
                  <a:lnTo>
                    <a:pt x="1262" y="811"/>
                  </a:lnTo>
                  <a:lnTo>
                    <a:pt x="1262" y="811"/>
                  </a:lnTo>
                  <a:cubicBezTo>
                    <a:pt x="1160" y="908"/>
                    <a:pt x="1072" y="978"/>
                    <a:pt x="993" y="1023"/>
                  </a:cubicBezTo>
                  <a:cubicBezTo>
                    <a:pt x="953" y="1045"/>
                    <a:pt x="915" y="1062"/>
                    <a:pt x="878" y="1072"/>
                  </a:cubicBezTo>
                  <a:cubicBezTo>
                    <a:pt x="842" y="1083"/>
                    <a:pt x="806" y="1088"/>
                    <a:pt x="771" y="1088"/>
                  </a:cubicBezTo>
                  <a:cubicBezTo>
                    <a:pt x="724" y="1088"/>
                    <a:pt x="677" y="1079"/>
                    <a:pt x="626" y="1061"/>
                  </a:cubicBezTo>
                  <a:cubicBezTo>
                    <a:pt x="551" y="1034"/>
                    <a:pt x="469" y="987"/>
                    <a:pt x="376" y="920"/>
                  </a:cubicBezTo>
                  <a:cubicBezTo>
                    <a:pt x="282" y="853"/>
                    <a:pt x="177" y="767"/>
                    <a:pt x="55" y="665"/>
                  </a:cubicBezTo>
                  <a:cubicBezTo>
                    <a:pt x="42" y="654"/>
                    <a:pt x="22" y="656"/>
                    <a:pt x="11" y="669"/>
                  </a:cubicBezTo>
                  <a:cubicBezTo>
                    <a:pt x="0" y="682"/>
                    <a:pt x="1" y="702"/>
                    <a:pt x="15" y="713"/>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3" name="Freeform 3"/>
            <p:cNvSpPr>
              <a:spLocks noChangeArrowheads="1"/>
            </p:cNvSpPr>
            <p:nvPr/>
          </p:nvSpPr>
          <p:spPr bwMode="auto">
            <a:xfrm>
              <a:off x="1540273" y="847620"/>
              <a:ext cx="304826" cy="169186"/>
            </a:xfrm>
            <a:custGeom>
              <a:avLst/>
              <a:gdLst>
                <a:gd name="T0" fmla="*/ 12 w 1845"/>
                <a:gd name="T1" fmla="*/ 672 h 1022"/>
                <a:gd name="T2" fmla="*/ 350 w 1845"/>
                <a:gd name="T3" fmla="*/ 928 h 1022"/>
                <a:gd name="T4" fmla="*/ 488 w 1845"/>
                <a:gd name="T5" fmla="*/ 997 h 1022"/>
                <a:gd name="T6" fmla="*/ 620 w 1845"/>
                <a:gd name="T7" fmla="*/ 1021 h 1022"/>
                <a:gd name="T8" fmla="*/ 734 w 1845"/>
                <a:gd name="T9" fmla="*/ 1003 h 1022"/>
                <a:gd name="T10" fmla="*/ 915 w 1845"/>
                <a:gd name="T11" fmla="*/ 905 h 1022"/>
                <a:gd name="T12" fmla="*/ 1129 w 1845"/>
                <a:gd name="T13" fmla="*/ 720 h 1022"/>
                <a:gd name="T14" fmla="*/ 1129 w 1845"/>
                <a:gd name="T15" fmla="*/ 720 h 1022"/>
                <a:gd name="T16" fmla="*/ 1834 w 1845"/>
                <a:gd name="T17" fmla="*/ 42 h 1022"/>
                <a:gd name="T18" fmla="*/ 1835 w 1845"/>
                <a:gd name="T19" fmla="*/ 10 h 1022"/>
                <a:gd name="T20" fmla="*/ 1802 w 1845"/>
                <a:gd name="T21" fmla="*/ 9 h 1022"/>
                <a:gd name="T22" fmla="*/ 1097 w 1845"/>
                <a:gd name="T23" fmla="*/ 687 h 1022"/>
                <a:gd name="T24" fmla="*/ 1097 w 1845"/>
                <a:gd name="T25" fmla="*/ 687 h 1022"/>
                <a:gd name="T26" fmla="*/ 828 w 1845"/>
                <a:gd name="T27" fmla="*/ 907 h 1022"/>
                <a:gd name="T28" fmla="*/ 720 w 1845"/>
                <a:gd name="T29" fmla="*/ 959 h 1022"/>
                <a:gd name="T30" fmla="*/ 620 w 1845"/>
                <a:gd name="T31" fmla="*/ 975 h 1022"/>
                <a:gd name="T32" fmla="*/ 504 w 1845"/>
                <a:gd name="T33" fmla="*/ 954 h 1022"/>
                <a:gd name="T34" fmla="*/ 302 w 1845"/>
                <a:gd name="T35" fmla="*/ 841 h 1022"/>
                <a:gd name="T36" fmla="*/ 41 w 1845"/>
                <a:gd name="T37" fmla="*/ 636 h 1022"/>
                <a:gd name="T38" fmla="*/ 9 w 1845"/>
                <a:gd name="T39" fmla="*/ 640 h 1022"/>
                <a:gd name="T40" fmla="*/ 12 w 1845"/>
                <a:gd name="T41" fmla="*/ 672 h 10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5" h="1022">
                  <a:moveTo>
                    <a:pt x="12" y="672"/>
                  </a:moveTo>
                  <a:cubicBezTo>
                    <a:pt x="146" y="782"/>
                    <a:pt x="254" y="868"/>
                    <a:pt x="350" y="928"/>
                  </a:cubicBezTo>
                  <a:cubicBezTo>
                    <a:pt x="398" y="958"/>
                    <a:pt x="444" y="981"/>
                    <a:pt x="488" y="997"/>
                  </a:cubicBezTo>
                  <a:cubicBezTo>
                    <a:pt x="533" y="1013"/>
                    <a:pt x="576" y="1021"/>
                    <a:pt x="620" y="1021"/>
                  </a:cubicBezTo>
                  <a:cubicBezTo>
                    <a:pt x="658" y="1021"/>
                    <a:pt x="695" y="1015"/>
                    <a:pt x="734" y="1003"/>
                  </a:cubicBezTo>
                  <a:cubicBezTo>
                    <a:pt x="791" y="984"/>
                    <a:pt x="850" y="952"/>
                    <a:pt x="915" y="905"/>
                  </a:cubicBezTo>
                  <a:cubicBezTo>
                    <a:pt x="980" y="858"/>
                    <a:pt x="1050" y="797"/>
                    <a:pt x="1129" y="720"/>
                  </a:cubicBezTo>
                  <a:lnTo>
                    <a:pt x="1129" y="720"/>
                  </a:lnTo>
                  <a:lnTo>
                    <a:pt x="1834" y="42"/>
                  </a:lnTo>
                  <a:cubicBezTo>
                    <a:pt x="1843" y="34"/>
                    <a:pt x="1844" y="19"/>
                    <a:pt x="1835" y="10"/>
                  </a:cubicBezTo>
                  <a:cubicBezTo>
                    <a:pt x="1826" y="1"/>
                    <a:pt x="1811" y="0"/>
                    <a:pt x="1802" y="9"/>
                  </a:cubicBezTo>
                  <a:lnTo>
                    <a:pt x="1097" y="687"/>
                  </a:lnTo>
                  <a:lnTo>
                    <a:pt x="1097" y="687"/>
                  </a:lnTo>
                  <a:cubicBezTo>
                    <a:pt x="992" y="788"/>
                    <a:pt x="905" y="861"/>
                    <a:pt x="828" y="907"/>
                  </a:cubicBezTo>
                  <a:cubicBezTo>
                    <a:pt x="790" y="931"/>
                    <a:pt x="754" y="948"/>
                    <a:pt x="720" y="959"/>
                  </a:cubicBezTo>
                  <a:cubicBezTo>
                    <a:pt x="685" y="970"/>
                    <a:pt x="653" y="975"/>
                    <a:pt x="620" y="975"/>
                  </a:cubicBezTo>
                  <a:cubicBezTo>
                    <a:pt x="582" y="975"/>
                    <a:pt x="544" y="968"/>
                    <a:pt x="504" y="954"/>
                  </a:cubicBezTo>
                  <a:cubicBezTo>
                    <a:pt x="443" y="932"/>
                    <a:pt x="378" y="894"/>
                    <a:pt x="302" y="841"/>
                  </a:cubicBezTo>
                  <a:cubicBezTo>
                    <a:pt x="227" y="787"/>
                    <a:pt x="141" y="718"/>
                    <a:pt x="41" y="636"/>
                  </a:cubicBezTo>
                  <a:cubicBezTo>
                    <a:pt x="31" y="628"/>
                    <a:pt x="17" y="630"/>
                    <a:pt x="9" y="640"/>
                  </a:cubicBezTo>
                  <a:cubicBezTo>
                    <a:pt x="0" y="649"/>
                    <a:pt x="2" y="664"/>
                    <a:pt x="12" y="672"/>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4" name="Freeform 4"/>
            <p:cNvSpPr>
              <a:spLocks noChangeArrowheads="1"/>
            </p:cNvSpPr>
            <p:nvPr/>
          </p:nvSpPr>
          <p:spPr bwMode="auto">
            <a:xfrm>
              <a:off x="1568713" y="826472"/>
              <a:ext cx="253050" cy="148037"/>
            </a:xfrm>
            <a:custGeom>
              <a:avLst/>
              <a:gdLst>
                <a:gd name="T0" fmla="*/ 8 w 1531"/>
                <a:gd name="T1" fmla="*/ 630 h 895"/>
                <a:gd name="T2" fmla="*/ 269 w 1531"/>
                <a:gd name="T3" fmla="*/ 824 h 895"/>
                <a:gd name="T4" fmla="*/ 374 w 1531"/>
                <a:gd name="T5" fmla="*/ 876 h 895"/>
                <a:gd name="T6" fmla="*/ 473 w 1531"/>
                <a:gd name="T7" fmla="*/ 894 h 895"/>
                <a:gd name="T8" fmla="*/ 573 w 1531"/>
                <a:gd name="T9" fmla="*/ 875 h 895"/>
                <a:gd name="T10" fmla="*/ 739 w 1531"/>
                <a:gd name="T11" fmla="*/ 775 h 895"/>
                <a:gd name="T12" fmla="*/ 953 w 1531"/>
                <a:gd name="T13" fmla="*/ 584 h 895"/>
                <a:gd name="T14" fmla="*/ 953 w 1531"/>
                <a:gd name="T15" fmla="*/ 584 h 895"/>
                <a:gd name="T16" fmla="*/ 1524 w 1531"/>
                <a:gd name="T17" fmla="*/ 27 h 895"/>
                <a:gd name="T18" fmla="*/ 1524 w 1531"/>
                <a:gd name="T19" fmla="*/ 6 h 895"/>
                <a:gd name="T20" fmla="*/ 1503 w 1531"/>
                <a:gd name="T21" fmla="*/ 6 h 895"/>
                <a:gd name="T22" fmla="*/ 932 w 1531"/>
                <a:gd name="T23" fmla="*/ 563 h 895"/>
                <a:gd name="T24" fmla="*/ 932 w 1531"/>
                <a:gd name="T25" fmla="*/ 563 h 895"/>
                <a:gd name="T26" fmla="*/ 663 w 1531"/>
                <a:gd name="T27" fmla="*/ 793 h 895"/>
                <a:gd name="T28" fmla="*/ 562 w 1531"/>
                <a:gd name="T29" fmla="*/ 847 h 895"/>
                <a:gd name="T30" fmla="*/ 473 w 1531"/>
                <a:gd name="T31" fmla="*/ 865 h 895"/>
                <a:gd name="T32" fmla="*/ 384 w 1531"/>
                <a:gd name="T33" fmla="*/ 848 h 895"/>
                <a:gd name="T34" fmla="*/ 229 w 1531"/>
                <a:gd name="T35" fmla="*/ 762 h 895"/>
                <a:gd name="T36" fmla="*/ 26 w 1531"/>
                <a:gd name="T37" fmla="*/ 607 h 895"/>
                <a:gd name="T38" fmla="*/ 5 w 1531"/>
                <a:gd name="T39" fmla="*/ 609 h 895"/>
                <a:gd name="T40" fmla="*/ 8 w 1531"/>
                <a:gd name="T41" fmla="*/ 630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1" h="895">
                  <a:moveTo>
                    <a:pt x="8" y="630"/>
                  </a:moveTo>
                  <a:cubicBezTo>
                    <a:pt x="113" y="714"/>
                    <a:pt x="196" y="779"/>
                    <a:pt x="269" y="824"/>
                  </a:cubicBezTo>
                  <a:cubicBezTo>
                    <a:pt x="306" y="847"/>
                    <a:pt x="340" y="864"/>
                    <a:pt x="374" y="876"/>
                  </a:cubicBezTo>
                  <a:cubicBezTo>
                    <a:pt x="407" y="888"/>
                    <a:pt x="440" y="894"/>
                    <a:pt x="473" y="894"/>
                  </a:cubicBezTo>
                  <a:cubicBezTo>
                    <a:pt x="506" y="894"/>
                    <a:pt x="539" y="888"/>
                    <a:pt x="573" y="875"/>
                  </a:cubicBezTo>
                  <a:cubicBezTo>
                    <a:pt x="624" y="856"/>
                    <a:pt x="678" y="823"/>
                    <a:pt x="739" y="775"/>
                  </a:cubicBezTo>
                  <a:cubicBezTo>
                    <a:pt x="801" y="727"/>
                    <a:pt x="870" y="663"/>
                    <a:pt x="953" y="584"/>
                  </a:cubicBezTo>
                  <a:lnTo>
                    <a:pt x="953" y="584"/>
                  </a:lnTo>
                  <a:lnTo>
                    <a:pt x="1524" y="27"/>
                  </a:lnTo>
                  <a:cubicBezTo>
                    <a:pt x="1529" y="21"/>
                    <a:pt x="1530" y="12"/>
                    <a:pt x="1524" y="6"/>
                  </a:cubicBezTo>
                  <a:cubicBezTo>
                    <a:pt x="1518" y="0"/>
                    <a:pt x="1509" y="0"/>
                    <a:pt x="1503" y="6"/>
                  </a:cubicBezTo>
                  <a:lnTo>
                    <a:pt x="932" y="563"/>
                  </a:lnTo>
                  <a:lnTo>
                    <a:pt x="932" y="563"/>
                  </a:lnTo>
                  <a:cubicBezTo>
                    <a:pt x="823" y="668"/>
                    <a:pt x="737" y="744"/>
                    <a:pt x="663" y="793"/>
                  </a:cubicBezTo>
                  <a:cubicBezTo>
                    <a:pt x="627" y="818"/>
                    <a:pt x="594" y="836"/>
                    <a:pt x="562" y="847"/>
                  </a:cubicBezTo>
                  <a:cubicBezTo>
                    <a:pt x="531" y="859"/>
                    <a:pt x="502" y="865"/>
                    <a:pt x="473" y="865"/>
                  </a:cubicBezTo>
                  <a:cubicBezTo>
                    <a:pt x="444" y="865"/>
                    <a:pt x="415" y="859"/>
                    <a:pt x="384" y="848"/>
                  </a:cubicBezTo>
                  <a:cubicBezTo>
                    <a:pt x="338" y="832"/>
                    <a:pt x="288" y="803"/>
                    <a:pt x="229" y="762"/>
                  </a:cubicBezTo>
                  <a:cubicBezTo>
                    <a:pt x="171" y="722"/>
                    <a:pt x="105" y="669"/>
                    <a:pt x="26" y="607"/>
                  </a:cubicBezTo>
                  <a:cubicBezTo>
                    <a:pt x="20" y="602"/>
                    <a:pt x="10" y="603"/>
                    <a:pt x="5" y="609"/>
                  </a:cubicBezTo>
                  <a:cubicBezTo>
                    <a:pt x="0" y="615"/>
                    <a:pt x="1" y="625"/>
                    <a:pt x="8" y="630"/>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5" name="Freeform 5"/>
            <p:cNvSpPr>
              <a:spLocks noChangeArrowheads="1"/>
            </p:cNvSpPr>
            <p:nvPr/>
          </p:nvSpPr>
          <p:spPr bwMode="auto">
            <a:xfrm>
              <a:off x="1596425" y="805324"/>
              <a:ext cx="201273" cy="127619"/>
            </a:xfrm>
            <a:custGeom>
              <a:avLst/>
              <a:gdLst>
                <a:gd name="T0" fmla="*/ 4 w 1217"/>
                <a:gd name="T1" fmla="*/ 588 h 773"/>
                <a:gd name="T2" fmla="*/ 193 w 1217"/>
                <a:gd name="T3" fmla="*/ 724 h 773"/>
                <a:gd name="T4" fmla="*/ 332 w 1217"/>
                <a:gd name="T5" fmla="*/ 772 h 773"/>
                <a:gd name="T6" fmla="*/ 415 w 1217"/>
                <a:gd name="T7" fmla="*/ 752 h 773"/>
                <a:gd name="T8" fmla="*/ 563 w 1217"/>
                <a:gd name="T9" fmla="*/ 648 h 773"/>
                <a:gd name="T10" fmla="*/ 776 w 1217"/>
                <a:gd name="T11" fmla="*/ 448 h 773"/>
                <a:gd name="T12" fmla="*/ 776 w 1217"/>
                <a:gd name="T13" fmla="*/ 448 h 773"/>
                <a:gd name="T14" fmla="*/ 1213 w 1217"/>
                <a:gd name="T15" fmla="*/ 12 h 773"/>
                <a:gd name="T16" fmla="*/ 1213 w 1217"/>
                <a:gd name="T17" fmla="*/ 2 h 773"/>
                <a:gd name="T18" fmla="*/ 1204 w 1217"/>
                <a:gd name="T19" fmla="*/ 2 h 773"/>
                <a:gd name="T20" fmla="*/ 767 w 1217"/>
                <a:gd name="T21" fmla="*/ 439 h 773"/>
                <a:gd name="T22" fmla="*/ 500 w 1217"/>
                <a:gd name="T23" fmla="*/ 682 h 773"/>
                <a:gd name="T24" fmla="*/ 410 w 1217"/>
                <a:gd name="T25" fmla="*/ 740 h 773"/>
                <a:gd name="T26" fmla="*/ 332 w 1217"/>
                <a:gd name="T27" fmla="*/ 759 h 773"/>
                <a:gd name="T28" fmla="*/ 199 w 1217"/>
                <a:gd name="T29" fmla="*/ 712 h 773"/>
                <a:gd name="T30" fmla="*/ 12 w 1217"/>
                <a:gd name="T31" fmla="*/ 577 h 773"/>
                <a:gd name="T32" fmla="*/ 2 w 1217"/>
                <a:gd name="T33" fmla="*/ 578 h 773"/>
                <a:gd name="T34" fmla="*/ 4 w 1217"/>
                <a:gd name="T35" fmla="*/ 588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4" y="588"/>
                  </a:moveTo>
                  <a:cubicBezTo>
                    <a:pt x="81" y="647"/>
                    <a:pt x="141" y="692"/>
                    <a:pt x="193" y="724"/>
                  </a:cubicBezTo>
                  <a:cubicBezTo>
                    <a:pt x="244" y="755"/>
                    <a:pt x="288" y="772"/>
                    <a:pt x="332" y="772"/>
                  </a:cubicBezTo>
                  <a:cubicBezTo>
                    <a:pt x="359" y="772"/>
                    <a:pt x="386" y="765"/>
                    <a:pt x="415" y="752"/>
                  </a:cubicBezTo>
                  <a:cubicBezTo>
                    <a:pt x="458" y="733"/>
                    <a:pt x="505" y="698"/>
                    <a:pt x="563" y="648"/>
                  </a:cubicBezTo>
                  <a:cubicBezTo>
                    <a:pt x="620" y="597"/>
                    <a:pt x="689" y="531"/>
                    <a:pt x="776" y="448"/>
                  </a:cubicBezTo>
                  <a:lnTo>
                    <a:pt x="776" y="448"/>
                  </a:lnTo>
                  <a:lnTo>
                    <a:pt x="1213" y="12"/>
                  </a:lnTo>
                  <a:cubicBezTo>
                    <a:pt x="1216" y="9"/>
                    <a:pt x="1216" y="5"/>
                    <a:pt x="1213" y="2"/>
                  </a:cubicBezTo>
                  <a:cubicBezTo>
                    <a:pt x="1210" y="0"/>
                    <a:pt x="1206" y="0"/>
                    <a:pt x="1204" y="2"/>
                  </a:cubicBezTo>
                  <a:lnTo>
                    <a:pt x="767" y="439"/>
                  </a:lnTo>
                  <a:cubicBezTo>
                    <a:pt x="651" y="549"/>
                    <a:pt x="568" y="630"/>
                    <a:pt x="500" y="682"/>
                  </a:cubicBezTo>
                  <a:cubicBezTo>
                    <a:pt x="466" y="709"/>
                    <a:pt x="437" y="728"/>
                    <a:pt x="410" y="740"/>
                  </a:cubicBezTo>
                  <a:cubicBezTo>
                    <a:pt x="382" y="753"/>
                    <a:pt x="357" y="759"/>
                    <a:pt x="332" y="759"/>
                  </a:cubicBezTo>
                  <a:cubicBezTo>
                    <a:pt x="291" y="759"/>
                    <a:pt x="250" y="743"/>
                    <a:pt x="199" y="712"/>
                  </a:cubicBezTo>
                  <a:cubicBezTo>
                    <a:pt x="149" y="682"/>
                    <a:pt x="89" y="636"/>
                    <a:pt x="12" y="577"/>
                  </a:cubicBezTo>
                  <a:cubicBezTo>
                    <a:pt x="9" y="575"/>
                    <a:pt x="4" y="575"/>
                    <a:pt x="2" y="578"/>
                  </a:cubicBezTo>
                  <a:cubicBezTo>
                    <a:pt x="0" y="581"/>
                    <a:pt x="1" y="585"/>
                    <a:pt x="4" y="588"/>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6" name="Freeform 6"/>
            <p:cNvSpPr>
              <a:spLocks noChangeArrowheads="1"/>
            </p:cNvSpPr>
            <p:nvPr/>
          </p:nvSpPr>
          <p:spPr bwMode="auto">
            <a:xfrm>
              <a:off x="1368170" y="664579"/>
              <a:ext cx="439737" cy="330350"/>
            </a:xfrm>
            <a:custGeom>
              <a:avLst/>
              <a:gdLst>
                <a:gd name="T0" fmla="*/ 2631 w 2657"/>
                <a:gd name="T1" fmla="*/ 532 h 1998"/>
                <a:gd name="T2" fmla="*/ 2130 w 2657"/>
                <a:gd name="T3" fmla="*/ 145 h 1998"/>
                <a:gd name="T4" fmla="*/ 1920 w 2657"/>
                <a:gd name="T5" fmla="*/ 38 h 1998"/>
                <a:gd name="T6" fmla="*/ 1715 w 2657"/>
                <a:gd name="T7" fmla="*/ 0 h 1998"/>
                <a:gd name="T8" fmla="*/ 1578 w 2657"/>
                <a:gd name="T9" fmla="*/ 19 h 1998"/>
                <a:gd name="T10" fmla="*/ 1370 w 2657"/>
                <a:gd name="T11" fmla="*/ 116 h 1998"/>
                <a:gd name="T12" fmla="*/ 1150 w 2657"/>
                <a:gd name="T13" fmla="*/ 295 h 1998"/>
                <a:gd name="T14" fmla="*/ 1150 w 2657"/>
                <a:gd name="T15" fmla="*/ 295 h 1998"/>
                <a:gd name="T16" fmla="*/ 16 w 2657"/>
                <a:gd name="T17" fmla="*/ 1368 h 1998"/>
                <a:gd name="T18" fmla="*/ 0 w 2657"/>
                <a:gd name="T19" fmla="*/ 1406 h 1998"/>
                <a:gd name="T20" fmla="*/ 16 w 2657"/>
                <a:gd name="T21" fmla="*/ 1444 h 1998"/>
                <a:gd name="T22" fmla="*/ 566 w 2657"/>
                <a:gd name="T23" fmla="*/ 1977 h 1998"/>
                <a:gd name="T24" fmla="*/ 640 w 2657"/>
                <a:gd name="T25" fmla="*/ 1976 h 1998"/>
                <a:gd name="T26" fmla="*/ 639 w 2657"/>
                <a:gd name="T27" fmla="*/ 1901 h 1998"/>
                <a:gd name="T28" fmla="*/ 129 w 2657"/>
                <a:gd name="T29" fmla="*/ 1406 h 1998"/>
                <a:gd name="T30" fmla="*/ 1223 w 2657"/>
                <a:gd name="T31" fmla="*/ 371 h 1998"/>
                <a:gd name="T32" fmla="*/ 1223 w 2657"/>
                <a:gd name="T33" fmla="*/ 371 h 1998"/>
                <a:gd name="T34" fmla="*/ 1489 w 2657"/>
                <a:gd name="T35" fmla="*/ 167 h 1998"/>
                <a:gd name="T36" fmla="*/ 1605 w 2657"/>
                <a:gd name="T37" fmla="*/ 121 h 1998"/>
                <a:gd name="T38" fmla="*/ 1715 w 2657"/>
                <a:gd name="T39" fmla="*/ 106 h 1998"/>
                <a:gd name="T40" fmla="*/ 1884 w 2657"/>
                <a:gd name="T41" fmla="*/ 138 h 1998"/>
                <a:gd name="T42" fmla="*/ 2181 w 2657"/>
                <a:gd name="T43" fmla="*/ 306 h 1998"/>
                <a:gd name="T44" fmla="*/ 2562 w 2657"/>
                <a:gd name="T45" fmla="*/ 612 h 1998"/>
                <a:gd name="T46" fmla="*/ 2637 w 2657"/>
                <a:gd name="T47" fmla="*/ 606 h 1998"/>
                <a:gd name="T48" fmla="*/ 2631 w 2657"/>
                <a:gd name="T49" fmla="*/ 532 h 19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57" h="1998">
                  <a:moveTo>
                    <a:pt x="2631" y="532"/>
                  </a:moveTo>
                  <a:cubicBezTo>
                    <a:pt x="2437" y="367"/>
                    <a:pt x="2276" y="237"/>
                    <a:pt x="2130" y="145"/>
                  </a:cubicBezTo>
                  <a:cubicBezTo>
                    <a:pt x="2058" y="99"/>
                    <a:pt x="1988" y="63"/>
                    <a:pt x="1920" y="38"/>
                  </a:cubicBezTo>
                  <a:cubicBezTo>
                    <a:pt x="1851" y="14"/>
                    <a:pt x="1783" y="0"/>
                    <a:pt x="1715" y="0"/>
                  </a:cubicBezTo>
                  <a:cubicBezTo>
                    <a:pt x="1669" y="0"/>
                    <a:pt x="1623" y="6"/>
                    <a:pt x="1578" y="19"/>
                  </a:cubicBezTo>
                  <a:cubicBezTo>
                    <a:pt x="1509" y="37"/>
                    <a:pt x="1440" y="70"/>
                    <a:pt x="1370" y="116"/>
                  </a:cubicBezTo>
                  <a:cubicBezTo>
                    <a:pt x="1299" y="162"/>
                    <a:pt x="1227" y="221"/>
                    <a:pt x="1150" y="295"/>
                  </a:cubicBezTo>
                  <a:lnTo>
                    <a:pt x="1150" y="295"/>
                  </a:lnTo>
                  <a:lnTo>
                    <a:pt x="16" y="1368"/>
                  </a:lnTo>
                  <a:cubicBezTo>
                    <a:pt x="6" y="1378"/>
                    <a:pt x="0" y="1391"/>
                    <a:pt x="0" y="1406"/>
                  </a:cubicBezTo>
                  <a:cubicBezTo>
                    <a:pt x="0" y="1420"/>
                    <a:pt x="6" y="1434"/>
                    <a:pt x="16" y="1444"/>
                  </a:cubicBezTo>
                  <a:lnTo>
                    <a:pt x="566" y="1977"/>
                  </a:lnTo>
                  <a:cubicBezTo>
                    <a:pt x="587" y="1997"/>
                    <a:pt x="619" y="1997"/>
                    <a:pt x="640" y="1976"/>
                  </a:cubicBezTo>
                  <a:cubicBezTo>
                    <a:pt x="660" y="1955"/>
                    <a:pt x="660" y="1921"/>
                    <a:pt x="639" y="1901"/>
                  </a:cubicBezTo>
                  <a:lnTo>
                    <a:pt x="129" y="1406"/>
                  </a:lnTo>
                  <a:lnTo>
                    <a:pt x="1223" y="371"/>
                  </a:lnTo>
                  <a:lnTo>
                    <a:pt x="1223" y="371"/>
                  </a:lnTo>
                  <a:cubicBezTo>
                    <a:pt x="1321" y="277"/>
                    <a:pt x="1409" y="210"/>
                    <a:pt x="1489" y="167"/>
                  </a:cubicBezTo>
                  <a:cubicBezTo>
                    <a:pt x="1529" y="146"/>
                    <a:pt x="1568" y="131"/>
                    <a:pt x="1605" y="121"/>
                  </a:cubicBezTo>
                  <a:cubicBezTo>
                    <a:pt x="1642" y="111"/>
                    <a:pt x="1679" y="106"/>
                    <a:pt x="1715" y="106"/>
                  </a:cubicBezTo>
                  <a:cubicBezTo>
                    <a:pt x="1770" y="106"/>
                    <a:pt x="1825" y="116"/>
                    <a:pt x="1884" y="138"/>
                  </a:cubicBezTo>
                  <a:cubicBezTo>
                    <a:pt x="1972" y="170"/>
                    <a:pt x="2070" y="226"/>
                    <a:pt x="2181" y="306"/>
                  </a:cubicBezTo>
                  <a:cubicBezTo>
                    <a:pt x="2293" y="387"/>
                    <a:pt x="2418" y="490"/>
                    <a:pt x="2562" y="612"/>
                  </a:cubicBezTo>
                  <a:cubicBezTo>
                    <a:pt x="2585" y="631"/>
                    <a:pt x="2618" y="628"/>
                    <a:pt x="2637" y="606"/>
                  </a:cubicBezTo>
                  <a:cubicBezTo>
                    <a:pt x="2656" y="584"/>
                    <a:pt x="2653" y="551"/>
                    <a:pt x="2631" y="532"/>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7" name="Freeform 7"/>
            <p:cNvSpPr>
              <a:spLocks noChangeArrowheads="1"/>
            </p:cNvSpPr>
            <p:nvPr/>
          </p:nvSpPr>
          <p:spPr bwMode="auto">
            <a:xfrm>
              <a:off x="1419946" y="709792"/>
              <a:ext cx="356603" cy="190334"/>
            </a:xfrm>
            <a:custGeom>
              <a:avLst/>
              <a:gdLst>
                <a:gd name="T0" fmla="*/ 2142 w 2158"/>
                <a:gd name="T1" fmla="*/ 438 h 1152"/>
                <a:gd name="T2" fmla="*/ 1725 w 2158"/>
                <a:gd name="T3" fmla="*/ 118 h 1152"/>
                <a:gd name="T4" fmla="*/ 1552 w 2158"/>
                <a:gd name="T5" fmla="*/ 31 h 1152"/>
                <a:gd name="T6" fmla="*/ 1386 w 2158"/>
                <a:gd name="T7" fmla="*/ 0 h 1152"/>
                <a:gd name="T8" fmla="*/ 1261 w 2158"/>
                <a:gd name="T9" fmla="*/ 19 h 1152"/>
                <a:gd name="T10" fmla="*/ 1068 w 2158"/>
                <a:gd name="T11" fmla="*/ 115 h 1152"/>
                <a:gd name="T12" fmla="*/ 852 w 2158"/>
                <a:gd name="T13" fmla="*/ 295 h 1152"/>
                <a:gd name="T14" fmla="*/ 852 w 2158"/>
                <a:gd name="T15" fmla="*/ 295 h 1152"/>
                <a:gd name="T16" fmla="*/ 13 w 2158"/>
                <a:gd name="T17" fmla="*/ 1094 h 1152"/>
                <a:gd name="T18" fmla="*/ 12 w 2158"/>
                <a:gd name="T19" fmla="*/ 1138 h 1152"/>
                <a:gd name="T20" fmla="*/ 56 w 2158"/>
                <a:gd name="T21" fmla="*/ 1139 h 1152"/>
                <a:gd name="T22" fmla="*/ 895 w 2158"/>
                <a:gd name="T23" fmla="*/ 340 h 1152"/>
                <a:gd name="T24" fmla="*/ 895 w 2158"/>
                <a:gd name="T25" fmla="*/ 340 h 1152"/>
                <a:gd name="T26" fmla="*/ 1164 w 2158"/>
                <a:gd name="T27" fmla="*/ 128 h 1152"/>
                <a:gd name="T28" fmla="*/ 1279 w 2158"/>
                <a:gd name="T29" fmla="*/ 79 h 1152"/>
                <a:gd name="T30" fmla="*/ 1386 w 2158"/>
                <a:gd name="T31" fmla="*/ 63 h 1152"/>
                <a:gd name="T32" fmla="*/ 1531 w 2158"/>
                <a:gd name="T33" fmla="*/ 90 h 1152"/>
                <a:gd name="T34" fmla="*/ 1781 w 2158"/>
                <a:gd name="T35" fmla="*/ 231 h 1152"/>
                <a:gd name="T36" fmla="*/ 2102 w 2158"/>
                <a:gd name="T37" fmla="*/ 486 h 1152"/>
                <a:gd name="T38" fmla="*/ 2146 w 2158"/>
                <a:gd name="T39" fmla="*/ 482 h 1152"/>
                <a:gd name="T40" fmla="*/ 2142 w 2158"/>
                <a:gd name="T41" fmla="*/ 438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2142" y="438"/>
                  </a:moveTo>
                  <a:cubicBezTo>
                    <a:pt x="1978" y="301"/>
                    <a:pt x="1845" y="193"/>
                    <a:pt x="1725" y="118"/>
                  </a:cubicBezTo>
                  <a:cubicBezTo>
                    <a:pt x="1664" y="80"/>
                    <a:pt x="1608" y="51"/>
                    <a:pt x="1552" y="31"/>
                  </a:cubicBezTo>
                  <a:cubicBezTo>
                    <a:pt x="1496" y="11"/>
                    <a:pt x="1441" y="0"/>
                    <a:pt x="1386" y="0"/>
                  </a:cubicBezTo>
                  <a:cubicBezTo>
                    <a:pt x="1344" y="0"/>
                    <a:pt x="1303" y="6"/>
                    <a:pt x="1261" y="19"/>
                  </a:cubicBezTo>
                  <a:cubicBezTo>
                    <a:pt x="1198" y="37"/>
                    <a:pt x="1135" y="69"/>
                    <a:pt x="1068" y="115"/>
                  </a:cubicBezTo>
                  <a:cubicBezTo>
                    <a:pt x="1000" y="161"/>
                    <a:pt x="930" y="220"/>
                    <a:pt x="852" y="295"/>
                  </a:cubicBezTo>
                  <a:lnTo>
                    <a:pt x="852" y="295"/>
                  </a:lnTo>
                  <a:lnTo>
                    <a:pt x="13" y="1094"/>
                  </a:lnTo>
                  <a:cubicBezTo>
                    <a:pt x="1" y="1106"/>
                    <a:pt x="0" y="1126"/>
                    <a:pt x="12" y="1138"/>
                  </a:cubicBezTo>
                  <a:cubicBezTo>
                    <a:pt x="24" y="1151"/>
                    <a:pt x="44" y="1151"/>
                    <a:pt x="56" y="1139"/>
                  </a:cubicBezTo>
                  <a:lnTo>
                    <a:pt x="895" y="340"/>
                  </a:lnTo>
                  <a:lnTo>
                    <a:pt x="895" y="340"/>
                  </a:lnTo>
                  <a:cubicBezTo>
                    <a:pt x="997" y="243"/>
                    <a:pt x="1085" y="173"/>
                    <a:pt x="1164" y="128"/>
                  </a:cubicBezTo>
                  <a:cubicBezTo>
                    <a:pt x="1204" y="106"/>
                    <a:pt x="1242" y="89"/>
                    <a:pt x="1279" y="79"/>
                  </a:cubicBezTo>
                  <a:cubicBezTo>
                    <a:pt x="1315" y="68"/>
                    <a:pt x="1351" y="63"/>
                    <a:pt x="1386" y="63"/>
                  </a:cubicBezTo>
                  <a:cubicBezTo>
                    <a:pt x="1433" y="63"/>
                    <a:pt x="1480" y="72"/>
                    <a:pt x="1531" y="90"/>
                  </a:cubicBezTo>
                  <a:cubicBezTo>
                    <a:pt x="1606" y="117"/>
                    <a:pt x="1688" y="164"/>
                    <a:pt x="1781" y="231"/>
                  </a:cubicBezTo>
                  <a:cubicBezTo>
                    <a:pt x="1874" y="298"/>
                    <a:pt x="1979" y="384"/>
                    <a:pt x="2102" y="486"/>
                  </a:cubicBezTo>
                  <a:cubicBezTo>
                    <a:pt x="2115" y="497"/>
                    <a:pt x="2135" y="495"/>
                    <a:pt x="2146" y="482"/>
                  </a:cubicBezTo>
                  <a:cubicBezTo>
                    <a:pt x="2157" y="469"/>
                    <a:pt x="2155" y="449"/>
                    <a:pt x="2142" y="438"/>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8" name="Freeform 8"/>
            <p:cNvSpPr>
              <a:spLocks noChangeArrowheads="1"/>
            </p:cNvSpPr>
            <p:nvPr/>
          </p:nvSpPr>
          <p:spPr bwMode="auto">
            <a:xfrm>
              <a:off x="1444012" y="752818"/>
              <a:ext cx="304826" cy="169186"/>
            </a:xfrm>
            <a:custGeom>
              <a:avLst/>
              <a:gdLst>
                <a:gd name="T0" fmla="*/ 1832 w 1844"/>
                <a:gd name="T1" fmla="*/ 349 h 1021"/>
                <a:gd name="T2" fmla="*/ 1494 w 1844"/>
                <a:gd name="T3" fmla="*/ 93 h 1021"/>
                <a:gd name="T4" fmla="*/ 1356 w 1844"/>
                <a:gd name="T5" fmla="*/ 24 h 1021"/>
                <a:gd name="T6" fmla="*/ 1224 w 1844"/>
                <a:gd name="T7" fmla="*/ 0 h 1021"/>
                <a:gd name="T8" fmla="*/ 1110 w 1844"/>
                <a:gd name="T9" fmla="*/ 18 h 1021"/>
                <a:gd name="T10" fmla="*/ 929 w 1844"/>
                <a:gd name="T11" fmla="*/ 116 h 1021"/>
                <a:gd name="T12" fmla="*/ 715 w 1844"/>
                <a:gd name="T13" fmla="*/ 301 h 1021"/>
                <a:gd name="T14" fmla="*/ 714 w 1844"/>
                <a:gd name="T15" fmla="*/ 301 h 1021"/>
                <a:gd name="T16" fmla="*/ 10 w 1844"/>
                <a:gd name="T17" fmla="*/ 978 h 1021"/>
                <a:gd name="T18" fmla="*/ 9 w 1844"/>
                <a:gd name="T19" fmla="*/ 1011 h 1021"/>
                <a:gd name="T20" fmla="*/ 42 w 1844"/>
                <a:gd name="T21" fmla="*/ 1012 h 1021"/>
                <a:gd name="T22" fmla="*/ 746 w 1844"/>
                <a:gd name="T23" fmla="*/ 334 h 1021"/>
                <a:gd name="T24" fmla="*/ 746 w 1844"/>
                <a:gd name="T25" fmla="*/ 334 h 1021"/>
                <a:gd name="T26" fmla="*/ 1016 w 1844"/>
                <a:gd name="T27" fmla="*/ 114 h 1021"/>
                <a:gd name="T28" fmla="*/ 1124 w 1844"/>
                <a:gd name="T29" fmla="*/ 62 h 1021"/>
                <a:gd name="T30" fmla="*/ 1224 w 1844"/>
                <a:gd name="T31" fmla="*/ 46 h 1021"/>
                <a:gd name="T32" fmla="*/ 1340 w 1844"/>
                <a:gd name="T33" fmla="*/ 67 h 1021"/>
                <a:gd name="T34" fmla="*/ 1542 w 1844"/>
                <a:gd name="T35" fmla="*/ 180 h 1021"/>
                <a:gd name="T36" fmla="*/ 1803 w 1844"/>
                <a:gd name="T37" fmla="*/ 385 h 1021"/>
                <a:gd name="T38" fmla="*/ 1835 w 1844"/>
                <a:gd name="T39" fmla="*/ 381 h 1021"/>
                <a:gd name="T40" fmla="*/ 1832 w 1844"/>
                <a:gd name="T41" fmla="*/ 349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4" h="1021">
                  <a:moveTo>
                    <a:pt x="1832" y="349"/>
                  </a:moveTo>
                  <a:cubicBezTo>
                    <a:pt x="1698" y="239"/>
                    <a:pt x="1590" y="153"/>
                    <a:pt x="1494" y="93"/>
                  </a:cubicBezTo>
                  <a:cubicBezTo>
                    <a:pt x="1446" y="63"/>
                    <a:pt x="1400" y="40"/>
                    <a:pt x="1356" y="24"/>
                  </a:cubicBezTo>
                  <a:cubicBezTo>
                    <a:pt x="1311" y="8"/>
                    <a:pt x="1268" y="0"/>
                    <a:pt x="1224" y="0"/>
                  </a:cubicBezTo>
                  <a:cubicBezTo>
                    <a:pt x="1186" y="0"/>
                    <a:pt x="1148" y="6"/>
                    <a:pt x="1110" y="18"/>
                  </a:cubicBezTo>
                  <a:cubicBezTo>
                    <a:pt x="1052" y="37"/>
                    <a:pt x="993" y="69"/>
                    <a:pt x="929" y="116"/>
                  </a:cubicBezTo>
                  <a:cubicBezTo>
                    <a:pt x="864" y="163"/>
                    <a:pt x="794" y="224"/>
                    <a:pt x="715" y="301"/>
                  </a:cubicBezTo>
                  <a:lnTo>
                    <a:pt x="714" y="301"/>
                  </a:lnTo>
                  <a:lnTo>
                    <a:pt x="10" y="978"/>
                  </a:lnTo>
                  <a:cubicBezTo>
                    <a:pt x="1" y="987"/>
                    <a:pt x="0" y="1002"/>
                    <a:pt x="9" y="1011"/>
                  </a:cubicBezTo>
                  <a:cubicBezTo>
                    <a:pt x="18" y="1020"/>
                    <a:pt x="33" y="1020"/>
                    <a:pt x="42" y="1012"/>
                  </a:cubicBezTo>
                  <a:lnTo>
                    <a:pt x="746" y="334"/>
                  </a:lnTo>
                  <a:lnTo>
                    <a:pt x="746" y="334"/>
                  </a:lnTo>
                  <a:cubicBezTo>
                    <a:pt x="851" y="233"/>
                    <a:pt x="939" y="160"/>
                    <a:pt x="1016" y="114"/>
                  </a:cubicBezTo>
                  <a:cubicBezTo>
                    <a:pt x="1054" y="90"/>
                    <a:pt x="1090" y="73"/>
                    <a:pt x="1124" y="62"/>
                  </a:cubicBezTo>
                  <a:cubicBezTo>
                    <a:pt x="1159" y="51"/>
                    <a:pt x="1191" y="46"/>
                    <a:pt x="1224" y="46"/>
                  </a:cubicBezTo>
                  <a:cubicBezTo>
                    <a:pt x="1262" y="46"/>
                    <a:pt x="1300" y="53"/>
                    <a:pt x="1340" y="67"/>
                  </a:cubicBezTo>
                  <a:cubicBezTo>
                    <a:pt x="1401" y="89"/>
                    <a:pt x="1466" y="127"/>
                    <a:pt x="1542" y="180"/>
                  </a:cubicBezTo>
                  <a:cubicBezTo>
                    <a:pt x="1617" y="234"/>
                    <a:pt x="1702" y="303"/>
                    <a:pt x="1803" y="385"/>
                  </a:cubicBezTo>
                  <a:cubicBezTo>
                    <a:pt x="1813" y="393"/>
                    <a:pt x="1827" y="391"/>
                    <a:pt x="1835" y="381"/>
                  </a:cubicBezTo>
                  <a:cubicBezTo>
                    <a:pt x="1843" y="372"/>
                    <a:pt x="1842" y="357"/>
                    <a:pt x="1832" y="349"/>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9" name="Freeform 9"/>
            <p:cNvSpPr>
              <a:spLocks noChangeArrowheads="1"/>
            </p:cNvSpPr>
            <p:nvPr/>
          </p:nvSpPr>
          <p:spPr bwMode="auto">
            <a:xfrm>
              <a:off x="1467348" y="795114"/>
              <a:ext cx="253049" cy="148038"/>
            </a:xfrm>
            <a:custGeom>
              <a:avLst/>
              <a:gdLst>
                <a:gd name="T0" fmla="*/ 1522 w 1530"/>
                <a:gd name="T1" fmla="*/ 264 h 895"/>
                <a:gd name="T2" fmla="*/ 1260 w 1530"/>
                <a:gd name="T3" fmla="*/ 70 h 895"/>
                <a:gd name="T4" fmla="*/ 1156 w 1530"/>
                <a:gd name="T5" fmla="*/ 18 h 895"/>
                <a:gd name="T6" fmla="*/ 1057 w 1530"/>
                <a:gd name="T7" fmla="*/ 0 h 895"/>
                <a:gd name="T8" fmla="*/ 957 w 1530"/>
                <a:gd name="T9" fmla="*/ 19 h 895"/>
                <a:gd name="T10" fmla="*/ 791 w 1530"/>
                <a:gd name="T11" fmla="*/ 119 h 895"/>
                <a:gd name="T12" fmla="*/ 577 w 1530"/>
                <a:gd name="T13" fmla="*/ 310 h 895"/>
                <a:gd name="T14" fmla="*/ 577 w 1530"/>
                <a:gd name="T15" fmla="*/ 310 h 895"/>
                <a:gd name="T16" fmla="*/ 6 w 1530"/>
                <a:gd name="T17" fmla="*/ 867 h 895"/>
                <a:gd name="T18" fmla="*/ 6 w 1530"/>
                <a:gd name="T19" fmla="*/ 888 h 895"/>
                <a:gd name="T20" fmla="*/ 27 w 1530"/>
                <a:gd name="T21" fmla="*/ 888 h 895"/>
                <a:gd name="T22" fmla="*/ 598 w 1530"/>
                <a:gd name="T23" fmla="*/ 331 h 895"/>
                <a:gd name="T24" fmla="*/ 598 w 1530"/>
                <a:gd name="T25" fmla="*/ 331 h 895"/>
                <a:gd name="T26" fmla="*/ 866 w 1530"/>
                <a:gd name="T27" fmla="*/ 101 h 895"/>
                <a:gd name="T28" fmla="*/ 968 w 1530"/>
                <a:gd name="T29" fmla="*/ 47 h 895"/>
                <a:gd name="T30" fmla="*/ 1057 w 1530"/>
                <a:gd name="T31" fmla="*/ 29 h 895"/>
                <a:gd name="T32" fmla="*/ 1146 w 1530"/>
                <a:gd name="T33" fmla="*/ 46 h 895"/>
                <a:gd name="T34" fmla="*/ 1300 w 1530"/>
                <a:gd name="T35" fmla="*/ 132 h 895"/>
                <a:gd name="T36" fmla="*/ 1504 w 1530"/>
                <a:gd name="T37" fmla="*/ 287 h 895"/>
                <a:gd name="T38" fmla="*/ 1524 w 1530"/>
                <a:gd name="T39" fmla="*/ 285 h 895"/>
                <a:gd name="T40" fmla="*/ 1522 w 1530"/>
                <a:gd name="T41" fmla="*/ 264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0" h="895">
                  <a:moveTo>
                    <a:pt x="1522" y="264"/>
                  </a:moveTo>
                  <a:cubicBezTo>
                    <a:pt x="1417" y="180"/>
                    <a:pt x="1334" y="115"/>
                    <a:pt x="1260" y="70"/>
                  </a:cubicBezTo>
                  <a:cubicBezTo>
                    <a:pt x="1224" y="47"/>
                    <a:pt x="1189" y="30"/>
                    <a:pt x="1156" y="18"/>
                  </a:cubicBezTo>
                  <a:cubicBezTo>
                    <a:pt x="1123" y="6"/>
                    <a:pt x="1090" y="0"/>
                    <a:pt x="1057" y="0"/>
                  </a:cubicBezTo>
                  <a:cubicBezTo>
                    <a:pt x="1024" y="0"/>
                    <a:pt x="991" y="6"/>
                    <a:pt x="957" y="19"/>
                  </a:cubicBezTo>
                  <a:cubicBezTo>
                    <a:pt x="906" y="38"/>
                    <a:pt x="852" y="71"/>
                    <a:pt x="791" y="119"/>
                  </a:cubicBezTo>
                  <a:cubicBezTo>
                    <a:pt x="729" y="167"/>
                    <a:pt x="660" y="231"/>
                    <a:pt x="577" y="310"/>
                  </a:cubicBezTo>
                  <a:lnTo>
                    <a:pt x="577" y="310"/>
                  </a:lnTo>
                  <a:lnTo>
                    <a:pt x="6" y="867"/>
                  </a:lnTo>
                  <a:cubicBezTo>
                    <a:pt x="0" y="873"/>
                    <a:pt x="0" y="882"/>
                    <a:pt x="6" y="888"/>
                  </a:cubicBezTo>
                  <a:cubicBezTo>
                    <a:pt x="12" y="894"/>
                    <a:pt x="21" y="894"/>
                    <a:pt x="27" y="888"/>
                  </a:cubicBezTo>
                  <a:lnTo>
                    <a:pt x="598" y="331"/>
                  </a:lnTo>
                  <a:lnTo>
                    <a:pt x="598" y="331"/>
                  </a:lnTo>
                  <a:cubicBezTo>
                    <a:pt x="707" y="226"/>
                    <a:pt x="793" y="150"/>
                    <a:pt x="866" y="101"/>
                  </a:cubicBezTo>
                  <a:cubicBezTo>
                    <a:pt x="903" y="76"/>
                    <a:pt x="936" y="58"/>
                    <a:pt x="968" y="47"/>
                  </a:cubicBezTo>
                  <a:cubicBezTo>
                    <a:pt x="999" y="35"/>
                    <a:pt x="1028" y="29"/>
                    <a:pt x="1057" y="29"/>
                  </a:cubicBezTo>
                  <a:cubicBezTo>
                    <a:pt x="1086" y="29"/>
                    <a:pt x="1115" y="35"/>
                    <a:pt x="1146" y="46"/>
                  </a:cubicBezTo>
                  <a:cubicBezTo>
                    <a:pt x="1192" y="62"/>
                    <a:pt x="1242" y="91"/>
                    <a:pt x="1300" y="132"/>
                  </a:cubicBezTo>
                  <a:cubicBezTo>
                    <a:pt x="1359" y="172"/>
                    <a:pt x="1425" y="225"/>
                    <a:pt x="1504" y="287"/>
                  </a:cubicBezTo>
                  <a:cubicBezTo>
                    <a:pt x="1510" y="292"/>
                    <a:pt x="1518" y="291"/>
                    <a:pt x="1524" y="285"/>
                  </a:cubicBezTo>
                  <a:cubicBezTo>
                    <a:pt x="1529" y="279"/>
                    <a:pt x="1528" y="269"/>
                    <a:pt x="1522" y="264"/>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0" name="Freeform 10"/>
            <p:cNvSpPr>
              <a:spLocks noChangeArrowheads="1"/>
            </p:cNvSpPr>
            <p:nvPr/>
          </p:nvSpPr>
          <p:spPr bwMode="auto">
            <a:xfrm>
              <a:off x="1491413" y="835952"/>
              <a:ext cx="201273" cy="127619"/>
            </a:xfrm>
            <a:custGeom>
              <a:avLst/>
              <a:gdLst>
                <a:gd name="T0" fmla="*/ 1212 w 1217"/>
                <a:gd name="T1" fmla="*/ 184 h 773"/>
                <a:gd name="T2" fmla="*/ 1023 w 1217"/>
                <a:gd name="T3" fmla="*/ 48 h 773"/>
                <a:gd name="T4" fmla="*/ 884 w 1217"/>
                <a:gd name="T5" fmla="*/ 0 h 773"/>
                <a:gd name="T6" fmla="*/ 801 w 1217"/>
                <a:gd name="T7" fmla="*/ 20 h 773"/>
                <a:gd name="T8" fmla="*/ 653 w 1217"/>
                <a:gd name="T9" fmla="*/ 124 h 773"/>
                <a:gd name="T10" fmla="*/ 440 w 1217"/>
                <a:gd name="T11" fmla="*/ 324 h 773"/>
                <a:gd name="T12" fmla="*/ 440 w 1217"/>
                <a:gd name="T13" fmla="*/ 324 h 773"/>
                <a:gd name="T14" fmla="*/ 3 w 1217"/>
                <a:gd name="T15" fmla="*/ 760 h 773"/>
                <a:gd name="T16" fmla="*/ 3 w 1217"/>
                <a:gd name="T17" fmla="*/ 770 h 773"/>
                <a:gd name="T18" fmla="*/ 12 w 1217"/>
                <a:gd name="T19" fmla="*/ 770 h 773"/>
                <a:gd name="T20" fmla="*/ 449 w 1217"/>
                <a:gd name="T21" fmla="*/ 333 h 773"/>
                <a:gd name="T22" fmla="*/ 716 w 1217"/>
                <a:gd name="T23" fmla="*/ 90 h 773"/>
                <a:gd name="T24" fmla="*/ 806 w 1217"/>
                <a:gd name="T25" fmla="*/ 32 h 773"/>
                <a:gd name="T26" fmla="*/ 884 w 1217"/>
                <a:gd name="T27" fmla="*/ 13 h 773"/>
                <a:gd name="T28" fmla="*/ 1016 w 1217"/>
                <a:gd name="T29" fmla="*/ 60 h 773"/>
                <a:gd name="T30" fmla="*/ 1204 w 1217"/>
                <a:gd name="T31" fmla="*/ 195 h 773"/>
                <a:gd name="T32" fmla="*/ 1214 w 1217"/>
                <a:gd name="T33" fmla="*/ 194 h 773"/>
                <a:gd name="T34" fmla="*/ 1212 w 1217"/>
                <a:gd name="T35" fmla="*/ 184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1212" y="184"/>
                  </a:moveTo>
                  <a:cubicBezTo>
                    <a:pt x="1135" y="125"/>
                    <a:pt x="1075" y="80"/>
                    <a:pt x="1023" y="48"/>
                  </a:cubicBezTo>
                  <a:cubicBezTo>
                    <a:pt x="971" y="17"/>
                    <a:pt x="928" y="0"/>
                    <a:pt x="884" y="0"/>
                  </a:cubicBezTo>
                  <a:cubicBezTo>
                    <a:pt x="856" y="0"/>
                    <a:pt x="829" y="7"/>
                    <a:pt x="801" y="20"/>
                  </a:cubicBezTo>
                  <a:cubicBezTo>
                    <a:pt x="758" y="39"/>
                    <a:pt x="711" y="74"/>
                    <a:pt x="653" y="124"/>
                  </a:cubicBezTo>
                  <a:cubicBezTo>
                    <a:pt x="595" y="175"/>
                    <a:pt x="527" y="241"/>
                    <a:pt x="440" y="324"/>
                  </a:cubicBezTo>
                  <a:lnTo>
                    <a:pt x="440" y="324"/>
                  </a:lnTo>
                  <a:lnTo>
                    <a:pt x="3" y="760"/>
                  </a:lnTo>
                  <a:cubicBezTo>
                    <a:pt x="0" y="763"/>
                    <a:pt x="0" y="767"/>
                    <a:pt x="3" y="770"/>
                  </a:cubicBezTo>
                  <a:cubicBezTo>
                    <a:pt x="5" y="772"/>
                    <a:pt x="10" y="772"/>
                    <a:pt x="12" y="770"/>
                  </a:cubicBezTo>
                  <a:lnTo>
                    <a:pt x="449" y="333"/>
                  </a:lnTo>
                  <a:cubicBezTo>
                    <a:pt x="565" y="223"/>
                    <a:pt x="648" y="142"/>
                    <a:pt x="716" y="90"/>
                  </a:cubicBezTo>
                  <a:cubicBezTo>
                    <a:pt x="749" y="63"/>
                    <a:pt x="778" y="44"/>
                    <a:pt x="806" y="32"/>
                  </a:cubicBezTo>
                  <a:cubicBezTo>
                    <a:pt x="833" y="19"/>
                    <a:pt x="859" y="13"/>
                    <a:pt x="884" y="13"/>
                  </a:cubicBezTo>
                  <a:cubicBezTo>
                    <a:pt x="924" y="13"/>
                    <a:pt x="966" y="29"/>
                    <a:pt x="1016" y="60"/>
                  </a:cubicBezTo>
                  <a:cubicBezTo>
                    <a:pt x="1067" y="90"/>
                    <a:pt x="1127" y="136"/>
                    <a:pt x="1204" y="195"/>
                  </a:cubicBezTo>
                  <a:cubicBezTo>
                    <a:pt x="1207" y="197"/>
                    <a:pt x="1211" y="197"/>
                    <a:pt x="1214" y="194"/>
                  </a:cubicBezTo>
                  <a:cubicBezTo>
                    <a:pt x="1216" y="191"/>
                    <a:pt x="1215" y="187"/>
                    <a:pt x="1212" y="184"/>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1" name="Freeform 11"/>
            <p:cNvSpPr>
              <a:spLocks noChangeArrowheads="1"/>
            </p:cNvSpPr>
            <p:nvPr/>
          </p:nvSpPr>
          <p:spPr bwMode="auto">
            <a:xfrm>
              <a:off x="1608093" y="858559"/>
              <a:ext cx="72925" cy="48130"/>
            </a:xfrm>
            <a:custGeom>
              <a:avLst/>
              <a:gdLst>
                <a:gd name="T0" fmla="*/ 49 w 442"/>
                <a:gd name="T1" fmla="*/ 200 h 293"/>
                <a:gd name="T2" fmla="*/ 0 w 442"/>
                <a:gd name="T3" fmla="*/ 156 h 293"/>
                <a:gd name="T4" fmla="*/ 45 w 442"/>
                <a:gd name="T5" fmla="*/ 107 h 293"/>
                <a:gd name="T6" fmla="*/ 392 w 442"/>
                <a:gd name="T7" fmla="*/ 91 h 293"/>
                <a:gd name="T8" fmla="*/ 441 w 442"/>
                <a:gd name="T9" fmla="*/ 137 h 293"/>
                <a:gd name="T10" fmla="*/ 396 w 442"/>
                <a:gd name="T11" fmla="*/ 185 h 293"/>
                <a:gd name="T12" fmla="*/ 49 w 442"/>
                <a:gd name="T13" fmla="*/ 200 h 293"/>
              </a:gdLst>
              <a:ahLst/>
              <a:cxnLst>
                <a:cxn ang="0">
                  <a:pos x="T0" y="T1"/>
                </a:cxn>
                <a:cxn ang="0">
                  <a:pos x="T2" y="T3"/>
                </a:cxn>
                <a:cxn ang="0">
                  <a:pos x="T4" y="T5"/>
                </a:cxn>
                <a:cxn ang="0">
                  <a:pos x="T6" y="T7"/>
                </a:cxn>
                <a:cxn ang="0">
                  <a:pos x="T8" y="T9"/>
                </a:cxn>
                <a:cxn ang="0">
                  <a:pos x="T10" y="T11"/>
                </a:cxn>
                <a:cxn ang="0">
                  <a:pos x="T12" y="T13"/>
                </a:cxn>
              </a:cxnLst>
              <a:rect l="0" t="0" r="r" b="b"/>
              <a:pathLst>
                <a:path w="442" h="293">
                  <a:moveTo>
                    <a:pt x="49" y="200"/>
                  </a:moveTo>
                  <a:lnTo>
                    <a:pt x="0" y="156"/>
                  </a:lnTo>
                  <a:lnTo>
                    <a:pt x="45" y="107"/>
                  </a:lnTo>
                  <a:cubicBezTo>
                    <a:pt x="136" y="7"/>
                    <a:pt x="292" y="0"/>
                    <a:pt x="392" y="91"/>
                  </a:cubicBezTo>
                  <a:lnTo>
                    <a:pt x="441" y="137"/>
                  </a:lnTo>
                  <a:lnTo>
                    <a:pt x="396" y="185"/>
                  </a:lnTo>
                  <a:cubicBezTo>
                    <a:pt x="304" y="285"/>
                    <a:pt x="149" y="292"/>
                    <a:pt x="49" y="200"/>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pic>
        <p:nvPicPr>
          <p:cNvPr id="52" name="Picture 51"/>
          <p:cNvPicPr>
            <a:picLocks noChangeAspect="1"/>
          </p:cNvPicPr>
          <p:nvPr userDrawn="1"/>
        </p:nvPicPr>
        <p:blipFill>
          <a:blip r:embed="rId2"/>
          <a:stretch>
            <a:fillRect/>
          </a:stretch>
        </p:blipFill>
        <p:spPr>
          <a:xfrm>
            <a:off x="10201492" y="360786"/>
            <a:ext cx="1372094" cy="423211"/>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Rectangle 2"/>
          <p:cNvSpPr>
            <a:spLocks noGrp="1" noChangeArrowheads="1"/>
          </p:cNvSpPr>
          <p:nvPr>
            <p:ph type="ftr" sz="quarter" idx="10"/>
          </p:nvPr>
        </p:nvSpPr>
        <p:spPr/>
        <p:txBody>
          <a:bodyPr/>
          <a:lstStyle>
            <a:lvl1pPr>
              <a:defRPr/>
            </a:lvl1pPr>
          </a:lstStyle>
          <a:p>
            <a:pPr>
              <a:defRPr/>
            </a:pPr>
            <a:r>
              <a:rPr lang="en-US" altLang="zh-CN"/>
              <a:t>Computer Network</a:t>
            </a:r>
          </a:p>
        </p:txBody>
      </p:sp>
      <p:sp>
        <p:nvSpPr>
          <p:cNvPr id="3" name="Rectangle 3"/>
          <p:cNvSpPr>
            <a:spLocks noGrp="1" noChangeArrowheads="1"/>
          </p:cNvSpPr>
          <p:nvPr>
            <p:ph type="sldNum" sz="quarter" idx="11"/>
          </p:nvPr>
        </p:nvSpPr>
        <p:spPr/>
        <p:txBody>
          <a:bodyPr/>
          <a:lstStyle>
            <a:lvl1pPr>
              <a:defRPr/>
            </a:lvl1pPr>
          </a:lstStyle>
          <a:p>
            <a:pPr>
              <a:defRPr/>
            </a:pPr>
            <a:fld id="{B1B47D5B-BA10-41F0-89BB-07D38B73E42A}" type="slidenum">
              <a:rPr lang="en-US" altLang="zh-CN"/>
              <a:t>‹#›</a:t>
            </a:fld>
            <a:endParaRPr lang="en-US" altLang="zh-CN"/>
          </a:p>
        </p:txBody>
      </p:sp>
      <p:sp>
        <p:nvSpPr>
          <p:cNvPr id="4" name="Rectangle 16"/>
          <p:cNvSpPr>
            <a:spLocks noGrp="1" noChangeArrowheads="1"/>
          </p:cNvSpPr>
          <p:nvPr>
            <p:ph type="dt" sz="half" idx="12"/>
          </p:nvPr>
        </p:nvSpPr>
        <p:spPr/>
        <p:txBody>
          <a:bodyPr/>
          <a:lstStyle>
            <a:lvl1pPr>
              <a:defRPr/>
            </a:lvl1pPr>
          </a:lstStyle>
          <a:p>
            <a:pPr>
              <a:defRPr/>
            </a:pPr>
            <a:fld id="{4B4FDCBF-19B2-47C2-9057-9C723622068F}" type="datetime1">
              <a:rPr lang="zh-CN" altLang="en-US"/>
              <a:t>2024/10/18</a:t>
            </a:fld>
            <a:endParaRPr lang="en-US" altLang="zh-CN"/>
          </a:p>
        </p:txBody>
      </p:sp>
    </p:spTree>
  </p:cSld>
  <p:clrMapOvr>
    <a:masterClrMapping/>
  </p:clrMapOvr>
  <p:transition spd="slow">
    <p:pull dir="ru"/>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1307508" y="365126"/>
            <a:ext cx="8220812" cy="879086"/>
          </a:xfrm>
          <a:prstGeom prst="rect">
            <a:avLst/>
          </a:prstGeom>
        </p:spPr>
        <p:txBody>
          <a:bodyPr vert="horz" lIns="91440" tIns="45720" rIns="91440" bIns="45720" rtlCol="0" anchor="ctr">
            <a:normAutofit/>
          </a:bodyPr>
          <a:lstStyle/>
          <a:p>
            <a:r>
              <a:rPr kumimoji="1" lang="zh-CN" altLang="en-US" dirty="0"/>
              <a:t>单击此处编辑母版标题样式</a:t>
            </a:r>
          </a:p>
        </p:txBody>
      </p:sp>
      <p:sp>
        <p:nvSpPr>
          <p:cNvPr id="3" name="文本占位符 2"/>
          <p:cNvSpPr>
            <a:spLocks noGrp="1"/>
          </p:cNvSpPr>
          <p:nvPr>
            <p:ph type="body" idx="1"/>
          </p:nvPr>
        </p:nvSpPr>
        <p:spPr>
          <a:xfrm>
            <a:off x="838200" y="1590270"/>
            <a:ext cx="10515600" cy="4586694"/>
          </a:xfrm>
          <a:prstGeom prst="rect">
            <a:avLst/>
          </a:prstGeom>
        </p:spPr>
        <p:txBody>
          <a:bodyPr vert="horz" lIns="91440" tIns="45720" rIns="91440" bIns="45720" rtlCol="0">
            <a:normAutofit/>
          </a:body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7" name="日期占位符 3"/>
          <p:cNvSpPr>
            <a:spLocks noGrp="1"/>
          </p:cNvSpPr>
          <p:nvPr>
            <p:ph type="dt" sz="half" idx="2"/>
          </p:nvPr>
        </p:nvSpPr>
        <p:spPr>
          <a:xfrm>
            <a:off x="158698" y="6476424"/>
            <a:ext cx="2743200" cy="365125"/>
          </a:xfrm>
          <a:prstGeom prst="rect">
            <a:avLst/>
          </a:prstGeom>
        </p:spPr>
        <p:txBody>
          <a:bodyPr/>
          <a:lstStyle>
            <a:lvl1pPr>
              <a:defRPr sz="1600">
                <a:solidFill>
                  <a:schemeClr val="bg1">
                    <a:lumMod val="65000"/>
                  </a:schemeClr>
                </a:solidFill>
                <a:latin typeface="微软雅黑" panose="020B0503020204020204" pitchFamily="34" charset="-122"/>
                <a:ea typeface="微软雅黑" panose="020B0503020204020204" pitchFamily="34" charset="-122"/>
              </a:defRPr>
            </a:lvl1pPr>
          </a:lstStyle>
          <a:p>
            <a:r>
              <a:rPr kumimoji="1" lang="en-US" altLang="zh-CN"/>
              <a:t>1.1 </a:t>
            </a:r>
            <a:r>
              <a:rPr kumimoji="1" lang="zh-CN" altLang="en-US"/>
              <a:t>模板使用说明</a:t>
            </a:r>
            <a:endParaRPr kumimoji="1" lang="zh-CN" altLang="en-US" dirty="0"/>
          </a:p>
        </p:txBody>
      </p:sp>
      <p:sp>
        <p:nvSpPr>
          <p:cNvPr id="8" name="页脚占位符 4"/>
          <p:cNvSpPr>
            <a:spLocks noGrp="1"/>
          </p:cNvSpPr>
          <p:nvPr>
            <p:ph type="ftr" sz="quarter" idx="3"/>
          </p:nvPr>
        </p:nvSpPr>
        <p:spPr>
          <a:xfrm>
            <a:off x="4038600" y="6476424"/>
            <a:ext cx="4114800" cy="365125"/>
          </a:xfrm>
          <a:prstGeom prst="rect">
            <a:avLst/>
          </a:prstGeom>
        </p:spPr>
        <p:txBody>
          <a:bodyPr/>
          <a:lstStyle>
            <a:lvl1pPr algn="ctr">
              <a:defRPr sz="1600">
                <a:solidFill>
                  <a:schemeClr val="bg1">
                    <a:lumMod val="65000"/>
                  </a:schemeClr>
                </a:solidFill>
                <a:latin typeface="微软雅黑" panose="020B0503020204020204" pitchFamily="34" charset="-122"/>
                <a:ea typeface="微软雅黑" panose="020B0503020204020204" pitchFamily="34" charset="-122"/>
              </a:defRPr>
            </a:lvl1pPr>
          </a:lstStyle>
          <a:p>
            <a:r>
              <a:rPr kumimoji="1" lang="zh-CN" altLang="en-US"/>
              <a:t>引自：</a:t>
            </a:r>
            <a:r>
              <a:rPr kumimoji="1" lang="en-US" altLang="zh-CN"/>
              <a:t>XXXXX</a:t>
            </a:r>
            <a:r>
              <a:rPr kumimoji="1" lang="zh-CN" altLang="en-US"/>
              <a:t>（如果需要）</a:t>
            </a:r>
            <a:endParaRPr kumimoji="1" lang="zh-CN" altLang="en-US" dirty="0"/>
          </a:p>
        </p:txBody>
      </p:sp>
      <p:sp>
        <p:nvSpPr>
          <p:cNvPr id="9" name="灯片编号占位符 5"/>
          <p:cNvSpPr>
            <a:spLocks noGrp="1"/>
          </p:cNvSpPr>
          <p:nvPr>
            <p:ph type="sldNum" sz="quarter" idx="4"/>
          </p:nvPr>
        </p:nvSpPr>
        <p:spPr>
          <a:xfrm>
            <a:off x="8686810" y="6476424"/>
            <a:ext cx="3319670" cy="365125"/>
          </a:xfrm>
          <a:prstGeom prst="rect">
            <a:avLst/>
          </a:prstGeom>
        </p:spPr>
        <p:txBody>
          <a:bodyPr/>
          <a:lstStyle>
            <a:lvl1pPr algn="r">
              <a:defRPr sz="1600">
                <a:solidFill>
                  <a:schemeClr val="bg1">
                    <a:lumMod val="65000"/>
                  </a:schemeClr>
                </a:solidFill>
                <a:latin typeface="微软雅黑" panose="020B0503020204020204" pitchFamily="34" charset="-122"/>
                <a:ea typeface="微软雅黑" panose="020B0503020204020204" pitchFamily="34" charset="-122"/>
              </a:defRPr>
            </a:lvl1pPr>
          </a:lstStyle>
          <a:p>
            <a:fld id="{8D4D1E41-7A09-AB4A-A4E1-09765ADA2698}" type="slidenum">
              <a:rPr kumimoji="1" lang="zh-CN" altLang="en-US" smtClean="0"/>
              <a:t>‹#›</a:t>
            </a:fld>
            <a:endParaRPr kumimoji="1"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hdr="0"/>
  <p:txStyles>
    <p:titleStyle>
      <a:lvl1pPr algn="l" defTabSz="914400" rtl="0" eaLnBrk="1" latinLnBrk="0" hangingPunct="1">
        <a:lnSpc>
          <a:spcPct val="90000"/>
        </a:lnSpc>
        <a:spcBef>
          <a:spcPct val="0"/>
        </a:spcBef>
        <a:buNone/>
        <a:defRPr sz="4400" kern="1200">
          <a:solidFill>
            <a:schemeClr val="tx1"/>
          </a:solidFill>
          <a:latin typeface="微软雅黑" panose="020B0503020204020204" pitchFamily="34" charset="-122"/>
          <a:ea typeface="微软雅黑" panose="020B0503020204020204" pitchFamily="34" charset="-122"/>
          <a:cs typeface="+mj-cs"/>
        </a:defRPr>
      </a:lvl1pPr>
    </p:titleStyle>
    <p:bodyStyle>
      <a:lvl1pPr marL="228600" indent="-228600" algn="l" defTabSz="914400" rtl="0" eaLnBrk="1" latinLnBrk="0" hangingPunct="1">
        <a:lnSpc>
          <a:spcPct val="100000"/>
        </a:lnSpc>
        <a:spcBef>
          <a:spcPts val="600"/>
        </a:spcBef>
        <a:buFont typeface="Arial" panose="020B0604020202090204"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9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9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4.emf"/><Relationship Id="rId5" Type="http://schemas.openxmlformats.org/officeDocument/2006/relationships/oleObject" Target="../embeddings/oleObject2.bin"/><Relationship Id="rId4" Type="http://schemas.openxmlformats.org/officeDocument/2006/relationships/image" Target="../media/image3.emf"/></Relationships>
</file>

<file path=ppt/slides/_rels/slide6.xml.rels><?xml version="1.0" encoding="UTF-8" standalone="yes"?>
<Relationships xmlns="http://schemas.openxmlformats.org/package/2006/relationships"><Relationship Id="rId8" Type="http://schemas.openxmlformats.org/officeDocument/2006/relationships/image" Target="../media/image7.emf"/><Relationship Id="rId3" Type="http://schemas.openxmlformats.org/officeDocument/2006/relationships/oleObject" Target="../embeddings/oleObject3.bin"/><Relationship Id="rId7" Type="http://schemas.openxmlformats.org/officeDocument/2006/relationships/oleObject" Target="../embeddings/oleObject5.bin"/><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6.emf"/><Relationship Id="rId5" Type="http://schemas.openxmlformats.org/officeDocument/2006/relationships/oleObject" Target="../embeddings/oleObject4.bin"/><Relationship Id="rId4" Type="http://schemas.openxmlformats.org/officeDocument/2006/relationships/image" Target="../media/image5.emf"/></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5.emf"/></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www.google.com.hk/url?sa=i&amp;rct=j&amp;q=%E5%A4%8F%E5%A8%81%E5%A4%B7%E5%A4%A7%E5%AD%A6&amp;source=images&amp;cd=&amp;cad=rja&amp;docid=QqV5GGlnJ610dM&amp;tbnid=yz0Sg-qCQwRxOM:&amp;ved=0CAUQjRw&amp;url=http://www.zjrcg.com/yimin/newsshow.asp?id1%3d680&amp;ei=7YxaUtGDF8TpiAfXrYHIAw&amp;psig=AFQjCNGj-p7S9T4gp_rNtbmKqWLd1npQUQ&amp;ust=1381752346396953"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jpeg"/><Relationship Id="rId4" Type="http://schemas.openxmlformats.org/officeDocument/2006/relationships/image" Target="../media/image9.jpe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1.xml"/><Relationship Id="rId6" Type="http://schemas.openxmlformats.org/officeDocument/2006/relationships/image" Target="../media/image13.jpeg"/><Relationship Id="rId5" Type="http://schemas.openxmlformats.org/officeDocument/2006/relationships/image" Target="../media/image12.emf"/><Relationship Id="rId4" Type="http://schemas.openxmlformats.org/officeDocument/2006/relationships/oleObject" Target="../embeddings/oleObject7.bin"/></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2.xml"/><Relationship Id="rId5" Type="http://schemas.openxmlformats.org/officeDocument/2006/relationships/image" Target="../media/image13.jpeg"/><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20.wmf"/></Relationships>
</file>

<file path=ppt/slides/_rels/slide24.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2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8.xml"/><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27.png"/></Relationships>
</file>

<file path=ppt/slides/_rels/slide3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9.xml"/><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30.png"/></Relationships>
</file>

<file path=ppt/slides/_rels/slide3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0.xml"/><Relationship Id="rId1" Type="http://schemas.openxmlformats.org/officeDocument/2006/relationships/slideLayout" Target="../slideLayouts/slideLayout2.xml"/><Relationship Id="rId5" Type="http://schemas.openxmlformats.org/officeDocument/2006/relationships/image" Target="../media/image34.png"/><Relationship Id="rId4" Type="http://schemas.openxmlformats.org/officeDocument/2006/relationships/image" Target="../media/image33.png"/></Relationships>
</file>

<file path=ppt/slides/_rels/slide3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2.xml"/><Relationship Id="rId1" Type="http://schemas.openxmlformats.org/officeDocument/2006/relationships/slideLayout" Target="../slideLayouts/slideLayout2.xml"/><Relationship Id="rId5" Type="http://schemas.openxmlformats.org/officeDocument/2006/relationships/image" Target="../media/image38.png"/><Relationship Id="rId4" Type="http://schemas.openxmlformats.org/officeDocument/2006/relationships/image" Target="../media/image37.png"/></Relationships>
</file>

<file path=ppt/slides/_rels/slide3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hyperlink" Target="http://en.wikipedia.org/wiki/File:MAC-48_Address.svg" TargetMode="External"/><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37.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image" Target="../media/image41.png"/><Relationship Id="rId7" Type="http://schemas.openxmlformats.org/officeDocument/2006/relationships/image" Target="../media/image44.emf"/><Relationship Id="rId2" Type="http://schemas.openxmlformats.org/officeDocument/2006/relationships/notesSlide" Target="../notesSlides/notesSlide36.xml"/><Relationship Id="rId1" Type="http://schemas.openxmlformats.org/officeDocument/2006/relationships/slideLayout" Target="../slideLayouts/slideLayout2.xml"/><Relationship Id="rId6" Type="http://schemas.openxmlformats.org/officeDocument/2006/relationships/image" Target="../media/image43.png"/><Relationship Id="rId5" Type="http://schemas.openxmlformats.org/officeDocument/2006/relationships/hyperlink" Target="https://www.wireshark.org/tools/oui-lookup.html" TargetMode="External"/><Relationship Id="rId4" Type="http://schemas.openxmlformats.org/officeDocument/2006/relationships/image" Target="../media/image42.png"/></Relationships>
</file>

<file path=ppt/slides/_rels/slide38.xml.rels><?xml version="1.0" encoding="UTF-8" standalone="yes"?>
<Relationships xmlns="http://schemas.openxmlformats.org/package/2006/relationships"><Relationship Id="rId3" Type="http://schemas.openxmlformats.org/officeDocument/2006/relationships/hyperlink" Target="https://www.iana.org/assignments/ieee-802-numbers/ieee-802-numbers.xhtml#ieee-802-numbers-1" TargetMode="External"/><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42.xml"/><Relationship Id="rId1" Type="http://schemas.openxmlformats.org/officeDocument/2006/relationships/slideLayout" Target="../slideLayouts/slideLayout2.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50.png"/></Relationships>
</file>

<file path=ppt/slides/_rels/slide44.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43.xml"/><Relationship Id="rId1" Type="http://schemas.openxmlformats.org/officeDocument/2006/relationships/slideLayout" Target="../slideLayouts/slideLayout2.xml"/><Relationship Id="rId5" Type="http://schemas.openxmlformats.org/officeDocument/2006/relationships/image" Target="../media/image55.png"/><Relationship Id="rId4" Type="http://schemas.openxmlformats.org/officeDocument/2006/relationships/image" Target="../media/image54.jpeg"/></Relationships>
</file>

<file path=ppt/slides/_rels/slide45.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image" Target="../media/image57.png"/></Relationships>
</file>

<file path=ppt/slides/_rels/slide46.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45.xml"/><Relationship Id="rId1" Type="http://schemas.openxmlformats.org/officeDocument/2006/relationships/slideLayout" Target="../slideLayouts/slideLayout2.xml"/><Relationship Id="rId4" Type="http://schemas.openxmlformats.org/officeDocument/2006/relationships/image" Target="../media/image59.png"/></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49.xml"/><Relationship Id="rId1" Type="http://schemas.openxmlformats.org/officeDocument/2006/relationships/slideLayout" Target="../slideLayouts/slideLayout2.xml"/><Relationship Id="rId5" Type="http://schemas.openxmlformats.org/officeDocument/2006/relationships/image" Target="../media/image63.png"/><Relationship Id="rId4" Type="http://schemas.openxmlformats.org/officeDocument/2006/relationships/image" Target="../media/image62.png"/></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hyperlink" Target="http://www.cnw.com.cn/news-SlideShow/htm2009/20090421_172223_2.shtml" TargetMode="External"/><Relationship Id="rId2" Type="http://schemas.openxmlformats.org/officeDocument/2006/relationships/notesSlide" Target="../notesSlides/notesSlide53.xml"/><Relationship Id="rId1" Type="http://schemas.openxmlformats.org/officeDocument/2006/relationships/slideLayout" Target="../slideLayouts/slideLayout2.xml"/><Relationship Id="rId5" Type="http://schemas.openxmlformats.org/officeDocument/2006/relationships/image" Target="../media/image35.png"/><Relationship Id="rId4" Type="http://schemas.openxmlformats.org/officeDocument/2006/relationships/image" Target="../media/image65.jpeg"/></Relationships>
</file>

<file path=ppt/slides/_rels/slide55.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54.xml"/><Relationship Id="rId1" Type="http://schemas.openxmlformats.org/officeDocument/2006/relationships/slideLayout" Target="../slideLayouts/slideLayout2.xml"/><Relationship Id="rId4" Type="http://schemas.openxmlformats.org/officeDocument/2006/relationships/image" Target="../media/image67.png"/></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56.xml"/><Relationship Id="rId1" Type="http://schemas.openxmlformats.org/officeDocument/2006/relationships/slideLayout" Target="../slideLayouts/slideLayout2.xml"/><Relationship Id="rId4" Type="http://schemas.openxmlformats.org/officeDocument/2006/relationships/image" Target="../media/image69.png"/></Relationships>
</file>

<file path=ppt/slides/_rels/slide58.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57.xml"/><Relationship Id="rId1" Type="http://schemas.openxmlformats.org/officeDocument/2006/relationships/slideLayout" Target="../slideLayouts/slideLayout2.xml"/><Relationship Id="rId4" Type="http://schemas.openxmlformats.org/officeDocument/2006/relationships/image" Target="../media/image69.png"/></Relationships>
</file>

<file path=ppt/slides/_rels/slide59.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58.xml"/><Relationship Id="rId1" Type="http://schemas.openxmlformats.org/officeDocument/2006/relationships/slideLayout" Target="../slideLayouts/slideLayout2.xml"/><Relationship Id="rId5" Type="http://schemas.openxmlformats.org/officeDocument/2006/relationships/image" Target="../media/image70.wmf"/><Relationship Id="rId4" Type="http://schemas.openxmlformats.org/officeDocument/2006/relationships/image" Target="../media/image69.png"/></Relationships>
</file>

<file path=ppt/slides/_rels/slide60.xml.rels><?xml version="1.0" encoding="UTF-8" standalone="yes"?>
<Relationships xmlns="http://schemas.openxmlformats.org/package/2006/relationships"><Relationship Id="rId3" Type="http://schemas.openxmlformats.org/officeDocument/2006/relationships/image" Target="../media/image70.wmf"/><Relationship Id="rId2" Type="http://schemas.openxmlformats.org/officeDocument/2006/relationships/notesSlide" Target="../notesSlides/notesSlide59.xml"/><Relationship Id="rId1" Type="http://schemas.openxmlformats.org/officeDocument/2006/relationships/slideLayout" Target="../slideLayouts/slideLayout2.xml"/><Relationship Id="rId6" Type="http://schemas.openxmlformats.org/officeDocument/2006/relationships/comments" Target="../comments/comment1.xml"/><Relationship Id="rId5" Type="http://schemas.openxmlformats.org/officeDocument/2006/relationships/image" Target="../media/image71.png"/><Relationship Id="rId4" Type="http://schemas.openxmlformats.org/officeDocument/2006/relationships/image" Target="../media/image69.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60.xml"/><Relationship Id="rId1" Type="http://schemas.openxmlformats.org/officeDocument/2006/relationships/slideLayout" Target="../slideLayouts/slideLayout2.xml"/><Relationship Id="rId5" Type="http://schemas.openxmlformats.org/officeDocument/2006/relationships/image" Target="../media/image70.wmf"/><Relationship Id="rId4" Type="http://schemas.openxmlformats.org/officeDocument/2006/relationships/image" Target="../media/image69.png"/></Relationships>
</file>

<file path=ppt/slides/_rels/slide63.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61.xml"/><Relationship Id="rId1" Type="http://schemas.openxmlformats.org/officeDocument/2006/relationships/slideLayout" Target="../slideLayouts/slideLayout2.xml"/><Relationship Id="rId5" Type="http://schemas.openxmlformats.org/officeDocument/2006/relationships/image" Target="../media/image70.wmf"/><Relationship Id="rId4" Type="http://schemas.openxmlformats.org/officeDocument/2006/relationships/image" Target="../media/image69.png"/></Relationships>
</file>

<file path=ppt/slides/_rels/slide64.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62.xml"/><Relationship Id="rId1" Type="http://schemas.openxmlformats.org/officeDocument/2006/relationships/slideLayout" Target="../slideLayouts/slideLayout2.xml"/><Relationship Id="rId5" Type="http://schemas.openxmlformats.org/officeDocument/2006/relationships/image" Target="../media/image70.wmf"/><Relationship Id="rId4" Type="http://schemas.openxmlformats.org/officeDocument/2006/relationships/image" Target="../media/image69.png"/></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70.wmf"/><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65.xml"/><Relationship Id="rId1" Type="http://schemas.openxmlformats.org/officeDocument/2006/relationships/slideLayout" Target="../slideLayouts/slideLayout2.xml"/><Relationship Id="rId5" Type="http://schemas.openxmlformats.org/officeDocument/2006/relationships/image" Target="../media/image70.wmf"/><Relationship Id="rId4" Type="http://schemas.openxmlformats.org/officeDocument/2006/relationships/image" Target="../media/image69.png"/></Relationships>
</file>

<file path=ppt/slides/_rels/slide68.xml.rels><?xml version="1.0" encoding="UTF-8" standalone="yes"?>
<Relationships xmlns="http://schemas.openxmlformats.org/package/2006/relationships"><Relationship Id="rId3" Type="http://schemas.openxmlformats.org/officeDocument/2006/relationships/image" Target="../media/image68.png"/><Relationship Id="rId7" Type="http://schemas.openxmlformats.org/officeDocument/2006/relationships/image" Target="../media/image73.svg"/><Relationship Id="rId2" Type="http://schemas.openxmlformats.org/officeDocument/2006/relationships/notesSlide" Target="../notesSlides/notesSlide66.xml"/><Relationship Id="rId1" Type="http://schemas.openxmlformats.org/officeDocument/2006/relationships/slideLayout" Target="../slideLayouts/slideLayout2.xml"/><Relationship Id="rId6" Type="http://schemas.openxmlformats.org/officeDocument/2006/relationships/image" Target="../media/image72.png"/><Relationship Id="rId5" Type="http://schemas.openxmlformats.org/officeDocument/2006/relationships/image" Target="../media/image70.wmf"/><Relationship Id="rId4" Type="http://schemas.openxmlformats.org/officeDocument/2006/relationships/image" Target="../media/image69.png"/></Relationships>
</file>

<file path=ppt/slides/_rels/slide69.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67.xml"/><Relationship Id="rId1" Type="http://schemas.openxmlformats.org/officeDocument/2006/relationships/slideLayout" Target="../slideLayouts/slideLayout2.xml"/><Relationship Id="rId5" Type="http://schemas.openxmlformats.org/officeDocument/2006/relationships/image" Target="../media/image70.wmf"/><Relationship Id="rId4" Type="http://schemas.openxmlformats.org/officeDocument/2006/relationships/image" Target="../media/image69.png"/></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70.xml"/><Relationship Id="rId1" Type="http://schemas.openxmlformats.org/officeDocument/2006/relationships/slideLayout" Target="../slideLayouts/slideLayout2.xml"/><Relationship Id="rId4" Type="http://schemas.openxmlformats.org/officeDocument/2006/relationships/image" Target="../media/image75.png"/></Relationships>
</file>

<file path=ppt/slides/_rels/slide73.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2.xml"/><Relationship Id="rId4" Type="http://schemas.openxmlformats.org/officeDocument/2006/relationships/image" Target="../media/image76.png"/></Relationships>
</file>

<file path=ppt/slides/_rels/slide74.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71.xml"/><Relationship Id="rId1" Type="http://schemas.openxmlformats.org/officeDocument/2006/relationships/slideLayout" Target="../slideLayouts/slideLayout2.xml"/><Relationship Id="rId6" Type="http://schemas.openxmlformats.org/officeDocument/2006/relationships/image" Target="../media/image69.png"/><Relationship Id="rId5" Type="http://schemas.openxmlformats.org/officeDocument/2006/relationships/image" Target="../media/image77.png"/><Relationship Id="rId4" Type="http://schemas.openxmlformats.org/officeDocument/2006/relationships/image" Target="../media/image68.png"/></Relationships>
</file>

<file path=ppt/slides/_rels/slide76.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74.xml"/><Relationship Id="rId1" Type="http://schemas.openxmlformats.org/officeDocument/2006/relationships/slideLayout" Target="../slideLayouts/slideLayout2.xml"/><Relationship Id="rId5" Type="http://schemas.openxmlformats.org/officeDocument/2006/relationships/image" Target="../media/image76.png"/><Relationship Id="rId4" Type="http://schemas.openxmlformats.org/officeDocument/2006/relationships/image" Target="../media/image78.png"/></Relationships>
</file>

<file path=ppt/slides/_rels/slide82.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75.xml"/><Relationship Id="rId1" Type="http://schemas.openxmlformats.org/officeDocument/2006/relationships/slideLayout" Target="../slideLayouts/slideLayout2.xml"/><Relationship Id="rId5" Type="http://schemas.openxmlformats.org/officeDocument/2006/relationships/image" Target="../media/image76.png"/><Relationship Id="rId4" Type="http://schemas.openxmlformats.org/officeDocument/2006/relationships/image" Target="../media/image78.png"/></Relationships>
</file>

<file path=ppt/slides/_rels/slide83.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76.xml"/><Relationship Id="rId1" Type="http://schemas.openxmlformats.org/officeDocument/2006/relationships/slideLayout" Target="../slideLayouts/slideLayout2.xml"/><Relationship Id="rId5" Type="http://schemas.openxmlformats.org/officeDocument/2006/relationships/image" Target="../media/image76.png"/><Relationship Id="rId4" Type="http://schemas.openxmlformats.org/officeDocument/2006/relationships/image" Target="../media/image78.png"/></Relationships>
</file>

<file path=ppt/slides/_rels/slide84.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77.xml"/><Relationship Id="rId1" Type="http://schemas.openxmlformats.org/officeDocument/2006/relationships/slideLayout" Target="../slideLayouts/slideLayout2.xml"/><Relationship Id="rId5" Type="http://schemas.openxmlformats.org/officeDocument/2006/relationships/image" Target="../media/image76.png"/><Relationship Id="rId4" Type="http://schemas.openxmlformats.org/officeDocument/2006/relationships/image" Target="../media/image78.png"/></Relationships>
</file>

<file path=ppt/slides/_rels/slide85.xml.rels><?xml version="1.0" encoding="UTF-8" standalone="yes"?>
<Relationships xmlns="http://schemas.openxmlformats.org/package/2006/relationships"><Relationship Id="rId3" Type="http://schemas.openxmlformats.org/officeDocument/2006/relationships/image" Target="../media/image79.jpeg"/><Relationship Id="rId2" Type="http://schemas.openxmlformats.org/officeDocument/2006/relationships/notesSlide" Target="../notesSlides/notesSlide78.xml"/><Relationship Id="rId1" Type="http://schemas.openxmlformats.org/officeDocument/2006/relationships/slideLayout" Target="../slideLayouts/slideLayout2.xml"/><Relationship Id="rId5" Type="http://schemas.openxmlformats.org/officeDocument/2006/relationships/image" Target="../media/image81.jpeg"/><Relationship Id="rId4" Type="http://schemas.openxmlformats.org/officeDocument/2006/relationships/image" Target="../media/image80.jpeg"/></Relationships>
</file>

<file path=ppt/slides/_rels/slide86.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83.emf"/><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image" Target="../media/image83.emf"/><Relationship Id="rId2" Type="http://schemas.openxmlformats.org/officeDocument/2006/relationships/notesSlide" Target="../notesSlides/notesSlide98.xml"/><Relationship Id="rId1" Type="http://schemas.openxmlformats.org/officeDocument/2006/relationships/slideLayout" Target="../slideLayouts/slideLayout2.xml"/><Relationship Id="rId4" Type="http://schemas.openxmlformats.org/officeDocument/2006/relationships/image" Target="../media/image78.png"/></Relationships>
</file>

<file path=ppt/slides/_rels/slide106.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media/image83.emf"/><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83.emf"/><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image" Target="../media/image83.emf"/><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image" Target="../media/image83.emf"/><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8" Type="http://schemas.openxmlformats.org/officeDocument/2006/relationships/oleObject" Target="../embeddings/oleObject12.bin"/><Relationship Id="rId3" Type="http://schemas.openxmlformats.org/officeDocument/2006/relationships/image" Target="../media/image83.emf"/><Relationship Id="rId7" Type="http://schemas.openxmlformats.org/officeDocument/2006/relationships/oleObject" Target="../embeddings/oleObject11.bin"/><Relationship Id="rId2" Type="http://schemas.openxmlformats.org/officeDocument/2006/relationships/notesSlide" Target="../notesSlides/notesSlide106.xml"/><Relationship Id="rId1" Type="http://schemas.openxmlformats.org/officeDocument/2006/relationships/slideLayout" Target="../slideLayouts/slideLayout2.xml"/><Relationship Id="rId6" Type="http://schemas.openxmlformats.org/officeDocument/2006/relationships/image" Target="../media/image87.wmf"/><Relationship Id="rId5" Type="http://schemas.openxmlformats.org/officeDocument/2006/relationships/oleObject" Target="../embeddings/oleObject10.bin"/><Relationship Id="rId4" Type="http://schemas.openxmlformats.org/officeDocument/2006/relationships/image" Target="../media/image86.png"/><Relationship Id="rId9" Type="http://schemas.openxmlformats.org/officeDocument/2006/relationships/oleObject" Target="../embeddings/oleObject13.bin"/></Relationships>
</file>

<file path=ppt/slides/_rels/slide114.xml.rels><?xml version="1.0" encoding="UTF-8" standalone="yes"?>
<Relationships xmlns="http://schemas.openxmlformats.org/package/2006/relationships"><Relationship Id="rId8" Type="http://schemas.openxmlformats.org/officeDocument/2006/relationships/image" Target="../media/image87.wmf"/><Relationship Id="rId13" Type="http://schemas.openxmlformats.org/officeDocument/2006/relationships/oleObject" Target="../embeddings/oleObject21.bin"/><Relationship Id="rId3" Type="http://schemas.openxmlformats.org/officeDocument/2006/relationships/image" Target="../media/image83.emf"/><Relationship Id="rId7" Type="http://schemas.openxmlformats.org/officeDocument/2006/relationships/oleObject" Target="../embeddings/oleObject16.bin"/><Relationship Id="rId12" Type="http://schemas.openxmlformats.org/officeDocument/2006/relationships/oleObject" Target="../embeddings/oleObject20.bin"/><Relationship Id="rId2" Type="http://schemas.openxmlformats.org/officeDocument/2006/relationships/notesSlide" Target="../notesSlides/notesSlide107.xml"/><Relationship Id="rId1" Type="http://schemas.openxmlformats.org/officeDocument/2006/relationships/slideLayout" Target="../slideLayouts/slideLayout2.xml"/><Relationship Id="rId6" Type="http://schemas.openxmlformats.org/officeDocument/2006/relationships/oleObject" Target="../embeddings/oleObject15.bin"/><Relationship Id="rId11" Type="http://schemas.openxmlformats.org/officeDocument/2006/relationships/oleObject" Target="../embeddings/oleObject19.bin"/><Relationship Id="rId5" Type="http://schemas.openxmlformats.org/officeDocument/2006/relationships/image" Target="../media/image88.wmf"/><Relationship Id="rId10" Type="http://schemas.openxmlformats.org/officeDocument/2006/relationships/oleObject" Target="../embeddings/oleObject18.bin"/><Relationship Id="rId4" Type="http://schemas.openxmlformats.org/officeDocument/2006/relationships/oleObject" Target="../embeddings/oleObject14.bin"/><Relationship Id="rId9" Type="http://schemas.openxmlformats.org/officeDocument/2006/relationships/oleObject" Target="../embeddings/oleObject17.bin"/></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3" Type="http://schemas.openxmlformats.org/officeDocument/2006/relationships/image" Target="../media/image91.emf"/><Relationship Id="rId2" Type="http://schemas.openxmlformats.org/officeDocument/2006/relationships/notesSlide" Target="../notesSlides/notesSlide111.xml"/><Relationship Id="rId1" Type="http://schemas.openxmlformats.org/officeDocument/2006/relationships/slideLayout" Target="../slideLayouts/slideLayout2.xml"/><Relationship Id="rId4" Type="http://schemas.openxmlformats.org/officeDocument/2006/relationships/image" Target="../media/image92.png"/></Relationships>
</file>

<file path=ppt/slides/_rels/slide120.xml.rels><?xml version="1.0" encoding="UTF-8" standalone="yes"?>
<Relationships xmlns="http://schemas.openxmlformats.org/package/2006/relationships"><Relationship Id="rId3" Type="http://schemas.openxmlformats.org/officeDocument/2006/relationships/image" Target="../media/image93.emf"/><Relationship Id="rId2" Type="http://schemas.openxmlformats.org/officeDocument/2006/relationships/notesSlide" Target="../notesSlides/notesSlide112.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113.xml"/><Relationship Id="rId1" Type="http://schemas.openxmlformats.org/officeDocument/2006/relationships/slideLayout" Target="../slideLayouts/slideLayout2.xml"/><Relationship Id="rId4" Type="http://schemas.openxmlformats.org/officeDocument/2006/relationships/image" Target="../media/image95.png"/></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notesSlide" Target="../notesSlides/notesSlide115.xml"/><Relationship Id="rId1" Type="http://schemas.openxmlformats.org/officeDocument/2006/relationships/slideLayout" Target="../slideLayouts/slideLayout2.xml"/><Relationship Id="rId4" Type="http://schemas.openxmlformats.org/officeDocument/2006/relationships/image" Target="../media/image97.png"/></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3" Type="http://schemas.openxmlformats.org/officeDocument/2006/relationships/image" Target="../media/image98.emf"/><Relationship Id="rId2" Type="http://schemas.openxmlformats.org/officeDocument/2006/relationships/notesSlide" Target="../notesSlides/notesSlide117.xml"/><Relationship Id="rId1" Type="http://schemas.openxmlformats.org/officeDocument/2006/relationships/slideLayout" Target="../slideLayouts/slideLayout2.xml"/><Relationship Id="rId4" Type="http://schemas.openxmlformats.org/officeDocument/2006/relationships/image" Target="../media/image99.emf"/></Relationships>
</file>

<file path=ppt/slides/_rels/slide126.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118.xml"/><Relationship Id="rId1" Type="http://schemas.openxmlformats.org/officeDocument/2006/relationships/slideLayout" Target="../slideLayouts/slideLayout2.xml"/><Relationship Id="rId4" Type="http://schemas.openxmlformats.org/officeDocument/2006/relationships/image" Target="../media/image101.emf"/></Relationships>
</file>

<file path=ppt/slides/_rels/slide127.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119.xml"/><Relationship Id="rId1" Type="http://schemas.openxmlformats.org/officeDocument/2006/relationships/slideLayout" Target="../slideLayouts/slideLayout2.xml"/><Relationship Id="rId4" Type="http://schemas.openxmlformats.org/officeDocument/2006/relationships/image" Target="../media/image102.emf"/></Relationships>
</file>

<file path=ppt/slides/_rels/slide128.xml.rels><?xml version="1.0" encoding="UTF-8" standalone="yes"?>
<Relationships xmlns="http://schemas.openxmlformats.org/package/2006/relationships"><Relationship Id="rId3" Type="http://schemas.openxmlformats.org/officeDocument/2006/relationships/image" Target="../media/image103.emf"/><Relationship Id="rId2" Type="http://schemas.openxmlformats.org/officeDocument/2006/relationships/notesSlide" Target="../notesSlides/notesSlide120.xml"/><Relationship Id="rId1" Type="http://schemas.openxmlformats.org/officeDocument/2006/relationships/slideLayout" Target="../slideLayouts/slideLayout2.xml"/><Relationship Id="rId4" Type="http://schemas.openxmlformats.org/officeDocument/2006/relationships/image" Target="../media/image104.emf"/></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4.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4.xml"/></Relationships>
</file>

<file path=ppt/slides/_rels/slide133.xml.rels><?xml version="1.0" encoding="UTF-8" standalone="yes"?>
<Relationships xmlns="http://schemas.openxmlformats.org/package/2006/relationships"><Relationship Id="rId3" Type="http://schemas.openxmlformats.org/officeDocument/2006/relationships/image" Target="../media/image105.wmf"/><Relationship Id="rId2" Type="http://schemas.openxmlformats.org/officeDocument/2006/relationships/oleObject" Target="../embeddings/oleObject22.bin"/><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891254"/>
            <a:ext cx="9144000" cy="2002674"/>
          </a:xfrm>
        </p:spPr>
        <p:txBody>
          <a:bodyPr/>
          <a:lstStyle/>
          <a:p>
            <a:r>
              <a:rPr kumimoji="1" lang="zh-CN" altLang="en-US" dirty="0"/>
              <a:t>第四章 介质访问子层</a:t>
            </a:r>
          </a:p>
        </p:txBody>
      </p:sp>
      <p:sp>
        <p:nvSpPr>
          <p:cNvPr id="3" name="副标题 2"/>
          <p:cNvSpPr>
            <a:spLocks noGrp="1"/>
          </p:cNvSpPr>
          <p:nvPr>
            <p:ph type="subTitle" idx="1"/>
          </p:nvPr>
        </p:nvSpPr>
        <p:spPr>
          <a:xfrm>
            <a:off x="1524000" y="3727942"/>
            <a:ext cx="9144000" cy="1657977"/>
          </a:xfrm>
        </p:spPr>
        <p:txBody>
          <a:bodyPr>
            <a:normAutofit/>
          </a:bodyPr>
          <a:lstStyle/>
          <a:p>
            <a:pPr>
              <a:lnSpc>
                <a:spcPct val="150000"/>
              </a:lnSpc>
            </a:pPr>
            <a:r>
              <a:rPr kumimoji="1" lang="zh-CN" altLang="en-US" sz="3200" dirty="0"/>
              <a:t>授课</a:t>
            </a:r>
            <a:r>
              <a:rPr kumimoji="1" lang="zh-CN" altLang="en-US" sz="3200"/>
              <a:t>教师：邢焕来</a:t>
            </a:r>
            <a:endParaRPr kumimoji="1" lang="en-US" altLang="zh-CN" sz="3200" dirty="0"/>
          </a:p>
        </p:txBody>
      </p:sp>
      <p:sp>
        <p:nvSpPr>
          <p:cNvPr id="4" name="TextBox 3"/>
          <p:cNvSpPr txBox="1"/>
          <p:nvPr/>
        </p:nvSpPr>
        <p:spPr>
          <a:xfrm>
            <a:off x="2914651" y="6177069"/>
            <a:ext cx="7102185" cy="369332"/>
          </a:xfrm>
          <a:prstGeom prst="rect">
            <a:avLst/>
          </a:prstGeom>
          <a:noFill/>
        </p:spPr>
        <p:txBody>
          <a:bodyPr wrap="square">
            <a:spAutoFit/>
          </a:bodyPr>
          <a:lstStyle/>
          <a:p>
            <a:r>
              <a:rPr kumimoji="1" lang="zh-CN" altLang="en-US" dirty="0"/>
              <a:t>主要内容来自：计算机网络教案社区，版权归原作者所有，有增删改</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本章目标</a:t>
            </a:r>
            <a:endParaRPr kumimoji="1" lang="zh-CN" altLang="en-US" dirty="0"/>
          </a:p>
        </p:txBody>
      </p:sp>
      <p:sp>
        <p:nvSpPr>
          <p:cNvPr id="3" name="内容占位符 2"/>
          <p:cNvSpPr>
            <a:spLocks noGrp="1"/>
          </p:cNvSpPr>
          <p:nvPr>
            <p:ph idx="1"/>
          </p:nvPr>
        </p:nvSpPr>
        <p:spPr>
          <a:xfrm>
            <a:off x="919316" y="1510758"/>
            <a:ext cx="5329083" cy="4586694"/>
          </a:xfrm>
        </p:spPr>
        <p:txBody>
          <a:bodyPr>
            <a:noAutofit/>
          </a:bodyPr>
          <a:lstStyle/>
          <a:p>
            <a:pPr marL="514350" indent="-514350">
              <a:lnSpc>
                <a:spcPct val="120000"/>
              </a:lnSpc>
              <a:buFont typeface="+mj-lt"/>
              <a:buAutoNum type="arabicPeriod"/>
            </a:pPr>
            <a:r>
              <a:rPr kumimoji="1" lang="zh-CN" altLang="en-US" sz="2200" dirty="0"/>
              <a:t>了解</a:t>
            </a:r>
            <a:r>
              <a:rPr kumimoji="1" lang="en-US" altLang="zh-CN" sz="2200" dirty="0"/>
              <a:t>MAC</a:t>
            </a:r>
            <a:r>
              <a:rPr kumimoji="1" lang="zh-CN" altLang="en-US" sz="2200" dirty="0"/>
              <a:t>子层的位置和功能</a:t>
            </a:r>
            <a:endParaRPr kumimoji="1" lang="en-US" altLang="zh-CN" sz="2200" dirty="0"/>
          </a:p>
          <a:p>
            <a:pPr marL="514350" indent="-514350">
              <a:lnSpc>
                <a:spcPct val="120000"/>
              </a:lnSpc>
              <a:buFont typeface="+mj-lt"/>
              <a:buAutoNum type="arabicPeriod"/>
            </a:pPr>
            <a:r>
              <a:rPr kumimoji="1" lang="zh-CN" altLang="en-US" sz="2200" dirty="0"/>
              <a:t>掌握</a:t>
            </a:r>
            <a:r>
              <a:rPr kumimoji="1" lang="zh-CN" altLang="en-US" sz="2200" dirty="0">
                <a:solidFill>
                  <a:srgbClr val="C00000"/>
                </a:solidFill>
              </a:rPr>
              <a:t>两种</a:t>
            </a:r>
            <a:r>
              <a:rPr kumimoji="1" lang="en-US" altLang="zh-CN" sz="2200" dirty="0">
                <a:solidFill>
                  <a:srgbClr val="C00000"/>
                </a:solidFill>
              </a:rPr>
              <a:t>ALOHA</a:t>
            </a:r>
            <a:r>
              <a:rPr kumimoji="1" lang="zh-CN" altLang="en-US" sz="2200" dirty="0">
                <a:solidFill>
                  <a:srgbClr val="C00000"/>
                </a:solidFill>
              </a:rPr>
              <a:t>协议</a:t>
            </a:r>
            <a:r>
              <a:rPr kumimoji="1" lang="zh-CN" altLang="en-US" sz="2200" dirty="0"/>
              <a:t>的工作原理</a:t>
            </a:r>
            <a:endParaRPr kumimoji="1" lang="en-US" altLang="zh-CN" sz="2200" dirty="0"/>
          </a:p>
          <a:p>
            <a:pPr marL="514350" indent="-514350">
              <a:lnSpc>
                <a:spcPct val="120000"/>
              </a:lnSpc>
              <a:buFont typeface="+mj-lt"/>
              <a:buAutoNum type="arabicPeriod"/>
            </a:pPr>
            <a:r>
              <a:rPr kumimoji="1" lang="zh-CN" altLang="en-US" sz="2200" dirty="0"/>
              <a:t>了解两种</a:t>
            </a:r>
            <a:r>
              <a:rPr kumimoji="1" lang="en-US" altLang="zh-CN" sz="2200" dirty="0"/>
              <a:t>ALOHA</a:t>
            </a:r>
            <a:r>
              <a:rPr kumimoji="1" lang="zh-CN" altLang="en-US" sz="2200" dirty="0"/>
              <a:t>协议的性能</a:t>
            </a:r>
            <a:endParaRPr kumimoji="1" lang="en-US" altLang="zh-CN" sz="2200" dirty="0"/>
          </a:p>
          <a:p>
            <a:pPr marL="514350" indent="-514350">
              <a:lnSpc>
                <a:spcPct val="120000"/>
              </a:lnSpc>
              <a:buFont typeface="+mj-lt"/>
              <a:buAutoNum type="arabicPeriod"/>
            </a:pPr>
            <a:r>
              <a:rPr kumimoji="1" lang="zh-CN" altLang="en-US" sz="2200" dirty="0"/>
              <a:t>掌握</a:t>
            </a:r>
            <a:r>
              <a:rPr kumimoji="1" lang="en-US" altLang="zh-CN" sz="2200" dirty="0">
                <a:solidFill>
                  <a:srgbClr val="C00000"/>
                </a:solidFill>
              </a:rPr>
              <a:t>CSMA</a:t>
            </a:r>
            <a:r>
              <a:rPr kumimoji="1" lang="zh-CN" altLang="en-US" sz="2200" dirty="0">
                <a:solidFill>
                  <a:srgbClr val="C00000"/>
                </a:solidFill>
              </a:rPr>
              <a:t>工作原理</a:t>
            </a:r>
            <a:r>
              <a:rPr kumimoji="1" lang="zh-CN" altLang="en-US" sz="2200" dirty="0"/>
              <a:t>及核心所在</a:t>
            </a:r>
            <a:endParaRPr kumimoji="1" lang="en-US" altLang="zh-CN" sz="2200" dirty="0"/>
          </a:p>
          <a:p>
            <a:pPr marL="514350" indent="-514350">
              <a:lnSpc>
                <a:spcPct val="120000"/>
              </a:lnSpc>
              <a:buFont typeface="+mj-lt"/>
              <a:buAutoNum type="arabicPeriod"/>
            </a:pPr>
            <a:r>
              <a:rPr kumimoji="1" lang="zh-CN" altLang="en-US" sz="2200" dirty="0"/>
              <a:t>了解各种类型的</a:t>
            </a:r>
            <a:r>
              <a:rPr kumimoji="1" lang="en-US" altLang="zh-CN" sz="2200" dirty="0"/>
              <a:t>CSMA</a:t>
            </a:r>
            <a:r>
              <a:rPr kumimoji="1" lang="zh-CN" altLang="en-US" sz="2200" dirty="0"/>
              <a:t>的性能和区别</a:t>
            </a:r>
            <a:endParaRPr kumimoji="1" lang="en-US" altLang="zh-CN" sz="2200" dirty="0"/>
          </a:p>
          <a:p>
            <a:pPr marL="514350" indent="-514350">
              <a:lnSpc>
                <a:spcPct val="120000"/>
              </a:lnSpc>
              <a:buFont typeface="+mj-lt"/>
              <a:buAutoNum type="arabicPeriod"/>
            </a:pPr>
            <a:r>
              <a:rPr kumimoji="1" lang="zh-CN" altLang="en-US" sz="2200" dirty="0"/>
              <a:t>了解以太网的发展历史</a:t>
            </a:r>
            <a:endParaRPr kumimoji="1" lang="en-US" altLang="zh-CN" sz="2200" dirty="0"/>
          </a:p>
          <a:p>
            <a:pPr marL="514350" indent="-514350">
              <a:lnSpc>
                <a:spcPct val="120000"/>
              </a:lnSpc>
              <a:buFont typeface="+mj-lt"/>
              <a:buAutoNum type="arabicPeriod"/>
            </a:pPr>
            <a:r>
              <a:rPr kumimoji="1" lang="zh-CN" altLang="en-US" sz="2200" dirty="0"/>
              <a:t>掌握经典以太网的</a:t>
            </a:r>
            <a:r>
              <a:rPr kumimoji="1" lang="zh-CN" altLang="en-US" sz="2200" dirty="0">
                <a:solidFill>
                  <a:srgbClr val="C00000"/>
                </a:solidFill>
              </a:rPr>
              <a:t>拓扑</a:t>
            </a:r>
            <a:endParaRPr kumimoji="1" lang="en-US" altLang="zh-CN" sz="2200" dirty="0"/>
          </a:p>
          <a:p>
            <a:pPr marL="514350" indent="-514350">
              <a:lnSpc>
                <a:spcPct val="120000"/>
              </a:lnSpc>
              <a:buFont typeface="+mj-lt"/>
              <a:buAutoNum type="arabicPeriod"/>
            </a:pPr>
            <a:endParaRPr kumimoji="1" lang="en-US" altLang="zh-CN" sz="2200" dirty="0"/>
          </a:p>
          <a:p>
            <a:pPr marL="514350" indent="-514350">
              <a:lnSpc>
                <a:spcPct val="120000"/>
              </a:lnSpc>
              <a:buFont typeface="+mj-lt"/>
              <a:buAutoNum type="arabicPeriod"/>
            </a:pPr>
            <a:endParaRPr kumimoji="1" lang="en-US" altLang="zh-CN" sz="2200" dirty="0">
              <a:solidFill>
                <a:srgbClr val="C00000"/>
              </a:solidFill>
            </a:endParaRPr>
          </a:p>
          <a:p>
            <a:pPr marL="514350" indent="-514350">
              <a:lnSpc>
                <a:spcPct val="120000"/>
              </a:lnSpc>
              <a:buFont typeface="+mj-lt"/>
              <a:buAutoNum type="arabicPeriod"/>
            </a:pPr>
            <a:endParaRPr kumimoji="1" lang="en-US" altLang="zh-CN" sz="2200" dirty="0"/>
          </a:p>
          <a:p>
            <a:pPr marL="514350" indent="-514350">
              <a:lnSpc>
                <a:spcPct val="120000"/>
              </a:lnSpc>
              <a:buFont typeface="+mj-lt"/>
              <a:buAutoNum type="arabicPeriod"/>
            </a:pPr>
            <a:endParaRPr kumimoji="1" lang="en-US" altLang="zh-CN" sz="2200" dirty="0"/>
          </a:p>
          <a:p>
            <a:pPr marL="514350" indent="-514350">
              <a:lnSpc>
                <a:spcPct val="120000"/>
              </a:lnSpc>
              <a:buFont typeface="+mj-lt"/>
              <a:buAutoNum type="arabicPeriod"/>
            </a:pPr>
            <a:endParaRPr kumimoji="1" lang="zh-CN" altLang="en-US" sz="2200" dirty="0"/>
          </a:p>
        </p:txBody>
      </p:sp>
      <p:sp>
        <p:nvSpPr>
          <p:cNvPr id="10" name="灯片编号占位符 9"/>
          <p:cNvSpPr>
            <a:spLocks noGrp="1"/>
          </p:cNvSpPr>
          <p:nvPr>
            <p:ph type="sldNum" sz="quarter" idx="12"/>
          </p:nvPr>
        </p:nvSpPr>
        <p:spPr/>
        <p:txBody>
          <a:bodyPr/>
          <a:lstStyle/>
          <a:p>
            <a:fld id="{8D4D1E41-7A09-AB4A-A4E1-09765ADA2698}" type="slidenum">
              <a:rPr kumimoji="1" lang="zh-CN" altLang="en-US" smtClean="0"/>
              <a:t>2</a:t>
            </a:fld>
            <a:endParaRPr kumimoji="1" lang="zh-CN" altLang="en-US" dirty="0"/>
          </a:p>
        </p:txBody>
      </p:sp>
      <p:sp>
        <p:nvSpPr>
          <p:cNvPr id="6" name="内容占位符 2"/>
          <p:cNvSpPr txBox="1"/>
          <p:nvPr/>
        </p:nvSpPr>
        <p:spPr>
          <a:xfrm>
            <a:off x="6319683" y="1510758"/>
            <a:ext cx="5316143" cy="4586694"/>
          </a:xfrm>
          <a:prstGeom prst="rect">
            <a:avLst/>
          </a:prstGeom>
        </p:spPr>
        <p:txBody>
          <a:bodyPr vert="horz" lIns="91440" tIns="45720" rIns="91440" bIns="45720" rtlCol="0">
            <a:noAutofit/>
          </a:bodyPr>
          <a:lstStyle>
            <a:lvl1pPr marL="360680" indent="-36068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9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9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514350" indent="-514350">
              <a:lnSpc>
                <a:spcPct val="120000"/>
              </a:lnSpc>
              <a:buFont typeface="+mj-lt"/>
              <a:buAutoNum type="arabicPeriod" startAt="8"/>
            </a:pPr>
            <a:r>
              <a:rPr kumimoji="1" lang="zh-CN" altLang="en-US" sz="2200" dirty="0"/>
              <a:t>掌握经典以太网的</a:t>
            </a:r>
            <a:r>
              <a:rPr kumimoji="1" lang="zh-CN" altLang="en-US" sz="2200" dirty="0">
                <a:solidFill>
                  <a:srgbClr val="C00000"/>
                </a:solidFill>
              </a:rPr>
              <a:t>帧结构</a:t>
            </a:r>
            <a:endParaRPr kumimoji="1" lang="en-US" altLang="zh-CN" sz="2200" dirty="0">
              <a:solidFill>
                <a:srgbClr val="C00000"/>
              </a:solidFill>
            </a:endParaRPr>
          </a:p>
          <a:p>
            <a:pPr marL="514350" indent="-514350">
              <a:lnSpc>
                <a:spcPct val="120000"/>
              </a:lnSpc>
              <a:buFont typeface="+mj-lt"/>
              <a:buAutoNum type="arabicPeriod" startAt="8"/>
            </a:pPr>
            <a:r>
              <a:rPr kumimoji="1" lang="zh-CN" altLang="en-US" sz="2200" dirty="0"/>
              <a:t>掌握</a:t>
            </a:r>
            <a:r>
              <a:rPr kumimoji="1" lang="zh-CN" altLang="en-US" sz="2200" dirty="0">
                <a:solidFill>
                  <a:srgbClr val="C00000"/>
                </a:solidFill>
              </a:rPr>
              <a:t>交换式以太网</a:t>
            </a:r>
            <a:r>
              <a:rPr kumimoji="1" lang="zh-CN" altLang="en-US" sz="2200" dirty="0"/>
              <a:t>的特征</a:t>
            </a:r>
            <a:endParaRPr kumimoji="1" lang="en-US" altLang="zh-CN" sz="2200" dirty="0"/>
          </a:p>
          <a:p>
            <a:pPr marL="514350" indent="-514350">
              <a:lnSpc>
                <a:spcPct val="120000"/>
              </a:lnSpc>
              <a:buFont typeface="+mj-lt"/>
              <a:buAutoNum type="arabicPeriod" startAt="8"/>
            </a:pPr>
            <a:r>
              <a:rPr kumimoji="1" lang="zh-CN" altLang="en-US" sz="2200" dirty="0"/>
              <a:t>了解以太网顽强向前的原因</a:t>
            </a:r>
            <a:endParaRPr kumimoji="1" lang="en-US" altLang="zh-CN" sz="2200" dirty="0"/>
          </a:p>
          <a:p>
            <a:pPr marL="514350" indent="-514350">
              <a:lnSpc>
                <a:spcPct val="120000"/>
              </a:lnSpc>
              <a:buFont typeface="+mj-lt"/>
              <a:buAutoNum type="arabicPeriod" startAt="8"/>
            </a:pPr>
            <a:r>
              <a:rPr kumimoji="1" lang="zh-CN" altLang="en-US" sz="2200" dirty="0"/>
              <a:t>掌握</a:t>
            </a:r>
            <a:r>
              <a:rPr kumimoji="1" lang="zh-CN" altLang="en-US" sz="2200" dirty="0">
                <a:solidFill>
                  <a:srgbClr val="C00000"/>
                </a:solidFill>
              </a:rPr>
              <a:t>数据链路层交换的原理</a:t>
            </a:r>
            <a:endParaRPr kumimoji="1" lang="en-US" altLang="zh-CN" sz="2200" dirty="0">
              <a:solidFill>
                <a:srgbClr val="C00000"/>
              </a:solidFill>
            </a:endParaRPr>
          </a:p>
          <a:p>
            <a:pPr marL="514350" indent="-514350">
              <a:lnSpc>
                <a:spcPct val="120000"/>
              </a:lnSpc>
              <a:buFont typeface="+mj-lt"/>
              <a:buAutoNum type="arabicPeriod" startAt="8"/>
            </a:pPr>
            <a:r>
              <a:rPr kumimoji="1" lang="zh-CN" altLang="en-US" sz="2200" dirty="0"/>
              <a:t>掌握</a:t>
            </a:r>
            <a:r>
              <a:rPr kumimoji="1" lang="en-US" altLang="zh-CN" sz="2200" dirty="0">
                <a:solidFill>
                  <a:srgbClr val="C00000"/>
                </a:solidFill>
              </a:rPr>
              <a:t>MAC</a:t>
            </a:r>
            <a:r>
              <a:rPr kumimoji="1" lang="zh-CN" altLang="en-US" sz="2200" dirty="0">
                <a:solidFill>
                  <a:srgbClr val="C00000"/>
                </a:solidFill>
              </a:rPr>
              <a:t>地址表的维护</a:t>
            </a:r>
            <a:endParaRPr kumimoji="1" lang="en-US" altLang="zh-CN" sz="2200" dirty="0">
              <a:solidFill>
                <a:srgbClr val="C00000"/>
              </a:solidFill>
            </a:endParaRPr>
          </a:p>
          <a:p>
            <a:pPr marL="514350" indent="-514350">
              <a:lnSpc>
                <a:spcPct val="120000"/>
              </a:lnSpc>
              <a:buFont typeface="+mj-lt"/>
              <a:buAutoNum type="arabicPeriod" startAt="8"/>
            </a:pPr>
            <a:r>
              <a:rPr kumimoji="1" lang="zh-CN" altLang="en-US" sz="2200" dirty="0"/>
              <a:t>了解无线网络的拓扑和组织方式</a:t>
            </a:r>
            <a:endParaRPr kumimoji="1" lang="en-US" altLang="zh-CN" sz="2200" dirty="0"/>
          </a:p>
          <a:p>
            <a:pPr marL="514350" indent="-514350">
              <a:lnSpc>
                <a:spcPct val="120000"/>
              </a:lnSpc>
              <a:buFont typeface="+mj-lt"/>
              <a:buAutoNum type="arabicPeriod" startAt="8"/>
            </a:pPr>
            <a:r>
              <a:rPr kumimoji="1" lang="zh-CN" altLang="en-US" sz="2200" dirty="0"/>
              <a:t>了解</a:t>
            </a:r>
            <a:r>
              <a:rPr kumimoji="1" lang="en-US" altLang="zh-CN" sz="2200" dirty="0"/>
              <a:t>CSMA/CA【</a:t>
            </a:r>
            <a:r>
              <a:rPr kumimoji="1" lang="zh-CN" altLang="en-US" sz="2200" dirty="0"/>
              <a:t>了解</a:t>
            </a:r>
            <a:r>
              <a:rPr kumimoji="1" lang="en-US" altLang="zh-CN" sz="2200" dirty="0"/>
              <a:t>】</a:t>
            </a:r>
          </a:p>
          <a:p>
            <a:pPr marL="514350" indent="-514350">
              <a:lnSpc>
                <a:spcPct val="120000"/>
              </a:lnSpc>
              <a:buFont typeface="+mj-lt"/>
              <a:buAutoNum type="arabicPeriod" startAt="8"/>
            </a:pPr>
            <a:endParaRPr kumimoji="1" lang="en-US" altLang="zh-CN" sz="2200" dirty="0"/>
          </a:p>
          <a:p>
            <a:pPr marL="514350" indent="-514350">
              <a:lnSpc>
                <a:spcPct val="120000"/>
              </a:lnSpc>
              <a:buFont typeface="+mj-lt"/>
              <a:buAutoNum type="arabicPeriod" startAt="8"/>
            </a:pPr>
            <a:endParaRPr kumimoji="1" lang="en-US" altLang="zh-CN" sz="2200" dirty="0">
              <a:solidFill>
                <a:srgbClr val="C00000"/>
              </a:solidFill>
            </a:endParaRPr>
          </a:p>
          <a:p>
            <a:pPr marL="514350" indent="-514350">
              <a:lnSpc>
                <a:spcPct val="120000"/>
              </a:lnSpc>
              <a:buFont typeface="+mj-lt"/>
              <a:buAutoNum type="arabicPeriod" startAt="8"/>
            </a:pPr>
            <a:endParaRPr kumimoji="1" lang="en-US" altLang="zh-CN" sz="2200" dirty="0"/>
          </a:p>
          <a:p>
            <a:pPr marL="514350" indent="-514350">
              <a:lnSpc>
                <a:spcPct val="120000"/>
              </a:lnSpc>
              <a:buFont typeface="+mj-lt"/>
              <a:buAutoNum type="arabicPeriod" startAt="8"/>
            </a:pPr>
            <a:endParaRPr kumimoji="1" lang="en-US" altLang="zh-CN" sz="2200" dirty="0"/>
          </a:p>
          <a:p>
            <a:pPr marL="514350" indent="-514350">
              <a:lnSpc>
                <a:spcPct val="120000"/>
              </a:lnSpc>
              <a:buFont typeface="+mj-lt"/>
              <a:buAutoNum type="arabicPeriod" startAt="8"/>
            </a:pPr>
            <a:endParaRPr kumimoji="1" lang="zh-CN" alt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MAC</a:t>
            </a:r>
            <a:r>
              <a:rPr lang="zh-CN" altLang="en-US" dirty="0"/>
              <a:t>子层在哪里？</a:t>
            </a:r>
          </a:p>
        </p:txBody>
      </p:sp>
      <p:sp>
        <p:nvSpPr>
          <p:cNvPr id="3" name="内容占位符 2"/>
          <p:cNvSpPr>
            <a:spLocks noGrp="1"/>
          </p:cNvSpPr>
          <p:nvPr>
            <p:ph idx="1"/>
          </p:nvPr>
        </p:nvSpPr>
        <p:spPr>
          <a:xfrm>
            <a:off x="1307507" y="1510758"/>
            <a:ext cx="4680337" cy="4586694"/>
          </a:xfrm>
        </p:spPr>
        <p:txBody>
          <a:bodyPr>
            <a:normAutofit fontScale="92500" lnSpcReduction="10000"/>
          </a:bodyPr>
          <a:lstStyle/>
          <a:p>
            <a:pPr>
              <a:lnSpc>
                <a:spcPct val="150000"/>
              </a:lnSpc>
            </a:pPr>
            <a:r>
              <a:rPr lang="zh-CN" altLang="en-US" sz="2400" dirty="0"/>
              <a:t>数据链路层分为两个子层：</a:t>
            </a:r>
            <a:endParaRPr lang="en-US" altLang="zh-CN" sz="2400" dirty="0"/>
          </a:p>
          <a:p>
            <a:pPr lvl="1">
              <a:lnSpc>
                <a:spcPct val="150000"/>
              </a:lnSpc>
            </a:pPr>
            <a:r>
              <a:rPr lang="en-US" altLang="zh-CN" sz="2000" dirty="0"/>
              <a:t>MAC</a:t>
            </a:r>
            <a:r>
              <a:rPr lang="zh-CN" altLang="en-US" sz="2000" dirty="0"/>
              <a:t>子层：介质访问</a:t>
            </a:r>
            <a:endParaRPr lang="en-US" altLang="zh-CN" sz="2000" dirty="0"/>
          </a:p>
          <a:p>
            <a:pPr lvl="1">
              <a:lnSpc>
                <a:spcPct val="150000"/>
              </a:lnSpc>
            </a:pPr>
            <a:r>
              <a:rPr lang="en-US" altLang="zh-CN" sz="2000" dirty="0"/>
              <a:t>LLC</a:t>
            </a:r>
            <a:r>
              <a:rPr lang="zh-CN" altLang="en-US" sz="2000" dirty="0"/>
              <a:t>子层：承上启下（弱层）</a:t>
            </a:r>
            <a:endParaRPr lang="en-US" altLang="zh-CN" sz="2000" dirty="0"/>
          </a:p>
          <a:p>
            <a:pPr>
              <a:lnSpc>
                <a:spcPct val="150000"/>
              </a:lnSpc>
            </a:pPr>
            <a:r>
              <a:rPr lang="zh-CN" altLang="en-US" sz="2400" dirty="0"/>
              <a:t>以太网和</a:t>
            </a:r>
            <a:r>
              <a:rPr lang="en-US" altLang="zh-CN" sz="2400" dirty="0"/>
              <a:t>IEEE802.3</a:t>
            </a:r>
          </a:p>
          <a:p>
            <a:pPr lvl="1">
              <a:lnSpc>
                <a:spcPct val="150000"/>
              </a:lnSpc>
            </a:pPr>
            <a:r>
              <a:rPr lang="zh-CN" altLang="en-US" sz="2000" dirty="0"/>
              <a:t>覆盖的层数不同（</a:t>
            </a:r>
            <a:r>
              <a:rPr lang="en-US" altLang="zh-CN" sz="2000" dirty="0"/>
              <a:t>1.5</a:t>
            </a:r>
            <a:r>
              <a:rPr lang="zh-CN" altLang="en-US" sz="2000" dirty="0"/>
              <a:t>层</a:t>
            </a:r>
            <a:r>
              <a:rPr lang="en-US" altLang="zh-CN" sz="2000" dirty="0"/>
              <a:t> vs 2</a:t>
            </a:r>
            <a:r>
              <a:rPr lang="zh-CN" altLang="en-US" sz="2000" dirty="0"/>
              <a:t>层）</a:t>
            </a:r>
            <a:endParaRPr lang="en-US" altLang="zh-CN" sz="2000" dirty="0"/>
          </a:p>
          <a:p>
            <a:pPr lvl="1">
              <a:lnSpc>
                <a:spcPct val="150000"/>
              </a:lnSpc>
            </a:pPr>
            <a:r>
              <a:rPr lang="zh-CN" altLang="en-US" sz="2000" dirty="0"/>
              <a:t>帧的结构有细微不同</a:t>
            </a:r>
            <a:endParaRPr lang="en-US" altLang="zh-CN" sz="2000" dirty="0"/>
          </a:p>
          <a:p>
            <a:pPr lvl="1">
              <a:lnSpc>
                <a:spcPct val="150000"/>
              </a:lnSpc>
            </a:pPr>
            <a:r>
              <a:rPr lang="zh-CN" altLang="en-US" sz="2000" dirty="0"/>
              <a:t>以太网：事实上的标准，而</a:t>
            </a:r>
            <a:r>
              <a:rPr lang="en-US" altLang="zh-CN" sz="2000" dirty="0"/>
              <a:t>802.3</a:t>
            </a:r>
            <a:r>
              <a:rPr lang="zh-CN" altLang="en-US" sz="2000" dirty="0"/>
              <a:t>系列让接入有了无限的延展性</a:t>
            </a:r>
            <a:endParaRPr lang="en-US" altLang="zh-CN" sz="2000" dirty="0"/>
          </a:p>
          <a:p>
            <a:pPr>
              <a:lnSpc>
                <a:spcPct val="150000"/>
              </a:lnSpc>
            </a:pPr>
            <a:r>
              <a:rPr lang="zh-CN" altLang="en-US" sz="2400" dirty="0"/>
              <a:t>局域网：以太网、无线局域网</a:t>
            </a:r>
            <a:r>
              <a:rPr lang="en-US" altLang="zh-CN" sz="2400" dirty="0"/>
              <a:t>……</a:t>
            </a:r>
          </a:p>
          <a:p>
            <a:pPr>
              <a:lnSpc>
                <a:spcPct val="150000"/>
              </a:lnSpc>
            </a:pPr>
            <a:endParaRPr lang="en-US" altLang="zh-CN" sz="2400" dirty="0"/>
          </a:p>
          <a:p>
            <a:pPr>
              <a:lnSpc>
                <a:spcPct val="150000"/>
              </a:lnSpc>
            </a:pPr>
            <a:endParaRPr lang="zh-CN" altLang="en-US" sz="2400"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3</a:t>
            </a:fld>
            <a:endParaRPr kumimoji="1" lang="zh-CN" altLang="en-US" dirty="0"/>
          </a:p>
        </p:txBody>
      </p:sp>
      <p:sp>
        <p:nvSpPr>
          <p:cNvPr id="10" name="流程图: 过程 9"/>
          <p:cNvSpPr/>
          <p:nvPr/>
        </p:nvSpPr>
        <p:spPr>
          <a:xfrm>
            <a:off x="6135329" y="1715843"/>
            <a:ext cx="2668385" cy="289476"/>
          </a:xfrm>
          <a:prstGeom prst="flowChartProcess">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solidFill>
              </a:rPr>
              <a:t>OSI</a:t>
            </a:r>
            <a:r>
              <a:rPr lang="zh-CN" altLang="en-US" sz="2000" dirty="0">
                <a:solidFill>
                  <a:schemeClr val="tx1"/>
                </a:solidFill>
              </a:rPr>
              <a:t>参考模型下两层</a:t>
            </a:r>
          </a:p>
        </p:txBody>
      </p:sp>
      <p:pic>
        <p:nvPicPr>
          <p:cNvPr id="5" name="图片 4"/>
          <p:cNvPicPr>
            <a:picLocks noChangeAspect="1"/>
          </p:cNvPicPr>
          <p:nvPr/>
        </p:nvPicPr>
        <p:blipFill>
          <a:blip r:embed="rId3"/>
          <a:stretch>
            <a:fillRect/>
          </a:stretch>
        </p:blipFill>
        <p:spPr>
          <a:xfrm>
            <a:off x="6135329" y="2067486"/>
            <a:ext cx="5515835" cy="353949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本章内容</a:t>
            </a:r>
          </a:p>
        </p:txBody>
      </p:sp>
      <p:sp>
        <p:nvSpPr>
          <p:cNvPr id="5" name="内容占位符 4"/>
          <p:cNvSpPr>
            <a:spLocks noGrp="1"/>
          </p:cNvSpPr>
          <p:nvPr>
            <p:ph idx="1"/>
          </p:nvPr>
        </p:nvSpPr>
        <p:spPr>
          <a:xfrm>
            <a:off x="1307508" y="1510758"/>
            <a:ext cx="10046292" cy="4845592"/>
          </a:xfrm>
        </p:spPr>
        <p:txBody>
          <a:bodyPr>
            <a:normAutofit/>
          </a:bodyPr>
          <a:lstStyle/>
          <a:p>
            <a:pPr>
              <a:lnSpc>
                <a:spcPct val="130000"/>
              </a:lnSpc>
            </a:pPr>
            <a:r>
              <a:rPr kumimoji="1" lang="en-US" altLang="zh-CN" dirty="0">
                <a:solidFill>
                  <a:srgbClr val="C00000"/>
                </a:solidFill>
              </a:rPr>
              <a:t>4.1 </a:t>
            </a:r>
            <a:r>
              <a:rPr kumimoji="1" lang="zh-CN" altLang="en-US" dirty="0">
                <a:solidFill>
                  <a:srgbClr val="C00000"/>
                </a:solidFill>
              </a:rPr>
              <a:t>信道分配问题 </a:t>
            </a:r>
            <a:r>
              <a:rPr kumimoji="1" lang="zh-CN" altLang="en-US" dirty="0"/>
              <a:t>（</a:t>
            </a:r>
            <a:r>
              <a:rPr kumimoji="1" lang="en-US" altLang="zh-CN" dirty="0"/>
              <a:t>P4</a:t>
            </a:r>
            <a:r>
              <a:rPr kumimoji="1" lang="zh-CN" altLang="en-US" dirty="0"/>
              <a:t>）</a:t>
            </a:r>
            <a:endParaRPr kumimoji="1" lang="en-US" altLang="zh-CN" dirty="0"/>
          </a:p>
          <a:p>
            <a:pPr>
              <a:lnSpc>
                <a:spcPct val="130000"/>
              </a:lnSpc>
            </a:pPr>
            <a:r>
              <a:rPr kumimoji="1" lang="en-US" altLang="zh-CN" dirty="0"/>
              <a:t>4.2 </a:t>
            </a:r>
            <a:r>
              <a:rPr kumimoji="1" lang="zh-CN" altLang="en-US" dirty="0"/>
              <a:t>多路访问协议 （</a:t>
            </a:r>
            <a:r>
              <a:rPr kumimoji="1" lang="en-US" altLang="zh-CN" dirty="0"/>
              <a:t>P11</a:t>
            </a:r>
            <a:r>
              <a:rPr kumimoji="1" lang="zh-CN" altLang="en-US" dirty="0"/>
              <a:t>）</a:t>
            </a:r>
            <a:endParaRPr kumimoji="1" lang="en-US" altLang="zh-CN" dirty="0"/>
          </a:p>
          <a:p>
            <a:pPr>
              <a:lnSpc>
                <a:spcPct val="130000"/>
              </a:lnSpc>
            </a:pPr>
            <a:r>
              <a:rPr kumimoji="1" lang="en-US" altLang="zh-CN" dirty="0"/>
              <a:t>4.3 </a:t>
            </a:r>
            <a:r>
              <a:rPr kumimoji="1" lang="zh-CN" altLang="en-US" dirty="0"/>
              <a:t>以太网 （</a:t>
            </a:r>
            <a:r>
              <a:rPr kumimoji="1" lang="en-US" altLang="zh-CN" dirty="0"/>
              <a:t>P44</a:t>
            </a:r>
            <a:r>
              <a:rPr kumimoji="1" lang="zh-CN" altLang="en-US" dirty="0"/>
              <a:t>）</a:t>
            </a:r>
            <a:endParaRPr kumimoji="1" lang="en-US" altLang="zh-CN" dirty="0"/>
          </a:p>
          <a:p>
            <a:pPr>
              <a:lnSpc>
                <a:spcPct val="130000"/>
              </a:lnSpc>
            </a:pPr>
            <a:r>
              <a:rPr kumimoji="1" lang="en-US" altLang="zh-CN" dirty="0"/>
              <a:t>4.4 </a:t>
            </a:r>
            <a:r>
              <a:rPr kumimoji="1" lang="zh-CN" altLang="en-US" dirty="0"/>
              <a:t>数据链路层交换（</a:t>
            </a:r>
            <a:r>
              <a:rPr kumimoji="1" lang="en-US" altLang="zh-CN" dirty="0"/>
              <a:t>P73</a:t>
            </a:r>
            <a:r>
              <a:rPr kumimoji="1" lang="zh-CN" altLang="en-US" dirty="0"/>
              <a:t>）</a:t>
            </a:r>
            <a:endParaRPr kumimoji="1" lang="en-US" altLang="zh-CN" dirty="0"/>
          </a:p>
          <a:p>
            <a:pPr>
              <a:lnSpc>
                <a:spcPct val="130000"/>
              </a:lnSpc>
            </a:pPr>
            <a:r>
              <a:rPr kumimoji="1" lang="en-US" altLang="zh-CN" dirty="0"/>
              <a:t>4.5 </a:t>
            </a:r>
            <a:r>
              <a:rPr kumimoji="1" lang="zh-CN" altLang="en-US" dirty="0"/>
              <a:t>无线局域网（</a:t>
            </a:r>
            <a:r>
              <a:rPr kumimoji="1" lang="en-US" altLang="zh-CN" dirty="0"/>
              <a:t>P133</a:t>
            </a:r>
            <a:r>
              <a:rPr kumimoji="1" lang="zh-CN" altLang="en-US" dirty="0"/>
              <a:t>）</a:t>
            </a:r>
          </a:p>
        </p:txBody>
      </p:sp>
      <p:sp>
        <p:nvSpPr>
          <p:cNvPr id="10" name="灯片编号占位符 9"/>
          <p:cNvSpPr>
            <a:spLocks noGrp="1"/>
          </p:cNvSpPr>
          <p:nvPr>
            <p:ph type="sldNum" sz="quarter" idx="12"/>
          </p:nvPr>
        </p:nvSpPr>
        <p:spPr/>
        <p:txBody>
          <a:bodyPr/>
          <a:lstStyle/>
          <a:p>
            <a:fld id="{8D4D1E41-7A09-AB4A-A4E1-09765ADA2698}" type="slidenum">
              <a:rPr kumimoji="1" lang="zh-CN" altLang="en-US" smtClean="0"/>
              <a:t>4</a:t>
            </a:fld>
            <a:endParaRPr kumimoji="1" lang="zh-CN" altLang="en-US" dirty="0"/>
          </a:p>
        </p:txBody>
      </p:sp>
      <p:sp>
        <p:nvSpPr>
          <p:cNvPr id="7" name="矩形标注 6"/>
          <p:cNvSpPr/>
          <p:nvPr/>
        </p:nvSpPr>
        <p:spPr>
          <a:xfrm>
            <a:off x="7502491" y="2180475"/>
            <a:ext cx="2368638" cy="2148185"/>
          </a:xfrm>
          <a:prstGeom prst="wedgeRectCallout">
            <a:avLst>
              <a:gd name="adj1" fmla="val -113955"/>
              <a:gd name="adj2" fmla="val -61422"/>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en-US" altLang="zh-CN" sz="2600" b="1" dirty="0">
                <a:solidFill>
                  <a:schemeClr val="tx1"/>
                </a:solidFill>
              </a:rPr>
              <a:t>1. </a:t>
            </a:r>
            <a:r>
              <a:rPr lang="zh-CN" altLang="en-US" sz="2600" b="1" dirty="0">
                <a:solidFill>
                  <a:schemeClr val="tx1"/>
                </a:solidFill>
              </a:rPr>
              <a:t>局域网信道</a:t>
            </a:r>
            <a:endParaRPr lang="en-US" altLang="zh-CN" sz="2600" b="1" dirty="0">
              <a:solidFill>
                <a:schemeClr val="tx1"/>
              </a:solidFill>
            </a:endParaRPr>
          </a:p>
          <a:p>
            <a:pPr>
              <a:lnSpc>
                <a:spcPct val="150000"/>
              </a:lnSpc>
            </a:pPr>
            <a:r>
              <a:rPr lang="en-US" altLang="zh-CN" sz="2600" b="1" dirty="0">
                <a:solidFill>
                  <a:schemeClr val="tx1"/>
                </a:solidFill>
              </a:rPr>
              <a:t>2. </a:t>
            </a:r>
            <a:r>
              <a:rPr lang="zh-CN" altLang="en-US" sz="2600" b="1" dirty="0">
                <a:solidFill>
                  <a:schemeClr val="tx1"/>
                </a:solidFill>
              </a:rPr>
              <a:t>静态分配</a:t>
            </a:r>
            <a:endParaRPr lang="en-US" altLang="zh-CN" sz="2600" b="1" dirty="0">
              <a:solidFill>
                <a:schemeClr val="tx1"/>
              </a:solidFill>
            </a:endParaRPr>
          </a:p>
          <a:p>
            <a:pPr>
              <a:lnSpc>
                <a:spcPct val="150000"/>
              </a:lnSpc>
            </a:pPr>
            <a:r>
              <a:rPr lang="en-US" altLang="zh-CN" sz="2600" b="1" dirty="0">
                <a:solidFill>
                  <a:schemeClr val="tx1"/>
                </a:solidFill>
              </a:rPr>
              <a:t>3. </a:t>
            </a:r>
            <a:r>
              <a:rPr lang="zh-CN" altLang="en-US" sz="2600" b="1" dirty="0">
                <a:solidFill>
                  <a:schemeClr val="tx1"/>
                </a:solidFill>
              </a:rPr>
              <a:t>动态分配</a:t>
            </a:r>
            <a:endParaRPr kumimoji="1" lang="zh-CN" altLang="en-US" sz="2600" b="1" dirty="0">
              <a:solidFill>
                <a:schemeClr val="tx1"/>
              </a:solidFill>
              <a:ea typeface="微软雅黑" panose="020B0503020204020204" pitchFamily="34"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常见的接入情形</a:t>
            </a:r>
          </a:p>
        </p:txBody>
      </p:sp>
      <p:sp>
        <p:nvSpPr>
          <p:cNvPr id="3" name="内容占位符 2"/>
          <p:cNvSpPr>
            <a:spLocks noGrp="1"/>
          </p:cNvSpPr>
          <p:nvPr>
            <p:ph idx="1"/>
          </p:nvPr>
        </p:nvSpPr>
        <p:spPr>
          <a:xfrm>
            <a:off x="838200" y="1510758"/>
            <a:ext cx="5665839" cy="4586694"/>
          </a:xfrm>
        </p:spPr>
        <p:txBody>
          <a:bodyPr>
            <a:normAutofit fontScale="77500" lnSpcReduction="20000"/>
          </a:bodyPr>
          <a:lstStyle/>
          <a:p>
            <a:pPr>
              <a:lnSpc>
                <a:spcPct val="150000"/>
              </a:lnSpc>
            </a:pPr>
            <a:r>
              <a:rPr lang="zh-CN" altLang="en-US" dirty="0"/>
              <a:t>信道：信号的通道</a:t>
            </a:r>
            <a:endParaRPr lang="en-US" altLang="zh-CN" dirty="0"/>
          </a:p>
          <a:p>
            <a:pPr lvl="1">
              <a:lnSpc>
                <a:spcPct val="150000"/>
              </a:lnSpc>
            </a:pPr>
            <a:r>
              <a:rPr lang="zh-CN" altLang="en-US" dirty="0"/>
              <a:t>比如：双绞线、铜缆、光纤、卫星、空气等</a:t>
            </a:r>
            <a:endParaRPr lang="en-US" altLang="zh-CN" dirty="0"/>
          </a:p>
          <a:p>
            <a:pPr>
              <a:lnSpc>
                <a:spcPct val="150000"/>
              </a:lnSpc>
            </a:pPr>
            <a:r>
              <a:rPr lang="zh-CN" altLang="en-US" dirty="0"/>
              <a:t>点到点信道：信道</a:t>
            </a:r>
            <a:r>
              <a:rPr lang="zh-CN" altLang="en-US" dirty="0">
                <a:solidFill>
                  <a:srgbClr val="C00000"/>
                </a:solidFill>
              </a:rPr>
              <a:t>直接连接</a:t>
            </a:r>
            <a:r>
              <a:rPr lang="zh-CN" altLang="en-US" dirty="0"/>
              <a:t>两个端点</a:t>
            </a:r>
            <a:endParaRPr lang="en-US" altLang="zh-CN" dirty="0"/>
          </a:p>
          <a:p>
            <a:pPr lvl="1">
              <a:lnSpc>
                <a:spcPct val="150000"/>
              </a:lnSpc>
            </a:pPr>
            <a:r>
              <a:rPr lang="zh-CN" altLang="en-US" dirty="0"/>
              <a:t>比如：家中计算机通过</a:t>
            </a:r>
            <a:r>
              <a:rPr lang="en-US" altLang="zh-CN" dirty="0"/>
              <a:t>modem</a:t>
            </a:r>
            <a:r>
              <a:rPr lang="zh-CN" altLang="en-US" dirty="0"/>
              <a:t>连接到电信公司端局</a:t>
            </a:r>
            <a:endParaRPr lang="en-US" altLang="zh-CN" dirty="0"/>
          </a:p>
          <a:p>
            <a:pPr>
              <a:lnSpc>
                <a:spcPct val="150000"/>
              </a:lnSpc>
            </a:pPr>
            <a:r>
              <a:rPr lang="zh-CN" altLang="en-US" dirty="0"/>
              <a:t>多点访问信道：</a:t>
            </a:r>
            <a:r>
              <a:rPr lang="en-US" altLang="zh-CN" dirty="0"/>
              <a:t> </a:t>
            </a:r>
            <a:r>
              <a:rPr lang="zh-CN" altLang="en-US" dirty="0"/>
              <a:t>多用户共享一根信道</a:t>
            </a:r>
            <a:endParaRPr lang="en-US" altLang="zh-CN" dirty="0"/>
          </a:p>
          <a:p>
            <a:pPr lvl="1">
              <a:lnSpc>
                <a:spcPct val="150000"/>
              </a:lnSpc>
            </a:pPr>
            <a:r>
              <a:rPr lang="zh-CN" altLang="en-US" dirty="0"/>
              <a:t>比如：右图是以太网的典型拓扑，早期星型拓扑是</a:t>
            </a:r>
            <a:r>
              <a:rPr lang="zh-CN" altLang="en-US" dirty="0">
                <a:solidFill>
                  <a:srgbClr val="C00000"/>
                </a:solidFill>
              </a:rPr>
              <a:t>集线器</a:t>
            </a:r>
            <a:r>
              <a:rPr lang="zh-CN" altLang="en-US" dirty="0"/>
              <a:t>，现在几乎都是</a:t>
            </a:r>
            <a:r>
              <a:rPr lang="zh-CN" altLang="en-US" dirty="0">
                <a:solidFill>
                  <a:srgbClr val="C00000"/>
                </a:solidFill>
              </a:rPr>
              <a:t>交换机</a:t>
            </a:r>
            <a:r>
              <a:rPr lang="zh-CN" altLang="en-US" dirty="0"/>
              <a:t>，当使用集线器或交换机工作在半双工模式的时候，它的逻辑拓扑是总线式的，信道是共享的</a:t>
            </a:r>
          </a:p>
        </p:txBody>
      </p:sp>
      <p:sp>
        <p:nvSpPr>
          <p:cNvPr id="4" name="日期占位符 3"/>
          <p:cNvSpPr>
            <a:spLocks noGrp="1"/>
          </p:cNvSpPr>
          <p:nvPr>
            <p:ph type="dt" sz="half" idx="10"/>
          </p:nvPr>
        </p:nvSpPr>
        <p:spPr/>
        <p:txBody>
          <a:bodyPr/>
          <a:lstStyle/>
          <a:p>
            <a:r>
              <a:rPr kumimoji="1" lang="en-US" altLang="zh-CN" dirty="0"/>
              <a:t>4.1.1 </a:t>
            </a:r>
            <a:r>
              <a:rPr kumimoji="1" lang="zh-CN" altLang="en-US" dirty="0"/>
              <a:t>局域网信道</a:t>
            </a:r>
          </a:p>
        </p:txBody>
      </p:sp>
      <p:sp>
        <p:nvSpPr>
          <p:cNvPr id="6" name="灯片编号占位符 5"/>
          <p:cNvSpPr>
            <a:spLocks noGrp="1"/>
          </p:cNvSpPr>
          <p:nvPr>
            <p:ph type="sldNum" sz="quarter" idx="12"/>
          </p:nvPr>
        </p:nvSpPr>
        <p:spPr/>
        <p:txBody>
          <a:bodyPr/>
          <a:lstStyle/>
          <a:p>
            <a:fld id="{8D4D1E41-7A09-AB4A-A4E1-09765ADA2698}" type="slidenum">
              <a:rPr kumimoji="1" lang="zh-CN" altLang="en-US" smtClean="0"/>
              <a:t>5</a:t>
            </a:fld>
            <a:endParaRPr kumimoji="1" lang="zh-CN" altLang="en-US" dirty="0"/>
          </a:p>
        </p:txBody>
      </p:sp>
      <p:graphicFrame>
        <p:nvGraphicFramePr>
          <p:cNvPr id="7" name="对象 6"/>
          <p:cNvGraphicFramePr>
            <a:graphicFrameLocks noChangeAspect="1"/>
          </p:cNvGraphicFramePr>
          <p:nvPr/>
        </p:nvGraphicFramePr>
        <p:xfrm>
          <a:off x="7452238" y="1235420"/>
          <a:ext cx="3424697" cy="2237949"/>
        </p:xfrm>
        <a:graphic>
          <a:graphicData uri="http://schemas.openxmlformats.org/presentationml/2006/ole">
            <mc:AlternateContent xmlns:mc="http://schemas.openxmlformats.org/markup-compatibility/2006">
              <mc:Choice xmlns:v="urn:schemas-microsoft-com:vml" Requires="v">
                <p:oleObj name="Visio" r:id="rId3" imgW="2092960" imgH="1369060" progId="Visio.Drawing.15">
                  <p:embed/>
                </p:oleObj>
              </mc:Choice>
              <mc:Fallback>
                <p:oleObj name="Visio" r:id="rId3" imgW="2092960" imgH="1369060" progId="Visio.Drawing.15">
                  <p:embed/>
                  <p:pic>
                    <p:nvPicPr>
                      <p:cNvPr id="0" name="对象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52238" y="1235420"/>
                        <a:ext cx="3424697" cy="2237949"/>
                      </a:xfrm>
                      <a:prstGeom prst="rect">
                        <a:avLst/>
                      </a:prstGeom>
                      <a:noFill/>
                    </p:spPr>
                  </p:pic>
                </p:oleObj>
              </mc:Fallback>
            </mc:AlternateContent>
          </a:graphicData>
        </a:graphic>
      </p:graphicFrame>
      <p:graphicFrame>
        <p:nvGraphicFramePr>
          <p:cNvPr id="8" name="对象 7"/>
          <p:cNvGraphicFramePr>
            <a:graphicFrameLocks noChangeAspect="1"/>
          </p:cNvGraphicFramePr>
          <p:nvPr/>
        </p:nvGraphicFramePr>
        <p:xfrm>
          <a:off x="7847749" y="3482162"/>
          <a:ext cx="3132156" cy="2853672"/>
        </p:xfrm>
        <a:graphic>
          <a:graphicData uri="http://schemas.openxmlformats.org/presentationml/2006/ole">
            <mc:AlternateContent xmlns:mc="http://schemas.openxmlformats.org/markup-compatibility/2006">
              <mc:Choice xmlns:v="urn:schemas-microsoft-com:vml" Requires="v">
                <p:oleObj name="Visio" r:id="rId5" imgW="1673860" imgH="1524000" progId="Visio.Drawing.15">
                  <p:embed/>
                </p:oleObj>
              </mc:Choice>
              <mc:Fallback>
                <p:oleObj name="Visio" r:id="rId5" imgW="1673860" imgH="1524000" progId="Visio.Drawing.15">
                  <p:embed/>
                  <p:pic>
                    <p:nvPicPr>
                      <p:cNvPr id="0" name="对象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847749" y="3482162"/>
                        <a:ext cx="3132156" cy="2853672"/>
                      </a:xfrm>
                      <a:prstGeom prst="rect">
                        <a:avLst/>
                      </a:prstGeom>
                      <a:noFill/>
                    </p:spPr>
                  </p:pic>
                </p:oleObj>
              </mc:Fallback>
            </mc:AlternateContent>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常见的局域网拓扑</a:t>
            </a:r>
          </a:p>
        </p:txBody>
      </p:sp>
      <p:sp>
        <p:nvSpPr>
          <p:cNvPr id="3" name="内容占位符 2"/>
          <p:cNvSpPr>
            <a:spLocks noGrp="1"/>
          </p:cNvSpPr>
          <p:nvPr>
            <p:ph idx="1"/>
          </p:nvPr>
        </p:nvSpPr>
        <p:spPr/>
        <p:txBody>
          <a:bodyPr>
            <a:normAutofit/>
          </a:bodyPr>
          <a:lstStyle/>
          <a:p>
            <a:pPr>
              <a:lnSpc>
                <a:spcPct val="150000"/>
              </a:lnSpc>
            </a:pPr>
            <a:r>
              <a:rPr lang="zh-CN" altLang="en-US" sz="2400" dirty="0"/>
              <a:t>总线拓扑、星型拓扑、环型拓扑</a:t>
            </a:r>
            <a:endParaRPr lang="en-US" altLang="zh-CN" sz="2400" dirty="0"/>
          </a:p>
          <a:p>
            <a:pPr>
              <a:lnSpc>
                <a:spcPct val="150000"/>
              </a:lnSpc>
            </a:pPr>
            <a:r>
              <a:rPr lang="zh-CN" altLang="en-US" sz="2400" dirty="0"/>
              <a:t>共同点：共享一根信道（别称：广播信道、多路访问信道、随机访问信道）</a:t>
            </a:r>
          </a:p>
        </p:txBody>
      </p:sp>
      <p:sp>
        <p:nvSpPr>
          <p:cNvPr id="6" name="灯片编号占位符 5"/>
          <p:cNvSpPr>
            <a:spLocks noGrp="1"/>
          </p:cNvSpPr>
          <p:nvPr>
            <p:ph type="sldNum" sz="quarter" idx="12"/>
          </p:nvPr>
        </p:nvSpPr>
        <p:spPr/>
        <p:txBody>
          <a:bodyPr/>
          <a:lstStyle/>
          <a:p>
            <a:fld id="{8D4D1E41-7A09-AB4A-A4E1-09765ADA2698}" type="slidenum">
              <a:rPr kumimoji="1" lang="zh-CN" altLang="en-US" smtClean="0"/>
              <a:t>6</a:t>
            </a:fld>
            <a:endParaRPr kumimoji="1" lang="zh-CN" altLang="en-US" dirty="0"/>
          </a:p>
        </p:txBody>
      </p:sp>
      <p:graphicFrame>
        <p:nvGraphicFramePr>
          <p:cNvPr id="7" name="对象 6"/>
          <p:cNvGraphicFramePr>
            <a:graphicFrameLocks noChangeAspect="1"/>
          </p:cNvGraphicFramePr>
          <p:nvPr/>
        </p:nvGraphicFramePr>
        <p:xfrm>
          <a:off x="982359" y="3613042"/>
          <a:ext cx="3342791" cy="2494759"/>
        </p:xfrm>
        <a:graphic>
          <a:graphicData uri="http://schemas.openxmlformats.org/presentationml/2006/ole">
            <mc:AlternateContent xmlns:mc="http://schemas.openxmlformats.org/markup-compatibility/2006">
              <mc:Choice xmlns:v="urn:schemas-microsoft-com:vml" Requires="v">
                <p:oleObj name="Visio" r:id="rId3" imgW="1933575" imgH="1442085" progId="Visio.Drawing.15">
                  <p:embed/>
                </p:oleObj>
              </mc:Choice>
              <mc:Fallback>
                <p:oleObj name="Visio" r:id="rId3" imgW="1933575" imgH="1442085" progId="Visio.Drawing.15">
                  <p:embed/>
                  <p:pic>
                    <p:nvPicPr>
                      <p:cNvPr id="0" name="对象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82359" y="3613042"/>
                        <a:ext cx="3342791" cy="2494759"/>
                      </a:xfrm>
                      <a:prstGeom prst="rect">
                        <a:avLst/>
                      </a:prstGeom>
                      <a:noFill/>
                    </p:spPr>
                  </p:pic>
                </p:oleObj>
              </mc:Fallback>
            </mc:AlternateContent>
          </a:graphicData>
        </a:graphic>
      </p:graphicFrame>
      <p:graphicFrame>
        <p:nvGraphicFramePr>
          <p:cNvPr id="8" name="对象 7"/>
          <p:cNvGraphicFramePr>
            <a:graphicFrameLocks noChangeAspect="1"/>
          </p:cNvGraphicFramePr>
          <p:nvPr/>
        </p:nvGraphicFramePr>
        <p:xfrm>
          <a:off x="4839305" y="3468076"/>
          <a:ext cx="3595658" cy="2843222"/>
        </p:xfrm>
        <a:graphic>
          <a:graphicData uri="http://schemas.openxmlformats.org/presentationml/2006/ole">
            <mc:AlternateContent xmlns:mc="http://schemas.openxmlformats.org/markup-compatibility/2006">
              <mc:Choice xmlns:v="urn:schemas-microsoft-com:vml" Requires="v">
                <p:oleObj name="Visio" r:id="rId5" imgW="2192655" imgH="1733550" progId="Visio.Drawing.15">
                  <p:embed/>
                </p:oleObj>
              </mc:Choice>
              <mc:Fallback>
                <p:oleObj name="Visio" r:id="rId5" imgW="2192655" imgH="1733550" progId="Visio.Drawing.15">
                  <p:embed/>
                  <p:pic>
                    <p:nvPicPr>
                      <p:cNvPr id="0" name="对象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39305" y="3468076"/>
                        <a:ext cx="3595658" cy="2843222"/>
                      </a:xfrm>
                      <a:prstGeom prst="rect">
                        <a:avLst/>
                      </a:prstGeom>
                      <a:noFill/>
                    </p:spPr>
                  </p:pic>
                </p:oleObj>
              </mc:Fallback>
            </mc:AlternateContent>
          </a:graphicData>
        </a:graphic>
      </p:graphicFrame>
      <p:graphicFrame>
        <p:nvGraphicFramePr>
          <p:cNvPr id="9" name="对象 8"/>
          <p:cNvGraphicFramePr>
            <a:graphicFrameLocks noChangeAspect="1"/>
          </p:cNvGraphicFramePr>
          <p:nvPr/>
        </p:nvGraphicFramePr>
        <p:xfrm>
          <a:off x="8755927" y="3705525"/>
          <a:ext cx="2874060" cy="2368324"/>
        </p:xfrm>
        <a:graphic>
          <a:graphicData uri="http://schemas.openxmlformats.org/presentationml/2006/ole">
            <mc:AlternateContent xmlns:mc="http://schemas.openxmlformats.org/markup-compatibility/2006">
              <mc:Choice xmlns:v="urn:schemas-microsoft-com:vml" Requires="v">
                <p:oleObj name="Visio" r:id="rId7" imgW="1678940" imgH="1387475" progId="Visio.Drawing.15">
                  <p:embed/>
                </p:oleObj>
              </mc:Choice>
              <mc:Fallback>
                <p:oleObj name="Visio" r:id="rId7" imgW="1678940" imgH="1387475" progId="Visio.Drawing.15">
                  <p:embed/>
                  <p:pic>
                    <p:nvPicPr>
                      <p:cNvPr id="0" name="对象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755927" y="3705525"/>
                        <a:ext cx="2874060" cy="2368324"/>
                      </a:xfrm>
                      <a:prstGeom prst="rect">
                        <a:avLst/>
                      </a:prstGeom>
                      <a:noFill/>
                    </p:spPr>
                  </p:pic>
                </p:oleObj>
              </mc:Fallback>
            </mc:AlternateContent>
          </a:graphicData>
        </a:graphic>
      </p:graphicFrame>
      <p:sp>
        <p:nvSpPr>
          <p:cNvPr id="10" name="日期占位符 3"/>
          <p:cNvSpPr>
            <a:spLocks noGrp="1"/>
          </p:cNvSpPr>
          <p:nvPr>
            <p:ph type="dt" sz="half" idx="10"/>
          </p:nvPr>
        </p:nvSpPr>
        <p:spPr>
          <a:xfrm>
            <a:off x="197335" y="6489303"/>
            <a:ext cx="2743200" cy="365125"/>
          </a:xfrm>
        </p:spPr>
        <p:txBody>
          <a:bodyPr/>
          <a:lstStyle/>
          <a:p>
            <a:r>
              <a:rPr kumimoji="1" lang="en-US" altLang="zh-CN" dirty="0"/>
              <a:t>4.1.1 </a:t>
            </a:r>
            <a:r>
              <a:rPr kumimoji="1" lang="zh-CN" altLang="en-US" dirty="0"/>
              <a:t>局域网信道</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某时由谁来访问共享信道呢？</a:t>
            </a:r>
          </a:p>
        </p:txBody>
      </p:sp>
      <p:sp>
        <p:nvSpPr>
          <p:cNvPr id="3" name="内容占位符 2"/>
          <p:cNvSpPr>
            <a:spLocks noGrp="1"/>
          </p:cNvSpPr>
          <p:nvPr>
            <p:ph idx="1"/>
          </p:nvPr>
        </p:nvSpPr>
        <p:spPr/>
        <p:txBody>
          <a:bodyPr/>
          <a:lstStyle/>
          <a:p>
            <a:pPr>
              <a:lnSpc>
                <a:spcPct val="150000"/>
              </a:lnSpc>
            </a:pPr>
            <a:r>
              <a:rPr lang="zh-CN" altLang="en-US" sz="2600" dirty="0"/>
              <a:t>广播信道面临的问题</a:t>
            </a:r>
          </a:p>
          <a:p>
            <a:pPr lvl="1" indent="-436245">
              <a:lnSpc>
                <a:spcPct val="150000"/>
              </a:lnSpc>
            </a:pPr>
            <a:r>
              <a:rPr lang="zh-CN" altLang="en-US" sz="2200" dirty="0"/>
              <a:t>可能两个（或更多）站点同时请求占用信道</a:t>
            </a:r>
          </a:p>
          <a:p>
            <a:pPr>
              <a:lnSpc>
                <a:spcPct val="150000"/>
              </a:lnSpc>
            </a:pPr>
            <a:r>
              <a:rPr lang="zh-CN" altLang="en-US" sz="2600" dirty="0"/>
              <a:t>解决办法：介质的多路访问控制</a:t>
            </a:r>
          </a:p>
          <a:p>
            <a:pPr lvl="1" indent="-436245">
              <a:lnSpc>
                <a:spcPct val="150000"/>
              </a:lnSpc>
            </a:pPr>
            <a:r>
              <a:rPr lang="zh-CN" altLang="en-US" sz="2200" dirty="0"/>
              <a:t>在多路访问信道上确定下一个使用者（信道分配）</a:t>
            </a:r>
            <a:endParaRPr lang="en-US" altLang="zh-CN" sz="2200" dirty="0"/>
          </a:p>
          <a:p>
            <a:pPr>
              <a:lnSpc>
                <a:spcPct val="150000"/>
              </a:lnSpc>
            </a:pPr>
            <a:r>
              <a:rPr lang="zh-CN" altLang="en-US" dirty="0"/>
              <a:t>怎么介质访问控制（分配信道）？</a:t>
            </a:r>
            <a:endParaRPr lang="en-US" altLang="zh-CN" dirty="0"/>
          </a:p>
          <a:p>
            <a:pPr lvl="1">
              <a:lnSpc>
                <a:spcPct val="150000"/>
              </a:lnSpc>
            </a:pPr>
            <a:r>
              <a:rPr lang="zh-CN" altLang="en-US" dirty="0"/>
              <a:t>静态分配（如</a:t>
            </a:r>
            <a:r>
              <a:rPr lang="en-US" altLang="zh-CN" dirty="0">
                <a:sym typeface="+mn-ea"/>
              </a:rPr>
              <a:t>TDM</a:t>
            </a:r>
            <a:r>
              <a:rPr lang="zh-CN" altLang="en-US" dirty="0">
                <a:sym typeface="+mn-ea"/>
              </a:rPr>
              <a:t>、</a:t>
            </a:r>
            <a:r>
              <a:rPr lang="en-US" altLang="zh-CN" dirty="0">
                <a:sym typeface="+mn-ea"/>
              </a:rPr>
              <a:t>FDM</a:t>
            </a:r>
            <a:r>
              <a:rPr lang="zh-CN" altLang="en-US" dirty="0"/>
              <a:t>）</a:t>
            </a:r>
            <a:endParaRPr lang="en-US" altLang="zh-CN" dirty="0"/>
          </a:p>
          <a:p>
            <a:pPr lvl="1">
              <a:lnSpc>
                <a:spcPct val="150000"/>
              </a:lnSpc>
            </a:pPr>
            <a:r>
              <a:rPr lang="zh-CN" altLang="en-US" dirty="0"/>
              <a:t>动态分配</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7</a:t>
            </a:fld>
            <a:endParaRPr kumimoji="1" lang="zh-CN" altLang="en-US" dirty="0"/>
          </a:p>
        </p:txBody>
      </p:sp>
      <p:graphicFrame>
        <p:nvGraphicFramePr>
          <p:cNvPr id="6" name="对象 5"/>
          <p:cNvGraphicFramePr>
            <a:graphicFrameLocks noChangeAspect="1"/>
          </p:cNvGraphicFramePr>
          <p:nvPr/>
        </p:nvGraphicFramePr>
        <p:xfrm>
          <a:off x="7856924" y="2738239"/>
          <a:ext cx="3342791" cy="2494759"/>
        </p:xfrm>
        <a:graphic>
          <a:graphicData uri="http://schemas.openxmlformats.org/presentationml/2006/ole">
            <mc:AlternateContent xmlns:mc="http://schemas.openxmlformats.org/markup-compatibility/2006">
              <mc:Choice xmlns:v="urn:schemas-microsoft-com:vml" Requires="v">
                <p:oleObj name="Visio" r:id="rId3" imgW="1933575" imgH="1442085" progId="Visio.Drawing.15">
                  <p:embed/>
                </p:oleObj>
              </mc:Choice>
              <mc:Fallback>
                <p:oleObj name="Visio" r:id="rId3" imgW="1933575" imgH="1442085" progId="Visio.Drawing.15">
                  <p:embed/>
                  <p:pic>
                    <p:nvPicPr>
                      <p:cNvPr id="0" name="对象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56924" y="2738239"/>
                        <a:ext cx="3342791" cy="2494759"/>
                      </a:xfrm>
                      <a:prstGeom prst="rect">
                        <a:avLst/>
                      </a:prstGeom>
                      <a:noFill/>
                    </p:spPr>
                  </p:pic>
                </p:oleObj>
              </mc:Fallback>
            </mc:AlternateContent>
          </a:graphicData>
        </a:graphic>
      </p:graphicFrame>
      <p:sp>
        <p:nvSpPr>
          <p:cNvPr id="7" name="日期占位符 3"/>
          <p:cNvSpPr>
            <a:spLocks noGrp="1"/>
          </p:cNvSpPr>
          <p:nvPr>
            <p:ph type="dt" sz="half" idx="10"/>
          </p:nvPr>
        </p:nvSpPr>
        <p:spPr>
          <a:xfrm>
            <a:off x="197335" y="6489303"/>
            <a:ext cx="2743200" cy="365125"/>
          </a:xfrm>
        </p:spPr>
        <p:txBody>
          <a:bodyPr/>
          <a:lstStyle/>
          <a:p>
            <a:r>
              <a:rPr kumimoji="1" lang="en-US" altLang="zh-CN" dirty="0"/>
              <a:t>4.1.1 </a:t>
            </a:r>
            <a:r>
              <a:rPr kumimoji="1" lang="zh-CN" altLang="en-US" dirty="0"/>
              <a:t>局域网信道</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本章内容</a:t>
            </a:r>
          </a:p>
        </p:txBody>
      </p:sp>
      <p:sp>
        <p:nvSpPr>
          <p:cNvPr id="5" name="内容占位符 4"/>
          <p:cNvSpPr>
            <a:spLocks noGrp="1"/>
          </p:cNvSpPr>
          <p:nvPr>
            <p:ph idx="1"/>
          </p:nvPr>
        </p:nvSpPr>
        <p:spPr>
          <a:xfrm>
            <a:off x="1307508" y="1510758"/>
            <a:ext cx="10046292" cy="4845592"/>
          </a:xfrm>
        </p:spPr>
        <p:txBody>
          <a:bodyPr>
            <a:normAutofit/>
          </a:bodyPr>
          <a:lstStyle/>
          <a:p>
            <a:pPr>
              <a:lnSpc>
                <a:spcPct val="130000"/>
              </a:lnSpc>
            </a:pPr>
            <a:r>
              <a:rPr kumimoji="1" lang="en-US" altLang="zh-CN" dirty="0"/>
              <a:t>4.1 </a:t>
            </a:r>
            <a:r>
              <a:rPr kumimoji="1" lang="zh-CN" altLang="en-US" dirty="0"/>
              <a:t>信道分配问题 （</a:t>
            </a:r>
            <a:r>
              <a:rPr kumimoji="1" lang="en-US" altLang="zh-CN" dirty="0"/>
              <a:t>P4</a:t>
            </a:r>
            <a:r>
              <a:rPr kumimoji="1" lang="zh-CN" altLang="en-US" dirty="0"/>
              <a:t>）</a:t>
            </a:r>
            <a:endParaRPr kumimoji="1" lang="en-US" altLang="zh-CN" dirty="0"/>
          </a:p>
          <a:p>
            <a:pPr>
              <a:lnSpc>
                <a:spcPct val="130000"/>
              </a:lnSpc>
            </a:pPr>
            <a:r>
              <a:rPr kumimoji="1" lang="en-US" altLang="zh-CN" dirty="0">
                <a:solidFill>
                  <a:srgbClr val="C00000"/>
                </a:solidFill>
              </a:rPr>
              <a:t>4.2 </a:t>
            </a:r>
            <a:r>
              <a:rPr kumimoji="1" lang="zh-CN" altLang="en-US" dirty="0">
                <a:solidFill>
                  <a:srgbClr val="C00000"/>
                </a:solidFill>
              </a:rPr>
              <a:t>多路访问协议 （</a:t>
            </a:r>
            <a:r>
              <a:rPr kumimoji="1" lang="en-US" altLang="zh-CN" dirty="0">
                <a:solidFill>
                  <a:srgbClr val="C00000"/>
                </a:solidFill>
              </a:rPr>
              <a:t>P11</a:t>
            </a:r>
            <a:r>
              <a:rPr kumimoji="1" lang="zh-CN" altLang="en-US" dirty="0">
                <a:solidFill>
                  <a:srgbClr val="C00000"/>
                </a:solidFill>
              </a:rPr>
              <a:t>）</a:t>
            </a:r>
            <a:endParaRPr kumimoji="1" lang="en-US" altLang="zh-CN" dirty="0">
              <a:solidFill>
                <a:srgbClr val="C00000"/>
              </a:solidFill>
            </a:endParaRPr>
          </a:p>
          <a:p>
            <a:pPr>
              <a:lnSpc>
                <a:spcPct val="130000"/>
              </a:lnSpc>
            </a:pPr>
            <a:r>
              <a:rPr kumimoji="1" lang="en-US" altLang="zh-CN" dirty="0"/>
              <a:t>4.3 </a:t>
            </a:r>
            <a:r>
              <a:rPr kumimoji="1" lang="zh-CN" altLang="en-US" dirty="0"/>
              <a:t>以太网 （</a:t>
            </a:r>
            <a:r>
              <a:rPr kumimoji="1" lang="en-US" altLang="zh-CN" dirty="0"/>
              <a:t>P44</a:t>
            </a:r>
            <a:r>
              <a:rPr kumimoji="1" lang="zh-CN" altLang="en-US" dirty="0"/>
              <a:t>）</a:t>
            </a:r>
            <a:endParaRPr kumimoji="1" lang="en-US" altLang="zh-CN" dirty="0"/>
          </a:p>
          <a:p>
            <a:pPr>
              <a:lnSpc>
                <a:spcPct val="130000"/>
              </a:lnSpc>
            </a:pPr>
            <a:r>
              <a:rPr kumimoji="1" lang="en-US" altLang="zh-CN" dirty="0"/>
              <a:t>4.4 </a:t>
            </a:r>
            <a:r>
              <a:rPr kumimoji="1" lang="zh-CN" altLang="en-US" dirty="0"/>
              <a:t>数据链路层交换（</a:t>
            </a:r>
            <a:r>
              <a:rPr kumimoji="1" lang="en-US" altLang="zh-CN" dirty="0"/>
              <a:t>P73</a:t>
            </a:r>
            <a:r>
              <a:rPr kumimoji="1" lang="zh-CN" altLang="en-US" dirty="0"/>
              <a:t>）</a:t>
            </a:r>
            <a:endParaRPr kumimoji="1" lang="en-US" altLang="zh-CN" dirty="0"/>
          </a:p>
          <a:p>
            <a:pPr>
              <a:lnSpc>
                <a:spcPct val="130000"/>
              </a:lnSpc>
            </a:pPr>
            <a:r>
              <a:rPr kumimoji="1" lang="en-US" altLang="zh-CN" dirty="0"/>
              <a:t>4.5 </a:t>
            </a:r>
            <a:r>
              <a:rPr kumimoji="1" lang="zh-CN" altLang="en-US" dirty="0"/>
              <a:t>无线局域网（</a:t>
            </a:r>
            <a:r>
              <a:rPr kumimoji="1" lang="en-US" altLang="zh-CN" dirty="0"/>
              <a:t>P133</a:t>
            </a:r>
            <a:r>
              <a:rPr kumimoji="1" lang="zh-CN" altLang="en-US" dirty="0"/>
              <a:t>）</a:t>
            </a:r>
          </a:p>
        </p:txBody>
      </p:sp>
      <p:sp>
        <p:nvSpPr>
          <p:cNvPr id="10" name="灯片编号占位符 9"/>
          <p:cNvSpPr>
            <a:spLocks noGrp="1"/>
          </p:cNvSpPr>
          <p:nvPr>
            <p:ph type="sldNum" sz="quarter" idx="12"/>
          </p:nvPr>
        </p:nvSpPr>
        <p:spPr/>
        <p:txBody>
          <a:bodyPr/>
          <a:lstStyle/>
          <a:p>
            <a:fld id="{8D4D1E41-7A09-AB4A-A4E1-09765ADA2698}" type="slidenum">
              <a:rPr kumimoji="1" lang="zh-CN" altLang="en-US" smtClean="0"/>
              <a:t>8</a:t>
            </a:fld>
            <a:endParaRPr kumimoji="1" lang="zh-CN" altLang="en-US" dirty="0"/>
          </a:p>
        </p:txBody>
      </p:sp>
      <p:sp>
        <p:nvSpPr>
          <p:cNvPr id="7" name="矩形标注 6"/>
          <p:cNvSpPr/>
          <p:nvPr/>
        </p:nvSpPr>
        <p:spPr>
          <a:xfrm>
            <a:off x="7502491" y="2180475"/>
            <a:ext cx="3167968" cy="2148185"/>
          </a:xfrm>
          <a:prstGeom prst="wedgeRectCallout">
            <a:avLst>
              <a:gd name="adj1" fmla="val -90514"/>
              <a:gd name="adj2" fmla="val -34990"/>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en-US" altLang="zh-CN" sz="2600" b="1" dirty="0">
                <a:solidFill>
                  <a:schemeClr val="tx1"/>
                </a:solidFill>
              </a:rPr>
              <a:t>1. </a:t>
            </a:r>
            <a:r>
              <a:rPr lang="zh-CN" altLang="en-US" sz="2600" b="1" dirty="0">
                <a:solidFill>
                  <a:schemeClr val="tx1"/>
                </a:solidFill>
              </a:rPr>
              <a:t>多路访问协议</a:t>
            </a:r>
            <a:endParaRPr lang="en-US" altLang="zh-CN" sz="2600" b="1" dirty="0">
              <a:solidFill>
                <a:schemeClr val="tx1"/>
              </a:solidFill>
            </a:endParaRPr>
          </a:p>
          <a:p>
            <a:pPr>
              <a:lnSpc>
                <a:spcPct val="150000"/>
              </a:lnSpc>
            </a:pPr>
            <a:r>
              <a:rPr lang="en-US" altLang="zh-CN" sz="2400" b="1" dirty="0">
                <a:solidFill>
                  <a:schemeClr val="tx1"/>
                </a:solidFill>
              </a:rPr>
              <a:t>2. </a:t>
            </a:r>
            <a:r>
              <a:rPr lang="zh-CN" altLang="en-US" sz="2400" b="1" dirty="0">
                <a:solidFill>
                  <a:schemeClr val="tx1"/>
                </a:solidFill>
              </a:rPr>
              <a:t>受控访问协议</a:t>
            </a:r>
            <a:endParaRPr lang="en-US" altLang="zh-CN" sz="2400" b="1" dirty="0">
              <a:solidFill>
                <a:schemeClr val="tx1"/>
              </a:solidFill>
            </a:endParaRPr>
          </a:p>
          <a:p>
            <a:pPr>
              <a:lnSpc>
                <a:spcPct val="150000"/>
              </a:lnSpc>
            </a:pPr>
            <a:r>
              <a:rPr lang="en-US" altLang="zh-CN" sz="2600" b="1" dirty="0">
                <a:solidFill>
                  <a:schemeClr val="tx1"/>
                </a:solidFill>
              </a:rPr>
              <a:t>3. </a:t>
            </a:r>
            <a:r>
              <a:rPr lang="zh-CN" altLang="en-US" sz="2600" b="1" dirty="0">
                <a:solidFill>
                  <a:schemeClr val="tx1"/>
                </a:solidFill>
              </a:rPr>
              <a:t>有限竞争协议</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三大类多路访问协议及小分类</a:t>
            </a:r>
          </a:p>
        </p:txBody>
      </p:sp>
      <p:sp>
        <p:nvSpPr>
          <p:cNvPr id="3" name="内容占位符 2"/>
          <p:cNvSpPr>
            <a:spLocks noGrp="1"/>
          </p:cNvSpPr>
          <p:nvPr>
            <p:ph idx="1"/>
          </p:nvPr>
        </p:nvSpPr>
        <p:spPr/>
        <p:txBody>
          <a:bodyPr>
            <a:normAutofit/>
          </a:bodyPr>
          <a:lstStyle/>
          <a:p>
            <a:pPr>
              <a:lnSpc>
                <a:spcPct val="150000"/>
              </a:lnSpc>
            </a:pPr>
            <a:r>
              <a:rPr lang="en-US" altLang="zh-CN" sz="2400" dirty="0"/>
              <a:t>4.2.1 </a:t>
            </a:r>
            <a:r>
              <a:rPr lang="zh-CN" altLang="en-US" sz="2400" dirty="0"/>
              <a:t>随机访问协议</a:t>
            </a:r>
            <a:endParaRPr lang="en-US" altLang="zh-CN" sz="2400" dirty="0"/>
          </a:p>
          <a:p>
            <a:pPr lvl="1">
              <a:lnSpc>
                <a:spcPct val="150000"/>
              </a:lnSpc>
            </a:pPr>
            <a:r>
              <a:rPr lang="zh-CN" altLang="en-US" sz="2000" dirty="0"/>
              <a:t>特点：冲突不可避免</a:t>
            </a:r>
            <a:endParaRPr lang="en-US" altLang="zh-CN" sz="2000" dirty="0"/>
          </a:p>
          <a:p>
            <a:pPr>
              <a:lnSpc>
                <a:spcPct val="150000"/>
              </a:lnSpc>
            </a:pPr>
            <a:r>
              <a:rPr lang="en-US" altLang="zh-CN" sz="2400" dirty="0"/>
              <a:t>4.2.2 </a:t>
            </a:r>
            <a:r>
              <a:rPr lang="zh-CN" altLang="en-US" sz="2400" dirty="0"/>
              <a:t>受控访问协议</a:t>
            </a:r>
            <a:endParaRPr lang="en-US" altLang="zh-CN" sz="2400" dirty="0"/>
          </a:p>
          <a:p>
            <a:pPr lvl="1">
              <a:lnSpc>
                <a:spcPct val="150000"/>
              </a:lnSpc>
            </a:pPr>
            <a:r>
              <a:rPr lang="zh-CN" altLang="en-US" sz="2000" dirty="0"/>
              <a:t>特点：克服了冲突</a:t>
            </a:r>
            <a:endParaRPr lang="en-US" altLang="zh-CN" sz="2000" dirty="0"/>
          </a:p>
          <a:p>
            <a:pPr>
              <a:lnSpc>
                <a:spcPct val="150000"/>
              </a:lnSpc>
            </a:pPr>
            <a:r>
              <a:rPr lang="en-US" altLang="zh-CN" sz="2400" dirty="0"/>
              <a:t>4.2.3 </a:t>
            </a:r>
            <a:r>
              <a:rPr lang="zh-CN" altLang="en-US" sz="2400" dirty="0"/>
              <a:t>有限竞争协议</a:t>
            </a:r>
            <a:endParaRPr lang="en-US" altLang="zh-CN" sz="2400" dirty="0"/>
          </a:p>
          <a:p>
            <a:pPr lvl="1">
              <a:lnSpc>
                <a:spcPct val="150000"/>
              </a:lnSpc>
            </a:pPr>
            <a:r>
              <a:rPr lang="zh-CN" altLang="en-US" sz="2000" dirty="0"/>
              <a:t>利用上述二者的优势</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9</a:t>
            </a:fld>
            <a:endParaRPr kumimoji="1" lang="zh-CN" altLang="en-US" dirty="0"/>
          </a:p>
        </p:txBody>
      </p:sp>
      <p:pic>
        <p:nvPicPr>
          <p:cNvPr id="7" name="图片 6"/>
          <p:cNvPicPr>
            <a:picLocks noChangeAspect="1"/>
          </p:cNvPicPr>
          <p:nvPr/>
        </p:nvPicPr>
        <p:blipFill>
          <a:blip r:embed="rId3"/>
          <a:stretch>
            <a:fillRect/>
          </a:stretch>
        </p:blipFill>
        <p:spPr>
          <a:xfrm>
            <a:off x="4916788" y="1503109"/>
            <a:ext cx="6476130" cy="4483475"/>
          </a:xfrm>
          <a:prstGeom prst="rect">
            <a:avLst/>
          </a:prstGeom>
        </p:spPr>
      </p:pic>
      <p:sp>
        <p:nvSpPr>
          <p:cNvPr id="8" name="日期占位符 3"/>
          <p:cNvSpPr>
            <a:spLocks noGrp="1"/>
          </p:cNvSpPr>
          <p:nvPr>
            <p:ph type="dt" sz="half" idx="10"/>
          </p:nvPr>
        </p:nvSpPr>
        <p:spPr>
          <a:xfrm>
            <a:off x="197335" y="6489303"/>
            <a:ext cx="2743200" cy="365125"/>
          </a:xfrm>
        </p:spPr>
        <p:txBody>
          <a:bodyPr/>
          <a:lstStyle/>
          <a:p>
            <a:r>
              <a:rPr kumimoji="1" lang="en-US" altLang="zh-CN" dirty="0"/>
              <a:t>4.2.1 </a:t>
            </a:r>
            <a:r>
              <a:rPr kumimoji="1" lang="zh-CN" altLang="en-US" dirty="0"/>
              <a:t>随机访问协议</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ALOHA</a:t>
            </a:r>
            <a:r>
              <a:rPr lang="zh-CN" altLang="en-US" dirty="0"/>
              <a:t>协议的由来</a:t>
            </a:r>
          </a:p>
        </p:txBody>
      </p:sp>
      <p:sp>
        <p:nvSpPr>
          <p:cNvPr id="3" name="内容占位符 2"/>
          <p:cNvSpPr>
            <a:spLocks noGrp="1"/>
          </p:cNvSpPr>
          <p:nvPr>
            <p:ph idx="1"/>
          </p:nvPr>
        </p:nvSpPr>
        <p:spPr/>
        <p:txBody>
          <a:bodyPr>
            <a:normAutofit/>
          </a:bodyPr>
          <a:lstStyle/>
          <a:p>
            <a:pPr>
              <a:lnSpc>
                <a:spcPct val="150000"/>
              </a:lnSpc>
            </a:pPr>
            <a:r>
              <a:rPr lang="zh-CN" altLang="en-US" sz="2400" dirty="0"/>
              <a:t>夏威夷大学</a:t>
            </a:r>
            <a:r>
              <a:rPr lang="en-US" altLang="zh-CN" sz="2400" dirty="0"/>
              <a:t>Norman Abramson</a:t>
            </a:r>
            <a:r>
              <a:rPr lang="zh-CN" altLang="en-US" sz="2400" dirty="0"/>
              <a:t>及他的同事设计</a:t>
            </a:r>
            <a:endParaRPr lang="en-US" altLang="zh-CN" sz="2400" dirty="0"/>
          </a:p>
          <a:p>
            <a:pPr>
              <a:lnSpc>
                <a:spcPct val="150000"/>
              </a:lnSpc>
            </a:pPr>
            <a:r>
              <a:rPr lang="en-US" altLang="zh-CN" sz="2400" dirty="0" err="1"/>
              <a:t>ALOHANet</a:t>
            </a:r>
            <a:r>
              <a:rPr lang="zh-CN" altLang="en-US" sz="2400" dirty="0"/>
              <a:t>：连接檀香山和其它岛屿 </a:t>
            </a:r>
            <a:endParaRPr lang="en-US" altLang="zh-CN" sz="1800" dirty="0"/>
          </a:p>
          <a:p>
            <a:pPr>
              <a:lnSpc>
                <a:spcPct val="150000"/>
              </a:lnSpc>
            </a:pPr>
            <a:r>
              <a:rPr lang="zh-CN" altLang="en-US" sz="2400" dirty="0"/>
              <a:t>两个版本</a:t>
            </a:r>
          </a:p>
          <a:p>
            <a:pPr lvl="1">
              <a:lnSpc>
                <a:spcPct val="150000"/>
              </a:lnSpc>
            </a:pPr>
            <a:r>
              <a:rPr lang="zh-CN" altLang="en-US" sz="2000" dirty="0"/>
              <a:t>纯</a:t>
            </a:r>
            <a:r>
              <a:rPr lang="en-US" altLang="zh-CN" sz="2000" dirty="0"/>
              <a:t>ALOHA</a:t>
            </a:r>
            <a:r>
              <a:rPr lang="zh-CN" altLang="en-US" sz="2000" dirty="0"/>
              <a:t>协议</a:t>
            </a:r>
          </a:p>
          <a:p>
            <a:pPr lvl="1">
              <a:lnSpc>
                <a:spcPct val="150000"/>
              </a:lnSpc>
            </a:pPr>
            <a:r>
              <a:rPr lang="zh-CN" altLang="en-US" sz="2000" dirty="0"/>
              <a:t>分隙</a:t>
            </a:r>
            <a:r>
              <a:rPr lang="en-US" altLang="zh-CN" sz="2000" dirty="0"/>
              <a:t>ALOHA</a:t>
            </a:r>
            <a:r>
              <a:rPr lang="zh-CN" altLang="en-US" sz="2000" dirty="0"/>
              <a:t>协议</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10</a:t>
            </a:fld>
            <a:endParaRPr kumimoji="1" lang="zh-CN" altLang="en-US" dirty="0"/>
          </a:p>
        </p:txBody>
      </p:sp>
      <p:pic>
        <p:nvPicPr>
          <p:cNvPr id="5" name="Picture 13" descr="http://www.zjrcg.com/admin/UploadFiles/201067171615781.jpg">
            <a:hlinkClick r:id="rId3"/>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18042" y="2845049"/>
            <a:ext cx="3344149" cy="23825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12" descr="U3405P704DT2009090711111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528320" y="2078643"/>
            <a:ext cx="2288188" cy="28098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日期占位符 3"/>
          <p:cNvSpPr>
            <a:spLocks noGrp="1"/>
          </p:cNvSpPr>
          <p:nvPr>
            <p:ph type="dt" sz="half" idx="10"/>
          </p:nvPr>
        </p:nvSpPr>
        <p:spPr>
          <a:xfrm>
            <a:off x="197335" y="6489303"/>
            <a:ext cx="2743200" cy="365125"/>
          </a:xfrm>
        </p:spPr>
        <p:txBody>
          <a:bodyPr/>
          <a:lstStyle/>
          <a:p>
            <a:r>
              <a:rPr kumimoji="1" lang="en-US" altLang="zh-CN" dirty="0"/>
              <a:t>4.2.1 </a:t>
            </a:r>
            <a:r>
              <a:rPr kumimoji="1" lang="zh-CN" altLang="en-US" dirty="0"/>
              <a:t>随机访问协议</a:t>
            </a:r>
          </a:p>
        </p:txBody>
      </p:sp>
      <p:pic>
        <p:nvPicPr>
          <p:cNvPr id="9" name="图片 8"/>
          <p:cNvPicPr>
            <a:picLocks noChangeAspect="1"/>
          </p:cNvPicPr>
          <p:nvPr/>
        </p:nvPicPr>
        <p:blipFill>
          <a:blip r:embed="rId6"/>
          <a:stretch>
            <a:fillRect/>
          </a:stretch>
        </p:blipFill>
        <p:spPr>
          <a:xfrm>
            <a:off x="3989439" y="3295211"/>
            <a:ext cx="2062475" cy="3054167"/>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纯</a:t>
            </a:r>
            <a:r>
              <a:rPr lang="en-US" altLang="zh-CN" dirty="0"/>
              <a:t>ALOHA</a:t>
            </a:r>
            <a:r>
              <a:rPr lang="zh-CN" altLang="en-US" dirty="0"/>
              <a:t>协议工作原理：任性！</a:t>
            </a:r>
          </a:p>
        </p:txBody>
      </p:sp>
      <p:sp>
        <p:nvSpPr>
          <p:cNvPr id="3" name="内容占位符 2"/>
          <p:cNvSpPr>
            <a:spLocks noGrp="1"/>
          </p:cNvSpPr>
          <p:nvPr>
            <p:ph idx="1"/>
          </p:nvPr>
        </p:nvSpPr>
        <p:spPr/>
        <p:txBody>
          <a:bodyPr/>
          <a:lstStyle/>
          <a:p>
            <a:pPr>
              <a:lnSpc>
                <a:spcPct val="150000"/>
              </a:lnSpc>
            </a:pPr>
            <a:r>
              <a:rPr lang="zh-CN" altLang="en-US" dirty="0"/>
              <a:t>原理：</a:t>
            </a:r>
            <a:r>
              <a:rPr lang="zh-CN" altLang="en-US" dirty="0">
                <a:solidFill>
                  <a:srgbClr val="C00000"/>
                </a:solidFill>
              </a:rPr>
              <a:t>想发就发</a:t>
            </a:r>
            <a:r>
              <a:rPr lang="zh-CN" altLang="en-US" dirty="0"/>
              <a:t>！</a:t>
            </a:r>
            <a:endParaRPr lang="en-US" altLang="zh-CN" dirty="0"/>
          </a:p>
          <a:p>
            <a:pPr>
              <a:lnSpc>
                <a:spcPct val="150000"/>
              </a:lnSpc>
            </a:pPr>
            <a:r>
              <a:rPr lang="zh-CN" altLang="en-US" dirty="0"/>
              <a:t>特点</a:t>
            </a:r>
            <a:endParaRPr lang="en-US" altLang="zh-CN" dirty="0"/>
          </a:p>
          <a:p>
            <a:pPr lvl="1">
              <a:lnSpc>
                <a:spcPct val="150000"/>
              </a:lnSpc>
            </a:pPr>
            <a:r>
              <a:rPr lang="zh-CN" altLang="en-US" dirty="0">
                <a:solidFill>
                  <a:srgbClr val="C00000"/>
                </a:solidFill>
              </a:rPr>
              <a:t>冲突</a:t>
            </a:r>
            <a:r>
              <a:rPr lang="zh-CN" altLang="en-US" dirty="0"/>
              <a:t>：</a:t>
            </a:r>
            <a:r>
              <a:rPr lang="zh-CN" altLang="zh-CN" dirty="0"/>
              <a:t>两个</a:t>
            </a:r>
            <a:r>
              <a:rPr lang="zh-CN" altLang="en-US" dirty="0"/>
              <a:t>或以上的</a:t>
            </a:r>
            <a:r>
              <a:rPr lang="zh-CN" altLang="zh-CN" dirty="0"/>
              <a:t>帧</a:t>
            </a:r>
            <a:endParaRPr lang="en-US" altLang="zh-CN" dirty="0"/>
          </a:p>
          <a:p>
            <a:pPr lvl="1">
              <a:lnSpc>
                <a:spcPct val="150000"/>
              </a:lnSpc>
            </a:pPr>
            <a:r>
              <a:rPr lang="zh-CN" altLang="en-US" dirty="0">
                <a:solidFill>
                  <a:srgbClr val="C00000"/>
                </a:solidFill>
              </a:rPr>
              <a:t>随时</a:t>
            </a:r>
            <a:r>
              <a:rPr lang="zh-CN" altLang="en-US" dirty="0"/>
              <a:t>可能冲突</a:t>
            </a:r>
            <a:endParaRPr lang="en-US" altLang="zh-CN" dirty="0"/>
          </a:p>
          <a:p>
            <a:pPr lvl="1">
              <a:lnSpc>
                <a:spcPct val="150000"/>
              </a:lnSpc>
            </a:pPr>
            <a:r>
              <a:rPr lang="zh-CN" altLang="en-US" dirty="0"/>
              <a:t>冲突的帧完全</a:t>
            </a:r>
            <a:r>
              <a:rPr lang="zh-CN" altLang="en-US" dirty="0">
                <a:solidFill>
                  <a:srgbClr val="C00000"/>
                </a:solidFill>
              </a:rPr>
              <a:t>破坏</a:t>
            </a:r>
            <a:endParaRPr lang="en-US" altLang="zh-CN" dirty="0">
              <a:solidFill>
                <a:srgbClr val="C00000"/>
              </a:solidFill>
            </a:endParaRPr>
          </a:p>
          <a:p>
            <a:pPr lvl="1">
              <a:lnSpc>
                <a:spcPct val="150000"/>
              </a:lnSpc>
            </a:pPr>
            <a:r>
              <a:rPr lang="zh-CN" altLang="en-US" dirty="0"/>
              <a:t>破坏了的帧要</a:t>
            </a:r>
            <a:r>
              <a:rPr lang="zh-CN" altLang="en-US" dirty="0">
                <a:solidFill>
                  <a:srgbClr val="C00000"/>
                </a:solidFill>
              </a:rPr>
              <a:t>重传</a:t>
            </a:r>
            <a:endParaRPr lang="en-US" altLang="zh-CN" dirty="0">
              <a:solidFill>
                <a:srgbClr val="C00000"/>
              </a:solidFill>
            </a:endParaRPr>
          </a:p>
          <a:p>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11</a:t>
            </a:fld>
            <a:endParaRPr kumimoji="1" lang="zh-CN" altLang="en-US" dirty="0"/>
          </a:p>
        </p:txBody>
      </p:sp>
      <p:sp>
        <p:nvSpPr>
          <p:cNvPr id="12" name="日期占位符 3"/>
          <p:cNvSpPr>
            <a:spLocks noGrp="1"/>
          </p:cNvSpPr>
          <p:nvPr>
            <p:ph type="dt" sz="half" idx="10"/>
          </p:nvPr>
        </p:nvSpPr>
        <p:spPr>
          <a:xfrm>
            <a:off x="197335" y="6489303"/>
            <a:ext cx="2743200" cy="365125"/>
          </a:xfrm>
        </p:spPr>
        <p:txBody>
          <a:bodyPr/>
          <a:lstStyle/>
          <a:p>
            <a:r>
              <a:rPr kumimoji="1" lang="en-US" altLang="zh-CN" dirty="0"/>
              <a:t>4.2.1 </a:t>
            </a:r>
            <a:r>
              <a:rPr kumimoji="1" lang="zh-CN" altLang="en-US" dirty="0"/>
              <a:t>随机访问协议</a:t>
            </a:r>
          </a:p>
        </p:txBody>
      </p:sp>
      <p:sp>
        <p:nvSpPr>
          <p:cNvPr id="6" name="Rectangle 2"/>
          <p:cNvSpPr>
            <a:spLocks noChangeArrowheads="1"/>
          </p:cNvSpPr>
          <p:nvPr/>
        </p:nvSpPr>
        <p:spPr bwMode="auto">
          <a:xfrm>
            <a:off x="5594360" y="227125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7" name="对象 6"/>
          <p:cNvGraphicFramePr>
            <a:graphicFrameLocks noChangeAspect="1"/>
          </p:cNvGraphicFramePr>
          <p:nvPr/>
        </p:nvGraphicFramePr>
        <p:xfrm>
          <a:off x="5594350" y="1390015"/>
          <a:ext cx="5361305" cy="2816860"/>
        </p:xfrm>
        <a:graphic>
          <a:graphicData uri="http://schemas.openxmlformats.org/presentationml/2006/ole">
            <mc:AlternateContent xmlns:mc="http://schemas.openxmlformats.org/markup-compatibility/2006">
              <mc:Choice xmlns:v="urn:schemas-microsoft-com:vml" Requires="v">
                <p:oleObj name="Visio" r:id="rId4" imgW="3453130" imgH="1910715" progId="Visio.Drawing.15">
                  <p:embed/>
                </p:oleObj>
              </mc:Choice>
              <mc:Fallback>
                <p:oleObj name="Visio" r:id="rId4" imgW="3453130" imgH="1910715" progId="Visio.Drawing.15">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94350" y="1390015"/>
                        <a:ext cx="5361305" cy="2816860"/>
                      </a:xfrm>
                      <a:prstGeom prst="rect">
                        <a:avLst/>
                      </a:prstGeom>
                      <a:noFill/>
                    </p:spPr>
                  </p:pic>
                </p:oleObj>
              </mc:Fallback>
            </mc:AlternateContent>
          </a:graphicData>
        </a:graphic>
      </p:graphicFrame>
      <p:pic>
        <p:nvPicPr>
          <p:cNvPr id="8" name="Picture 3" descr="4-03"/>
          <p:cNvPicPr>
            <a:picLocks noChangeAspect="1" noChangeArrowheads="1"/>
          </p:cNvPicPr>
          <p:nvPr>
            <p:custDataLst>
              <p:tags r:id="rId1"/>
            </p:custDataLst>
          </p:nvPr>
        </p:nvPicPr>
        <p:blipFill>
          <a:blip r:embed="rId6">
            <a:extLst>
              <a:ext uri="{28A0092B-C50C-407E-A947-70E740481C1C}">
                <a14:useLocalDpi xmlns:a14="http://schemas.microsoft.com/office/drawing/2010/main" val="0"/>
              </a:ext>
            </a:extLst>
          </a:blip>
          <a:srcRect/>
          <a:stretch>
            <a:fillRect/>
          </a:stretch>
        </p:blipFill>
        <p:spPr>
          <a:xfrm>
            <a:off x="4166870" y="4523740"/>
            <a:ext cx="5099685" cy="2330450"/>
          </a:xfrm>
          <a:prstGeom prst="rect">
            <a:avLst/>
          </a:prstGeom>
          <a:noFill/>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pPr eaLnBrk="1" hangingPunct="1"/>
            <a:r>
              <a:rPr lang="zh-CN" altLang="en-US" dirty="0"/>
              <a:t>分隙</a:t>
            </a:r>
            <a:r>
              <a:rPr lang="en-US" altLang="zh-CN" dirty="0"/>
              <a:t>ALOHA (</a:t>
            </a:r>
            <a:r>
              <a:rPr lang="en-US" altLang="zh-CN" sz="1700" dirty="0"/>
              <a:t>Slotted ALOHA</a:t>
            </a:r>
            <a:r>
              <a:rPr lang="en-US" altLang="zh-CN" dirty="0"/>
              <a:t>)</a:t>
            </a:r>
            <a:r>
              <a:rPr lang="zh-CN" altLang="en-US" dirty="0"/>
              <a:t>工作原理</a:t>
            </a:r>
            <a:endParaRPr lang="en-US" altLang="zh-CN" sz="2200" dirty="0"/>
          </a:p>
        </p:txBody>
      </p:sp>
      <p:sp>
        <p:nvSpPr>
          <p:cNvPr id="34819" name="Rectangle 3"/>
          <p:cNvSpPr>
            <a:spLocks noGrp="1" noChangeArrowheads="1"/>
          </p:cNvSpPr>
          <p:nvPr>
            <p:ph type="body" idx="1"/>
          </p:nvPr>
        </p:nvSpPr>
        <p:spPr/>
        <p:txBody>
          <a:bodyPr>
            <a:normAutofit/>
          </a:bodyPr>
          <a:lstStyle/>
          <a:p>
            <a:pPr eaLnBrk="1" hangingPunct="1">
              <a:lnSpc>
                <a:spcPct val="150000"/>
              </a:lnSpc>
            </a:pPr>
            <a:r>
              <a:rPr lang="zh-CN" altLang="en-US" dirty="0"/>
              <a:t>分隙</a:t>
            </a:r>
            <a:r>
              <a:rPr lang="en-US" altLang="zh-CN" dirty="0"/>
              <a:t>ALOHA</a:t>
            </a:r>
            <a:r>
              <a:rPr lang="zh-CN" altLang="en-US" dirty="0"/>
              <a:t>是把时间</a:t>
            </a:r>
            <a:r>
              <a:rPr lang="zh-CN" altLang="en-US" dirty="0">
                <a:solidFill>
                  <a:srgbClr val="C00000"/>
                </a:solidFill>
              </a:rPr>
              <a:t>分成时隙（时槽）</a:t>
            </a:r>
          </a:p>
          <a:p>
            <a:pPr eaLnBrk="1" hangingPunct="1">
              <a:lnSpc>
                <a:spcPct val="150000"/>
              </a:lnSpc>
            </a:pPr>
            <a:r>
              <a:rPr lang="zh-CN" altLang="en-US" dirty="0">
                <a:solidFill>
                  <a:srgbClr val="C00000"/>
                </a:solidFill>
              </a:rPr>
              <a:t>时隙的长度</a:t>
            </a:r>
            <a:r>
              <a:rPr lang="zh-CN" altLang="en-US" dirty="0"/>
              <a:t>对应一帧的传输时间。</a:t>
            </a:r>
          </a:p>
          <a:p>
            <a:pPr eaLnBrk="1" hangingPunct="1">
              <a:lnSpc>
                <a:spcPct val="150000"/>
              </a:lnSpc>
            </a:pPr>
            <a:r>
              <a:rPr lang="zh-CN" altLang="en-US" dirty="0"/>
              <a:t>帧的</a:t>
            </a:r>
            <a:r>
              <a:rPr lang="zh-CN" altLang="en-US" dirty="0">
                <a:solidFill>
                  <a:srgbClr val="C00000"/>
                </a:solidFill>
              </a:rPr>
              <a:t>发送</a:t>
            </a:r>
            <a:r>
              <a:rPr lang="zh-CN" altLang="en-US" dirty="0"/>
              <a:t>必须在</a:t>
            </a:r>
            <a:r>
              <a:rPr lang="zh-CN" altLang="en-US" dirty="0">
                <a:solidFill>
                  <a:srgbClr val="C00000"/>
                </a:solidFill>
              </a:rPr>
              <a:t>时隙的起点</a:t>
            </a:r>
            <a:r>
              <a:rPr lang="zh-CN" altLang="en-US" dirty="0"/>
              <a:t>。</a:t>
            </a:r>
          </a:p>
          <a:p>
            <a:pPr eaLnBrk="1" hangingPunct="1">
              <a:lnSpc>
                <a:spcPct val="150000"/>
              </a:lnSpc>
            </a:pPr>
            <a:r>
              <a:rPr lang="zh-CN" altLang="en-US" dirty="0">
                <a:solidFill>
                  <a:srgbClr val="C00000"/>
                </a:solidFill>
              </a:rPr>
              <a:t>冲突</a:t>
            </a:r>
            <a:r>
              <a:rPr lang="zh-CN" altLang="en-US" dirty="0"/>
              <a:t>只发生在</a:t>
            </a:r>
            <a:r>
              <a:rPr lang="zh-CN" altLang="en-US" dirty="0">
                <a:solidFill>
                  <a:srgbClr val="C00000"/>
                </a:solidFill>
              </a:rPr>
              <a:t>时隙的起点</a:t>
            </a:r>
            <a:endParaRPr lang="zh-CN" altLang="en-US" dirty="0"/>
          </a:p>
        </p:txBody>
      </p:sp>
      <p:pic>
        <p:nvPicPr>
          <p:cNvPr id="5"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a:xfrm>
            <a:off x="7694295" y="1640205"/>
            <a:ext cx="3659505" cy="2497455"/>
          </a:xfrm>
          <a:prstGeom prst="rect">
            <a:avLst/>
          </a:prstGeom>
          <a:noFill/>
        </p:spPr>
      </p:pic>
      <p:sp>
        <p:nvSpPr>
          <p:cNvPr id="6" name="波形 5"/>
          <p:cNvSpPr/>
          <p:nvPr/>
        </p:nvSpPr>
        <p:spPr>
          <a:xfrm>
            <a:off x="8993505" y="4309615"/>
            <a:ext cx="2706255" cy="1145309"/>
          </a:xfrm>
          <a:prstGeom prst="wav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a:solidFill>
                  <a:srgbClr val="C00000"/>
                </a:solidFill>
              </a:rPr>
              <a:t>冲突危险期：</a:t>
            </a:r>
            <a:r>
              <a:rPr lang="en-US" altLang="zh-CN" sz="2800" b="1" dirty="0">
                <a:solidFill>
                  <a:srgbClr val="C00000"/>
                </a:solidFill>
              </a:rPr>
              <a:t>D</a:t>
            </a:r>
            <a:endParaRPr lang="zh-CN" altLang="en-US" sz="2800" b="1" dirty="0">
              <a:solidFill>
                <a:srgbClr val="C00000"/>
              </a:solidFill>
            </a:endParaRPr>
          </a:p>
        </p:txBody>
      </p:sp>
      <p:sp>
        <p:nvSpPr>
          <p:cNvPr id="7" name="日期占位符 3"/>
          <p:cNvSpPr>
            <a:spLocks noGrp="1"/>
          </p:cNvSpPr>
          <p:nvPr>
            <p:ph type="dt" sz="half" idx="10"/>
          </p:nvPr>
        </p:nvSpPr>
        <p:spPr>
          <a:xfrm>
            <a:off x="197335" y="6489303"/>
            <a:ext cx="2743200" cy="365125"/>
          </a:xfrm>
        </p:spPr>
        <p:txBody>
          <a:bodyPr/>
          <a:lstStyle/>
          <a:p>
            <a:r>
              <a:rPr kumimoji="1" lang="en-US" altLang="zh-CN" dirty="0"/>
              <a:t>4.2.1 </a:t>
            </a:r>
            <a:r>
              <a:rPr kumimoji="1" lang="zh-CN" altLang="en-US" dirty="0"/>
              <a:t>随机访问协议</a:t>
            </a:r>
          </a:p>
        </p:txBody>
      </p:sp>
      <p:sp>
        <p:nvSpPr>
          <p:cNvPr id="8" name="灯片编号占位符 3"/>
          <p:cNvSpPr>
            <a:spLocks noGrp="1"/>
          </p:cNvSpPr>
          <p:nvPr>
            <p:ph type="sldNum" sz="quarter" idx="12"/>
          </p:nvPr>
        </p:nvSpPr>
        <p:spPr>
          <a:xfrm>
            <a:off x="8686810" y="6489303"/>
            <a:ext cx="3319670" cy="365125"/>
          </a:xfrm>
        </p:spPr>
        <p:txBody>
          <a:bodyPr/>
          <a:lstStyle/>
          <a:p>
            <a:fld id="{9153E371-9740-4D2A-A0CD-9129FD889424}" type="slidenum">
              <a:rPr kumimoji="1" lang="zh-CN" altLang="en-US" smtClean="0"/>
              <a:t>12</a:t>
            </a:fld>
            <a:endParaRPr kumimoji="1" lang="zh-CN" altLang="en-US" dirty="0"/>
          </a:p>
        </p:txBody>
      </p:sp>
      <p:pic>
        <p:nvPicPr>
          <p:cNvPr id="3" name="Picture 3" descr="4-03"/>
          <p:cNvPicPr>
            <a:picLocks noChangeAspect="1" noChangeArrowheads="1"/>
          </p:cNvPicPr>
          <p:nvPr>
            <p:custDataLst>
              <p:tags r:id="rId1"/>
            </p:custDataLst>
          </p:nvPr>
        </p:nvPicPr>
        <p:blipFill>
          <a:blip r:embed="rId5">
            <a:extLst>
              <a:ext uri="{28A0092B-C50C-407E-A947-70E740481C1C}">
                <a14:useLocalDpi xmlns:a14="http://schemas.microsoft.com/office/drawing/2010/main" val="0"/>
              </a:ext>
            </a:extLst>
          </a:blip>
          <a:srcRect/>
          <a:stretch>
            <a:fillRect/>
          </a:stretch>
        </p:blipFill>
        <p:spPr>
          <a:xfrm>
            <a:off x="2867660" y="4446905"/>
            <a:ext cx="5099685" cy="2330450"/>
          </a:xfrm>
          <a:prstGeom prst="rect">
            <a:avLst/>
          </a:prstGeom>
          <a:noFill/>
        </p:spPr>
      </p:pic>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pPr eaLnBrk="1" hangingPunct="1"/>
            <a:r>
              <a:rPr lang="zh-CN" altLang="en-US" dirty="0"/>
              <a:t>载波侦听多路访问协议 </a:t>
            </a:r>
            <a:endParaRPr lang="en-US" altLang="zh-CN" sz="1100" dirty="0"/>
          </a:p>
        </p:txBody>
      </p:sp>
      <p:sp>
        <p:nvSpPr>
          <p:cNvPr id="40963" name="Rectangle 3"/>
          <p:cNvSpPr>
            <a:spLocks noGrp="1" noChangeArrowheads="1"/>
          </p:cNvSpPr>
          <p:nvPr>
            <p:ph type="body" idx="1"/>
          </p:nvPr>
        </p:nvSpPr>
        <p:spPr>
          <a:xfrm>
            <a:off x="1124628" y="1647508"/>
            <a:ext cx="8001000" cy="4267200"/>
          </a:xfrm>
        </p:spPr>
        <p:txBody>
          <a:bodyPr/>
          <a:lstStyle/>
          <a:p>
            <a:pPr eaLnBrk="1" hangingPunct="1">
              <a:lnSpc>
                <a:spcPct val="150000"/>
              </a:lnSpc>
            </a:pPr>
            <a:r>
              <a:rPr lang="en-US" altLang="zh-CN" dirty="0"/>
              <a:t>CSMA</a:t>
            </a:r>
            <a:r>
              <a:rPr lang="zh-CN" altLang="en-US" dirty="0"/>
              <a:t>：</a:t>
            </a:r>
            <a:r>
              <a:rPr lang="en-US" altLang="zh-CN" dirty="0"/>
              <a:t>Carrier Sense Multiple Access</a:t>
            </a:r>
          </a:p>
          <a:p>
            <a:pPr eaLnBrk="1" hangingPunct="1">
              <a:lnSpc>
                <a:spcPct val="150000"/>
              </a:lnSpc>
            </a:pPr>
            <a:r>
              <a:rPr lang="zh-CN" altLang="en-US" dirty="0"/>
              <a:t>特点：</a:t>
            </a:r>
            <a:r>
              <a:rPr lang="zh-CN" altLang="en-US" dirty="0">
                <a:latin typeface="Arial" panose="020B0604020202090204" pitchFamily="34" charset="0"/>
              </a:rPr>
              <a:t>“</a:t>
            </a:r>
            <a:r>
              <a:rPr lang="zh-CN" altLang="en-US" dirty="0"/>
              <a:t>先听后发</a:t>
            </a:r>
            <a:r>
              <a:rPr lang="zh-CN" altLang="en-US" dirty="0">
                <a:latin typeface="Arial" panose="020B0604020202090204" pitchFamily="34" charset="0"/>
              </a:rPr>
              <a:t>”</a:t>
            </a:r>
            <a:endParaRPr lang="zh-CN" altLang="en-US" dirty="0"/>
          </a:p>
          <a:p>
            <a:pPr lvl="1" eaLnBrk="1" hangingPunct="1">
              <a:lnSpc>
                <a:spcPct val="150000"/>
              </a:lnSpc>
            </a:pPr>
            <a:r>
              <a:rPr lang="zh-CN" altLang="en-US" dirty="0"/>
              <a:t>改进</a:t>
            </a:r>
            <a:r>
              <a:rPr lang="en-US" altLang="zh-CN" dirty="0"/>
              <a:t>ALOHA</a:t>
            </a:r>
            <a:r>
              <a:rPr lang="zh-CN" altLang="en-US" dirty="0"/>
              <a:t>的侦听</a:t>
            </a:r>
            <a:r>
              <a:rPr lang="en-US" altLang="zh-CN" dirty="0"/>
              <a:t>/</a:t>
            </a:r>
            <a:r>
              <a:rPr lang="zh-CN" altLang="en-US" dirty="0"/>
              <a:t>发送策略分类</a:t>
            </a:r>
          </a:p>
        </p:txBody>
      </p:sp>
      <p:pic>
        <p:nvPicPr>
          <p:cNvPr id="2" name="图片 1"/>
          <p:cNvPicPr>
            <a:picLocks noChangeAspect="1"/>
          </p:cNvPicPr>
          <p:nvPr/>
        </p:nvPicPr>
        <p:blipFill>
          <a:blip r:embed="rId3"/>
          <a:stretch>
            <a:fillRect/>
          </a:stretch>
        </p:blipFill>
        <p:spPr>
          <a:xfrm>
            <a:off x="1995469" y="3870960"/>
            <a:ext cx="5865755" cy="2529839"/>
          </a:xfrm>
          <a:prstGeom prst="rect">
            <a:avLst/>
          </a:prstGeom>
        </p:spPr>
      </p:pic>
      <p:sp>
        <p:nvSpPr>
          <p:cNvPr id="7" name="波形 6"/>
          <p:cNvSpPr/>
          <p:nvPr/>
        </p:nvSpPr>
        <p:spPr>
          <a:xfrm>
            <a:off x="8244840" y="2115271"/>
            <a:ext cx="3200400" cy="2143572"/>
          </a:xfrm>
          <a:prstGeom prst="wav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a:solidFill>
                  <a:srgbClr val="C00000"/>
                </a:solidFill>
              </a:rPr>
              <a:t>不再任性！</a:t>
            </a:r>
            <a:endParaRPr lang="en-US" altLang="zh-CN" sz="2800" b="1" dirty="0">
              <a:solidFill>
                <a:srgbClr val="C00000"/>
              </a:solidFill>
            </a:endParaRPr>
          </a:p>
          <a:p>
            <a:pPr algn="ctr">
              <a:lnSpc>
                <a:spcPct val="150000"/>
              </a:lnSpc>
            </a:pPr>
            <a:r>
              <a:rPr lang="zh-CN" altLang="en-US" sz="2800" b="1" dirty="0">
                <a:solidFill>
                  <a:srgbClr val="C00000"/>
                </a:solidFill>
              </a:rPr>
              <a:t>变得礼貌了！</a:t>
            </a:r>
          </a:p>
        </p:txBody>
      </p:sp>
      <p:sp>
        <p:nvSpPr>
          <p:cNvPr id="8" name="日期占位符 3"/>
          <p:cNvSpPr>
            <a:spLocks noGrp="1"/>
          </p:cNvSpPr>
          <p:nvPr>
            <p:ph type="dt" sz="half" idx="10"/>
          </p:nvPr>
        </p:nvSpPr>
        <p:spPr>
          <a:xfrm>
            <a:off x="197335" y="6489303"/>
            <a:ext cx="2743200" cy="365125"/>
          </a:xfrm>
        </p:spPr>
        <p:txBody>
          <a:bodyPr/>
          <a:lstStyle/>
          <a:p>
            <a:r>
              <a:rPr kumimoji="1" lang="en-US" altLang="zh-CN" dirty="0"/>
              <a:t>4.2.1 </a:t>
            </a:r>
            <a:r>
              <a:rPr kumimoji="1" lang="zh-CN" altLang="en-US" dirty="0"/>
              <a:t>随机访问协议</a:t>
            </a:r>
          </a:p>
        </p:txBody>
      </p:sp>
      <p:sp>
        <p:nvSpPr>
          <p:cNvPr id="9" name="灯片编号占位符 3"/>
          <p:cNvSpPr>
            <a:spLocks noGrp="1"/>
          </p:cNvSpPr>
          <p:nvPr>
            <p:ph type="sldNum" sz="quarter" idx="12"/>
          </p:nvPr>
        </p:nvSpPr>
        <p:spPr>
          <a:xfrm>
            <a:off x="8686810" y="6489303"/>
            <a:ext cx="3319670" cy="365125"/>
          </a:xfrm>
        </p:spPr>
        <p:txBody>
          <a:bodyPr/>
          <a:lstStyle/>
          <a:p>
            <a:fld id="{5373DEC9-35E7-4144-B008-1A9D0C6CC6A1}" type="slidenum">
              <a:rPr kumimoji="1" lang="zh-CN" altLang="en-US" smtClean="0"/>
              <a:t>13</a:t>
            </a:fld>
            <a:endParaRPr kumimoji="1" lang="zh-CN" alt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pPr eaLnBrk="1" hangingPunct="1"/>
            <a:r>
              <a:rPr lang="en-US" altLang="zh-CN" dirty="0"/>
              <a:t> </a:t>
            </a:r>
            <a:r>
              <a:rPr lang="zh-CN" altLang="en-US" dirty="0"/>
              <a:t>非持续式</a:t>
            </a:r>
            <a:r>
              <a:rPr lang="en-US" altLang="zh-CN" dirty="0"/>
              <a:t>CSMA</a:t>
            </a:r>
            <a:endParaRPr lang="zh-CN" altLang="en-US" dirty="0"/>
          </a:p>
        </p:txBody>
      </p:sp>
      <p:sp>
        <p:nvSpPr>
          <p:cNvPr id="43011" name="Rectangle 3"/>
          <p:cNvSpPr>
            <a:spLocks noGrp="1" noChangeArrowheads="1"/>
          </p:cNvSpPr>
          <p:nvPr>
            <p:ph type="body" idx="1"/>
          </p:nvPr>
        </p:nvSpPr>
        <p:spPr/>
        <p:txBody>
          <a:bodyPr>
            <a:normAutofit lnSpcReduction="10000"/>
          </a:bodyPr>
          <a:lstStyle/>
          <a:p>
            <a:pPr eaLnBrk="1" hangingPunct="1">
              <a:lnSpc>
                <a:spcPct val="150000"/>
              </a:lnSpc>
            </a:pPr>
            <a:r>
              <a:rPr lang="zh-CN" altLang="en-US" dirty="0">
                <a:solidFill>
                  <a:srgbClr val="C00000"/>
                </a:solidFill>
              </a:rPr>
              <a:t>特点</a:t>
            </a:r>
            <a:endParaRPr lang="zh-CN" altLang="en-US" dirty="0"/>
          </a:p>
          <a:p>
            <a:pPr lvl="1" eaLnBrk="1" hangingPunct="1">
              <a:lnSpc>
                <a:spcPct val="150000"/>
              </a:lnSpc>
            </a:pPr>
            <a:r>
              <a:rPr lang="zh-CN" altLang="en-US" dirty="0"/>
              <a:t>①经侦听，如果介质空闲，开始发送</a:t>
            </a:r>
          </a:p>
          <a:p>
            <a:pPr lvl="1" eaLnBrk="1" hangingPunct="1">
              <a:lnSpc>
                <a:spcPct val="150000"/>
              </a:lnSpc>
            </a:pPr>
            <a:r>
              <a:rPr lang="zh-CN" altLang="en-US" dirty="0"/>
              <a:t>②如果介质忙，则等待一个随机分布的时间，然后重复步骤①</a:t>
            </a:r>
          </a:p>
          <a:p>
            <a:pPr eaLnBrk="1" hangingPunct="1">
              <a:lnSpc>
                <a:spcPct val="150000"/>
              </a:lnSpc>
            </a:pPr>
            <a:r>
              <a:rPr lang="zh-CN" altLang="en-US" dirty="0">
                <a:solidFill>
                  <a:srgbClr val="C00000"/>
                </a:solidFill>
              </a:rPr>
              <a:t>好处</a:t>
            </a:r>
            <a:endParaRPr lang="en-US" altLang="zh-CN" dirty="0">
              <a:solidFill>
                <a:srgbClr val="C00000"/>
              </a:solidFill>
            </a:endParaRPr>
          </a:p>
          <a:p>
            <a:pPr lvl="1">
              <a:lnSpc>
                <a:spcPct val="150000"/>
              </a:lnSpc>
            </a:pPr>
            <a:r>
              <a:rPr lang="zh-CN" altLang="en-US" dirty="0"/>
              <a:t>等待一个随机时间可以减少再次碰撞冲突的可能性</a:t>
            </a:r>
            <a:endParaRPr lang="en-US" altLang="zh-CN" dirty="0"/>
          </a:p>
          <a:p>
            <a:pPr eaLnBrk="1" hangingPunct="1">
              <a:lnSpc>
                <a:spcPct val="150000"/>
              </a:lnSpc>
            </a:pPr>
            <a:r>
              <a:rPr lang="zh-CN" altLang="en-US" dirty="0">
                <a:solidFill>
                  <a:srgbClr val="C00000"/>
                </a:solidFill>
              </a:rPr>
              <a:t>缺点</a:t>
            </a:r>
            <a:endParaRPr lang="en-US" altLang="zh-CN" dirty="0"/>
          </a:p>
          <a:p>
            <a:pPr lvl="1">
              <a:lnSpc>
                <a:spcPct val="150000"/>
              </a:lnSpc>
            </a:pPr>
            <a:r>
              <a:rPr lang="zh-CN" altLang="en-US" dirty="0"/>
              <a:t>等待时间内介质上如果没有数据传送，这段时间是浪费的</a:t>
            </a:r>
          </a:p>
        </p:txBody>
      </p:sp>
      <p:sp>
        <p:nvSpPr>
          <p:cNvPr id="377860" name="Oval 4"/>
          <p:cNvSpPr>
            <a:spLocks noChangeArrowheads="1"/>
          </p:cNvSpPr>
          <p:nvPr/>
        </p:nvSpPr>
        <p:spPr bwMode="auto">
          <a:xfrm>
            <a:off x="4001512" y="2826981"/>
            <a:ext cx="699798" cy="576444"/>
          </a:xfrm>
          <a:prstGeom prst="ellipse">
            <a:avLst/>
          </a:prstGeom>
          <a:noFill/>
          <a:ln w="28575" algn="ctr">
            <a:solidFill>
              <a:schemeClr val="accent2"/>
            </a:solidFill>
            <a:round/>
          </a:ln>
          <a:extLst>
            <a:ext uri="{909E8E84-426E-40DD-AFC4-6F175D3DCCD1}">
              <a14:hiddenFill xmlns:a14="http://schemas.microsoft.com/office/drawing/2010/main">
                <a:solidFill>
                  <a:srgbClr val="FFFFFF"/>
                </a:solidFill>
              </a14:hiddenFill>
            </a:ext>
          </a:extLst>
        </p:spPr>
        <p:txBody>
          <a:bodyPr wrap="none" anchor="ctr"/>
          <a:lstStyle>
            <a:lvl1pPr>
              <a:lnSpc>
                <a:spcPct val="140000"/>
              </a:lnSpc>
              <a:spcBef>
                <a:spcPct val="20000"/>
              </a:spcBef>
              <a:buClr>
                <a:schemeClr val="accent2"/>
              </a:buClr>
              <a:buFont typeface="Wingdings" panose="05000000000000000000" pitchFamily="2" charset="2"/>
              <a:buChar char="o"/>
              <a:defRPr sz="3000">
                <a:solidFill>
                  <a:schemeClr val="tx1"/>
                </a:solidFill>
                <a:latin typeface="Verdana" panose="020B0804030504040204" pitchFamily="34" charset="0"/>
                <a:ea typeface="宋体" panose="02010600030101010101" pitchFamily="2" charset="-122"/>
              </a:defRPr>
            </a:lvl1pPr>
            <a:lvl2pPr marL="742950" indent="-285750">
              <a:lnSpc>
                <a:spcPct val="140000"/>
              </a:lnSpc>
              <a:spcBef>
                <a:spcPct val="20000"/>
              </a:spcBef>
              <a:buClr>
                <a:schemeClr val="accent2"/>
              </a:buClr>
              <a:buFont typeface="Wingdings" panose="05000000000000000000" pitchFamily="2" charset="2"/>
              <a:buChar char="n"/>
              <a:defRPr sz="2600">
                <a:solidFill>
                  <a:schemeClr val="tx1"/>
                </a:solidFill>
                <a:latin typeface="Verdana" panose="020B0804030504040204" pitchFamily="34" charset="0"/>
                <a:ea typeface="宋体" panose="02010600030101010101" pitchFamily="2" charset="-122"/>
              </a:defRPr>
            </a:lvl2pPr>
            <a:lvl3pPr marL="1143000" indent="-228600">
              <a:lnSpc>
                <a:spcPct val="140000"/>
              </a:lnSpc>
              <a:spcBef>
                <a:spcPct val="20000"/>
              </a:spcBef>
              <a:buClr>
                <a:schemeClr val="accent2"/>
              </a:buClr>
              <a:buFont typeface="Wingdings" panose="05000000000000000000" pitchFamily="2" charset="2"/>
              <a:buChar char="o"/>
              <a:defRPr sz="2300">
                <a:solidFill>
                  <a:schemeClr val="tx1"/>
                </a:solidFill>
                <a:latin typeface="Verdana" panose="020B0804030504040204" pitchFamily="34" charset="0"/>
                <a:ea typeface="宋体" panose="02010600030101010101" pitchFamily="2" charset="-122"/>
              </a:defRPr>
            </a:lvl3pPr>
            <a:lvl4pPr marL="1600200" indent="-228600">
              <a:lnSpc>
                <a:spcPct val="140000"/>
              </a:lnSpc>
              <a:spcBef>
                <a:spcPct val="20000"/>
              </a:spcBef>
              <a:buClr>
                <a:schemeClr val="accent2"/>
              </a:buClr>
              <a:buFont typeface="Wingdings" panose="05000000000000000000" pitchFamily="2" charset="2"/>
              <a:buChar char="n"/>
              <a:defRPr sz="2000">
                <a:solidFill>
                  <a:schemeClr val="tx1"/>
                </a:solidFill>
                <a:latin typeface="Verdana" panose="020B0804030504040204" pitchFamily="34" charset="0"/>
                <a:ea typeface="宋体" panose="02010600030101010101" pitchFamily="2" charset="-122"/>
              </a:defRPr>
            </a:lvl4pPr>
            <a:lvl5pPr marL="2057400" indent="-228600">
              <a:lnSpc>
                <a:spcPct val="140000"/>
              </a:lnSpc>
              <a:spcBef>
                <a:spcPct val="25000"/>
              </a:spcBef>
              <a:buClr>
                <a:schemeClr val="accent2"/>
              </a:buClr>
              <a:buFont typeface="Wingdings" panose="05000000000000000000" pitchFamily="2" charset="2"/>
              <a:buChar char="§"/>
              <a:defRPr sz="2000">
                <a:solidFill>
                  <a:schemeClr val="tx1"/>
                </a:solidFill>
                <a:latin typeface="Verdana" panose="020B0804030504040204" pitchFamily="34" charset="0"/>
                <a:ea typeface="宋体" panose="02010600030101010101" pitchFamily="2" charset="-122"/>
              </a:defRPr>
            </a:lvl5pPr>
            <a:lvl6pPr marL="2514600" indent="-228600" eaLnBrk="0" fontAlgn="base" hangingPunct="0">
              <a:lnSpc>
                <a:spcPct val="14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804030504040204" pitchFamily="34" charset="0"/>
                <a:ea typeface="宋体" panose="02010600030101010101" pitchFamily="2" charset="-122"/>
              </a:defRPr>
            </a:lvl6pPr>
            <a:lvl7pPr marL="2971800" indent="-228600" eaLnBrk="0" fontAlgn="base" hangingPunct="0">
              <a:lnSpc>
                <a:spcPct val="14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804030504040204" pitchFamily="34" charset="0"/>
                <a:ea typeface="宋体" panose="02010600030101010101" pitchFamily="2" charset="-122"/>
              </a:defRPr>
            </a:lvl7pPr>
            <a:lvl8pPr marL="3429000" indent="-228600" eaLnBrk="0" fontAlgn="base" hangingPunct="0">
              <a:lnSpc>
                <a:spcPct val="14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804030504040204" pitchFamily="34" charset="0"/>
                <a:ea typeface="宋体" panose="02010600030101010101" pitchFamily="2" charset="-122"/>
              </a:defRPr>
            </a:lvl8pPr>
            <a:lvl9pPr marL="3886200" indent="-228600" eaLnBrk="0" fontAlgn="base" hangingPunct="0">
              <a:lnSpc>
                <a:spcPct val="14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80403050404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1800"/>
          </a:p>
        </p:txBody>
      </p:sp>
      <p:sp>
        <p:nvSpPr>
          <p:cNvPr id="377861" name="Freeform 5"/>
          <p:cNvSpPr/>
          <p:nvPr/>
        </p:nvSpPr>
        <p:spPr bwMode="auto">
          <a:xfrm>
            <a:off x="1091766" y="2417624"/>
            <a:ext cx="168275" cy="863600"/>
          </a:xfrm>
          <a:custGeom>
            <a:avLst/>
            <a:gdLst>
              <a:gd name="T0" fmla="*/ 0 w 106"/>
              <a:gd name="T1" fmla="*/ 0 h 544"/>
              <a:gd name="T2" fmla="*/ 2147483646 w 106"/>
              <a:gd name="T3" fmla="*/ 2147483646 h 544"/>
              <a:gd name="T4" fmla="*/ 2147483646 w 106"/>
              <a:gd name="T5" fmla="*/ 2147483646 h 544"/>
              <a:gd name="T6" fmla="*/ 2147483646 w 106"/>
              <a:gd name="T7" fmla="*/ 2147483646 h 544"/>
              <a:gd name="T8" fmla="*/ 0 60000 65536"/>
              <a:gd name="T9" fmla="*/ 0 60000 65536"/>
              <a:gd name="T10" fmla="*/ 0 60000 65536"/>
              <a:gd name="T11" fmla="*/ 0 60000 65536"/>
              <a:gd name="T12" fmla="*/ 0 w 106"/>
              <a:gd name="T13" fmla="*/ 0 h 544"/>
              <a:gd name="T14" fmla="*/ 106 w 106"/>
              <a:gd name="T15" fmla="*/ 544 h 544"/>
            </a:gdLst>
            <a:ahLst/>
            <a:cxnLst>
              <a:cxn ang="T8">
                <a:pos x="T0" y="T1"/>
              </a:cxn>
              <a:cxn ang="T9">
                <a:pos x="T2" y="T3"/>
              </a:cxn>
              <a:cxn ang="T10">
                <a:pos x="T4" y="T5"/>
              </a:cxn>
              <a:cxn ang="T11">
                <a:pos x="T6" y="T7"/>
              </a:cxn>
            </a:cxnLst>
            <a:rect l="T12" t="T13" r="T14" b="T15"/>
            <a:pathLst>
              <a:path w="106" h="544">
                <a:moveTo>
                  <a:pt x="0" y="0"/>
                </a:moveTo>
                <a:cubicBezTo>
                  <a:pt x="38" y="11"/>
                  <a:pt x="76" y="22"/>
                  <a:pt x="91" y="90"/>
                </a:cubicBezTo>
                <a:cubicBezTo>
                  <a:pt x="106" y="158"/>
                  <a:pt x="91" y="332"/>
                  <a:pt x="91" y="408"/>
                </a:cubicBezTo>
                <a:cubicBezTo>
                  <a:pt x="91" y="484"/>
                  <a:pt x="91" y="521"/>
                  <a:pt x="91" y="544"/>
                </a:cubicBezTo>
              </a:path>
            </a:pathLst>
          </a:custGeom>
          <a:noFill/>
          <a:ln w="57150">
            <a:solidFill>
              <a:srgbClr val="008000"/>
            </a:solidFill>
            <a:prstDash val="dash"/>
            <a:rou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77862" name="Freeform 6"/>
          <p:cNvSpPr/>
          <p:nvPr/>
        </p:nvSpPr>
        <p:spPr bwMode="auto">
          <a:xfrm flipH="1" flipV="1">
            <a:off x="659966" y="2417624"/>
            <a:ext cx="168275" cy="863600"/>
          </a:xfrm>
          <a:custGeom>
            <a:avLst/>
            <a:gdLst>
              <a:gd name="T0" fmla="*/ 0 w 106"/>
              <a:gd name="T1" fmla="*/ 0 h 544"/>
              <a:gd name="T2" fmla="*/ 2147483646 w 106"/>
              <a:gd name="T3" fmla="*/ 2147483646 h 544"/>
              <a:gd name="T4" fmla="*/ 2147483646 w 106"/>
              <a:gd name="T5" fmla="*/ 2147483646 h 544"/>
              <a:gd name="T6" fmla="*/ 2147483646 w 106"/>
              <a:gd name="T7" fmla="*/ 2147483646 h 544"/>
              <a:gd name="T8" fmla="*/ 0 60000 65536"/>
              <a:gd name="T9" fmla="*/ 0 60000 65536"/>
              <a:gd name="T10" fmla="*/ 0 60000 65536"/>
              <a:gd name="T11" fmla="*/ 0 60000 65536"/>
              <a:gd name="T12" fmla="*/ 0 w 106"/>
              <a:gd name="T13" fmla="*/ 0 h 544"/>
              <a:gd name="T14" fmla="*/ 106 w 106"/>
              <a:gd name="T15" fmla="*/ 544 h 544"/>
            </a:gdLst>
            <a:ahLst/>
            <a:cxnLst>
              <a:cxn ang="T8">
                <a:pos x="T0" y="T1"/>
              </a:cxn>
              <a:cxn ang="T9">
                <a:pos x="T2" y="T3"/>
              </a:cxn>
              <a:cxn ang="T10">
                <a:pos x="T4" y="T5"/>
              </a:cxn>
              <a:cxn ang="T11">
                <a:pos x="T6" y="T7"/>
              </a:cxn>
            </a:cxnLst>
            <a:rect l="T12" t="T13" r="T14" b="T15"/>
            <a:pathLst>
              <a:path w="106" h="544">
                <a:moveTo>
                  <a:pt x="0" y="0"/>
                </a:moveTo>
                <a:cubicBezTo>
                  <a:pt x="38" y="11"/>
                  <a:pt x="76" y="22"/>
                  <a:pt x="91" y="90"/>
                </a:cubicBezTo>
                <a:cubicBezTo>
                  <a:pt x="106" y="158"/>
                  <a:pt x="91" y="332"/>
                  <a:pt x="91" y="408"/>
                </a:cubicBezTo>
                <a:cubicBezTo>
                  <a:pt x="91" y="484"/>
                  <a:pt x="91" y="521"/>
                  <a:pt x="91" y="544"/>
                </a:cubicBezTo>
              </a:path>
            </a:pathLst>
          </a:custGeom>
          <a:noFill/>
          <a:ln w="57150">
            <a:solidFill>
              <a:srgbClr val="008000"/>
            </a:solidFill>
            <a:prstDash val="dash"/>
            <a:rou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77864" name="Freeform 8"/>
          <p:cNvSpPr/>
          <p:nvPr/>
        </p:nvSpPr>
        <p:spPr bwMode="auto">
          <a:xfrm>
            <a:off x="2940535" y="1118907"/>
            <a:ext cx="1379627" cy="1708074"/>
          </a:xfrm>
          <a:custGeom>
            <a:avLst/>
            <a:gdLst>
              <a:gd name="T0" fmla="*/ 2147483646 w 1134"/>
              <a:gd name="T1" fmla="*/ 2147483646 h 1043"/>
              <a:gd name="T2" fmla="*/ 2147483646 w 1134"/>
              <a:gd name="T3" fmla="*/ 2147483646 h 1043"/>
              <a:gd name="T4" fmla="*/ 0 w 1134"/>
              <a:gd name="T5" fmla="*/ 0 h 1043"/>
              <a:gd name="T6" fmla="*/ 0 60000 65536"/>
              <a:gd name="T7" fmla="*/ 0 60000 65536"/>
              <a:gd name="T8" fmla="*/ 0 60000 65536"/>
              <a:gd name="T9" fmla="*/ 0 w 1134"/>
              <a:gd name="T10" fmla="*/ 0 h 1043"/>
              <a:gd name="T11" fmla="*/ 1134 w 1134"/>
              <a:gd name="T12" fmla="*/ 1043 h 1043"/>
            </a:gdLst>
            <a:ahLst/>
            <a:cxnLst>
              <a:cxn ang="T6">
                <a:pos x="T0" y="T1"/>
              </a:cxn>
              <a:cxn ang="T7">
                <a:pos x="T2" y="T3"/>
              </a:cxn>
              <a:cxn ang="T8">
                <a:pos x="T4" y="T5"/>
              </a:cxn>
            </a:cxnLst>
            <a:rect l="T9" t="T10" r="T11" b="T12"/>
            <a:pathLst>
              <a:path w="1134" h="1043">
                <a:moveTo>
                  <a:pt x="1134" y="1043"/>
                </a:moveTo>
                <a:cubicBezTo>
                  <a:pt x="1070" y="744"/>
                  <a:pt x="1006" y="446"/>
                  <a:pt x="817" y="272"/>
                </a:cubicBezTo>
                <a:cubicBezTo>
                  <a:pt x="628" y="98"/>
                  <a:pt x="136" y="45"/>
                  <a:pt x="0" y="0"/>
                </a:cubicBezTo>
              </a:path>
            </a:pathLst>
          </a:custGeom>
          <a:noFill/>
          <a:ln w="38100">
            <a:solidFill>
              <a:schemeClr val="accent2"/>
            </a:solidFill>
            <a:rou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9" name="日期占位符 3"/>
          <p:cNvSpPr>
            <a:spLocks noGrp="1"/>
          </p:cNvSpPr>
          <p:nvPr>
            <p:ph type="dt" sz="half" idx="10"/>
          </p:nvPr>
        </p:nvSpPr>
        <p:spPr>
          <a:xfrm>
            <a:off x="197335" y="6489303"/>
            <a:ext cx="2743200" cy="365125"/>
          </a:xfrm>
        </p:spPr>
        <p:txBody>
          <a:bodyPr/>
          <a:lstStyle/>
          <a:p>
            <a:r>
              <a:rPr kumimoji="1" lang="en-US" altLang="zh-CN" dirty="0"/>
              <a:t>4.2.1 </a:t>
            </a:r>
            <a:r>
              <a:rPr kumimoji="1" lang="zh-CN" altLang="en-US" dirty="0"/>
              <a:t>随机访问协议</a:t>
            </a:r>
          </a:p>
        </p:txBody>
      </p:sp>
      <p:sp>
        <p:nvSpPr>
          <p:cNvPr id="10" name="灯片编号占位符 3"/>
          <p:cNvSpPr>
            <a:spLocks noGrp="1"/>
          </p:cNvSpPr>
          <p:nvPr>
            <p:ph type="sldNum" sz="quarter" idx="12"/>
          </p:nvPr>
        </p:nvSpPr>
        <p:spPr>
          <a:xfrm>
            <a:off x="8686810" y="6489303"/>
            <a:ext cx="3319670" cy="365125"/>
          </a:xfrm>
        </p:spPr>
        <p:txBody>
          <a:bodyPr/>
          <a:lstStyle/>
          <a:p>
            <a:fld id="{CD3F7040-07CA-4082-9C18-29B8D6F4DA40}" type="slidenum">
              <a:rPr kumimoji="1" lang="zh-CN" altLang="en-US" smtClean="0"/>
              <a:t>14</a:t>
            </a:fld>
            <a:endParaRPr kumimoji="1"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repeatCount="indefinite" fill="hold" nodeType="clickEffect">
                                  <p:stCondLst>
                                    <p:cond delay="0"/>
                                  </p:stCondLst>
                                  <p:endCondLst>
                                    <p:cond evt="onNext" delay="0">
                                      <p:tgtEl>
                                        <p:sldTgt/>
                                      </p:tgtEl>
                                    </p:cond>
                                  </p:endCondLst>
                                  <p:childTnLst>
                                    <p:animEffect transition="out" filter="fade">
                                      <p:cBhvr>
                                        <p:cTn id="6" dur="500" tmFilter="0, 0; .2, .5; .8, .5; 1, 0"/>
                                        <p:tgtEl>
                                          <p:spTgt spid="377862"/>
                                        </p:tgtEl>
                                      </p:cBhvr>
                                    </p:animEffect>
                                    <p:animScale>
                                      <p:cBhvr>
                                        <p:cTn id="7" dur="250" autoRev="1" fill="hold"/>
                                        <p:tgtEl>
                                          <p:spTgt spid="377862"/>
                                        </p:tgtEl>
                                      </p:cBhvr>
                                      <p:by x="105000" y="105000"/>
                                    </p:animScale>
                                  </p:childTnLst>
                                </p:cTn>
                              </p:par>
                              <p:par>
                                <p:cTn id="8" presetID="26" presetClass="emph" presetSubtype="0" repeatCount="indefinite" fill="hold" nodeType="withEffect">
                                  <p:stCondLst>
                                    <p:cond delay="0"/>
                                  </p:stCondLst>
                                  <p:endCondLst>
                                    <p:cond evt="onNext" delay="0">
                                      <p:tgtEl>
                                        <p:sldTgt/>
                                      </p:tgtEl>
                                    </p:cond>
                                  </p:endCondLst>
                                  <p:childTnLst>
                                    <p:animEffect transition="out" filter="fade">
                                      <p:cBhvr>
                                        <p:cTn id="9" dur="500" tmFilter="0, 0; .2, .5; .8, .5; 1, 0"/>
                                        <p:tgtEl>
                                          <p:spTgt spid="377861"/>
                                        </p:tgtEl>
                                      </p:cBhvr>
                                    </p:animEffect>
                                    <p:animScale>
                                      <p:cBhvr>
                                        <p:cTn id="10" dur="250" autoRev="1" fill="hold"/>
                                        <p:tgtEl>
                                          <p:spTgt spid="377861"/>
                                        </p:tgtEl>
                                      </p:cBhvr>
                                      <p:by x="105000" y="105000"/>
                                    </p:animScale>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nodeType="clickEffect">
                                  <p:stCondLst>
                                    <p:cond delay="0"/>
                                  </p:stCondLst>
                                  <p:childTnLst>
                                    <p:set>
                                      <p:cBhvr>
                                        <p:cTn id="14" dur="1" fill="hold">
                                          <p:stCondLst>
                                            <p:cond delay="0"/>
                                          </p:stCondLst>
                                        </p:cTn>
                                        <p:tgtEl>
                                          <p:spTgt spid="377864"/>
                                        </p:tgtEl>
                                        <p:attrNameLst>
                                          <p:attrName>style.visibility</p:attrName>
                                        </p:attrNameLst>
                                      </p:cBhvr>
                                      <p:to>
                                        <p:strVal val="visible"/>
                                      </p:to>
                                    </p:set>
                                    <p:animEffect transition="in" filter="wipe(down)">
                                      <p:cBhvr>
                                        <p:cTn id="15" dur="3000"/>
                                        <p:tgtEl>
                                          <p:spTgt spid="377864"/>
                                        </p:tgtEl>
                                      </p:cBhvr>
                                    </p:animEffect>
                                  </p:childTnLst>
                                </p:cTn>
                              </p:par>
                              <p:par>
                                <p:cTn id="16" presetID="22" presetClass="entr" presetSubtype="4" repeatCount="indefinite" fill="hold" grpId="0" nodeType="withEffect">
                                  <p:stCondLst>
                                    <p:cond delay="0"/>
                                  </p:stCondLst>
                                  <p:childTnLst>
                                    <p:set>
                                      <p:cBhvr>
                                        <p:cTn id="17" dur="1" fill="hold">
                                          <p:stCondLst>
                                            <p:cond delay="0"/>
                                          </p:stCondLst>
                                        </p:cTn>
                                        <p:tgtEl>
                                          <p:spTgt spid="377860"/>
                                        </p:tgtEl>
                                        <p:attrNameLst>
                                          <p:attrName>style.visibility</p:attrName>
                                        </p:attrNameLst>
                                      </p:cBhvr>
                                      <p:to>
                                        <p:strVal val="visible"/>
                                      </p:to>
                                    </p:set>
                                    <p:animEffect transition="in" filter="wipe(down)">
                                      <p:cBhvr>
                                        <p:cTn id="18" dur="2000"/>
                                        <p:tgtEl>
                                          <p:spTgt spid="3778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7860"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pPr eaLnBrk="1" hangingPunct="1"/>
            <a:r>
              <a:rPr lang="zh-CN" altLang="en-US" dirty="0"/>
              <a:t>持续式</a:t>
            </a:r>
            <a:r>
              <a:rPr lang="en-US" altLang="zh-CN" dirty="0"/>
              <a:t>(</a:t>
            </a:r>
            <a:r>
              <a:rPr lang="zh-CN" altLang="en-US" dirty="0"/>
              <a:t>指</a:t>
            </a:r>
            <a:r>
              <a:rPr lang="en-US" altLang="zh-CN" dirty="0"/>
              <a:t>1-</a:t>
            </a:r>
            <a:r>
              <a:rPr lang="zh-CN" altLang="en-US" dirty="0"/>
              <a:t>持续式</a:t>
            </a:r>
            <a:r>
              <a:rPr lang="en-US" altLang="zh-CN" dirty="0"/>
              <a:t>)CSMA</a:t>
            </a:r>
          </a:p>
        </p:txBody>
      </p:sp>
      <p:sp>
        <p:nvSpPr>
          <p:cNvPr id="44035" name="Rectangle 3"/>
          <p:cNvSpPr>
            <a:spLocks noGrp="1" noChangeArrowheads="1"/>
          </p:cNvSpPr>
          <p:nvPr>
            <p:ph type="body" idx="1"/>
          </p:nvPr>
        </p:nvSpPr>
        <p:spPr>
          <a:xfrm>
            <a:off x="838200" y="1510758"/>
            <a:ext cx="10697308" cy="4586694"/>
          </a:xfrm>
        </p:spPr>
        <p:txBody>
          <a:bodyPr>
            <a:noAutofit/>
          </a:bodyPr>
          <a:lstStyle/>
          <a:p>
            <a:pPr eaLnBrk="1" hangingPunct="1">
              <a:lnSpc>
                <a:spcPct val="150000"/>
              </a:lnSpc>
            </a:pPr>
            <a:r>
              <a:rPr lang="zh-CN" altLang="en-US" dirty="0">
                <a:solidFill>
                  <a:srgbClr val="C00000"/>
                </a:solidFill>
              </a:rPr>
              <a:t>特点</a:t>
            </a:r>
            <a:endParaRPr lang="zh-CN" altLang="en-US" dirty="0"/>
          </a:p>
          <a:p>
            <a:pPr lvl="1" eaLnBrk="1" hangingPunct="1">
              <a:lnSpc>
                <a:spcPct val="150000"/>
              </a:lnSpc>
            </a:pPr>
            <a:r>
              <a:rPr lang="zh-CN" altLang="en-US" dirty="0"/>
              <a:t>①经侦听，如介质空闲，则发送</a:t>
            </a:r>
          </a:p>
          <a:p>
            <a:pPr lvl="1" eaLnBrk="1" hangingPunct="1">
              <a:lnSpc>
                <a:spcPct val="150000"/>
              </a:lnSpc>
            </a:pPr>
            <a:r>
              <a:rPr lang="zh-CN" altLang="en-US" dirty="0"/>
              <a:t>②如介质忙，持续侦听，一旦空闲立即发送</a:t>
            </a:r>
          </a:p>
          <a:p>
            <a:pPr lvl="1" eaLnBrk="1" hangingPunct="1">
              <a:lnSpc>
                <a:spcPct val="150000"/>
              </a:lnSpc>
            </a:pPr>
            <a:r>
              <a:rPr lang="zh-CN" altLang="en-US" dirty="0"/>
              <a:t>③如果发生冲突，等待一个随机分布的时间再重复步骤①</a:t>
            </a:r>
          </a:p>
          <a:p>
            <a:pPr eaLnBrk="1" hangingPunct="1">
              <a:lnSpc>
                <a:spcPct val="150000"/>
              </a:lnSpc>
            </a:pPr>
            <a:r>
              <a:rPr lang="zh-CN" altLang="en-US" dirty="0">
                <a:solidFill>
                  <a:srgbClr val="C00000"/>
                </a:solidFill>
              </a:rPr>
              <a:t>好处</a:t>
            </a:r>
            <a:r>
              <a:rPr lang="zh-CN" altLang="en-US" dirty="0"/>
              <a:t>：</a:t>
            </a:r>
            <a:r>
              <a:rPr lang="zh-CN" altLang="en-US" sz="2400" dirty="0"/>
              <a:t>持续式的延迟时间要少于非持续式</a:t>
            </a:r>
          </a:p>
          <a:p>
            <a:pPr eaLnBrk="1" hangingPunct="1">
              <a:lnSpc>
                <a:spcPct val="150000"/>
              </a:lnSpc>
            </a:pPr>
            <a:r>
              <a:rPr lang="zh-CN" altLang="en-US" dirty="0">
                <a:solidFill>
                  <a:srgbClr val="C00000"/>
                </a:solidFill>
              </a:rPr>
              <a:t>主要问题</a:t>
            </a:r>
            <a:r>
              <a:rPr lang="zh-CN" altLang="en-US" dirty="0"/>
              <a:t>：</a:t>
            </a:r>
            <a:r>
              <a:rPr lang="zh-CN" altLang="en-US" sz="2400" dirty="0"/>
              <a:t>如果两个以上的站等待发送，一旦介质空闲就一定会发生冲突</a:t>
            </a:r>
          </a:p>
        </p:txBody>
      </p:sp>
      <p:sp>
        <p:nvSpPr>
          <p:cNvPr id="378884" name="Freeform 4"/>
          <p:cNvSpPr/>
          <p:nvPr/>
        </p:nvSpPr>
        <p:spPr bwMode="auto">
          <a:xfrm>
            <a:off x="1110249" y="2565400"/>
            <a:ext cx="168275" cy="1600200"/>
          </a:xfrm>
          <a:custGeom>
            <a:avLst/>
            <a:gdLst>
              <a:gd name="T0" fmla="*/ 0 w 106"/>
              <a:gd name="T1" fmla="*/ 0 h 544"/>
              <a:gd name="T2" fmla="*/ 2147483646 w 106"/>
              <a:gd name="T3" fmla="*/ 2147483646 h 544"/>
              <a:gd name="T4" fmla="*/ 2147483646 w 106"/>
              <a:gd name="T5" fmla="*/ 2147483646 h 544"/>
              <a:gd name="T6" fmla="*/ 2147483646 w 106"/>
              <a:gd name="T7" fmla="*/ 2147483646 h 544"/>
              <a:gd name="T8" fmla="*/ 0 60000 65536"/>
              <a:gd name="T9" fmla="*/ 0 60000 65536"/>
              <a:gd name="T10" fmla="*/ 0 60000 65536"/>
              <a:gd name="T11" fmla="*/ 0 60000 65536"/>
              <a:gd name="T12" fmla="*/ 0 w 106"/>
              <a:gd name="T13" fmla="*/ 0 h 544"/>
              <a:gd name="T14" fmla="*/ 106 w 106"/>
              <a:gd name="T15" fmla="*/ 544 h 544"/>
            </a:gdLst>
            <a:ahLst/>
            <a:cxnLst>
              <a:cxn ang="T8">
                <a:pos x="T0" y="T1"/>
              </a:cxn>
              <a:cxn ang="T9">
                <a:pos x="T2" y="T3"/>
              </a:cxn>
              <a:cxn ang="T10">
                <a:pos x="T4" y="T5"/>
              </a:cxn>
              <a:cxn ang="T11">
                <a:pos x="T6" y="T7"/>
              </a:cxn>
            </a:cxnLst>
            <a:rect l="T12" t="T13" r="T14" b="T15"/>
            <a:pathLst>
              <a:path w="106" h="544">
                <a:moveTo>
                  <a:pt x="0" y="0"/>
                </a:moveTo>
                <a:cubicBezTo>
                  <a:pt x="38" y="11"/>
                  <a:pt x="76" y="22"/>
                  <a:pt x="91" y="90"/>
                </a:cubicBezTo>
                <a:cubicBezTo>
                  <a:pt x="106" y="158"/>
                  <a:pt x="91" y="332"/>
                  <a:pt x="91" y="408"/>
                </a:cubicBezTo>
                <a:cubicBezTo>
                  <a:pt x="91" y="484"/>
                  <a:pt x="91" y="521"/>
                  <a:pt x="91" y="544"/>
                </a:cubicBezTo>
              </a:path>
            </a:pathLst>
          </a:custGeom>
          <a:noFill/>
          <a:ln w="57150">
            <a:solidFill>
              <a:srgbClr val="008000"/>
            </a:solidFill>
            <a:prstDash val="dash"/>
            <a:rou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78885" name="Freeform 5"/>
          <p:cNvSpPr/>
          <p:nvPr/>
        </p:nvSpPr>
        <p:spPr bwMode="auto">
          <a:xfrm flipH="1" flipV="1">
            <a:off x="678448" y="2565400"/>
            <a:ext cx="168275" cy="1600200"/>
          </a:xfrm>
          <a:custGeom>
            <a:avLst/>
            <a:gdLst>
              <a:gd name="T0" fmla="*/ 0 w 106"/>
              <a:gd name="T1" fmla="*/ 0 h 544"/>
              <a:gd name="T2" fmla="*/ 2147483646 w 106"/>
              <a:gd name="T3" fmla="*/ 2147483646 h 544"/>
              <a:gd name="T4" fmla="*/ 2147483646 w 106"/>
              <a:gd name="T5" fmla="*/ 2147483646 h 544"/>
              <a:gd name="T6" fmla="*/ 2147483646 w 106"/>
              <a:gd name="T7" fmla="*/ 2147483646 h 544"/>
              <a:gd name="T8" fmla="*/ 0 60000 65536"/>
              <a:gd name="T9" fmla="*/ 0 60000 65536"/>
              <a:gd name="T10" fmla="*/ 0 60000 65536"/>
              <a:gd name="T11" fmla="*/ 0 60000 65536"/>
              <a:gd name="T12" fmla="*/ 0 w 106"/>
              <a:gd name="T13" fmla="*/ 0 h 544"/>
              <a:gd name="T14" fmla="*/ 106 w 106"/>
              <a:gd name="T15" fmla="*/ 544 h 544"/>
            </a:gdLst>
            <a:ahLst/>
            <a:cxnLst>
              <a:cxn ang="T8">
                <a:pos x="T0" y="T1"/>
              </a:cxn>
              <a:cxn ang="T9">
                <a:pos x="T2" y="T3"/>
              </a:cxn>
              <a:cxn ang="T10">
                <a:pos x="T4" y="T5"/>
              </a:cxn>
              <a:cxn ang="T11">
                <a:pos x="T6" y="T7"/>
              </a:cxn>
            </a:cxnLst>
            <a:rect l="T12" t="T13" r="T14" b="T15"/>
            <a:pathLst>
              <a:path w="106" h="544">
                <a:moveTo>
                  <a:pt x="0" y="0"/>
                </a:moveTo>
                <a:cubicBezTo>
                  <a:pt x="38" y="11"/>
                  <a:pt x="76" y="22"/>
                  <a:pt x="91" y="90"/>
                </a:cubicBezTo>
                <a:cubicBezTo>
                  <a:pt x="106" y="158"/>
                  <a:pt x="91" y="332"/>
                  <a:pt x="91" y="408"/>
                </a:cubicBezTo>
                <a:cubicBezTo>
                  <a:pt x="91" y="484"/>
                  <a:pt x="91" y="521"/>
                  <a:pt x="91" y="544"/>
                </a:cubicBezTo>
              </a:path>
            </a:pathLst>
          </a:custGeom>
          <a:noFill/>
          <a:ln w="57150">
            <a:solidFill>
              <a:srgbClr val="008000"/>
            </a:solidFill>
            <a:prstDash val="dash"/>
            <a:rou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78887" name="Oval 7"/>
          <p:cNvSpPr>
            <a:spLocks noChangeArrowheads="1"/>
          </p:cNvSpPr>
          <p:nvPr/>
        </p:nvSpPr>
        <p:spPr bwMode="auto">
          <a:xfrm>
            <a:off x="3173733" y="2941790"/>
            <a:ext cx="1825915" cy="599291"/>
          </a:xfrm>
          <a:prstGeom prst="ellipse">
            <a:avLst/>
          </a:prstGeom>
          <a:noFill/>
          <a:ln w="28575" algn="ctr">
            <a:solidFill>
              <a:schemeClr val="accent2"/>
            </a:solidFill>
            <a:round/>
          </a:ln>
          <a:extLst>
            <a:ext uri="{909E8E84-426E-40DD-AFC4-6F175D3DCCD1}">
              <a14:hiddenFill xmlns:a14="http://schemas.microsoft.com/office/drawing/2010/main">
                <a:solidFill>
                  <a:srgbClr val="FFFFFF"/>
                </a:solidFill>
              </a14:hiddenFill>
            </a:ext>
          </a:extLst>
        </p:spPr>
        <p:txBody>
          <a:bodyPr wrap="none" anchor="ctr"/>
          <a:lstStyle>
            <a:lvl1pPr>
              <a:lnSpc>
                <a:spcPct val="140000"/>
              </a:lnSpc>
              <a:spcBef>
                <a:spcPct val="20000"/>
              </a:spcBef>
              <a:buClr>
                <a:schemeClr val="accent2"/>
              </a:buClr>
              <a:buFont typeface="Wingdings" panose="05000000000000000000" pitchFamily="2" charset="2"/>
              <a:buChar char="o"/>
              <a:defRPr sz="3000">
                <a:solidFill>
                  <a:schemeClr val="tx1"/>
                </a:solidFill>
                <a:latin typeface="Verdana" panose="020B0804030504040204" pitchFamily="34" charset="0"/>
                <a:ea typeface="宋体" panose="02010600030101010101" pitchFamily="2" charset="-122"/>
              </a:defRPr>
            </a:lvl1pPr>
            <a:lvl2pPr marL="742950" indent="-285750">
              <a:lnSpc>
                <a:spcPct val="140000"/>
              </a:lnSpc>
              <a:spcBef>
                <a:spcPct val="20000"/>
              </a:spcBef>
              <a:buClr>
                <a:schemeClr val="accent2"/>
              </a:buClr>
              <a:buFont typeface="Wingdings" panose="05000000000000000000" pitchFamily="2" charset="2"/>
              <a:buChar char="n"/>
              <a:defRPr sz="2600">
                <a:solidFill>
                  <a:schemeClr val="tx1"/>
                </a:solidFill>
                <a:latin typeface="Verdana" panose="020B0804030504040204" pitchFamily="34" charset="0"/>
                <a:ea typeface="宋体" panose="02010600030101010101" pitchFamily="2" charset="-122"/>
              </a:defRPr>
            </a:lvl2pPr>
            <a:lvl3pPr marL="1143000" indent="-228600">
              <a:lnSpc>
                <a:spcPct val="140000"/>
              </a:lnSpc>
              <a:spcBef>
                <a:spcPct val="20000"/>
              </a:spcBef>
              <a:buClr>
                <a:schemeClr val="accent2"/>
              </a:buClr>
              <a:buFont typeface="Wingdings" panose="05000000000000000000" pitchFamily="2" charset="2"/>
              <a:buChar char="o"/>
              <a:defRPr sz="2300">
                <a:solidFill>
                  <a:schemeClr val="tx1"/>
                </a:solidFill>
                <a:latin typeface="Verdana" panose="020B0804030504040204" pitchFamily="34" charset="0"/>
                <a:ea typeface="宋体" panose="02010600030101010101" pitchFamily="2" charset="-122"/>
              </a:defRPr>
            </a:lvl3pPr>
            <a:lvl4pPr marL="1600200" indent="-228600">
              <a:lnSpc>
                <a:spcPct val="140000"/>
              </a:lnSpc>
              <a:spcBef>
                <a:spcPct val="20000"/>
              </a:spcBef>
              <a:buClr>
                <a:schemeClr val="accent2"/>
              </a:buClr>
              <a:buFont typeface="Wingdings" panose="05000000000000000000" pitchFamily="2" charset="2"/>
              <a:buChar char="n"/>
              <a:defRPr sz="2000">
                <a:solidFill>
                  <a:schemeClr val="tx1"/>
                </a:solidFill>
                <a:latin typeface="Verdana" panose="020B0804030504040204" pitchFamily="34" charset="0"/>
                <a:ea typeface="宋体" panose="02010600030101010101" pitchFamily="2" charset="-122"/>
              </a:defRPr>
            </a:lvl4pPr>
            <a:lvl5pPr marL="2057400" indent="-228600">
              <a:lnSpc>
                <a:spcPct val="140000"/>
              </a:lnSpc>
              <a:spcBef>
                <a:spcPct val="25000"/>
              </a:spcBef>
              <a:buClr>
                <a:schemeClr val="accent2"/>
              </a:buClr>
              <a:buFont typeface="Wingdings" panose="05000000000000000000" pitchFamily="2" charset="2"/>
              <a:buChar char="§"/>
              <a:defRPr sz="2000">
                <a:solidFill>
                  <a:schemeClr val="tx1"/>
                </a:solidFill>
                <a:latin typeface="Verdana" panose="020B0804030504040204" pitchFamily="34" charset="0"/>
                <a:ea typeface="宋体" panose="02010600030101010101" pitchFamily="2" charset="-122"/>
              </a:defRPr>
            </a:lvl5pPr>
            <a:lvl6pPr marL="2514600" indent="-228600" eaLnBrk="0" fontAlgn="base" hangingPunct="0">
              <a:lnSpc>
                <a:spcPct val="14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804030504040204" pitchFamily="34" charset="0"/>
                <a:ea typeface="宋体" panose="02010600030101010101" pitchFamily="2" charset="-122"/>
              </a:defRPr>
            </a:lvl6pPr>
            <a:lvl7pPr marL="2971800" indent="-228600" eaLnBrk="0" fontAlgn="base" hangingPunct="0">
              <a:lnSpc>
                <a:spcPct val="14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804030504040204" pitchFamily="34" charset="0"/>
                <a:ea typeface="宋体" panose="02010600030101010101" pitchFamily="2" charset="-122"/>
              </a:defRPr>
            </a:lvl7pPr>
            <a:lvl8pPr marL="3429000" indent="-228600" eaLnBrk="0" fontAlgn="base" hangingPunct="0">
              <a:lnSpc>
                <a:spcPct val="14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804030504040204" pitchFamily="34" charset="0"/>
                <a:ea typeface="宋体" panose="02010600030101010101" pitchFamily="2" charset="-122"/>
              </a:defRPr>
            </a:lvl8pPr>
            <a:lvl9pPr marL="3886200" indent="-228600" eaLnBrk="0" fontAlgn="base" hangingPunct="0">
              <a:lnSpc>
                <a:spcPct val="14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80403050404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1800"/>
          </a:p>
        </p:txBody>
      </p:sp>
      <p:sp>
        <p:nvSpPr>
          <p:cNvPr id="378888" name="Freeform 8"/>
          <p:cNvSpPr/>
          <p:nvPr/>
        </p:nvSpPr>
        <p:spPr bwMode="auto">
          <a:xfrm>
            <a:off x="2448760" y="1154545"/>
            <a:ext cx="1576387" cy="1842655"/>
          </a:xfrm>
          <a:custGeom>
            <a:avLst/>
            <a:gdLst>
              <a:gd name="T0" fmla="*/ 2147483646 w 1134"/>
              <a:gd name="T1" fmla="*/ 2147483646 h 1043"/>
              <a:gd name="T2" fmla="*/ 2147483646 w 1134"/>
              <a:gd name="T3" fmla="*/ 2147483646 h 1043"/>
              <a:gd name="T4" fmla="*/ 0 w 1134"/>
              <a:gd name="T5" fmla="*/ 0 h 1043"/>
              <a:gd name="T6" fmla="*/ 0 60000 65536"/>
              <a:gd name="T7" fmla="*/ 0 60000 65536"/>
              <a:gd name="T8" fmla="*/ 0 60000 65536"/>
              <a:gd name="T9" fmla="*/ 0 w 1134"/>
              <a:gd name="T10" fmla="*/ 0 h 1043"/>
              <a:gd name="T11" fmla="*/ 1134 w 1134"/>
              <a:gd name="T12" fmla="*/ 1043 h 1043"/>
            </a:gdLst>
            <a:ahLst/>
            <a:cxnLst>
              <a:cxn ang="T6">
                <a:pos x="T0" y="T1"/>
              </a:cxn>
              <a:cxn ang="T7">
                <a:pos x="T2" y="T3"/>
              </a:cxn>
              <a:cxn ang="T8">
                <a:pos x="T4" y="T5"/>
              </a:cxn>
            </a:cxnLst>
            <a:rect l="T9" t="T10" r="T11" b="T12"/>
            <a:pathLst>
              <a:path w="1134" h="1043">
                <a:moveTo>
                  <a:pt x="1134" y="1043"/>
                </a:moveTo>
                <a:cubicBezTo>
                  <a:pt x="1070" y="744"/>
                  <a:pt x="1006" y="446"/>
                  <a:pt x="817" y="272"/>
                </a:cubicBezTo>
                <a:cubicBezTo>
                  <a:pt x="628" y="98"/>
                  <a:pt x="136" y="45"/>
                  <a:pt x="0" y="0"/>
                </a:cubicBezTo>
              </a:path>
            </a:pathLst>
          </a:custGeom>
          <a:noFill/>
          <a:ln w="38100">
            <a:solidFill>
              <a:schemeClr val="accent2"/>
            </a:solidFill>
            <a:rou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9" name="日期占位符 3"/>
          <p:cNvSpPr>
            <a:spLocks noGrp="1"/>
          </p:cNvSpPr>
          <p:nvPr>
            <p:ph type="dt" sz="half" idx="10"/>
          </p:nvPr>
        </p:nvSpPr>
        <p:spPr>
          <a:xfrm>
            <a:off x="197335" y="6489303"/>
            <a:ext cx="2743200" cy="365125"/>
          </a:xfrm>
        </p:spPr>
        <p:txBody>
          <a:bodyPr/>
          <a:lstStyle/>
          <a:p>
            <a:r>
              <a:rPr kumimoji="1" lang="en-US" altLang="zh-CN" dirty="0"/>
              <a:t>4.2.1 </a:t>
            </a:r>
            <a:r>
              <a:rPr kumimoji="1" lang="zh-CN" altLang="en-US" dirty="0"/>
              <a:t>随机访问协议</a:t>
            </a:r>
          </a:p>
        </p:txBody>
      </p:sp>
      <p:sp>
        <p:nvSpPr>
          <p:cNvPr id="10" name="灯片编号占位符 3"/>
          <p:cNvSpPr>
            <a:spLocks noGrp="1"/>
          </p:cNvSpPr>
          <p:nvPr>
            <p:ph type="sldNum" sz="quarter" idx="12"/>
          </p:nvPr>
        </p:nvSpPr>
        <p:spPr>
          <a:xfrm>
            <a:off x="8686810" y="6489303"/>
            <a:ext cx="3319670" cy="365125"/>
          </a:xfrm>
        </p:spPr>
        <p:txBody>
          <a:bodyPr/>
          <a:lstStyle/>
          <a:p>
            <a:fld id="{D736CBD5-B6CF-473E-944E-42B8879561E9}" type="slidenum">
              <a:rPr kumimoji="1" lang="zh-CN" altLang="en-US" smtClean="0"/>
              <a:t>15</a:t>
            </a:fld>
            <a:endParaRPr kumimoji="1"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repeatCount="indefinite" fill="hold" nodeType="clickEffect">
                                  <p:stCondLst>
                                    <p:cond delay="0"/>
                                  </p:stCondLst>
                                  <p:endCondLst>
                                    <p:cond evt="onNext" delay="0">
                                      <p:tgtEl>
                                        <p:sldTgt/>
                                      </p:tgtEl>
                                    </p:cond>
                                  </p:endCondLst>
                                  <p:childTnLst>
                                    <p:animEffect transition="out" filter="fade">
                                      <p:cBhvr>
                                        <p:cTn id="6" dur="500" tmFilter="0, 0; .2, .5; .8, .5; 1, 0"/>
                                        <p:tgtEl>
                                          <p:spTgt spid="378885"/>
                                        </p:tgtEl>
                                      </p:cBhvr>
                                    </p:animEffect>
                                    <p:animScale>
                                      <p:cBhvr>
                                        <p:cTn id="7" dur="250" autoRev="1" fill="hold"/>
                                        <p:tgtEl>
                                          <p:spTgt spid="378885"/>
                                        </p:tgtEl>
                                      </p:cBhvr>
                                      <p:by x="105000" y="105000"/>
                                    </p:animScale>
                                  </p:childTnLst>
                                </p:cTn>
                              </p:par>
                              <p:par>
                                <p:cTn id="8" presetID="26" presetClass="emph" presetSubtype="0" repeatCount="indefinite" fill="hold" nodeType="withEffect">
                                  <p:stCondLst>
                                    <p:cond delay="0"/>
                                  </p:stCondLst>
                                  <p:endCondLst>
                                    <p:cond evt="onNext" delay="0">
                                      <p:tgtEl>
                                        <p:sldTgt/>
                                      </p:tgtEl>
                                    </p:cond>
                                  </p:endCondLst>
                                  <p:childTnLst>
                                    <p:animEffect transition="out" filter="fade">
                                      <p:cBhvr>
                                        <p:cTn id="9" dur="500" tmFilter="0, 0; .2, .5; .8, .5; 1, 0"/>
                                        <p:tgtEl>
                                          <p:spTgt spid="378884"/>
                                        </p:tgtEl>
                                      </p:cBhvr>
                                    </p:animEffect>
                                    <p:animScale>
                                      <p:cBhvr>
                                        <p:cTn id="10" dur="250" autoRev="1" fill="hold"/>
                                        <p:tgtEl>
                                          <p:spTgt spid="378884"/>
                                        </p:tgtEl>
                                      </p:cBhvr>
                                      <p:by x="105000" y="105000"/>
                                    </p:animScale>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nodeType="clickEffect">
                                  <p:stCondLst>
                                    <p:cond delay="0"/>
                                  </p:stCondLst>
                                  <p:childTnLst>
                                    <p:set>
                                      <p:cBhvr>
                                        <p:cTn id="14" dur="1" fill="hold">
                                          <p:stCondLst>
                                            <p:cond delay="0"/>
                                          </p:stCondLst>
                                        </p:cTn>
                                        <p:tgtEl>
                                          <p:spTgt spid="378888"/>
                                        </p:tgtEl>
                                        <p:attrNameLst>
                                          <p:attrName>style.visibility</p:attrName>
                                        </p:attrNameLst>
                                      </p:cBhvr>
                                      <p:to>
                                        <p:strVal val="visible"/>
                                      </p:to>
                                    </p:set>
                                    <p:animEffect transition="in" filter="wipe(down)">
                                      <p:cBhvr>
                                        <p:cTn id="15" dur="3000"/>
                                        <p:tgtEl>
                                          <p:spTgt spid="378888"/>
                                        </p:tgtEl>
                                      </p:cBhvr>
                                    </p:animEffect>
                                  </p:childTnLst>
                                </p:cTn>
                              </p:par>
                              <p:par>
                                <p:cTn id="16" presetID="22" presetClass="entr" presetSubtype="4" repeatCount="indefinite" fill="hold" grpId="0" nodeType="withEffect">
                                  <p:stCondLst>
                                    <p:cond delay="0"/>
                                  </p:stCondLst>
                                  <p:childTnLst>
                                    <p:set>
                                      <p:cBhvr>
                                        <p:cTn id="17" dur="1" fill="hold">
                                          <p:stCondLst>
                                            <p:cond delay="0"/>
                                          </p:stCondLst>
                                        </p:cTn>
                                        <p:tgtEl>
                                          <p:spTgt spid="378887"/>
                                        </p:tgtEl>
                                        <p:attrNameLst>
                                          <p:attrName>style.visibility</p:attrName>
                                        </p:attrNameLst>
                                      </p:cBhvr>
                                      <p:to>
                                        <p:strVal val="visible"/>
                                      </p:to>
                                    </p:set>
                                    <p:animEffect transition="in" filter="wipe(down)">
                                      <p:cBhvr>
                                        <p:cTn id="18" dur="2000"/>
                                        <p:tgtEl>
                                          <p:spTgt spid="3788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887"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pPr eaLnBrk="1" hangingPunct="1"/>
            <a:r>
              <a:rPr lang="en-US" altLang="zh-CN" dirty="0"/>
              <a:t>p-</a:t>
            </a:r>
            <a:r>
              <a:rPr lang="zh-CN" altLang="en-US" dirty="0"/>
              <a:t>持续式</a:t>
            </a:r>
            <a:r>
              <a:rPr lang="en-US" altLang="zh-CN" dirty="0"/>
              <a:t>CSMA</a:t>
            </a:r>
            <a:endParaRPr lang="zh-CN" altLang="en-US" dirty="0"/>
          </a:p>
        </p:txBody>
      </p:sp>
      <p:sp>
        <p:nvSpPr>
          <p:cNvPr id="45059" name="Rectangle 3"/>
          <p:cNvSpPr>
            <a:spLocks noGrp="1" noChangeArrowheads="1"/>
          </p:cNvSpPr>
          <p:nvPr>
            <p:ph type="body" idx="1"/>
          </p:nvPr>
        </p:nvSpPr>
        <p:spPr/>
        <p:txBody>
          <a:bodyPr>
            <a:normAutofit lnSpcReduction="10000"/>
          </a:bodyPr>
          <a:lstStyle/>
          <a:p>
            <a:pPr eaLnBrk="1" hangingPunct="1">
              <a:lnSpc>
                <a:spcPct val="150000"/>
              </a:lnSpc>
            </a:pPr>
            <a:r>
              <a:rPr lang="zh-CN" altLang="en-US" sz="3200" dirty="0">
                <a:solidFill>
                  <a:srgbClr val="C00000"/>
                </a:solidFill>
              </a:rPr>
              <a:t>特点</a:t>
            </a:r>
            <a:endParaRPr lang="zh-CN" altLang="en-US" sz="3200" dirty="0"/>
          </a:p>
          <a:p>
            <a:pPr lvl="1" eaLnBrk="1" hangingPunct="1">
              <a:lnSpc>
                <a:spcPct val="150000"/>
              </a:lnSpc>
            </a:pPr>
            <a:r>
              <a:rPr lang="zh-CN" altLang="en-US" dirty="0"/>
              <a:t>①经侦听，如介质空闲，那么以 </a:t>
            </a:r>
            <a:r>
              <a:rPr lang="en-US" altLang="zh-CN" dirty="0"/>
              <a:t>p</a:t>
            </a:r>
            <a:r>
              <a:rPr lang="zh-CN" altLang="en-US" dirty="0"/>
              <a:t>的概率 发送，以</a:t>
            </a:r>
            <a:r>
              <a:rPr lang="en-US" altLang="zh-CN" dirty="0"/>
              <a:t>(1</a:t>
            </a:r>
            <a:r>
              <a:rPr lang="en-US" altLang="zh-CN" dirty="0">
                <a:latin typeface="Arial" panose="020B0604020202090204" pitchFamily="34" charset="0"/>
              </a:rPr>
              <a:t>–</a:t>
            </a:r>
            <a:r>
              <a:rPr lang="en-US" altLang="zh-CN" dirty="0"/>
              <a:t>p)</a:t>
            </a:r>
            <a:r>
              <a:rPr lang="zh-CN" altLang="en-US" dirty="0"/>
              <a:t>的概率延迟一个时间单元发送</a:t>
            </a:r>
          </a:p>
          <a:p>
            <a:pPr lvl="1" eaLnBrk="1" hangingPunct="1">
              <a:lnSpc>
                <a:spcPct val="150000"/>
              </a:lnSpc>
            </a:pPr>
            <a:r>
              <a:rPr lang="zh-CN" altLang="en-US" dirty="0"/>
              <a:t>②如介质忙，持续侦听，一旦空闲重复①</a:t>
            </a:r>
          </a:p>
          <a:p>
            <a:pPr lvl="1" eaLnBrk="1" hangingPunct="1">
              <a:lnSpc>
                <a:spcPct val="150000"/>
              </a:lnSpc>
            </a:pPr>
            <a:r>
              <a:rPr lang="zh-CN" altLang="en-US" dirty="0"/>
              <a:t>③如果发送已推迟一个时间单元，再重复步骤①</a:t>
            </a:r>
          </a:p>
          <a:p>
            <a:pPr eaLnBrk="1" hangingPunct="1">
              <a:lnSpc>
                <a:spcPct val="150000"/>
              </a:lnSpc>
            </a:pPr>
            <a:r>
              <a:rPr lang="zh-CN" altLang="en-US" sz="3200" dirty="0">
                <a:solidFill>
                  <a:srgbClr val="C00000"/>
                </a:solidFill>
              </a:rPr>
              <a:t>注意</a:t>
            </a:r>
            <a:endParaRPr lang="en-US" altLang="zh-CN" sz="3200" dirty="0"/>
          </a:p>
          <a:p>
            <a:pPr lvl="1">
              <a:lnSpc>
                <a:spcPct val="150000"/>
              </a:lnSpc>
            </a:pPr>
            <a:r>
              <a:rPr lang="en-US" altLang="zh-CN" dirty="0"/>
              <a:t>1-</a:t>
            </a:r>
            <a:r>
              <a:rPr lang="zh-CN" altLang="en-US" dirty="0"/>
              <a:t>持续式是</a:t>
            </a:r>
            <a:r>
              <a:rPr lang="en-US" altLang="zh-CN" dirty="0"/>
              <a:t>p-</a:t>
            </a:r>
            <a:r>
              <a:rPr lang="zh-CN" altLang="en-US" dirty="0"/>
              <a:t>持续式的特例</a:t>
            </a:r>
            <a:endParaRPr lang="zh-CN" altLang="en-US" sz="2800" dirty="0"/>
          </a:p>
        </p:txBody>
      </p:sp>
      <p:sp>
        <p:nvSpPr>
          <p:cNvPr id="4" name="Freeform 4"/>
          <p:cNvSpPr/>
          <p:nvPr/>
        </p:nvSpPr>
        <p:spPr bwMode="auto">
          <a:xfrm>
            <a:off x="1110249" y="2565400"/>
            <a:ext cx="168275" cy="1600200"/>
          </a:xfrm>
          <a:custGeom>
            <a:avLst/>
            <a:gdLst>
              <a:gd name="T0" fmla="*/ 0 w 106"/>
              <a:gd name="T1" fmla="*/ 0 h 544"/>
              <a:gd name="T2" fmla="*/ 2147483646 w 106"/>
              <a:gd name="T3" fmla="*/ 2147483646 h 544"/>
              <a:gd name="T4" fmla="*/ 2147483646 w 106"/>
              <a:gd name="T5" fmla="*/ 2147483646 h 544"/>
              <a:gd name="T6" fmla="*/ 2147483646 w 106"/>
              <a:gd name="T7" fmla="*/ 2147483646 h 544"/>
              <a:gd name="T8" fmla="*/ 0 60000 65536"/>
              <a:gd name="T9" fmla="*/ 0 60000 65536"/>
              <a:gd name="T10" fmla="*/ 0 60000 65536"/>
              <a:gd name="T11" fmla="*/ 0 60000 65536"/>
              <a:gd name="T12" fmla="*/ 0 w 106"/>
              <a:gd name="T13" fmla="*/ 0 h 544"/>
              <a:gd name="T14" fmla="*/ 106 w 106"/>
              <a:gd name="T15" fmla="*/ 544 h 544"/>
            </a:gdLst>
            <a:ahLst/>
            <a:cxnLst>
              <a:cxn ang="T8">
                <a:pos x="T0" y="T1"/>
              </a:cxn>
              <a:cxn ang="T9">
                <a:pos x="T2" y="T3"/>
              </a:cxn>
              <a:cxn ang="T10">
                <a:pos x="T4" y="T5"/>
              </a:cxn>
              <a:cxn ang="T11">
                <a:pos x="T6" y="T7"/>
              </a:cxn>
            </a:cxnLst>
            <a:rect l="T12" t="T13" r="T14" b="T15"/>
            <a:pathLst>
              <a:path w="106" h="544">
                <a:moveTo>
                  <a:pt x="0" y="0"/>
                </a:moveTo>
                <a:cubicBezTo>
                  <a:pt x="38" y="11"/>
                  <a:pt x="76" y="22"/>
                  <a:pt x="91" y="90"/>
                </a:cubicBezTo>
                <a:cubicBezTo>
                  <a:pt x="106" y="158"/>
                  <a:pt x="91" y="332"/>
                  <a:pt x="91" y="408"/>
                </a:cubicBezTo>
                <a:cubicBezTo>
                  <a:pt x="91" y="484"/>
                  <a:pt x="91" y="521"/>
                  <a:pt x="91" y="544"/>
                </a:cubicBezTo>
              </a:path>
            </a:pathLst>
          </a:custGeom>
          <a:noFill/>
          <a:ln w="57150">
            <a:solidFill>
              <a:srgbClr val="008000"/>
            </a:solidFill>
            <a:prstDash val="dash"/>
            <a:rou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 name="Freeform 5"/>
          <p:cNvSpPr/>
          <p:nvPr/>
        </p:nvSpPr>
        <p:spPr bwMode="auto">
          <a:xfrm flipH="1" flipV="1">
            <a:off x="678448" y="2565400"/>
            <a:ext cx="168275" cy="1600200"/>
          </a:xfrm>
          <a:custGeom>
            <a:avLst/>
            <a:gdLst>
              <a:gd name="T0" fmla="*/ 0 w 106"/>
              <a:gd name="T1" fmla="*/ 0 h 544"/>
              <a:gd name="T2" fmla="*/ 2147483646 w 106"/>
              <a:gd name="T3" fmla="*/ 2147483646 h 544"/>
              <a:gd name="T4" fmla="*/ 2147483646 w 106"/>
              <a:gd name="T5" fmla="*/ 2147483646 h 544"/>
              <a:gd name="T6" fmla="*/ 2147483646 w 106"/>
              <a:gd name="T7" fmla="*/ 2147483646 h 544"/>
              <a:gd name="T8" fmla="*/ 0 60000 65536"/>
              <a:gd name="T9" fmla="*/ 0 60000 65536"/>
              <a:gd name="T10" fmla="*/ 0 60000 65536"/>
              <a:gd name="T11" fmla="*/ 0 60000 65536"/>
              <a:gd name="T12" fmla="*/ 0 w 106"/>
              <a:gd name="T13" fmla="*/ 0 h 544"/>
              <a:gd name="T14" fmla="*/ 106 w 106"/>
              <a:gd name="T15" fmla="*/ 544 h 544"/>
            </a:gdLst>
            <a:ahLst/>
            <a:cxnLst>
              <a:cxn ang="T8">
                <a:pos x="T0" y="T1"/>
              </a:cxn>
              <a:cxn ang="T9">
                <a:pos x="T2" y="T3"/>
              </a:cxn>
              <a:cxn ang="T10">
                <a:pos x="T4" y="T5"/>
              </a:cxn>
              <a:cxn ang="T11">
                <a:pos x="T6" y="T7"/>
              </a:cxn>
            </a:cxnLst>
            <a:rect l="T12" t="T13" r="T14" b="T15"/>
            <a:pathLst>
              <a:path w="106" h="544">
                <a:moveTo>
                  <a:pt x="0" y="0"/>
                </a:moveTo>
                <a:cubicBezTo>
                  <a:pt x="38" y="11"/>
                  <a:pt x="76" y="22"/>
                  <a:pt x="91" y="90"/>
                </a:cubicBezTo>
                <a:cubicBezTo>
                  <a:pt x="106" y="158"/>
                  <a:pt x="91" y="332"/>
                  <a:pt x="91" y="408"/>
                </a:cubicBezTo>
                <a:cubicBezTo>
                  <a:pt x="91" y="484"/>
                  <a:pt x="91" y="521"/>
                  <a:pt x="91" y="544"/>
                </a:cubicBezTo>
              </a:path>
            </a:pathLst>
          </a:custGeom>
          <a:noFill/>
          <a:ln w="57150">
            <a:solidFill>
              <a:srgbClr val="008000"/>
            </a:solidFill>
            <a:prstDash val="dash"/>
            <a:rou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 name="Oval 7"/>
          <p:cNvSpPr>
            <a:spLocks noChangeArrowheads="1"/>
          </p:cNvSpPr>
          <p:nvPr/>
        </p:nvSpPr>
        <p:spPr bwMode="auto">
          <a:xfrm>
            <a:off x="5873261" y="2198077"/>
            <a:ext cx="1283677" cy="808892"/>
          </a:xfrm>
          <a:prstGeom prst="ellipse">
            <a:avLst/>
          </a:prstGeom>
          <a:noFill/>
          <a:ln w="28575" algn="ctr">
            <a:solidFill>
              <a:schemeClr val="accent2"/>
            </a:solidFill>
            <a:round/>
          </a:ln>
          <a:extLst>
            <a:ext uri="{909E8E84-426E-40DD-AFC4-6F175D3DCCD1}">
              <a14:hiddenFill xmlns:a14="http://schemas.microsoft.com/office/drawing/2010/main">
                <a:solidFill>
                  <a:srgbClr val="FFFFFF"/>
                </a:solidFill>
              </a14:hiddenFill>
            </a:ext>
          </a:extLst>
        </p:spPr>
        <p:txBody>
          <a:bodyPr wrap="none" anchor="ctr"/>
          <a:lstStyle>
            <a:lvl1pPr>
              <a:lnSpc>
                <a:spcPct val="140000"/>
              </a:lnSpc>
              <a:spcBef>
                <a:spcPct val="20000"/>
              </a:spcBef>
              <a:buClr>
                <a:schemeClr val="accent2"/>
              </a:buClr>
              <a:buFont typeface="Wingdings" panose="05000000000000000000" pitchFamily="2" charset="2"/>
              <a:buChar char="o"/>
              <a:defRPr sz="3000">
                <a:solidFill>
                  <a:schemeClr val="tx1"/>
                </a:solidFill>
                <a:latin typeface="Verdana" panose="020B0804030504040204" pitchFamily="34" charset="0"/>
                <a:ea typeface="宋体" panose="02010600030101010101" pitchFamily="2" charset="-122"/>
              </a:defRPr>
            </a:lvl1pPr>
            <a:lvl2pPr marL="742950" indent="-285750">
              <a:lnSpc>
                <a:spcPct val="140000"/>
              </a:lnSpc>
              <a:spcBef>
                <a:spcPct val="20000"/>
              </a:spcBef>
              <a:buClr>
                <a:schemeClr val="accent2"/>
              </a:buClr>
              <a:buFont typeface="Wingdings" panose="05000000000000000000" pitchFamily="2" charset="2"/>
              <a:buChar char="n"/>
              <a:defRPr sz="2600">
                <a:solidFill>
                  <a:schemeClr val="tx1"/>
                </a:solidFill>
                <a:latin typeface="Verdana" panose="020B0804030504040204" pitchFamily="34" charset="0"/>
                <a:ea typeface="宋体" panose="02010600030101010101" pitchFamily="2" charset="-122"/>
              </a:defRPr>
            </a:lvl2pPr>
            <a:lvl3pPr marL="1143000" indent="-228600">
              <a:lnSpc>
                <a:spcPct val="140000"/>
              </a:lnSpc>
              <a:spcBef>
                <a:spcPct val="20000"/>
              </a:spcBef>
              <a:buClr>
                <a:schemeClr val="accent2"/>
              </a:buClr>
              <a:buFont typeface="Wingdings" panose="05000000000000000000" pitchFamily="2" charset="2"/>
              <a:buChar char="o"/>
              <a:defRPr sz="2300">
                <a:solidFill>
                  <a:schemeClr val="tx1"/>
                </a:solidFill>
                <a:latin typeface="Verdana" panose="020B0804030504040204" pitchFamily="34" charset="0"/>
                <a:ea typeface="宋体" panose="02010600030101010101" pitchFamily="2" charset="-122"/>
              </a:defRPr>
            </a:lvl3pPr>
            <a:lvl4pPr marL="1600200" indent="-228600">
              <a:lnSpc>
                <a:spcPct val="140000"/>
              </a:lnSpc>
              <a:spcBef>
                <a:spcPct val="20000"/>
              </a:spcBef>
              <a:buClr>
                <a:schemeClr val="accent2"/>
              </a:buClr>
              <a:buFont typeface="Wingdings" panose="05000000000000000000" pitchFamily="2" charset="2"/>
              <a:buChar char="n"/>
              <a:defRPr sz="2000">
                <a:solidFill>
                  <a:schemeClr val="tx1"/>
                </a:solidFill>
                <a:latin typeface="Verdana" panose="020B0804030504040204" pitchFamily="34" charset="0"/>
                <a:ea typeface="宋体" panose="02010600030101010101" pitchFamily="2" charset="-122"/>
              </a:defRPr>
            </a:lvl4pPr>
            <a:lvl5pPr marL="2057400" indent="-228600">
              <a:lnSpc>
                <a:spcPct val="140000"/>
              </a:lnSpc>
              <a:spcBef>
                <a:spcPct val="25000"/>
              </a:spcBef>
              <a:buClr>
                <a:schemeClr val="accent2"/>
              </a:buClr>
              <a:buFont typeface="Wingdings" panose="05000000000000000000" pitchFamily="2" charset="2"/>
              <a:buChar char="§"/>
              <a:defRPr sz="2000">
                <a:solidFill>
                  <a:schemeClr val="tx1"/>
                </a:solidFill>
                <a:latin typeface="Verdana" panose="020B0804030504040204" pitchFamily="34" charset="0"/>
                <a:ea typeface="宋体" panose="02010600030101010101" pitchFamily="2" charset="-122"/>
              </a:defRPr>
            </a:lvl5pPr>
            <a:lvl6pPr marL="2514600" indent="-228600" eaLnBrk="0" fontAlgn="base" hangingPunct="0">
              <a:lnSpc>
                <a:spcPct val="14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804030504040204" pitchFamily="34" charset="0"/>
                <a:ea typeface="宋体" panose="02010600030101010101" pitchFamily="2" charset="-122"/>
              </a:defRPr>
            </a:lvl6pPr>
            <a:lvl7pPr marL="2971800" indent="-228600" eaLnBrk="0" fontAlgn="base" hangingPunct="0">
              <a:lnSpc>
                <a:spcPct val="14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804030504040204" pitchFamily="34" charset="0"/>
                <a:ea typeface="宋体" panose="02010600030101010101" pitchFamily="2" charset="-122"/>
              </a:defRPr>
            </a:lvl7pPr>
            <a:lvl8pPr marL="3429000" indent="-228600" eaLnBrk="0" fontAlgn="base" hangingPunct="0">
              <a:lnSpc>
                <a:spcPct val="14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804030504040204" pitchFamily="34" charset="0"/>
                <a:ea typeface="宋体" panose="02010600030101010101" pitchFamily="2" charset="-122"/>
              </a:defRPr>
            </a:lvl8pPr>
            <a:lvl9pPr marL="3886200" indent="-228600" eaLnBrk="0" fontAlgn="base" hangingPunct="0">
              <a:lnSpc>
                <a:spcPct val="14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80403050404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1800"/>
          </a:p>
        </p:txBody>
      </p:sp>
      <p:sp>
        <p:nvSpPr>
          <p:cNvPr id="7" name="Freeform 8"/>
          <p:cNvSpPr/>
          <p:nvPr/>
        </p:nvSpPr>
        <p:spPr bwMode="auto">
          <a:xfrm>
            <a:off x="2644140" y="1118908"/>
            <a:ext cx="3879752" cy="1079170"/>
          </a:xfrm>
          <a:custGeom>
            <a:avLst/>
            <a:gdLst>
              <a:gd name="T0" fmla="*/ 2147483646 w 1134"/>
              <a:gd name="T1" fmla="*/ 2147483646 h 1043"/>
              <a:gd name="T2" fmla="*/ 2147483646 w 1134"/>
              <a:gd name="T3" fmla="*/ 2147483646 h 1043"/>
              <a:gd name="T4" fmla="*/ 0 w 1134"/>
              <a:gd name="T5" fmla="*/ 0 h 1043"/>
              <a:gd name="T6" fmla="*/ 0 60000 65536"/>
              <a:gd name="T7" fmla="*/ 0 60000 65536"/>
              <a:gd name="T8" fmla="*/ 0 60000 65536"/>
              <a:gd name="T9" fmla="*/ 0 w 1134"/>
              <a:gd name="T10" fmla="*/ 0 h 1043"/>
              <a:gd name="T11" fmla="*/ 1134 w 1134"/>
              <a:gd name="T12" fmla="*/ 1043 h 1043"/>
            </a:gdLst>
            <a:ahLst/>
            <a:cxnLst>
              <a:cxn ang="T6">
                <a:pos x="T0" y="T1"/>
              </a:cxn>
              <a:cxn ang="T7">
                <a:pos x="T2" y="T3"/>
              </a:cxn>
              <a:cxn ang="T8">
                <a:pos x="T4" y="T5"/>
              </a:cxn>
            </a:cxnLst>
            <a:rect l="T9" t="T10" r="T11" b="T12"/>
            <a:pathLst>
              <a:path w="1134" h="1043">
                <a:moveTo>
                  <a:pt x="1134" y="1043"/>
                </a:moveTo>
                <a:cubicBezTo>
                  <a:pt x="1070" y="744"/>
                  <a:pt x="1006" y="446"/>
                  <a:pt x="817" y="272"/>
                </a:cubicBezTo>
                <a:cubicBezTo>
                  <a:pt x="628" y="98"/>
                  <a:pt x="136" y="45"/>
                  <a:pt x="0" y="0"/>
                </a:cubicBezTo>
              </a:path>
            </a:pathLst>
          </a:custGeom>
          <a:noFill/>
          <a:ln w="38100">
            <a:solidFill>
              <a:schemeClr val="accent2"/>
            </a:solidFill>
            <a:rou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9" name="日期占位符 3"/>
          <p:cNvSpPr>
            <a:spLocks noGrp="1"/>
          </p:cNvSpPr>
          <p:nvPr>
            <p:ph type="dt" sz="half" idx="10"/>
          </p:nvPr>
        </p:nvSpPr>
        <p:spPr>
          <a:xfrm>
            <a:off x="197335" y="6489303"/>
            <a:ext cx="2743200" cy="365125"/>
          </a:xfrm>
        </p:spPr>
        <p:txBody>
          <a:bodyPr/>
          <a:lstStyle/>
          <a:p>
            <a:r>
              <a:rPr kumimoji="1" lang="en-US" altLang="zh-CN" dirty="0"/>
              <a:t>4.2.1 </a:t>
            </a:r>
            <a:r>
              <a:rPr kumimoji="1" lang="zh-CN" altLang="en-US" dirty="0"/>
              <a:t>随机访问协议</a:t>
            </a:r>
          </a:p>
        </p:txBody>
      </p:sp>
      <p:sp>
        <p:nvSpPr>
          <p:cNvPr id="10" name="灯片编号占位符 3"/>
          <p:cNvSpPr>
            <a:spLocks noGrp="1"/>
          </p:cNvSpPr>
          <p:nvPr>
            <p:ph type="sldNum" sz="quarter" idx="12"/>
          </p:nvPr>
        </p:nvSpPr>
        <p:spPr>
          <a:xfrm>
            <a:off x="8686810" y="6489303"/>
            <a:ext cx="3319670" cy="365125"/>
          </a:xfrm>
        </p:spPr>
        <p:txBody>
          <a:bodyPr/>
          <a:lstStyle/>
          <a:p>
            <a:fld id="{19F3C9A3-7560-4859-9DF8-AE934899F752}" type="slidenum">
              <a:rPr kumimoji="1" lang="zh-CN" altLang="en-US" smtClean="0"/>
              <a:t>16</a:t>
            </a:fld>
            <a:endParaRPr kumimoji="1"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repeatCount="indefinite" fill="hold" nodeType="clickEffect">
                                  <p:stCondLst>
                                    <p:cond delay="0"/>
                                  </p:stCondLst>
                                  <p:endCondLst>
                                    <p:cond evt="onNext" delay="0">
                                      <p:tgtEl>
                                        <p:sldTgt/>
                                      </p:tgtEl>
                                    </p:cond>
                                  </p:endCondLst>
                                  <p:childTnLst>
                                    <p:animEffect transition="out" filter="fade">
                                      <p:cBhvr>
                                        <p:cTn id="6" dur="500" tmFilter="0, 0; .2, .5; .8, .5; 1, 0"/>
                                        <p:tgtEl>
                                          <p:spTgt spid="5"/>
                                        </p:tgtEl>
                                      </p:cBhvr>
                                    </p:animEffect>
                                    <p:animScale>
                                      <p:cBhvr>
                                        <p:cTn id="7" dur="250" autoRev="1" fill="hold"/>
                                        <p:tgtEl>
                                          <p:spTgt spid="5"/>
                                        </p:tgtEl>
                                      </p:cBhvr>
                                      <p:by x="105000" y="105000"/>
                                    </p:animScale>
                                  </p:childTnLst>
                                </p:cTn>
                              </p:par>
                              <p:par>
                                <p:cTn id="8" presetID="26" presetClass="emph" presetSubtype="0" repeatCount="indefinite" fill="hold" nodeType="withEffect">
                                  <p:stCondLst>
                                    <p:cond delay="0"/>
                                  </p:stCondLst>
                                  <p:endCondLst>
                                    <p:cond evt="onNext" delay="0">
                                      <p:tgtEl>
                                        <p:sldTgt/>
                                      </p:tgtEl>
                                    </p:cond>
                                  </p:endCondLst>
                                  <p:childTnLst>
                                    <p:animEffect transition="out" filter="fade">
                                      <p:cBhvr>
                                        <p:cTn id="9" dur="500" tmFilter="0, 0; .2, .5; .8, .5; 1, 0"/>
                                        <p:tgtEl>
                                          <p:spTgt spid="4"/>
                                        </p:tgtEl>
                                      </p:cBhvr>
                                    </p:animEffect>
                                    <p:animScale>
                                      <p:cBhvr>
                                        <p:cTn id="10" dur="250" autoRev="1" fill="hold"/>
                                        <p:tgtEl>
                                          <p:spTgt spid="4"/>
                                        </p:tgtEl>
                                      </p:cBhvr>
                                      <p:by x="105000" y="105000"/>
                                    </p:animScale>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wipe(down)">
                                      <p:cBhvr>
                                        <p:cTn id="15" dur="3000"/>
                                        <p:tgtEl>
                                          <p:spTgt spid="7"/>
                                        </p:tgtEl>
                                      </p:cBhvr>
                                    </p:animEffect>
                                  </p:childTnLst>
                                </p:cTn>
                              </p:par>
                              <p:par>
                                <p:cTn id="16" presetID="22" presetClass="entr" presetSubtype="4" repeatCount="indefinite" fill="hold" grpId="0"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wipe(down)">
                                      <p:cBhvr>
                                        <p:cTn id="18"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lstStyle/>
          <a:p>
            <a:pPr eaLnBrk="1" hangingPunct="1"/>
            <a:r>
              <a:rPr lang="zh-CN" altLang="en-US" dirty="0"/>
              <a:t>问题：先听再发，避免了冲突吗？</a:t>
            </a:r>
          </a:p>
        </p:txBody>
      </p:sp>
      <p:sp>
        <p:nvSpPr>
          <p:cNvPr id="46083" name="Rectangle 3"/>
          <p:cNvSpPr>
            <a:spLocks noGrp="1" noChangeArrowheads="1"/>
          </p:cNvSpPr>
          <p:nvPr>
            <p:ph type="body" idx="1"/>
          </p:nvPr>
        </p:nvSpPr>
        <p:spPr>
          <a:xfrm>
            <a:off x="962979" y="1630680"/>
            <a:ext cx="8220075" cy="4267200"/>
          </a:xfrm>
        </p:spPr>
        <p:txBody>
          <a:bodyPr>
            <a:normAutofit/>
          </a:bodyPr>
          <a:lstStyle/>
          <a:p>
            <a:pPr eaLnBrk="1" hangingPunct="1">
              <a:lnSpc>
                <a:spcPct val="150000"/>
              </a:lnSpc>
            </a:pPr>
            <a:r>
              <a:rPr lang="en-US" altLang="zh-CN" dirty="0"/>
              <a:t>CSMA</a:t>
            </a:r>
            <a:r>
              <a:rPr lang="zh-CN" altLang="en-US" dirty="0"/>
              <a:t>：如侦听到介质上无数据发送才发送，发送后</a:t>
            </a:r>
            <a:r>
              <a:rPr lang="zh-CN" altLang="en-US" dirty="0">
                <a:solidFill>
                  <a:srgbClr val="C00000"/>
                </a:solidFill>
              </a:rPr>
              <a:t>还会发生冲突吗</a:t>
            </a:r>
            <a:r>
              <a:rPr lang="zh-CN" altLang="en-US" dirty="0"/>
              <a:t>？</a:t>
            </a:r>
            <a:endParaRPr lang="en-US" altLang="zh-CN" dirty="0"/>
          </a:p>
          <a:p>
            <a:pPr eaLnBrk="1" hangingPunct="1">
              <a:lnSpc>
                <a:spcPct val="150000"/>
              </a:lnSpc>
            </a:pPr>
            <a:r>
              <a:rPr lang="zh-CN" altLang="en-US" dirty="0"/>
              <a:t>肯定会！</a:t>
            </a:r>
            <a:endParaRPr lang="en-US" altLang="zh-CN" dirty="0"/>
          </a:p>
          <a:p>
            <a:pPr eaLnBrk="1" hangingPunct="1">
              <a:lnSpc>
                <a:spcPct val="150000"/>
              </a:lnSpc>
            </a:pPr>
            <a:r>
              <a:rPr lang="zh-CN" altLang="en-US" dirty="0"/>
              <a:t>两种情形</a:t>
            </a:r>
          </a:p>
          <a:p>
            <a:pPr lvl="1" eaLnBrk="1" hangingPunct="1">
              <a:lnSpc>
                <a:spcPct val="150000"/>
              </a:lnSpc>
            </a:pPr>
            <a:r>
              <a:rPr lang="zh-CN" altLang="en-US" dirty="0"/>
              <a:t>（</a:t>
            </a:r>
            <a:r>
              <a:rPr lang="en-US" altLang="zh-CN" dirty="0"/>
              <a:t>1</a:t>
            </a:r>
            <a:r>
              <a:rPr lang="zh-CN" altLang="en-US" dirty="0"/>
              <a:t>）同时传送；（</a:t>
            </a:r>
            <a:r>
              <a:rPr lang="en-US" altLang="zh-CN" dirty="0"/>
              <a:t>2</a:t>
            </a:r>
            <a:r>
              <a:rPr lang="zh-CN" altLang="en-US" dirty="0"/>
              <a:t>）传播延迟时间</a:t>
            </a:r>
          </a:p>
        </p:txBody>
      </p:sp>
      <p:sp>
        <p:nvSpPr>
          <p:cNvPr id="5" name="波形 4"/>
          <p:cNvSpPr/>
          <p:nvPr/>
        </p:nvSpPr>
        <p:spPr>
          <a:xfrm>
            <a:off x="1955425" y="5447145"/>
            <a:ext cx="7572895" cy="1145309"/>
          </a:xfrm>
          <a:prstGeom prst="wav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a:solidFill>
                  <a:srgbClr val="C00000"/>
                </a:solidFill>
              </a:rPr>
              <a:t>不再任性了的</a:t>
            </a:r>
            <a:r>
              <a:rPr lang="en-US" altLang="zh-CN" sz="2800" b="1" dirty="0">
                <a:solidFill>
                  <a:srgbClr val="C00000"/>
                </a:solidFill>
              </a:rPr>
              <a:t>CSMA</a:t>
            </a:r>
            <a:r>
              <a:rPr lang="zh-CN" altLang="en-US" sz="2800" b="1" dirty="0">
                <a:solidFill>
                  <a:srgbClr val="C00000"/>
                </a:solidFill>
              </a:rPr>
              <a:t>还会发生冲突吗？</a:t>
            </a:r>
          </a:p>
        </p:txBody>
      </p:sp>
      <p:pic>
        <p:nvPicPr>
          <p:cNvPr id="6" name="图片 5"/>
          <p:cNvPicPr>
            <a:picLocks noChangeAspect="1"/>
          </p:cNvPicPr>
          <p:nvPr/>
        </p:nvPicPr>
        <p:blipFill>
          <a:blip r:embed="rId3"/>
          <a:stretch>
            <a:fillRect/>
          </a:stretch>
        </p:blipFill>
        <p:spPr>
          <a:xfrm>
            <a:off x="8558137" y="2586565"/>
            <a:ext cx="3505354" cy="2860580"/>
          </a:xfrm>
          <a:prstGeom prst="rect">
            <a:avLst/>
          </a:prstGeom>
        </p:spPr>
      </p:pic>
      <p:sp>
        <p:nvSpPr>
          <p:cNvPr id="7" name="日期占位符 3"/>
          <p:cNvSpPr>
            <a:spLocks noGrp="1"/>
          </p:cNvSpPr>
          <p:nvPr>
            <p:ph type="dt" sz="half" idx="10"/>
          </p:nvPr>
        </p:nvSpPr>
        <p:spPr>
          <a:xfrm>
            <a:off x="197335" y="6489303"/>
            <a:ext cx="2743200" cy="365125"/>
          </a:xfrm>
        </p:spPr>
        <p:txBody>
          <a:bodyPr/>
          <a:lstStyle/>
          <a:p>
            <a:r>
              <a:rPr kumimoji="1" lang="en-US" altLang="zh-CN" dirty="0"/>
              <a:t>4.2.1 </a:t>
            </a:r>
            <a:r>
              <a:rPr kumimoji="1" lang="zh-CN" altLang="en-US" dirty="0"/>
              <a:t>随机访问协议</a:t>
            </a:r>
          </a:p>
        </p:txBody>
      </p:sp>
      <p:sp>
        <p:nvSpPr>
          <p:cNvPr id="8" name="灯片编号占位符 3"/>
          <p:cNvSpPr>
            <a:spLocks noGrp="1"/>
          </p:cNvSpPr>
          <p:nvPr>
            <p:ph type="sldNum" sz="quarter" idx="12"/>
          </p:nvPr>
        </p:nvSpPr>
        <p:spPr>
          <a:xfrm>
            <a:off x="8686810" y="6489303"/>
            <a:ext cx="3319670" cy="365125"/>
          </a:xfrm>
        </p:spPr>
        <p:txBody>
          <a:bodyPr/>
          <a:lstStyle/>
          <a:p>
            <a:fld id="{D44C61EC-86B3-4244-B1A9-B9464F643648}" type="slidenum">
              <a:rPr kumimoji="1" lang="zh-CN" altLang="en-US" smtClean="0"/>
              <a:t>17</a:t>
            </a:fld>
            <a:endParaRPr kumimoji="1" lang="zh-CN" alt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lstStyle/>
          <a:p>
            <a:pPr eaLnBrk="1" hangingPunct="1"/>
            <a:r>
              <a:rPr lang="zh-CN" altLang="en-US" dirty="0"/>
              <a:t>传播延迟对载波侦听的影响</a:t>
            </a:r>
          </a:p>
        </p:txBody>
      </p:sp>
      <p:sp>
        <p:nvSpPr>
          <p:cNvPr id="47107" name="Rectangle 3"/>
          <p:cNvSpPr>
            <a:spLocks noGrp="1" noChangeArrowheads="1"/>
          </p:cNvSpPr>
          <p:nvPr>
            <p:ph type="body" idx="1"/>
          </p:nvPr>
        </p:nvSpPr>
        <p:spPr>
          <a:xfrm>
            <a:off x="838200" y="1510758"/>
            <a:ext cx="4099560" cy="4586694"/>
          </a:xfrm>
        </p:spPr>
        <p:txBody>
          <a:bodyPr>
            <a:normAutofit fontScale="92500" lnSpcReduction="10000"/>
          </a:bodyPr>
          <a:lstStyle/>
          <a:p>
            <a:pPr eaLnBrk="1" hangingPunct="1">
              <a:lnSpc>
                <a:spcPct val="150000"/>
              </a:lnSpc>
            </a:pPr>
            <a:r>
              <a:rPr lang="zh-CN" altLang="en-US" dirty="0"/>
              <a:t>信号传输速度：</a:t>
            </a:r>
            <a:r>
              <a:rPr lang="en-US" altLang="zh-CN" dirty="0"/>
              <a:t>0.65C</a:t>
            </a:r>
          </a:p>
          <a:p>
            <a:pPr eaLnBrk="1" hangingPunct="1">
              <a:lnSpc>
                <a:spcPct val="150000"/>
              </a:lnSpc>
            </a:pPr>
            <a:r>
              <a:rPr lang="en-US" altLang="zh-CN" dirty="0">
                <a:solidFill>
                  <a:srgbClr val="C00000"/>
                </a:solidFill>
              </a:rPr>
              <a:t>t</a:t>
            </a:r>
            <a:r>
              <a:rPr lang="en-US" altLang="zh-CN" baseline="-25000" dirty="0">
                <a:solidFill>
                  <a:srgbClr val="C00000"/>
                </a:solidFill>
              </a:rPr>
              <a:t>0</a:t>
            </a:r>
            <a:r>
              <a:rPr lang="zh-CN" altLang="en-US" dirty="0">
                <a:solidFill>
                  <a:srgbClr val="C00000"/>
                </a:solidFill>
              </a:rPr>
              <a:t>时刻</a:t>
            </a:r>
            <a:r>
              <a:rPr lang="zh-CN" altLang="en-US" dirty="0"/>
              <a:t>：甲侦听后发送，到达乙约需</a:t>
            </a:r>
            <a:r>
              <a:rPr lang="en-US" altLang="zh-CN" dirty="0"/>
              <a:t>5</a:t>
            </a:r>
            <a:r>
              <a:rPr lang="zh-CN" altLang="en-US" dirty="0"/>
              <a:t>微妙</a:t>
            </a:r>
            <a:endParaRPr lang="en-US" altLang="zh-CN" dirty="0"/>
          </a:p>
          <a:p>
            <a:pPr eaLnBrk="1" hangingPunct="1">
              <a:lnSpc>
                <a:spcPct val="150000"/>
              </a:lnSpc>
            </a:pPr>
            <a:r>
              <a:rPr lang="en-US" altLang="zh-CN" dirty="0">
                <a:solidFill>
                  <a:srgbClr val="C00000"/>
                </a:solidFill>
              </a:rPr>
              <a:t>t</a:t>
            </a:r>
            <a:r>
              <a:rPr lang="en-US" altLang="zh-CN" baseline="-25000" dirty="0">
                <a:solidFill>
                  <a:srgbClr val="C00000"/>
                </a:solidFill>
              </a:rPr>
              <a:t>1</a:t>
            </a:r>
            <a:r>
              <a:rPr lang="zh-CN" altLang="en-US" dirty="0">
                <a:solidFill>
                  <a:srgbClr val="C00000"/>
                </a:solidFill>
              </a:rPr>
              <a:t>时刻</a:t>
            </a:r>
            <a:r>
              <a:rPr lang="zh-CN" altLang="en-US" dirty="0"/>
              <a:t>：乙侦听后发送</a:t>
            </a:r>
            <a:endParaRPr lang="en-US" altLang="zh-CN" dirty="0"/>
          </a:p>
          <a:p>
            <a:pPr>
              <a:lnSpc>
                <a:spcPct val="150000"/>
              </a:lnSpc>
            </a:pPr>
            <a:r>
              <a:rPr lang="en-US" altLang="zh-CN" dirty="0">
                <a:solidFill>
                  <a:srgbClr val="C00000"/>
                </a:solidFill>
              </a:rPr>
              <a:t>t</a:t>
            </a:r>
            <a:r>
              <a:rPr lang="en-US" altLang="zh-CN" baseline="-25000" dirty="0">
                <a:solidFill>
                  <a:srgbClr val="C00000"/>
                </a:solidFill>
              </a:rPr>
              <a:t>2</a:t>
            </a:r>
            <a:r>
              <a:rPr lang="zh-CN" altLang="en-US" dirty="0">
                <a:solidFill>
                  <a:srgbClr val="C00000"/>
                </a:solidFill>
              </a:rPr>
              <a:t>时刻</a:t>
            </a:r>
            <a:r>
              <a:rPr lang="zh-CN" altLang="en-US" dirty="0"/>
              <a:t>：冲突</a:t>
            </a:r>
            <a:endParaRPr lang="en-US" altLang="zh-CN" dirty="0"/>
          </a:p>
          <a:p>
            <a:pPr>
              <a:lnSpc>
                <a:spcPct val="150000"/>
              </a:lnSpc>
            </a:pPr>
            <a:r>
              <a:rPr lang="en-US" altLang="zh-CN" dirty="0">
                <a:solidFill>
                  <a:srgbClr val="C00000"/>
                </a:solidFill>
              </a:rPr>
              <a:t>t</a:t>
            </a:r>
            <a:r>
              <a:rPr lang="en-US" altLang="zh-CN" baseline="-25000" dirty="0">
                <a:solidFill>
                  <a:srgbClr val="C00000"/>
                </a:solidFill>
              </a:rPr>
              <a:t>3</a:t>
            </a:r>
            <a:r>
              <a:rPr lang="zh-CN" altLang="en-US" dirty="0">
                <a:solidFill>
                  <a:srgbClr val="C00000"/>
                </a:solidFill>
              </a:rPr>
              <a:t>时刻</a:t>
            </a:r>
            <a:r>
              <a:rPr lang="zh-CN" altLang="en-US" dirty="0"/>
              <a:t>：</a:t>
            </a:r>
            <a:r>
              <a:rPr lang="zh-CN" altLang="en-US" dirty="0">
                <a:solidFill>
                  <a:srgbClr val="C00000"/>
                </a:solidFill>
              </a:rPr>
              <a:t>乙</a:t>
            </a:r>
            <a:r>
              <a:rPr lang="zh-CN" altLang="en-US" dirty="0"/>
              <a:t>检测到冲突</a:t>
            </a:r>
            <a:endParaRPr lang="en-US" altLang="zh-CN" dirty="0"/>
          </a:p>
          <a:p>
            <a:pPr>
              <a:lnSpc>
                <a:spcPct val="150000"/>
              </a:lnSpc>
            </a:pPr>
            <a:r>
              <a:rPr lang="en-US" altLang="zh-CN" dirty="0">
                <a:solidFill>
                  <a:srgbClr val="C00000"/>
                </a:solidFill>
              </a:rPr>
              <a:t>t</a:t>
            </a:r>
            <a:r>
              <a:rPr lang="en-US" altLang="zh-CN" baseline="-25000" dirty="0">
                <a:solidFill>
                  <a:srgbClr val="C00000"/>
                </a:solidFill>
              </a:rPr>
              <a:t>4</a:t>
            </a:r>
            <a:r>
              <a:rPr lang="zh-CN" altLang="en-US" dirty="0">
                <a:solidFill>
                  <a:srgbClr val="C00000"/>
                </a:solidFill>
              </a:rPr>
              <a:t>时刻</a:t>
            </a:r>
            <a:r>
              <a:rPr lang="zh-CN" altLang="en-US" dirty="0"/>
              <a:t>：</a:t>
            </a:r>
            <a:r>
              <a:rPr lang="zh-CN" altLang="en-US" dirty="0">
                <a:solidFill>
                  <a:srgbClr val="C00000"/>
                </a:solidFill>
              </a:rPr>
              <a:t>甲</a:t>
            </a:r>
            <a:r>
              <a:rPr lang="zh-CN" altLang="en-US" dirty="0"/>
              <a:t>检测到冲突</a:t>
            </a:r>
            <a:endParaRPr lang="zh-CN" altLang="zh-CN" dirty="0"/>
          </a:p>
          <a:p>
            <a:pPr>
              <a:lnSpc>
                <a:spcPct val="150000"/>
              </a:lnSpc>
            </a:pPr>
            <a:endParaRPr lang="zh-CN" altLang="zh-CN" dirty="0"/>
          </a:p>
        </p:txBody>
      </p:sp>
      <p:sp>
        <p:nvSpPr>
          <p:cNvPr id="8" name="日期占位符 3"/>
          <p:cNvSpPr>
            <a:spLocks noGrp="1"/>
          </p:cNvSpPr>
          <p:nvPr>
            <p:ph type="dt" sz="half" idx="10"/>
          </p:nvPr>
        </p:nvSpPr>
        <p:spPr>
          <a:xfrm>
            <a:off x="197335" y="6489303"/>
            <a:ext cx="2743200" cy="365125"/>
          </a:xfrm>
        </p:spPr>
        <p:txBody>
          <a:bodyPr/>
          <a:lstStyle/>
          <a:p>
            <a:r>
              <a:rPr kumimoji="1" lang="en-US" altLang="zh-CN" dirty="0"/>
              <a:t>4.2.1 </a:t>
            </a:r>
            <a:r>
              <a:rPr kumimoji="1" lang="zh-CN" altLang="en-US" dirty="0"/>
              <a:t>随机访问协议</a:t>
            </a:r>
          </a:p>
        </p:txBody>
      </p:sp>
      <p:pic>
        <p:nvPicPr>
          <p:cNvPr id="2" name="图片 1"/>
          <p:cNvPicPr>
            <a:picLocks noChangeAspect="1"/>
          </p:cNvPicPr>
          <p:nvPr/>
        </p:nvPicPr>
        <p:blipFill>
          <a:blip r:embed="rId3"/>
          <a:stretch>
            <a:fillRect/>
          </a:stretch>
        </p:blipFill>
        <p:spPr>
          <a:xfrm>
            <a:off x="5721120" y="1975838"/>
            <a:ext cx="5905654" cy="3842758"/>
          </a:xfrm>
          <a:prstGeom prst="rect">
            <a:avLst/>
          </a:prstGeom>
        </p:spPr>
      </p:pic>
      <p:sp>
        <p:nvSpPr>
          <p:cNvPr id="6" name="灯片编号占位符 3"/>
          <p:cNvSpPr>
            <a:spLocks noGrp="1"/>
          </p:cNvSpPr>
          <p:nvPr>
            <p:ph type="sldNum" sz="quarter" idx="12"/>
          </p:nvPr>
        </p:nvSpPr>
        <p:spPr>
          <a:xfrm>
            <a:off x="8686810" y="6489303"/>
            <a:ext cx="3319670" cy="365125"/>
          </a:xfrm>
        </p:spPr>
        <p:txBody>
          <a:bodyPr/>
          <a:lstStyle/>
          <a:p>
            <a:fld id="{BCE59875-F4FF-4985-B70D-EA0985D1EF65}" type="slidenum">
              <a:rPr kumimoji="1" lang="zh-CN" altLang="en-US" smtClean="0"/>
              <a:t>18</a:t>
            </a:fld>
            <a:endParaRPr kumimoji="1" lang="zh-CN" alt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lstStyle/>
          <a:p>
            <a:pPr eaLnBrk="1" hangingPunct="1"/>
            <a:r>
              <a:rPr lang="zh-CN" altLang="en-US" dirty="0"/>
              <a:t>冲突窗口</a:t>
            </a:r>
          </a:p>
        </p:txBody>
      </p:sp>
      <p:sp>
        <p:nvSpPr>
          <p:cNvPr id="48131" name="Rectangle 3"/>
          <p:cNvSpPr>
            <a:spLocks noGrp="1" noChangeArrowheads="1"/>
          </p:cNvSpPr>
          <p:nvPr>
            <p:ph type="body" idx="1"/>
          </p:nvPr>
        </p:nvSpPr>
        <p:spPr>
          <a:xfrm>
            <a:off x="1054417" y="1600200"/>
            <a:ext cx="9849803" cy="4267200"/>
          </a:xfrm>
        </p:spPr>
        <p:txBody>
          <a:bodyPr>
            <a:normAutofit/>
          </a:bodyPr>
          <a:lstStyle/>
          <a:p>
            <a:pPr>
              <a:lnSpc>
                <a:spcPct val="150000"/>
              </a:lnSpc>
            </a:pPr>
            <a:r>
              <a:rPr lang="zh-CN" altLang="en-US" dirty="0"/>
              <a:t>即发送站发出帧后能检测到冲突（碰撞）的最长时间。</a:t>
            </a:r>
            <a:endParaRPr lang="en-US" altLang="zh-CN" dirty="0"/>
          </a:p>
          <a:p>
            <a:pPr eaLnBrk="1" hangingPunct="1">
              <a:lnSpc>
                <a:spcPct val="150000"/>
              </a:lnSpc>
            </a:pPr>
            <a:r>
              <a:rPr lang="zh-CN" altLang="en-US" dirty="0"/>
              <a:t>是一个时间区间</a:t>
            </a:r>
            <a:endParaRPr lang="en-US" altLang="zh-CN" dirty="0"/>
          </a:p>
          <a:p>
            <a:pPr lvl="1">
              <a:lnSpc>
                <a:spcPct val="150000"/>
              </a:lnSpc>
            </a:pPr>
            <a:r>
              <a:rPr lang="zh-CN" altLang="en-US" dirty="0"/>
              <a:t>可能侦听到发出的帧遭到冲突（碰撞）</a:t>
            </a:r>
            <a:endParaRPr lang="en-US" altLang="zh-CN" dirty="0"/>
          </a:p>
          <a:p>
            <a:pPr eaLnBrk="1" hangingPunct="1">
              <a:lnSpc>
                <a:spcPct val="150000"/>
              </a:lnSpc>
            </a:pPr>
            <a:r>
              <a:rPr lang="zh-CN" altLang="en-US" dirty="0">
                <a:solidFill>
                  <a:srgbClr val="FF0000"/>
                </a:solidFill>
              </a:rPr>
              <a:t>数值上：</a:t>
            </a:r>
            <a:r>
              <a:rPr lang="zh-CN" altLang="en-US" dirty="0"/>
              <a:t>等于最远两站</a:t>
            </a:r>
            <a:r>
              <a:rPr lang="zh-CN" altLang="en-US" dirty="0">
                <a:solidFill>
                  <a:srgbClr val="FF0000"/>
                </a:solidFill>
              </a:rPr>
              <a:t>传播时间的两倍，</a:t>
            </a:r>
            <a:r>
              <a:rPr lang="zh-CN" altLang="en-US" dirty="0"/>
              <a:t>即</a:t>
            </a:r>
            <a:r>
              <a:rPr lang="en-US" altLang="zh-CN" b="1" dirty="0"/>
              <a:t>2</a:t>
            </a:r>
            <a:r>
              <a:rPr lang="en-US" altLang="zh-CN" dirty="0"/>
              <a:t>D</a:t>
            </a:r>
            <a:r>
              <a:rPr lang="zh-CN" altLang="en-US" dirty="0"/>
              <a:t>（</a:t>
            </a:r>
            <a:r>
              <a:rPr lang="en-US" altLang="zh-CN" dirty="0"/>
              <a:t>D</a:t>
            </a:r>
            <a:r>
              <a:rPr lang="zh-CN" altLang="en-US" dirty="0"/>
              <a:t>是单边延迟）</a:t>
            </a:r>
            <a:endParaRPr lang="en-US" altLang="zh-CN" dirty="0"/>
          </a:p>
          <a:p>
            <a:pPr lvl="1">
              <a:lnSpc>
                <a:spcPct val="150000"/>
              </a:lnSpc>
            </a:pPr>
            <a:r>
              <a:rPr lang="en-US" altLang="zh-CN" dirty="0"/>
              <a:t>2D</a:t>
            </a:r>
            <a:r>
              <a:rPr lang="zh-CN" altLang="en-US" dirty="0"/>
              <a:t>相当于</a:t>
            </a:r>
            <a:r>
              <a:rPr lang="en-US" altLang="zh-CN" dirty="0"/>
              <a:t>1</a:t>
            </a:r>
            <a:r>
              <a:rPr lang="zh-CN" altLang="en-US" dirty="0"/>
              <a:t>个来回传播延迟</a:t>
            </a:r>
            <a:r>
              <a:rPr lang="en-US" altLang="zh-CN" dirty="0"/>
              <a:t>RTT</a:t>
            </a:r>
            <a:r>
              <a:rPr lang="zh-CN" altLang="en-US" dirty="0"/>
              <a:t>：</a:t>
            </a:r>
            <a:r>
              <a:rPr lang="en-US" altLang="zh-CN" dirty="0"/>
              <a:t>Round Trip Time</a:t>
            </a:r>
            <a:r>
              <a:rPr lang="zh-CN" altLang="en-US" dirty="0"/>
              <a:t>）</a:t>
            </a:r>
            <a:endParaRPr lang="en-US" altLang="zh-CN" dirty="0"/>
          </a:p>
        </p:txBody>
      </p:sp>
      <p:sp>
        <p:nvSpPr>
          <p:cNvPr id="5" name="日期占位符 3"/>
          <p:cNvSpPr>
            <a:spLocks noGrp="1"/>
          </p:cNvSpPr>
          <p:nvPr>
            <p:ph type="dt" sz="half" idx="10"/>
          </p:nvPr>
        </p:nvSpPr>
        <p:spPr>
          <a:xfrm>
            <a:off x="197335" y="6489303"/>
            <a:ext cx="2743200" cy="365125"/>
          </a:xfrm>
        </p:spPr>
        <p:txBody>
          <a:bodyPr/>
          <a:lstStyle/>
          <a:p>
            <a:r>
              <a:rPr kumimoji="1" lang="en-US" altLang="zh-CN" dirty="0"/>
              <a:t>4.2.1 </a:t>
            </a:r>
            <a:r>
              <a:rPr kumimoji="1" lang="zh-CN" altLang="en-US" dirty="0"/>
              <a:t>随机访问协议</a:t>
            </a:r>
          </a:p>
        </p:txBody>
      </p:sp>
      <p:sp>
        <p:nvSpPr>
          <p:cNvPr id="6" name="灯片编号占位符 3"/>
          <p:cNvSpPr>
            <a:spLocks noGrp="1"/>
          </p:cNvSpPr>
          <p:nvPr>
            <p:ph type="sldNum" sz="quarter" idx="12"/>
          </p:nvPr>
        </p:nvSpPr>
        <p:spPr>
          <a:xfrm>
            <a:off x="8686810" y="6489303"/>
            <a:ext cx="3319670" cy="365125"/>
          </a:xfrm>
        </p:spPr>
        <p:txBody>
          <a:bodyPr/>
          <a:lstStyle/>
          <a:p>
            <a:fld id="{1886CEF0-0637-4B70-B989-027BB3850001}" type="slidenum">
              <a:rPr kumimoji="1" lang="zh-CN" altLang="en-US" smtClean="0"/>
              <a:t>19</a:t>
            </a:fld>
            <a:endParaRPr kumimoji="1" lang="zh-CN" alt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p:txBody>
          <a:bodyPr/>
          <a:lstStyle/>
          <a:p>
            <a:pPr eaLnBrk="1" hangingPunct="1"/>
            <a:r>
              <a:rPr lang="en-US" altLang="zh-CN" dirty="0"/>
              <a:t>CSMA/CD  </a:t>
            </a:r>
            <a:r>
              <a:rPr lang="zh-CN" altLang="en-US" dirty="0"/>
              <a:t>（</a:t>
            </a:r>
            <a:r>
              <a:rPr lang="en-US" altLang="zh-CN" dirty="0"/>
              <a:t>1-</a:t>
            </a:r>
            <a:r>
              <a:rPr lang="zh-CN" altLang="en-US" dirty="0"/>
              <a:t>持续）</a:t>
            </a:r>
            <a:endParaRPr lang="en-US" altLang="zh-CN" dirty="0"/>
          </a:p>
        </p:txBody>
      </p:sp>
      <p:sp>
        <p:nvSpPr>
          <p:cNvPr id="50179" name="Rectangle 3"/>
          <p:cNvSpPr>
            <a:spLocks noGrp="1" noChangeArrowheads="1"/>
          </p:cNvSpPr>
          <p:nvPr>
            <p:ph type="body" idx="1"/>
          </p:nvPr>
        </p:nvSpPr>
        <p:spPr>
          <a:xfrm>
            <a:off x="902018" y="1630680"/>
            <a:ext cx="8998120" cy="4267200"/>
          </a:xfrm>
        </p:spPr>
        <p:txBody>
          <a:bodyPr>
            <a:normAutofit/>
          </a:bodyPr>
          <a:lstStyle/>
          <a:p>
            <a:pPr eaLnBrk="1" hangingPunct="1">
              <a:lnSpc>
                <a:spcPct val="150000"/>
              </a:lnSpc>
            </a:pPr>
            <a:r>
              <a:rPr lang="en-US" altLang="zh-CN" sz="2600" dirty="0"/>
              <a:t>CSMA with Collision Detection</a:t>
            </a:r>
          </a:p>
          <a:p>
            <a:pPr eaLnBrk="1" hangingPunct="1">
              <a:lnSpc>
                <a:spcPct val="150000"/>
              </a:lnSpc>
            </a:pPr>
            <a:r>
              <a:rPr lang="zh-CN" altLang="en-US" sz="2600" dirty="0">
                <a:solidFill>
                  <a:srgbClr val="C00000"/>
                </a:solidFill>
                <a:latin typeface="Arial" panose="020B0604020202090204" pitchFamily="34" charset="0"/>
              </a:rPr>
              <a:t>原理</a:t>
            </a:r>
            <a:r>
              <a:rPr lang="zh-CN" altLang="en-US" sz="2600" dirty="0">
                <a:latin typeface="Arial" panose="020B0604020202090204" pitchFamily="34" charset="0"/>
              </a:rPr>
              <a:t>：</a:t>
            </a:r>
            <a:r>
              <a:rPr lang="en-US" altLang="zh-CN" sz="2600" dirty="0">
                <a:latin typeface="Arial" panose="020B0604020202090204" pitchFamily="34" charset="0"/>
              </a:rPr>
              <a:t>“</a:t>
            </a:r>
            <a:r>
              <a:rPr lang="zh-CN" altLang="en-US" sz="2600" dirty="0"/>
              <a:t>先</a:t>
            </a:r>
            <a:r>
              <a:rPr lang="zh-CN" altLang="en-US" sz="2600" dirty="0">
                <a:solidFill>
                  <a:srgbClr val="C00000"/>
                </a:solidFill>
              </a:rPr>
              <a:t>听</a:t>
            </a:r>
            <a:r>
              <a:rPr lang="zh-CN" altLang="en-US" sz="2600" dirty="0"/>
              <a:t>后发、边发边</a:t>
            </a:r>
            <a:r>
              <a:rPr lang="zh-CN" altLang="en-US" sz="2600" dirty="0">
                <a:solidFill>
                  <a:srgbClr val="C00000"/>
                </a:solidFill>
              </a:rPr>
              <a:t>听</a:t>
            </a:r>
            <a:r>
              <a:rPr lang="zh-CN" altLang="en-US" sz="2600" dirty="0">
                <a:latin typeface="Arial" panose="020B0604020202090204" pitchFamily="34" charset="0"/>
              </a:rPr>
              <a:t>”</a:t>
            </a:r>
            <a:endParaRPr lang="zh-CN" altLang="en-US" sz="2600" dirty="0"/>
          </a:p>
          <a:p>
            <a:pPr eaLnBrk="1" hangingPunct="1">
              <a:lnSpc>
                <a:spcPct val="150000"/>
              </a:lnSpc>
            </a:pPr>
            <a:r>
              <a:rPr lang="zh-CN" altLang="en-US" sz="2600" dirty="0">
                <a:solidFill>
                  <a:srgbClr val="C00000"/>
                </a:solidFill>
              </a:rPr>
              <a:t>过程</a:t>
            </a:r>
          </a:p>
          <a:p>
            <a:pPr lvl="1" eaLnBrk="1" hangingPunct="1">
              <a:lnSpc>
                <a:spcPct val="150000"/>
              </a:lnSpc>
            </a:pPr>
            <a:r>
              <a:rPr lang="zh-CN" altLang="en-US" dirty="0"/>
              <a:t>①经侦听，如介质空闲，则发送。</a:t>
            </a:r>
          </a:p>
          <a:p>
            <a:pPr lvl="1" eaLnBrk="1" hangingPunct="1">
              <a:lnSpc>
                <a:spcPct val="150000"/>
              </a:lnSpc>
            </a:pPr>
            <a:r>
              <a:rPr lang="zh-CN" altLang="en-US" dirty="0"/>
              <a:t>②如介质忙，</a:t>
            </a:r>
            <a:r>
              <a:rPr lang="zh-CN" altLang="en-US" dirty="0">
                <a:solidFill>
                  <a:srgbClr val="C00000"/>
                </a:solidFill>
              </a:rPr>
              <a:t>持续侦听</a:t>
            </a:r>
            <a:r>
              <a:rPr lang="zh-CN" altLang="en-US" dirty="0"/>
              <a:t>，一旦空闲立即发送。</a:t>
            </a:r>
          </a:p>
          <a:p>
            <a:pPr lvl="1" eaLnBrk="1" hangingPunct="1">
              <a:lnSpc>
                <a:spcPct val="150000"/>
              </a:lnSpc>
            </a:pPr>
            <a:r>
              <a:rPr lang="zh-CN" altLang="en-US" dirty="0"/>
              <a:t>③如果发生冲突，等待一个随机分布的时间再重复步骤①</a:t>
            </a:r>
          </a:p>
        </p:txBody>
      </p:sp>
      <p:sp>
        <p:nvSpPr>
          <p:cNvPr id="5" name="日期占位符 3"/>
          <p:cNvSpPr>
            <a:spLocks noGrp="1"/>
          </p:cNvSpPr>
          <p:nvPr>
            <p:ph type="dt" sz="half" idx="10"/>
          </p:nvPr>
        </p:nvSpPr>
        <p:spPr>
          <a:xfrm>
            <a:off x="197335" y="6489303"/>
            <a:ext cx="2743200" cy="365125"/>
          </a:xfrm>
        </p:spPr>
        <p:txBody>
          <a:bodyPr/>
          <a:lstStyle/>
          <a:p>
            <a:r>
              <a:rPr kumimoji="1" lang="en-US" altLang="zh-CN" dirty="0"/>
              <a:t>4.2.1 </a:t>
            </a:r>
            <a:r>
              <a:rPr kumimoji="1" lang="zh-CN" altLang="en-US" dirty="0"/>
              <a:t>随机访问协议</a:t>
            </a:r>
          </a:p>
        </p:txBody>
      </p:sp>
      <p:sp>
        <p:nvSpPr>
          <p:cNvPr id="6" name="灯片编号占位符 3"/>
          <p:cNvSpPr>
            <a:spLocks noGrp="1"/>
          </p:cNvSpPr>
          <p:nvPr>
            <p:ph type="sldNum" sz="quarter" idx="12"/>
          </p:nvPr>
        </p:nvSpPr>
        <p:spPr>
          <a:xfrm>
            <a:off x="8686810" y="6489303"/>
            <a:ext cx="3319670" cy="365125"/>
          </a:xfrm>
        </p:spPr>
        <p:txBody>
          <a:bodyPr/>
          <a:lstStyle/>
          <a:p>
            <a:fld id="{E5E2CBA9-9EF4-4B4D-9A46-F9157B50BAA8}" type="slidenum">
              <a:rPr kumimoji="1" lang="zh-CN" altLang="en-US" smtClean="0"/>
              <a:t>20</a:t>
            </a:fld>
            <a:endParaRPr kumimoji="1" lang="zh-CN" alt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lstStyle/>
          <a:p>
            <a:pPr eaLnBrk="1" hangingPunct="1"/>
            <a:r>
              <a:rPr lang="en-US" altLang="zh-CN" dirty="0"/>
              <a:t>CSMA/CD</a:t>
            </a:r>
            <a:r>
              <a:rPr lang="zh-CN" altLang="en-US" dirty="0"/>
              <a:t>（续）</a:t>
            </a:r>
            <a:endParaRPr lang="en-US" altLang="zh-CN" sz="2500" dirty="0"/>
          </a:p>
        </p:txBody>
      </p:sp>
      <p:sp>
        <p:nvSpPr>
          <p:cNvPr id="51203" name="Rectangle 3"/>
          <p:cNvSpPr>
            <a:spLocks noGrp="1" noChangeArrowheads="1"/>
          </p:cNvSpPr>
          <p:nvPr>
            <p:ph type="body" idx="1"/>
          </p:nvPr>
        </p:nvSpPr>
        <p:spPr>
          <a:xfrm>
            <a:off x="838200" y="1510758"/>
            <a:ext cx="4396740" cy="4586694"/>
          </a:xfrm>
        </p:spPr>
        <p:txBody>
          <a:bodyPr>
            <a:normAutofit/>
          </a:bodyPr>
          <a:lstStyle/>
          <a:p>
            <a:pPr eaLnBrk="1" hangingPunct="1">
              <a:lnSpc>
                <a:spcPct val="150000"/>
              </a:lnSpc>
            </a:pPr>
            <a:r>
              <a:rPr lang="zh-CN" altLang="en-US" sz="2400" dirty="0"/>
              <a:t>边发边</a:t>
            </a:r>
            <a:r>
              <a:rPr lang="zh-CN" altLang="en-US" sz="2400" dirty="0">
                <a:solidFill>
                  <a:srgbClr val="C00000"/>
                </a:solidFill>
              </a:rPr>
              <a:t>听</a:t>
            </a:r>
            <a:r>
              <a:rPr lang="zh-CN" altLang="en-US" sz="2400" dirty="0"/>
              <a:t>：是否发生了冲突？</a:t>
            </a:r>
          </a:p>
          <a:p>
            <a:pPr eaLnBrk="1" hangingPunct="1">
              <a:lnSpc>
                <a:spcPct val="150000"/>
              </a:lnSpc>
            </a:pPr>
            <a:r>
              <a:rPr lang="zh-CN" altLang="en-US" sz="2400" dirty="0"/>
              <a:t>一旦冲突，发送</a:t>
            </a:r>
            <a:r>
              <a:rPr lang="en-US" altLang="zh-CN" sz="2400" dirty="0">
                <a:solidFill>
                  <a:srgbClr val="C00000"/>
                </a:solidFill>
              </a:rPr>
              <a:t>Jam</a:t>
            </a:r>
            <a:r>
              <a:rPr lang="zh-CN" altLang="en-US" sz="2400" dirty="0">
                <a:solidFill>
                  <a:srgbClr val="C00000"/>
                </a:solidFill>
              </a:rPr>
              <a:t>（强化）</a:t>
            </a:r>
            <a:r>
              <a:rPr lang="zh-CN" altLang="en-US" sz="2400" dirty="0"/>
              <a:t>信号</a:t>
            </a:r>
            <a:endParaRPr lang="en-US" altLang="zh-CN" sz="2400" dirty="0"/>
          </a:p>
          <a:p>
            <a:pPr lvl="1">
              <a:lnSpc>
                <a:spcPct val="150000"/>
              </a:lnSpc>
            </a:pPr>
            <a:r>
              <a:rPr lang="en-US" altLang="zh-CN" sz="2200" dirty="0">
                <a:solidFill>
                  <a:srgbClr val="C00000"/>
                </a:solidFill>
              </a:rPr>
              <a:t>t</a:t>
            </a:r>
            <a:r>
              <a:rPr lang="en-US" altLang="zh-CN" sz="2200" baseline="-25000" dirty="0">
                <a:solidFill>
                  <a:srgbClr val="C00000"/>
                </a:solidFill>
              </a:rPr>
              <a:t>4</a:t>
            </a:r>
            <a:r>
              <a:rPr lang="zh-CN" altLang="en-US" sz="2200" dirty="0">
                <a:solidFill>
                  <a:srgbClr val="C00000"/>
                </a:solidFill>
              </a:rPr>
              <a:t>时刻</a:t>
            </a:r>
            <a:r>
              <a:rPr lang="zh-CN" altLang="en-US" sz="2200" dirty="0"/>
              <a:t>：</a:t>
            </a:r>
            <a:r>
              <a:rPr lang="zh-CN" altLang="en-US" sz="2200" dirty="0">
                <a:solidFill>
                  <a:srgbClr val="C00000"/>
                </a:solidFill>
              </a:rPr>
              <a:t>甲</a:t>
            </a:r>
            <a:r>
              <a:rPr lang="zh-CN" altLang="en-US" sz="2200" dirty="0"/>
              <a:t>检测到冲突，发送</a:t>
            </a:r>
            <a:r>
              <a:rPr lang="en-US" altLang="zh-CN" sz="2200" dirty="0"/>
              <a:t>Jam</a:t>
            </a:r>
          </a:p>
          <a:p>
            <a:pPr lvl="1">
              <a:lnSpc>
                <a:spcPct val="150000"/>
              </a:lnSpc>
            </a:pPr>
            <a:r>
              <a:rPr lang="en-US" altLang="zh-CN" sz="2200" dirty="0">
                <a:solidFill>
                  <a:srgbClr val="C00000"/>
                </a:solidFill>
              </a:rPr>
              <a:t>t</a:t>
            </a:r>
            <a:r>
              <a:rPr lang="en-US" altLang="zh-CN" sz="2200" baseline="-25000" dirty="0">
                <a:solidFill>
                  <a:srgbClr val="C00000"/>
                </a:solidFill>
              </a:rPr>
              <a:t>3</a:t>
            </a:r>
            <a:r>
              <a:rPr lang="zh-CN" altLang="en-US" sz="2200" dirty="0">
                <a:solidFill>
                  <a:srgbClr val="C00000"/>
                </a:solidFill>
              </a:rPr>
              <a:t>时刻</a:t>
            </a:r>
            <a:r>
              <a:rPr lang="zh-CN" altLang="en-US" sz="2200" dirty="0"/>
              <a:t>：</a:t>
            </a:r>
            <a:r>
              <a:rPr lang="zh-CN" altLang="en-US" sz="2200" dirty="0">
                <a:solidFill>
                  <a:srgbClr val="C00000"/>
                </a:solidFill>
              </a:rPr>
              <a:t>乙</a:t>
            </a:r>
            <a:r>
              <a:rPr lang="zh-CN" altLang="en-US" sz="2200" dirty="0"/>
              <a:t>检测到冲突，是否发送？</a:t>
            </a:r>
            <a:endParaRPr lang="zh-CN" altLang="zh-CN" sz="2200" dirty="0"/>
          </a:p>
          <a:p>
            <a:pPr eaLnBrk="1" hangingPunct="1">
              <a:lnSpc>
                <a:spcPct val="150000"/>
              </a:lnSpc>
            </a:pPr>
            <a:endParaRPr lang="zh-CN" altLang="en-US" sz="2400" dirty="0"/>
          </a:p>
        </p:txBody>
      </p:sp>
      <p:sp>
        <p:nvSpPr>
          <p:cNvPr id="7" name="日期占位符 3"/>
          <p:cNvSpPr>
            <a:spLocks noGrp="1"/>
          </p:cNvSpPr>
          <p:nvPr>
            <p:ph type="dt" sz="half" idx="10"/>
          </p:nvPr>
        </p:nvSpPr>
        <p:spPr>
          <a:xfrm>
            <a:off x="197335" y="6489303"/>
            <a:ext cx="2743200" cy="365125"/>
          </a:xfrm>
        </p:spPr>
        <p:txBody>
          <a:bodyPr/>
          <a:lstStyle/>
          <a:p>
            <a:r>
              <a:rPr kumimoji="1" lang="en-US" altLang="zh-CN" dirty="0"/>
              <a:t>4.2.1 </a:t>
            </a:r>
            <a:r>
              <a:rPr kumimoji="1" lang="zh-CN" altLang="en-US" dirty="0"/>
              <a:t>随机访问协议</a:t>
            </a:r>
          </a:p>
        </p:txBody>
      </p:sp>
      <p:pic>
        <p:nvPicPr>
          <p:cNvPr id="3" name="图片 2"/>
          <p:cNvPicPr>
            <a:picLocks noChangeAspect="1"/>
          </p:cNvPicPr>
          <p:nvPr/>
        </p:nvPicPr>
        <p:blipFill>
          <a:blip r:embed="rId3"/>
          <a:stretch>
            <a:fillRect/>
          </a:stretch>
        </p:blipFill>
        <p:spPr>
          <a:xfrm>
            <a:off x="5234940" y="1782926"/>
            <a:ext cx="6415946" cy="4008274"/>
          </a:xfrm>
          <a:prstGeom prst="rect">
            <a:avLst/>
          </a:prstGeom>
        </p:spPr>
      </p:pic>
      <p:sp>
        <p:nvSpPr>
          <p:cNvPr id="8" name="灯片编号占位符 3"/>
          <p:cNvSpPr>
            <a:spLocks noGrp="1"/>
          </p:cNvSpPr>
          <p:nvPr>
            <p:ph type="sldNum" sz="quarter" idx="12"/>
          </p:nvPr>
        </p:nvSpPr>
        <p:spPr>
          <a:xfrm>
            <a:off x="8686810" y="6489303"/>
            <a:ext cx="3319670" cy="365125"/>
          </a:xfrm>
        </p:spPr>
        <p:txBody>
          <a:bodyPr/>
          <a:lstStyle/>
          <a:p>
            <a:fld id="{B7617F74-524D-4542-A438-4CE784284B0F}" type="slidenum">
              <a:rPr kumimoji="1" lang="zh-CN" altLang="en-US" smtClean="0"/>
              <a:t>21</a:t>
            </a:fld>
            <a:endParaRPr kumimoji="1" lang="zh-CN" alt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怎么能侦听到冲突？</a:t>
            </a:r>
          </a:p>
        </p:txBody>
      </p:sp>
      <p:sp>
        <p:nvSpPr>
          <p:cNvPr id="3" name="内容占位符 2"/>
          <p:cNvSpPr>
            <a:spLocks noGrp="1"/>
          </p:cNvSpPr>
          <p:nvPr>
            <p:ph idx="1"/>
          </p:nvPr>
        </p:nvSpPr>
        <p:spPr/>
        <p:txBody>
          <a:bodyPr/>
          <a:lstStyle/>
          <a:p>
            <a:pPr>
              <a:lnSpc>
                <a:spcPct val="150000"/>
              </a:lnSpc>
            </a:pPr>
            <a:r>
              <a:rPr lang="en-US" altLang="zh-CN" dirty="0" err="1">
                <a:solidFill>
                  <a:srgbClr val="C00000"/>
                </a:solidFill>
              </a:rPr>
              <a:t>Tx</a:t>
            </a:r>
            <a:r>
              <a:rPr lang="zh-CN" altLang="en-US" dirty="0"/>
              <a:t>：发出信号，分叉</a:t>
            </a:r>
            <a:endParaRPr lang="en-US" altLang="zh-CN" dirty="0"/>
          </a:p>
          <a:p>
            <a:pPr>
              <a:lnSpc>
                <a:spcPct val="150000"/>
              </a:lnSpc>
            </a:pPr>
            <a:r>
              <a:rPr lang="en-US" altLang="zh-CN" dirty="0">
                <a:solidFill>
                  <a:srgbClr val="C00000"/>
                </a:solidFill>
              </a:rPr>
              <a:t>Rx</a:t>
            </a:r>
            <a:r>
              <a:rPr lang="zh-CN" altLang="en-US" dirty="0"/>
              <a:t>：收到两路信号</a:t>
            </a:r>
            <a:endParaRPr lang="en-US" altLang="zh-CN" dirty="0"/>
          </a:p>
          <a:p>
            <a:pPr lvl="1">
              <a:lnSpc>
                <a:spcPct val="150000"/>
              </a:lnSpc>
            </a:pPr>
            <a:r>
              <a:rPr lang="zh-CN" altLang="en-US" dirty="0"/>
              <a:t>比较，不同则有冲突</a:t>
            </a:r>
            <a:endParaRPr lang="en-US" altLang="zh-CN" dirty="0"/>
          </a:p>
          <a:p>
            <a:pPr>
              <a:lnSpc>
                <a:spcPct val="150000"/>
              </a:lnSpc>
            </a:pPr>
            <a:r>
              <a:rPr lang="zh-CN" altLang="en-US" dirty="0"/>
              <a:t>所以，自然要求</a:t>
            </a:r>
            <a:endParaRPr lang="en-US" altLang="zh-CN" dirty="0"/>
          </a:p>
          <a:p>
            <a:pPr lvl="1">
              <a:lnSpc>
                <a:spcPct val="150000"/>
              </a:lnSpc>
            </a:pPr>
            <a:r>
              <a:rPr lang="zh-CN" altLang="en-US" dirty="0"/>
              <a:t>发送帧的时间</a:t>
            </a:r>
            <a:r>
              <a:rPr lang="zh-CN" altLang="en-US" dirty="0">
                <a:solidFill>
                  <a:srgbClr val="C00000"/>
                </a:solidFill>
              </a:rPr>
              <a:t>不能太短</a:t>
            </a:r>
            <a:endParaRPr lang="en-US" altLang="zh-CN" dirty="0">
              <a:solidFill>
                <a:srgbClr val="C00000"/>
              </a:solidFill>
            </a:endParaRPr>
          </a:p>
          <a:p>
            <a:pPr lvl="1">
              <a:lnSpc>
                <a:spcPct val="150000"/>
              </a:lnSpc>
            </a:pPr>
            <a:r>
              <a:rPr lang="zh-CN" altLang="en-US" dirty="0"/>
              <a:t>至少一个</a:t>
            </a:r>
            <a:r>
              <a:rPr lang="zh-CN" altLang="en-US" dirty="0">
                <a:solidFill>
                  <a:srgbClr val="C00000"/>
                </a:solidFill>
              </a:rPr>
              <a:t>冲突窗口</a:t>
            </a:r>
            <a:r>
              <a:rPr lang="zh-CN" altLang="en-US" dirty="0"/>
              <a:t>的时间：</a:t>
            </a:r>
            <a:r>
              <a:rPr lang="en-US" altLang="zh-CN" dirty="0"/>
              <a:t>2D</a:t>
            </a:r>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22</a:t>
            </a:fld>
            <a:endParaRPr kumimoji="1" lang="zh-CN" altLang="en-US" dirty="0"/>
          </a:p>
        </p:txBody>
      </p:sp>
      <p:graphicFrame>
        <p:nvGraphicFramePr>
          <p:cNvPr id="6" name="Object 5"/>
          <p:cNvGraphicFramePr>
            <a:graphicFrameLocks noChangeAspect="1"/>
          </p:cNvGraphicFramePr>
          <p:nvPr/>
        </p:nvGraphicFramePr>
        <p:xfrm>
          <a:off x="5499473" y="2019300"/>
          <a:ext cx="5690516" cy="2784764"/>
        </p:xfrm>
        <a:graphic>
          <a:graphicData uri="http://schemas.openxmlformats.org/presentationml/2006/ole">
            <mc:AlternateContent xmlns:mc="http://schemas.openxmlformats.org/markup-compatibility/2006">
              <mc:Choice xmlns:v="urn:schemas-microsoft-com:vml" Requires="v">
                <p:oleObj r:id="rId3" imgW="5772150" imgH="2676525" progId="Paint.Picture">
                  <p:embed/>
                </p:oleObj>
              </mc:Choice>
              <mc:Fallback>
                <p:oleObj r:id="rId3" imgW="5772150" imgH="2676525" progId="Paint.Picture">
                  <p:embed/>
                  <p:pic>
                    <p:nvPicPr>
                      <p:cNvPr id="0" name="Object 5"/>
                      <p:cNvPicPr/>
                      <p:nvPr/>
                    </p:nvPicPr>
                    <p:blipFill>
                      <a:blip r:embed="rId4"/>
                      <a:srcRect/>
                      <a:stretch>
                        <a:fillRect/>
                      </a:stretch>
                    </p:blipFill>
                    <p:spPr>
                      <a:xfrm>
                        <a:off x="5499473" y="2019300"/>
                        <a:ext cx="5690516" cy="2784764"/>
                      </a:xfrm>
                      <a:prstGeom prst="rect">
                        <a:avLst/>
                      </a:prstGeom>
                      <a:noFill/>
                      <a:ln w="38100">
                        <a:miter/>
                      </a:ln>
                    </p:spPr>
                  </p:pic>
                </p:oleObj>
              </mc:Fallback>
            </mc:AlternateContent>
          </a:graphicData>
        </a:graphic>
      </p:graphicFrame>
      <p:sp>
        <p:nvSpPr>
          <p:cNvPr id="7" name="日期占位符 3"/>
          <p:cNvSpPr>
            <a:spLocks noGrp="1"/>
          </p:cNvSpPr>
          <p:nvPr>
            <p:ph type="dt" sz="half" idx="10"/>
          </p:nvPr>
        </p:nvSpPr>
        <p:spPr>
          <a:xfrm>
            <a:off x="197335" y="6489303"/>
            <a:ext cx="2743200" cy="365125"/>
          </a:xfrm>
        </p:spPr>
        <p:txBody>
          <a:bodyPr/>
          <a:lstStyle/>
          <a:p>
            <a:r>
              <a:rPr kumimoji="1" lang="en-US" altLang="zh-CN" dirty="0"/>
              <a:t>4.2.1 </a:t>
            </a:r>
            <a:r>
              <a:rPr kumimoji="1" lang="zh-CN" altLang="en-US" dirty="0"/>
              <a:t>随机访问协议</a:t>
            </a:r>
          </a:p>
        </p:txBody>
      </p:sp>
      <p:sp>
        <p:nvSpPr>
          <p:cNvPr id="5" name="文本框 4"/>
          <p:cNvSpPr txBox="1"/>
          <p:nvPr/>
        </p:nvSpPr>
        <p:spPr>
          <a:xfrm>
            <a:off x="6096000" y="1510758"/>
            <a:ext cx="4411980" cy="400110"/>
          </a:xfrm>
          <a:prstGeom prst="rect">
            <a:avLst/>
          </a:prstGeom>
          <a:noFill/>
        </p:spPr>
        <p:txBody>
          <a:bodyPr wrap="square" rtlCol="0">
            <a:spAutoFit/>
          </a:bodyPr>
          <a:lstStyle/>
          <a:p>
            <a:r>
              <a:rPr lang="zh-CN" altLang="en-US" sz="2000" b="1" dirty="0"/>
              <a:t>主机</a:t>
            </a:r>
            <a:r>
              <a:rPr lang="en-US" altLang="zh-CN" sz="2000" b="1" dirty="0"/>
              <a:t>1                                         </a:t>
            </a:r>
            <a:r>
              <a:rPr lang="zh-CN" altLang="en-US" sz="2000" b="1" dirty="0"/>
              <a:t>主机</a:t>
            </a:r>
            <a:r>
              <a:rPr lang="en-US" altLang="zh-CN" sz="2000" b="1" dirty="0"/>
              <a:t>2</a:t>
            </a:r>
            <a:endParaRPr lang="zh-CN" altLang="en-US" sz="20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a:xfrm>
            <a:off x="1314182" y="365126"/>
            <a:ext cx="8220812" cy="879086"/>
          </a:xfrm>
        </p:spPr>
        <p:txBody>
          <a:bodyPr/>
          <a:lstStyle/>
          <a:p>
            <a:pPr eaLnBrk="1" hangingPunct="1"/>
            <a:r>
              <a:rPr lang="en-US" altLang="zh-CN" dirty="0"/>
              <a:t>CSMA/CD</a:t>
            </a:r>
            <a:r>
              <a:rPr lang="zh-CN" altLang="en-US" dirty="0"/>
              <a:t>概念模型</a:t>
            </a:r>
            <a:endParaRPr lang="en-US" altLang="zh-CN" sz="2200" dirty="0"/>
          </a:p>
        </p:txBody>
      </p:sp>
      <p:sp>
        <p:nvSpPr>
          <p:cNvPr id="54275" name="Rectangle 3"/>
          <p:cNvSpPr>
            <a:spLocks noGrp="1" noChangeArrowheads="1"/>
          </p:cNvSpPr>
          <p:nvPr>
            <p:ph type="body" idx="1"/>
          </p:nvPr>
        </p:nvSpPr>
        <p:spPr>
          <a:xfrm>
            <a:off x="1088014" y="1404181"/>
            <a:ext cx="8673147" cy="2540230"/>
          </a:xfrm>
        </p:spPr>
        <p:txBody>
          <a:bodyPr>
            <a:normAutofit/>
          </a:bodyPr>
          <a:lstStyle/>
          <a:p>
            <a:pPr eaLnBrk="1" hangingPunct="1">
              <a:lnSpc>
                <a:spcPct val="170000"/>
              </a:lnSpc>
            </a:pPr>
            <a:r>
              <a:rPr lang="zh-CN" altLang="en-US" sz="2400" dirty="0">
                <a:solidFill>
                  <a:srgbClr val="C00000"/>
                </a:solidFill>
              </a:rPr>
              <a:t>传输</a:t>
            </a:r>
            <a:r>
              <a:rPr lang="zh-CN" altLang="en-US" sz="2400" dirty="0"/>
              <a:t>周期：一个站点使用信道，其他站点禁止使用</a:t>
            </a:r>
          </a:p>
          <a:p>
            <a:pPr eaLnBrk="1" hangingPunct="1">
              <a:lnSpc>
                <a:spcPct val="170000"/>
              </a:lnSpc>
            </a:pPr>
            <a:r>
              <a:rPr lang="zh-CN" altLang="en-US" sz="2400" dirty="0">
                <a:solidFill>
                  <a:srgbClr val="C00000"/>
                </a:solidFill>
              </a:rPr>
              <a:t>竞争</a:t>
            </a:r>
            <a:r>
              <a:rPr lang="zh-CN" altLang="en-US" sz="2400" dirty="0"/>
              <a:t>周期：所有站点都有权尝试使用信道，争用时间槽</a:t>
            </a:r>
          </a:p>
          <a:p>
            <a:pPr eaLnBrk="1" hangingPunct="1">
              <a:lnSpc>
                <a:spcPct val="170000"/>
              </a:lnSpc>
            </a:pPr>
            <a:r>
              <a:rPr lang="zh-CN" altLang="en-US" sz="2400" dirty="0">
                <a:solidFill>
                  <a:srgbClr val="C00000"/>
                </a:solidFill>
              </a:rPr>
              <a:t>空闲</a:t>
            </a:r>
            <a:r>
              <a:rPr lang="zh-CN" altLang="en-US" sz="2400" dirty="0"/>
              <a:t>周期：所有站点都不使用信道</a:t>
            </a:r>
          </a:p>
        </p:txBody>
      </p:sp>
      <p:grpSp>
        <p:nvGrpSpPr>
          <p:cNvPr id="2" name="组合 1"/>
          <p:cNvGrpSpPr/>
          <p:nvPr/>
        </p:nvGrpSpPr>
        <p:grpSpPr>
          <a:xfrm>
            <a:off x="1088014" y="3799948"/>
            <a:ext cx="8118476" cy="2514600"/>
            <a:chOff x="1487488" y="1706563"/>
            <a:chExt cx="8118476" cy="2514600"/>
          </a:xfrm>
        </p:grpSpPr>
        <p:sp>
          <p:nvSpPr>
            <p:cNvPr id="54276" name="Text Box 4"/>
            <p:cNvSpPr txBox="1">
              <a:spLocks noChangeArrowheads="1"/>
            </p:cNvSpPr>
            <p:nvPr/>
          </p:nvSpPr>
          <p:spPr bwMode="auto">
            <a:xfrm>
              <a:off x="1563688" y="2925763"/>
              <a:ext cx="76962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40000"/>
                </a:lnSpc>
                <a:spcBef>
                  <a:spcPct val="20000"/>
                </a:spcBef>
                <a:buClr>
                  <a:schemeClr val="accent2"/>
                </a:buClr>
                <a:buFont typeface="Wingdings" panose="05000000000000000000" pitchFamily="2" charset="2"/>
                <a:buChar char="o"/>
                <a:defRPr sz="3000">
                  <a:solidFill>
                    <a:schemeClr val="tx1"/>
                  </a:solidFill>
                  <a:latin typeface="Verdana" panose="020B0804030504040204" pitchFamily="34" charset="0"/>
                  <a:ea typeface="宋体" panose="02010600030101010101" pitchFamily="2" charset="-122"/>
                </a:defRPr>
              </a:lvl1pPr>
              <a:lvl2pPr marL="742950" indent="-285750">
                <a:lnSpc>
                  <a:spcPct val="140000"/>
                </a:lnSpc>
                <a:spcBef>
                  <a:spcPct val="20000"/>
                </a:spcBef>
                <a:buClr>
                  <a:schemeClr val="accent2"/>
                </a:buClr>
                <a:buFont typeface="Wingdings" panose="05000000000000000000" pitchFamily="2" charset="2"/>
                <a:buChar char="n"/>
                <a:defRPr sz="2600">
                  <a:solidFill>
                    <a:schemeClr val="tx1"/>
                  </a:solidFill>
                  <a:latin typeface="Verdana" panose="020B0804030504040204" pitchFamily="34" charset="0"/>
                  <a:ea typeface="宋体" panose="02010600030101010101" pitchFamily="2" charset="-122"/>
                </a:defRPr>
              </a:lvl2pPr>
              <a:lvl3pPr marL="1143000" indent="-228600">
                <a:lnSpc>
                  <a:spcPct val="140000"/>
                </a:lnSpc>
                <a:spcBef>
                  <a:spcPct val="20000"/>
                </a:spcBef>
                <a:buClr>
                  <a:schemeClr val="accent2"/>
                </a:buClr>
                <a:buFont typeface="Wingdings" panose="05000000000000000000" pitchFamily="2" charset="2"/>
                <a:buChar char="o"/>
                <a:defRPr sz="2300">
                  <a:solidFill>
                    <a:schemeClr val="tx1"/>
                  </a:solidFill>
                  <a:latin typeface="Verdana" panose="020B0804030504040204" pitchFamily="34" charset="0"/>
                  <a:ea typeface="宋体" panose="02010600030101010101" pitchFamily="2" charset="-122"/>
                </a:defRPr>
              </a:lvl3pPr>
              <a:lvl4pPr marL="1600200" indent="-228600">
                <a:lnSpc>
                  <a:spcPct val="140000"/>
                </a:lnSpc>
                <a:spcBef>
                  <a:spcPct val="20000"/>
                </a:spcBef>
                <a:buClr>
                  <a:schemeClr val="accent2"/>
                </a:buClr>
                <a:buFont typeface="Wingdings" panose="05000000000000000000" pitchFamily="2" charset="2"/>
                <a:buChar char="n"/>
                <a:defRPr sz="2000">
                  <a:solidFill>
                    <a:schemeClr val="tx1"/>
                  </a:solidFill>
                  <a:latin typeface="Verdana" panose="020B0804030504040204" pitchFamily="34" charset="0"/>
                  <a:ea typeface="宋体" panose="02010600030101010101" pitchFamily="2" charset="-122"/>
                </a:defRPr>
              </a:lvl4pPr>
              <a:lvl5pPr marL="2057400" indent="-228600">
                <a:lnSpc>
                  <a:spcPct val="140000"/>
                </a:lnSpc>
                <a:spcBef>
                  <a:spcPct val="25000"/>
                </a:spcBef>
                <a:buClr>
                  <a:schemeClr val="accent2"/>
                </a:buClr>
                <a:buFont typeface="Wingdings" panose="05000000000000000000" pitchFamily="2" charset="2"/>
                <a:buChar char="§"/>
                <a:defRPr sz="2000">
                  <a:solidFill>
                    <a:schemeClr val="tx1"/>
                  </a:solidFill>
                  <a:latin typeface="Verdana" panose="020B0804030504040204" pitchFamily="34" charset="0"/>
                  <a:ea typeface="宋体" panose="02010600030101010101" pitchFamily="2" charset="-122"/>
                </a:defRPr>
              </a:lvl5pPr>
              <a:lvl6pPr marL="2514600" indent="-228600" eaLnBrk="0" fontAlgn="base" hangingPunct="0">
                <a:lnSpc>
                  <a:spcPct val="14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804030504040204" pitchFamily="34" charset="0"/>
                  <a:ea typeface="宋体" panose="02010600030101010101" pitchFamily="2" charset="-122"/>
                </a:defRPr>
              </a:lvl6pPr>
              <a:lvl7pPr marL="2971800" indent="-228600" eaLnBrk="0" fontAlgn="base" hangingPunct="0">
                <a:lnSpc>
                  <a:spcPct val="14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804030504040204" pitchFamily="34" charset="0"/>
                  <a:ea typeface="宋体" panose="02010600030101010101" pitchFamily="2" charset="-122"/>
                </a:defRPr>
              </a:lvl7pPr>
              <a:lvl8pPr marL="3429000" indent="-228600" eaLnBrk="0" fontAlgn="base" hangingPunct="0">
                <a:lnSpc>
                  <a:spcPct val="14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804030504040204" pitchFamily="34" charset="0"/>
                  <a:ea typeface="宋体" panose="02010600030101010101" pitchFamily="2" charset="-122"/>
                </a:defRPr>
              </a:lvl8pPr>
              <a:lvl9pPr marL="3886200" indent="-228600" eaLnBrk="0" fontAlgn="base" hangingPunct="0">
                <a:lnSpc>
                  <a:spcPct val="14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804030504040204" pitchFamily="34" charset="0"/>
                  <a:ea typeface="宋体" panose="02010600030101010101" pitchFamily="2" charset="-122"/>
                </a:defRPr>
              </a:lvl9pPr>
            </a:lstStyle>
            <a:p>
              <a:pPr eaLnBrk="1" hangingPunct="1">
                <a:lnSpc>
                  <a:spcPct val="100000"/>
                </a:lnSpc>
                <a:spcBef>
                  <a:spcPct val="50000"/>
                </a:spcBef>
                <a:buClrTx/>
                <a:buFontTx/>
                <a:buNone/>
              </a:pPr>
              <a:endParaRPr kumimoji="1" lang="zh-CN" altLang="zh-CN" sz="1600" b="1">
                <a:latin typeface="Times New Roman" panose="02020503050405090304" pitchFamily="18" charset="0"/>
              </a:endParaRPr>
            </a:p>
          </p:txBody>
        </p:sp>
        <p:sp>
          <p:nvSpPr>
            <p:cNvPr id="54277" name="Text Box 5"/>
            <p:cNvSpPr txBox="1">
              <a:spLocks noChangeArrowheads="1"/>
            </p:cNvSpPr>
            <p:nvPr/>
          </p:nvSpPr>
          <p:spPr bwMode="auto">
            <a:xfrm>
              <a:off x="1487488" y="3001963"/>
              <a:ext cx="7848601"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40000"/>
                </a:lnSpc>
                <a:spcBef>
                  <a:spcPct val="20000"/>
                </a:spcBef>
                <a:buClr>
                  <a:schemeClr val="accent2"/>
                </a:buClr>
                <a:buFont typeface="Wingdings" panose="05000000000000000000" pitchFamily="2" charset="2"/>
                <a:buChar char="o"/>
                <a:defRPr sz="3000">
                  <a:solidFill>
                    <a:schemeClr val="tx1"/>
                  </a:solidFill>
                  <a:latin typeface="Verdana" panose="020B0804030504040204" pitchFamily="34" charset="0"/>
                  <a:ea typeface="宋体" panose="02010600030101010101" pitchFamily="2" charset="-122"/>
                </a:defRPr>
              </a:lvl1pPr>
              <a:lvl2pPr marL="742950" indent="-285750">
                <a:lnSpc>
                  <a:spcPct val="140000"/>
                </a:lnSpc>
                <a:spcBef>
                  <a:spcPct val="20000"/>
                </a:spcBef>
                <a:buClr>
                  <a:schemeClr val="accent2"/>
                </a:buClr>
                <a:buFont typeface="Wingdings" panose="05000000000000000000" pitchFamily="2" charset="2"/>
                <a:buChar char="n"/>
                <a:defRPr sz="2600">
                  <a:solidFill>
                    <a:schemeClr val="tx1"/>
                  </a:solidFill>
                  <a:latin typeface="Verdana" panose="020B0804030504040204" pitchFamily="34" charset="0"/>
                  <a:ea typeface="宋体" panose="02010600030101010101" pitchFamily="2" charset="-122"/>
                </a:defRPr>
              </a:lvl2pPr>
              <a:lvl3pPr marL="1143000" indent="-228600">
                <a:lnSpc>
                  <a:spcPct val="140000"/>
                </a:lnSpc>
                <a:spcBef>
                  <a:spcPct val="20000"/>
                </a:spcBef>
                <a:buClr>
                  <a:schemeClr val="accent2"/>
                </a:buClr>
                <a:buFont typeface="Wingdings" panose="05000000000000000000" pitchFamily="2" charset="2"/>
                <a:buChar char="o"/>
                <a:defRPr sz="2300">
                  <a:solidFill>
                    <a:schemeClr val="tx1"/>
                  </a:solidFill>
                  <a:latin typeface="Verdana" panose="020B0804030504040204" pitchFamily="34" charset="0"/>
                  <a:ea typeface="宋体" panose="02010600030101010101" pitchFamily="2" charset="-122"/>
                </a:defRPr>
              </a:lvl3pPr>
              <a:lvl4pPr marL="1600200" indent="-228600">
                <a:lnSpc>
                  <a:spcPct val="140000"/>
                </a:lnSpc>
                <a:spcBef>
                  <a:spcPct val="20000"/>
                </a:spcBef>
                <a:buClr>
                  <a:schemeClr val="accent2"/>
                </a:buClr>
                <a:buFont typeface="Wingdings" panose="05000000000000000000" pitchFamily="2" charset="2"/>
                <a:buChar char="n"/>
                <a:defRPr sz="2000">
                  <a:solidFill>
                    <a:schemeClr val="tx1"/>
                  </a:solidFill>
                  <a:latin typeface="Verdana" panose="020B0804030504040204" pitchFamily="34" charset="0"/>
                  <a:ea typeface="宋体" panose="02010600030101010101" pitchFamily="2" charset="-122"/>
                </a:defRPr>
              </a:lvl4pPr>
              <a:lvl5pPr marL="2057400" indent="-228600">
                <a:lnSpc>
                  <a:spcPct val="140000"/>
                </a:lnSpc>
                <a:spcBef>
                  <a:spcPct val="25000"/>
                </a:spcBef>
                <a:buClr>
                  <a:schemeClr val="accent2"/>
                </a:buClr>
                <a:buFont typeface="Wingdings" panose="05000000000000000000" pitchFamily="2" charset="2"/>
                <a:buChar char="§"/>
                <a:defRPr sz="2000">
                  <a:solidFill>
                    <a:schemeClr val="tx1"/>
                  </a:solidFill>
                  <a:latin typeface="Verdana" panose="020B0804030504040204" pitchFamily="34" charset="0"/>
                  <a:ea typeface="宋体" panose="02010600030101010101" pitchFamily="2" charset="-122"/>
                </a:defRPr>
              </a:lvl5pPr>
              <a:lvl6pPr marL="2514600" indent="-228600" eaLnBrk="0" fontAlgn="base" hangingPunct="0">
                <a:lnSpc>
                  <a:spcPct val="14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804030504040204" pitchFamily="34" charset="0"/>
                  <a:ea typeface="宋体" panose="02010600030101010101" pitchFamily="2" charset="-122"/>
                </a:defRPr>
              </a:lvl6pPr>
              <a:lvl7pPr marL="2971800" indent="-228600" eaLnBrk="0" fontAlgn="base" hangingPunct="0">
                <a:lnSpc>
                  <a:spcPct val="14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804030504040204" pitchFamily="34" charset="0"/>
                  <a:ea typeface="宋体" panose="02010600030101010101" pitchFamily="2" charset="-122"/>
                </a:defRPr>
              </a:lvl7pPr>
              <a:lvl8pPr marL="3429000" indent="-228600" eaLnBrk="0" fontAlgn="base" hangingPunct="0">
                <a:lnSpc>
                  <a:spcPct val="14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804030504040204" pitchFamily="34" charset="0"/>
                  <a:ea typeface="宋体" panose="02010600030101010101" pitchFamily="2" charset="-122"/>
                </a:defRPr>
              </a:lvl8pPr>
              <a:lvl9pPr marL="3886200" indent="-228600" eaLnBrk="0" fontAlgn="base" hangingPunct="0">
                <a:lnSpc>
                  <a:spcPct val="14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804030504040204" pitchFamily="34" charset="0"/>
                  <a:ea typeface="宋体" panose="02010600030101010101" pitchFamily="2" charset="-122"/>
                </a:defRPr>
              </a:lvl9pPr>
            </a:lstStyle>
            <a:p>
              <a:pPr eaLnBrk="1" hangingPunct="1">
                <a:lnSpc>
                  <a:spcPct val="100000"/>
                </a:lnSpc>
                <a:spcBef>
                  <a:spcPct val="50000"/>
                </a:spcBef>
                <a:buClrTx/>
                <a:buFontTx/>
                <a:buNone/>
              </a:pPr>
              <a:endParaRPr kumimoji="1" lang="zh-CN" altLang="zh-CN" sz="1600" b="1">
                <a:latin typeface="Times New Roman" panose="02020503050405090304" pitchFamily="18" charset="0"/>
              </a:endParaRPr>
            </a:p>
          </p:txBody>
        </p:sp>
        <p:graphicFrame>
          <p:nvGraphicFramePr>
            <p:cNvPr id="54278" name="Object 6"/>
            <p:cNvGraphicFramePr>
              <a:graphicFrameLocks noChangeAspect="1"/>
            </p:cNvGraphicFramePr>
            <p:nvPr/>
          </p:nvGraphicFramePr>
          <p:xfrm>
            <a:off x="2281239" y="2620963"/>
            <a:ext cx="7324725" cy="1433512"/>
          </p:xfrm>
          <a:graphic>
            <a:graphicData uri="http://schemas.openxmlformats.org/presentationml/2006/ole">
              <mc:AlternateContent xmlns:mc="http://schemas.openxmlformats.org/markup-compatibility/2006">
                <mc:Choice xmlns:v="urn:schemas-microsoft-com:vml" Requires="v">
                  <p:oleObj name="文档" r:id="rId3" imgW="8573770" imgH="1679575" progId="Word.Document.8">
                    <p:embed/>
                  </p:oleObj>
                </mc:Choice>
                <mc:Fallback>
                  <p:oleObj name="文档" r:id="rId3" imgW="8573770" imgH="1679575" progId="Word.Document.8">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1239" y="2620963"/>
                          <a:ext cx="7324725" cy="14335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4279" name="Line 7"/>
            <p:cNvSpPr>
              <a:spLocks noChangeShapeType="1"/>
            </p:cNvSpPr>
            <p:nvPr/>
          </p:nvSpPr>
          <p:spPr bwMode="auto">
            <a:xfrm flipV="1">
              <a:off x="2570164" y="3822700"/>
              <a:ext cx="6840537" cy="0"/>
            </a:xfrm>
            <a:prstGeom prst="line">
              <a:avLst/>
            </a:prstGeom>
            <a:noFill/>
            <a:ln w="38100">
              <a:solidFill>
                <a:schemeClr val="accent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280" name="Text Box 8"/>
            <p:cNvSpPr txBox="1">
              <a:spLocks noChangeArrowheads="1"/>
            </p:cNvSpPr>
            <p:nvPr/>
          </p:nvSpPr>
          <p:spPr bwMode="auto">
            <a:xfrm>
              <a:off x="5068888" y="3763963"/>
              <a:ext cx="990600" cy="4572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40000"/>
                </a:lnSpc>
                <a:spcBef>
                  <a:spcPct val="20000"/>
                </a:spcBef>
                <a:buClr>
                  <a:schemeClr val="accent2"/>
                </a:buClr>
                <a:buFont typeface="Wingdings" panose="05000000000000000000" pitchFamily="2" charset="2"/>
                <a:buChar char="o"/>
                <a:defRPr sz="3000">
                  <a:solidFill>
                    <a:schemeClr val="tx1"/>
                  </a:solidFill>
                  <a:latin typeface="Verdana" panose="020B0804030504040204" pitchFamily="34" charset="0"/>
                  <a:ea typeface="宋体" panose="02010600030101010101" pitchFamily="2" charset="-122"/>
                </a:defRPr>
              </a:lvl1pPr>
              <a:lvl2pPr marL="742950" indent="-285750">
                <a:lnSpc>
                  <a:spcPct val="140000"/>
                </a:lnSpc>
                <a:spcBef>
                  <a:spcPct val="20000"/>
                </a:spcBef>
                <a:buClr>
                  <a:schemeClr val="accent2"/>
                </a:buClr>
                <a:buFont typeface="Wingdings" panose="05000000000000000000" pitchFamily="2" charset="2"/>
                <a:buChar char="n"/>
                <a:defRPr sz="2600">
                  <a:solidFill>
                    <a:schemeClr val="tx1"/>
                  </a:solidFill>
                  <a:latin typeface="Verdana" panose="020B0804030504040204" pitchFamily="34" charset="0"/>
                  <a:ea typeface="宋体" panose="02010600030101010101" pitchFamily="2" charset="-122"/>
                </a:defRPr>
              </a:lvl2pPr>
              <a:lvl3pPr marL="1143000" indent="-228600">
                <a:lnSpc>
                  <a:spcPct val="140000"/>
                </a:lnSpc>
                <a:spcBef>
                  <a:spcPct val="20000"/>
                </a:spcBef>
                <a:buClr>
                  <a:schemeClr val="accent2"/>
                </a:buClr>
                <a:buFont typeface="Wingdings" panose="05000000000000000000" pitchFamily="2" charset="2"/>
                <a:buChar char="o"/>
                <a:defRPr sz="2300">
                  <a:solidFill>
                    <a:schemeClr val="tx1"/>
                  </a:solidFill>
                  <a:latin typeface="Verdana" panose="020B0804030504040204" pitchFamily="34" charset="0"/>
                  <a:ea typeface="宋体" panose="02010600030101010101" pitchFamily="2" charset="-122"/>
                </a:defRPr>
              </a:lvl3pPr>
              <a:lvl4pPr marL="1600200" indent="-228600">
                <a:lnSpc>
                  <a:spcPct val="140000"/>
                </a:lnSpc>
                <a:spcBef>
                  <a:spcPct val="20000"/>
                </a:spcBef>
                <a:buClr>
                  <a:schemeClr val="accent2"/>
                </a:buClr>
                <a:buFont typeface="Wingdings" panose="05000000000000000000" pitchFamily="2" charset="2"/>
                <a:buChar char="n"/>
                <a:defRPr sz="2000">
                  <a:solidFill>
                    <a:schemeClr val="tx1"/>
                  </a:solidFill>
                  <a:latin typeface="Verdana" panose="020B0804030504040204" pitchFamily="34" charset="0"/>
                  <a:ea typeface="宋体" panose="02010600030101010101" pitchFamily="2" charset="-122"/>
                </a:defRPr>
              </a:lvl4pPr>
              <a:lvl5pPr marL="2057400" indent="-228600">
                <a:lnSpc>
                  <a:spcPct val="140000"/>
                </a:lnSpc>
                <a:spcBef>
                  <a:spcPct val="25000"/>
                </a:spcBef>
                <a:buClr>
                  <a:schemeClr val="accent2"/>
                </a:buClr>
                <a:buFont typeface="Wingdings" panose="05000000000000000000" pitchFamily="2" charset="2"/>
                <a:buChar char="§"/>
                <a:defRPr sz="2000">
                  <a:solidFill>
                    <a:schemeClr val="tx1"/>
                  </a:solidFill>
                  <a:latin typeface="Verdana" panose="020B0804030504040204" pitchFamily="34" charset="0"/>
                  <a:ea typeface="宋体" panose="02010600030101010101" pitchFamily="2" charset="-122"/>
                </a:defRPr>
              </a:lvl5pPr>
              <a:lvl6pPr marL="2514600" indent="-228600" eaLnBrk="0" fontAlgn="base" hangingPunct="0">
                <a:lnSpc>
                  <a:spcPct val="14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804030504040204" pitchFamily="34" charset="0"/>
                  <a:ea typeface="宋体" panose="02010600030101010101" pitchFamily="2" charset="-122"/>
                </a:defRPr>
              </a:lvl6pPr>
              <a:lvl7pPr marL="2971800" indent="-228600" eaLnBrk="0" fontAlgn="base" hangingPunct="0">
                <a:lnSpc>
                  <a:spcPct val="14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804030504040204" pitchFamily="34" charset="0"/>
                  <a:ea typeface="宋体" panose="02010600030101010101" pitchFamily="2" charset="-122"/>
                </a:defRPr>
              </a:lvl7pPr>
              <a:lvl8pPr marL="3429000" indent="-228600" eaLnBrk="0" fontAlgn="base" hangingPunct="0">
                <a:lnSpc>
                  <a:spcPct val="14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804030504040204" pitchFamily="34" charset="0"/>
                  <a:ea typeface="宋体" panose="02010600030101010101" pitchFamily="2" charset="-122"/>
                </a:defRPr>
              </a:lvl8pPr>
              <a:lvl9pPr marL="3886200" indent="-228600" eaLnBrk="0" fontAlgn="base" hangingPunct="0">
                <a:lnSpc>
                  <a:spcPct val="14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804030504040204" pitchFamily="34" charset="0"/>
                  <a:ea typeface="宋体" panose="02010600030101010101" pitchFamily="2" charset="-122"/>
                </a:defRPr>
              </a:lvl9pPr>
            </a:lstStyle>
            <a:p>
              <a:pPr algn="ctr" eaLnBrk="1" hangingPunct="1">
                <a:lnSpc>
                  <a:spcPct val="100000"/>
                </a:lnSpc>
                <a:spcBef>
                  <a:spcPct val="50000"/>
                </a:spcBef>
                <a:buClrTx/>
                <a:buFontTx/>
                <a:buNone/>
              </a:pPr>
              <a:r>
                <a:rPr kumimoji="1" lang="zh-CN" altLang="en-US" sz="2400" b="1">
                  <a:solidFill>
                    <a:schemeClr val="accent1"/>
                  </a:solidFill>
                  <a:latin typeface="Times New Roman" panose="02020503050405090304" pitchFamily="18" charset="0"/>
                </a:rPr>
                <a:t>时间</a:t>
              </a:r>
            </a:p>
          </p:txBody>
        </p:sp>
        <p:sp>
          <p:nvSpPr>
            <p:cNvPr id="54281" name="Text Box 9"/>
            <p:cNvSpPr txBox="1">
              <a:spLocks noChangeArrowheads="1"/>
            </p:cNvSpPr>
            <p:nvPr/>
          </p:nvSpPr>
          <p:spPr bwMode="auto">
            <a:xfrm>
              <a:off x="4802188" y="1806575"/>
              <a:ext cx="21336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40000"/>
                </a:lnSpc>
                <a:spcBef>
                  <a:spcPct val="20000"/>
                </a:spcBef>
                <a:buClr>
                  <a:schemeClr val="accent2"/>
                </a:buClr>
                <a:buFont typeface="Wingdings" panose="05000000000000000000" pitchFamily="2" charset="2"/>
                <a:buChar char="o"/>
                <a:defRPr sz="3000">
                  <a:solidFill>
                    <a:schemeClr val="tx1"/>
                  </a:solidFill>
                  <a:latin typeface="Verdana" panose="020B0804030504040204" pitchFamily="34" charset="0"/>
                  <a:ea typeface="宋体" panose="02010600030101010101" pitchFamily="2" charset="-122"/>
                </a:defRPr>
              </a:lvl1pPr>
              <a:lvl2pPr marL="742950" indent="-285750">
                <a:lnSpc>
                  <a:spcPct val="140000"/>
                </a:lnSpc>
                <a:spcBef>
                  <a:spcPct val="20000"/>
                </a:spcBef>
                <a:buClr>
                  <a:schemeClr val="accent2"/>
                </a:buClr>
                <a:buFont typeface="Wingdings" panose="05000000000000000000" pitchFamily="2" charset="2"/>
                <a:buChar char="n"/>
                <a:defRPr sz="2600">
                  <a:solidFill>
                    <a:schemeClr val="tx1"/>
                  </a:solidFill>
                  <a:latin typeface="Verdana" panose="020B0804030504040204" pitchFamily="34" charset="0"/>
                  <a:ea typeface="宋体" panose="02010600030101010101" pitchFamily="2" charset="-122"/>
                </a:defRPr>
              </a:lvl2pPr>
              <a:lvl3pPr marL="1143000" indent="-228600">
                <a:lnSpc>
                  <a:spcPct val="140000"/>
                </a:lnSpc>
                <a:spcBef>
                  <a:spcPct val="20000"/>
                </a:spcBef>
                <a:buClr>
                  <a:schemeClr val="accent2"/>
                </a:buClr>
                <a:buFont typeface="Wingdings" panose="05000000000000000000" pitchFamily="2" charset="2"/>
                <a:buChar char="o"/>
                <a:defRPr sz="2300">
                  <a:solidFill>
                    <a:schemeClr val="tx1"/>
                  </a:solidFill>
                  <a:latin typeface="Verdana" panose="020B0804030504040204" pitchFamily="34" charset="0"/>
                  <a:ea typeface="宋体" panose="02010600030101010101" pitchFamily="2" charset="-122"/>
                </a:defRPr>
              </a:lvl3pPr>
              <a:lvl4pPr marL="1600200" indent="-228600">
                <a:lnSpc>
                  <a:spcPct val="140000"/>
                </a:lnSpc>
                <a:spcBef>
                  <a:spcPct val="20000"/>
                </a:spcBef>
                <a:buClr>
                  <a:schemeClr val="accent2"/>
                </a:buClr>
                <a:buFont typeface="Wingdings" panose="05000000000000000000" pitchFamily="2" charset="2"/>
                <a:buChar char="n"/>
                <a:defRPr sz="2000">
                  <a:solidFill>
                    <a:schemeClr val="tx1"/>
                  </a:solidFill>
                  <a:latin typeface="Verdana" panose="020B0804030504040204" pitchFamily="34" charset="0"/>
                  <a:ea typeface="宋体" panose="02010600030101010101" pitchFamily="2" charset="-122"/>
                </a:defRPr>
              </a:lvl4pPr>
              <a:lvl5pPr marL="2057400" indent="-228600">
                <a:lnSpc>
                  <a:spcPct val="140000"/>
                </a:lnSpc>
                <a:spcBef>
                  <a:spcPct val="25000"/>
                </a:spcBef>
                <a:buClr>
                  <a:schemeClr val="accent2"/>
                </a:buClr>
                <a:buFont typeface="Wingdings" panose="05000000000000000000" pitchFamily="2" charset="2"/>
                <a:buChar char="§"/>
                <a:defRPr sz="2000">
                  <a:solidFill>
                    <a:schemeClr val="tx1"/>
                  </a:solidFill>
                  <a:latin typeface="Verdana" panose="020B0804030504040204" pitchFamily="34" charset="0"/>
                  <a:ea typeface="宋体" panose="02010600030101010101" pitchFamily="2" charset="-122"/>
                </a:defRPr>
              </a:lvl5pPr>
              <a:lvl6pPr marL="2514600" indent="-228600" eaLnBrk="0" fontAlgn="base" hangingPunct="0">
                <a:lnSpc>
                  <a:spcPct val="14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804030504040204" pitchFamily="34" charset="0"/>
                  <a:ea typeface="宋体" panose="02010600030101010101" pitchFamily="2" charset="-122"/>
                </a:defRPr>
              </a:lvl6pPr>
              <a:lvl7pPr marL="2971800" indent="-228600" eaLnBrk="0" fontAlgn="base" hangingPunct="0">
                <a:lnSpc>
                  <a:spcPct val="14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804030504040204" pitchFamily="34" charset="0"/>
                  <a:ea typeface="宋体" panose="02010600030101010101" pitchFamily="2" charset="-122"/>
                </a:defRPr>
              </a:lvl7pPr>
              <a:lvl8pPr marL="3429000" indent="-228600" eaLnBrk="0" fontAlgn="base" hangingPunct="0">
                <a:lnSpc>
                  <a:spcPct val="14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804030504040204" pitchFamily="34" charset="0"/>
                  <a:ea typeface="宋体" panose="02010600030101010101" pitchFamily="2" charset="-122"/>
                </a:defRPr>
              </a:lvl8pPr>
              <a:lvl9pPr marL="3886200" indent="-228600" eaLnBrk="0" fontAlgn="base" hangingPunct="0">
                <a:lnSpc>
                  <a:spcPct val="14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804030504040204" pitchFamily="34" charset="0"/>
                  <a:ea typeface="宋体" panose="02010600030101010101" pitchFamily="2" charset="-122"/>
                </a:defRPr>
              </a:lvl9pPr>
            </a:lstStyle>
            <a:p>
              <a:pPr algn="ctr" eaLnBrk="1" hangingPunct="1">
                <a:lnSpc>
                  <a:spcPct val="100000"/>
                </a:lnSpc>
                <a:spcBef>
                  <a:spcPct val="50000"/>
                </a:spcBef>
                <a:buClrTx/>
                <a:buFontTx/>
                <a:buNone/>
              </a:pPr>
              <a:r>
                <a:rPr kumimoji="1" lang="zh-CN" altLang="en-US" sz="2400" b="1" dirty="0">
                  <a:solidFill>
                    <a:srgbClr val="FF0000"/>
                  </a:solidFill>
                  <a:latin typeface="Times New Roman" panose="02020503050405090304" pitchFamily="18" charset="0"/>
                </a:rPr>
                <a:t>竞争时隙</a:t>
              </a:r>
            </a:p>
          </p:txBody>
        </p:sp>
        <p:sp>
          <p:nvSpPr>
            <p:cNvPr id="54282" name="Line 10"/>
            <p:cNvSpPr>
              <a:spLocks noChangeShapeType="1"/>
            </p:cNvSpPr>
            <p:nvPr/>
          </p:nvSpPr>
          <p:spPr bwMode="auto">
            <a:xfrm flipH="1">
              <a:off x="5340350" y="2163763"/>
              <a:ext cx="228600" cy="533400"/>
            </a:xfrm>
            <a:prstGeom prst="line">
              <a:avLst/>
            </a:prstGeom>
            <a:noFill/>
            <a:ln w="9525">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283" name="Line 11"/>
            <p:cNvSpPr>
              <a:spLocks noChangeShapeType="1"/>
            </p:cNvSpPr>
            <p:nvPr/>
          </p:nvSpPr>
          <p:spPr bwMode="auto">
            <a:xfrm flipH="1">
              <a:off x="5721350" y="2163763"/>
              <a:ext cx="0" cy="533400"/>
            </a:xfrm>
            <a:prstGeom prst="line">
              <a:avLst/>
            </a:prstGeom>
            <a:noFill/>
            <a:ln w="9525">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284" name="Line 12"/>
            <p:cNvSpPr>
              <a:spLocks noChangeShapeType="1"/>
            </p:cNvSpPr>
            <p:nvPr/>
          </p:nvSpPr>
          <p:spPr bwMode="auto">
            <a:xfrm>
              <a:off x="5873750" y="2163763"/>
              <a:ext cx="152400" cy="533400"/>
            </a:xfrm>
            <a:prstGeom prst="line">
              <a:avLst/>
            </a:prstGeom>
            <a:noFill/>
            <a:ln w="9525">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285" name="Line 13"/>
            <p:cNvSpPr>
              <a:spLocks noChangeShapeType="1"/>
            </p:cNvSpPr>
            <p:nvPr/>
          </p:nvSpPr>
          <p:spPr bwMode="auto">
            <a:xfrm>
              <a:off x="2935288" y="2163763"/>
              <a:ext cx="0" cy="457200"/>
            </a:xfrm>
            <a:prstGeom prst="line">
              <a:avLst/>
            </a:prstGeom>
            <a:noFill/>
            <a:ln w="9525">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286" name="Text Box 14"/>
            <p:cNvSpPr txBox="1">
              <a:spLocks noChangeArrowheads="1"/>
            </p:cNvSpPr>
            <p:nvPr/>
          </p:nvSpPr>
          <p:spPr bwMode="auto">
            <a:xfrm>
              <a:off x="2630488" y="1706563"/>
              <a:ext cx="685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40000"/>
                </a:lnSpc>
                <a:spcBef>
                  <a:spcPct val="20000"/>
                </a:spcBef>
                <a:buClr>
                  <a:schemeClr val="accent2"/>
                </a:buClr>
                <a:buFont typeface="Wingdings" panose="05000000000000000000" pitchFamily="2" charset="2"/>
                <a:buChar char="o"/>
                <a:defRPr sz="3000">
                  <a:solidFill>
                    <a:schemeClr val="tx1"/>
                  </a:solidFill>
                  <a:latin typeface="Verdana" panose="020B0804030504040204" pitchFamily="34" charset="0"/>
                  <a:ea typeface="宋体" panose="02010600030101010101" pitchFamily="2" charset="-122"/>
                </a:defRPr>
              </a:lvl1pPr>
              <a:lvl2pPr marL="742950" indent="-285750">
                <a:lnSpc>
                  <a:spcPct val="140000"/>
                </a:lnSpc>
                <a:spcBef>
                  <a:spcPct val="20000"/>
                </a:spcBef>
                <a:buClr>
                  <a:schemeClr val="accent2"/>
                </a:buClr>
                <a:buFont typeface="Wingdings" panose="05000000000000000000" pitchFamily="2" charset="2"/>
                <a:buChar char="n"/>
                <a:defRPr sz="2600">
                  <a:solidFill>
                    <a:schemeClr val="tx1"/>
                  </a:solidFill>
                  <a:latin typeface="Verdana" panose="020B0804030504040204" pitchFamily="34" charset="0"/>
                  <a:ea typeface="宋体" panose="02010600030101010101" pitchFamily="2" charset="-122"/>
                </a:defRPr>
              </a:lvl2pPr>
              <a:lvl3pPr marL="1143000" indent="-228600">
                <a:lnSpc>
                  <a:spcPct val="140000"/>
                </a:lnSpc>
                <a:spcBef>
                  <a:spcPct val="20000"/>
                </a:spcBef>
                <a:buClr>
                  <a:schemeClr val="accent2"/>
                </a:buClr>
                <a:buFont typeface="Wingdings" panose="05000000000000000000" pitchFamily="2" charset="2"/>
                <a:buChar char="o"/>
                <a:defRPr sz="2300">
                  <a:solidFill>
                    <a:schemeClr val="tx1"/>
                  </a:solidFill>
                  <a:latin typeface="Verdana" panose="020B0804030504040204" pitchFamily="34" charset="0"/>
                  <a:ea typeface="宋体" panose="02010600030101010101" pitchFamily="2" charset="-122"/>
                </a:defRPr>
              </a:lvl3pPr>
              <a:lvl4pPr marL="1600200" indent="-228600">
                <a:lnSpc>
                  <a:spcPct val="140000"/>
                </a:lnSpc>
                <a:spcBef>
                  <a:spcPct val="20000"/>
                </a:spcBef>
                <a:buClr>
                  <a:schemeClr val="accent2"/>
                </a:buClr>
                <a:buFont typeface="Wingdings" panose="05000000000000000000" pitchFamily="2" charset="2"/>
                <a:buChar char="n"/>
                <a:defRPr sz="2000">
                  <a:solidFill>
                    <a:schemeClr val="tx1"/>
                  </a:solidFill>
                  <a:latin typeface="Verdana" panose="020B0804030504040204" pitchFamily="34" charset="0"/>
                  <a:ea typeface="宋体" panose="02010600030101010101" pitchFamily="2" charset="-122"/>
                </a:defRPr>
              </a:lvl4pPr>
              <a:lvl5pPr marL="2057400" indent="-228600">
                <a:lnSpc>
                  <a:spcPct val="140000"/>
                </a:lnSpc>
                <a:spcBef>
                  <a:spcPct val="25000"/>
                </a:spcBef>
                <a:buClr>
                  <a:schemeClr val="accent2"/>
                </a:buClr>
                <a:buFont typeface="Wingdings" panose="05000000000000000000" pitchFamily="2" charset="2"/>
                <a:buChar char="§"/>
                <a:defRPr sz="2000">
                  <a:solidFill>
                    <a:schemeClr val="tx1"/>
                  </a:solidFill>
                  <a:latin typeface="Verdana" panose="020B0804030504040204" pitchFamily="34" charset="0"/>
                  <a:ea typeface="宋体" panose="02010600030101010101" pitchFamily="2" charset="-122"/>
                </a:defRPr>
              </a:lvl5pPr>
              <a:lvl6pPr marL="2514600" indent="-228600" eaLnBrk="0" fontAlgn="base" hangingPunct="0">
                <a:lnSpc>
                  <a:spcPct val="14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804030504040204" pitchFamily="34" charset="0"/>
                  <a:ea typeface="宋体" panose="02010600030101010101" pitchFamily="2" charset="-122"/>
                </a:defRPr>
              </a:lvl6pPr>
              <a:lvl7pPr marL="2971800" indent="-228600" eaLnBrk="0" fontAlgn="base" hangingPunct="0">
                <a:lnSpc>
                  <a:spcPct val="14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804030504040204" pitchFamily="34" charset="0"/>
                  <a:ea typeface="宋体" panose="02010600030101010101" pitchFamily="2" charset="-122"/>
                </a:defRPr>
              </a:lvl7pPr>
              <a:lvl8pPr marL="3429000" indent="-228600" eaLnBrk="0" fontAlgn="base" hangingPunct="0">
                <a:lnSpc>
                  <a:spcPct val="14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804030504040204" pitchFamily="34" charset="0"/>
                  <a:ea typeface="宋体" panose="02010600030101010101" pitchFamily="2" charset="-122"/>
                </a:defRPr>
              </a:lvl8pPr>
              <a:lvl9pPr marL="3886200" indent="-228600" eaLnBrk="0" fontAlgn="base" hangingPunct="0">
                <a:lnSpc>
                  <a:spcPct val="14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804030504040204" pitchFamily="34" charset="0"/>
                  <a:ea typeface="宋体" panose="02010600030101010101" pitchFamily="2" charset="-122"/>
                </a:defRPr>
              </a:lvl9pPr>
            </a:lstStyle>
            <a:p>
              <a:pPr algn="ctr" eaLnBrk="1" hangingPunct="1">
                <a:lnSpc>
                  <a:spcPct val="100000"/>
                </a:lnSpc>
                <a:spcBef>
                  <a:spcPct val="50000"/>
                </a:spcBef>
                <a:buClrTx/>
                <a:buFontTx/>
                <a:buNone/>
              </a:pPr>
              <a:r>
                <a:rPr kumimoji="1" lang="en-US" altLang="zh-CN" sz="2400" b="1">
                  <a:solidFill>
                    <a:srgbClr val="FF0000"/>
                  </a:solidFill>
                  <a:latin typeface="Times New Roman" panose="02020503050405090304" pitchFamily="18" charset="0"/>
                </a:rPr>
                <a:t>t</a:t>
              </a:r>
              <a:r>
                <a:rPr kumimoji="1" lang="en-US" altLang="zh-CN" sz="2400" b="1" baseline="-25000">
                  <a:solidFill>
                    <a:srgbClr val="FF0000"/>
                  </a:solidFill>
                  <a:latin typeface="Times New Roman" panose="02020503050405090304" pitchFamily="18" charset="0"/>
                </a:rPr>
                <a:t>o</a:t>
              </a:r>
              <a:endParaRPr kumimoji="1" lang="en-US" altLang="zh-CN" sz="2400" b="1">
                <a:solidFill>
                  <a:srgbClr val="FF0000"/>
                </a:solidFill>
                <a:latin typeface="Times New Roman" panose="02020503050405090304" pitchFamily="18" charset="0"/>
              </a:endParaRPr>
            </a:p>
          </p:txBody>
        </p:sp>
      </p:grpSp>
      <p:sp>
        <p:nvSpPr>
          <p:cNvPr id="17" name="日期占位符 3"/>
          <p:cNvSpPr>
            <a:spLocks noGrp="1"/>
          </p:cNvSpPr>
          <p:nvPr>
            <p:ph type="dt" sz="half" idx="10"/>
          </p:nvPr>
        </p:nvSpPr>
        <p:spPr>
          <a:xfrm>
            <a:off x="197335" y="6489303"/>
            <a:ext cx="2743200" cy="365125"/>
          </a:xfrm>
        </p:spPr>
        <p:txBody>
          <a:bodyPr/>
          <a:lstStyle/>
          <a:p>
            <a:r>
              <a:rPr kumimoji="1" lang="en-US" altLang="zh-CN" dirty="0"/>
              <a:t>4.2.1 </a:t>
            </a:r>
            <a:r>
              <a:rPr kumimoji="1" lang="zh-CN" altLang="en-US" dirty="0"/>
              <a:t>随机访问协议</a:t>
            </a:r>
          </a:p>
        </p:txBody>
      </p:sp>
      <p:sp>
        <p:nvSpPr>
          <p:cNvPr id="18" name="灯片编号占位符 3"/>
          <p:cNvSpPr>
            <a:spLocks noGrp="1"/>
          </p:cNvSpPr>
          <p:nvPr>
            <p:ph type="sldNum" sz="quarter" idx="12"/>
          </p:nvPr>
        </p:nvSpPr>
        <p:spPr>
          <a:xfrm>
            <a:off x="8686810" y="6489303"/>
            <a:ext cx="3319670" cy="365125"/>
          </a:xfrm>
        </p:spPr>
        <p:txBody>
          <a:bodyPr/>
          <a:lstStyle/>
          <a:p>
            <a:fld id="{339BF64F-B44A-4670-AF2C-07375CE66113}" type="slidenum">
              <a:rPr kumimoji="1" lang="zh-CN" altLang="en-US" smtClean="0"/>
              <a:t>23</a:t>
            </a:fld>
            <a:endParaRPr kumimoji="1" lang="zh-CN" alt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a:xfrm>
            <a:off x="1316744" y="365126"/>
            <a:ext cx="8220812" cy="879086"/>
          </a:xfrm>
        </p:spPr>
        <p:txBody>
          <a:bodyPr/>
          <a:lstStyle/>
          <a:p>
            <a:pPr eaLnBrk="1" hangingPunct="1"/>
            <a:r>
              <a:rPr lang="zh-CN" altLang="en-US" dirty="0"/>
              <a:t>各种</a:t>
            </a:r>
            <a:r>
              <a:rPr lang="en-US" altLang="zh-CN" dirty="0"/>
              <a:t>CSMA</a:t>
            </a:r>
            <a:r>
              <a:rPr lang="zh-CN" altLang="en-US" dirty="0"/>
              <a:t>的性能比较</a:t>
            </a:r>
          </a:p>
        </p:txBody>
      </p:sp>
      <p:sp>
        <p:nvSpPr>
          <p:cNvPr id="53251" name="Rectangle 3"/>
          <p:cNvSpPr>
            <a:spLocks noGrp="1" noChangeArrowheads="1"/>
          </p:cNvSpPr>
          <p:nvPr>
            <p:ph type="body" idx="1"/>
          </p:nvPr>
        </p:nvSpPr>
        <p:spPr>
          <a:xfrm>
            <a:off x="838200" y="1510758"/>
            <a:ext cx="4244340" cy="4586694"/>
          </a:xfrm>
        </p:spPr>
        <p:txBody>
          <a:bodyPr>
            <a:normAutofit/>
          </a:bodyPr>
          <a:lstStyle/>
          <a:p>
            <a:pPr eaLnBrk="1" hangingPunct="1">
              <a:lnSpc>
                <a:spcPct val="150000"/>
              </a:lnSpc>
            </a:pPr>
            <a:r>
              <a:rPr lang="en-US" altLang="zh-CN" sz="2400" dirty="0"/>
              <a:t>CSMA/CD</a:t>
            </a:r>
            <a:r>
              <a:rPr lang="zh-CN" altLang="en-US" sz="2400" dirty="0"/>
              <a:t>：</a:t>
            </a:r>
            <a:r>
              <a:rPr lang="en-US" altLang="zh-CN" sz="2400" dirty="0"/>
              <a:t>1-</a:t>
            </a:r>
            <a:r>
              <a:rPr lang="zh-CN" altLang="en-US" sz="2400" dirty="0"/>
              <a:t>持续</a:t>
            </a:r>
            <a:r>
              <a:rPr lang="en-US" altLang="zh-CN" sz="2400" dirty="0"/>
              <a:t>CSMA</a:t>
            </a:r>
          </a:p>
          <a:p>
            <a:pPr eaLnBrk="1" hangingPunct="1">
              <a:lnSpc>
                <a:spcPct val="150000"/>
              </a:lnSpc>
            </a:pPr>
            <a:r>
              <a:rPr lang="zh-CN" altLang="en-US" sz="2400" dirty="0"/>
              <a:t>以太网采用了</a:t>
            </a:r>
            <a:r>
              <a:rPr lang="en-US" altLang="zh-CN" sz="2400" dirty="0"/>
              <a:t>CSMA/CD</a:t>
            </a:r>
          </a:p>
          <a:p>
            <a:pPr lvl="1">
              <a:lnSpc>
                <a:spcPct val="150000"/>
              </a:lnSpc>
            </a:pPr>
            <a:r>
              <a:rPr lang="zh-CN" altLang="en-US" sz="2000" dirty="0"/>
              <a:t>吞吐量：比</a:t>
            </a:r>
            <a:r>
              <a:rPr lang="en-US" altLang="zh-CN" sz="2000" dirty="0"/>
              <a:t>ALOHA</a:t>
            </a:r>
            <a:r>
              <a:rPr lang="zh-CN" altLang="en-US" sz="2000" dirty="0"/>
              <a:t>高，比</a:t>
            </a:r>
            <a:r>
              <a:rPr lang="en-US" altLang="zh-CN" sz="2000" dirty="0"/>
              <a:t>P-</a:t>
            </a:r>
            <a:r>
              <a:rPr lang="zh-CN" altLang="en-US" sz="2000" dirty="0"/>
              <a:t>持续式</a:t>
            </a:r>
            <a:r>
              <a:rPr lang="en-US" altLang="zh-CN" sz="2000" dirty="0"/>
              <a:t>CSMA</a:t>
            </a:r>
            <a:r>
              <a:rPr lang="zh-CN" altLang="en-US" sz="2000" dirty="0"/>
              <a:t>低</a:t>
            </a:r>
            <a:endParaRPr lang="en-US" altLang="zh-CN" sz="2000" dirty="0"/>
          </a:p>
          <a:p>
            <a:pPr lvl="1">
              <a:lnSpc>
                <a:spcPct val="150000"/>
              </a:lnSpc>
            </a:pPr>
            <a:r>
              <a:rPr lang="zh-CN" altLang="en-US" sz="2000" dirty="0"/>
              <a:t>冲突：比</a:t>
            </a:r>
            <a:r>
              <a:rPr lang="en-US" altLang="zh-CN" sz="2000" dirty="0"/>
              <a:t>ALOHA</a:t>
            </a:r>
            <a:r>
              <a:rPr lang="zh-CN" altLang="en-US" sz="2000" dirty="0"/>
              <a:t>少，比</a:t>
            </a:r>
            <a:r>
              <a:rPr lang="en-US" altLang="zh-CN" sz="2000" dirty="0"/>
              <a:t>P-</a:t>
            </a:r>
            <a:r>
              <a:rPr lang="zh-CN" altLang="en-US" sz="2000" dirty="0"/>
              <a:t>持续式高</a:t>
            </a:r>
            <a:endParaRPr lang="en-US" altLang="zh-CN" sz="2000" dirty="0"/>
          </a:p>
          <a:p>
            <a:pPr lvl="1">
              <a:lnSpc>
                <a:spcPct val="150000"/>
              </a:lnSpc>
            </a:pPr>
            <a:r>
              <a:rPr lang="en-US" altLang="zh-CN" sz="2000" dirty="0"/>
              <a:t>P-</a:t>
            </a:r>
            <a:r>
              <a:rPr lang="zh-CN" altLang="en-US" sz="2000" dirty="0"/>
              <a:t>持续式付出了高延迟的代价</a:t>
            </a:r>
            <a:endParaRPr lang="en-US" altLang="zh-CN" sz="2000" dirty="0"/>
          </a:p>
          <a:p>
            <a:pPr lvl="1">
              <a:lnSpc>
                <a:spcPct val="150000"/>
              </a:lnSpc>
            </a:pPr>
            <a:endParaRPr lang="en-US" altLang="zh-CN" sz="2000" dirty="0"/>
          </a:p>
          <a:p>
            <a:pPr eaLnBrk="1" hangingPunct="1">
              <a:lnSpc>
                <a:spcPct val="150000"/>
              </a:lnSpc>
            </a:pPr>
            <a:endParaRPr lang="zh-CN" altLang="zh-CN" sz="2400" dirty="0"/>
          </a:p>
        </p:txBody>
      </p:sp>
      <p:pic>
        <p:nvPicPr>
          <p:cNvPr id="53252" name="Picture 4" descr="4-0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58771" y="1348095"/>
            <a:ext cx="6565259" cy="3665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椭圆形标注 4"/>
          <p:cNvSpPr/>
          <p:nvPr/>
        </p:nvSpPr>
        <p:spPr>
          <a:xfrm>
            <a:off x="8927868" y="3804105"/>
            <a:ext cx="2220778" cy="636010"/>
          </a:xfrm>
          <a:prstGeom prst="wedgeEllipseCallout">
            <a:avLst>
              <a:gd name="adj1" fmla="val -76059"/>
              <a:gd name="adj2" fmla="val -28291"/>
            </a:avLst>
          </a:prstGeom>
          <a:solidFill>
            <a:srgbClr val="FFFF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rgbClr val="C00000"/>
                </a:solidFill>
              </a:rPr>
              <a:t>CSMA/CD</a:t>
            </a:r>
            <a:endParaRPr lang="zh-CN" altLang="en-US" sz="2400" b="1" dirty="0">
              <a:solidFill>
                <a:srgbClr val="C00000"/>
              </a:solidFill>
            </a:endParaRPr>
          </a:p>
        </p:txBody>
      </p:sp>
      <p:sp>
        <p:nvSpPr>
          <p:cNvPr id="6" name="日期占位符 3"/>
          <p:cNvSpPr>
            <a:spLocks noGrp="1"/>
          </p:cNvSpPr>
          <p:nvPr>
            <p:ph type="dt" sz="half" idx="10"/>
          </p:nvPr>
        </p:nvSpPr>
        <p:spPr>
          <a:xfrm>
            <a:off x="197335" y="6489303"/>
            <a:ext cx="2743200" cy="365125"/>
          </a:xfrm>
        </p:spPr>
        <p:txBody>
          <a:bodyPr/>
          <a:lstStyle/>
          <a:p>
            <a:r>
              <a:rPr kumimoji="1" lang="en-US" altLang="zh-CN" dirty="0"/>
              <a:t>4.2.1 </a:t>
            </a:r>
            <a:r>
              <a:rPr kumimoji="1" lang="zh-CN" altLang="en-US" dirty="0"/>
              <a:t>随机访问协议</a:t>
            </a:r>
          </a:p>
        </p:txBody>
      </p:sp>
      <p:sp>
        <p:nvSpPr>
          <p:cNvPr id="7" name="横卷形 6"/>
          <p:cNvSpPr/>
          <p:nvPr/>
        </p:nvSpPr>
        <p:spPr>
          <a:xfrm>
            <a:off x="5760720" y="4974476"/>
            <a:ext cx="3827318" cy="1837804"/>
          </a:xfrm>
          <a:prstGeom prst="horizontalScroll">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defRPr/>
            </a:pPr>
            <a:r>
              <a:rPr lang="zh-CN" altLang="en-US" sz="2000" dirty="0">
                <a:ln w="12700">
                  <a:solidFill>
                    <a:schemeClr val="tx2">
                      <a:lumMod val="75000"/>
                    </a:schemeClr>
                  </a:solidFill>
                  <a:prstDash val="solid"/>
                </a:ln>
                <a:solidFill>
                  <a:srgbClr val="C00000"/>
                </a:solidFill>
                <a:effectLst>
                  <a:outerShdw dist="38100" dir="2640000" algn="bl" rotWithShape="0">
                    <a:schemeClr val="tx2">
                      <a:lumMod val="75000"/>
                    </a:schemeClr>
                  </a:outerShdw>
                </a:effectLst>
              </a:rPr>
              <a:t>先听后发，边发边听；</a:t>
            </a:r>
            <a:endParaRPr lang="en-US" altLang="zh-CN" sz="2000" dirty="0">
              <a:ln w="12700">
                <a:solidFill>
                  <a:schemeClr val="tx2">
                    <a:lumMod val="75000"/>
                  </a:schemeClr>
                </a:solidFill>
                <a:prstDash val="solid"/>
              </a:ln>
              <a:solidFill>
                <a:srgbClr val="C00000"/>
              </a:solidFill>
              <a:effectLst>
                <a:outerShdw dist="38100" dir="2640000" algn="bl" rotWithShape="0">
                  <a:schemeClr val="tx2">
                    <a:lumMod val="75000"/>
                  </a:schemeClr>
                </a:outerShdw>
              </a:effectLst>
            </a:endParaRPr>
          </a:p>
          <a:p>
            <a:pPr algn="ctr">
              <a:lnSpc>
                <a:spcPct val="150000"/>
              </a:lnSpc>
              <a:defRPr/>
            </a:pPr>
            <a:r>
              <a:rPr lang="zh-CN" altLang="en-US" sz="2000" dirty="0">
                <a:ln w="12700">
                  <a:solidFill>
                    <a:schemeClr val="tx2">
                      <a:lumMod val="75000"/>
                    </a:schemeClr>
                  </a:solidFill>
                  <a:prstDash val="solid"/>
                </a:ln>
                <a:solidFill>
                  <a:srgbClr val="C00000"/>
                </a:solidFill>
                <a:effectLst>
                  <a:outerShdw dist="38100" dir="2640000" algn="bl" rotWithShape="0">
                    <a:schemeClr val="tx2">
                      <a:lumMod val="75000"/>
                    </a:schemeClr>
                  </a:outerShdw>
                </a:effectLst>
              </a:rPr>
              <a:t>一旦冲突，立刻停发；</a:t>
            </a:r>
            <a:endParaRPr lang="en-US" altLang="zh-CN" sz="2000" dirty="0">
              <a:ln w="12700">
                <a:solidFill>
                  <a:schemeClr val="tx2">
                    <a:lumMod val="75000"/>
                  </a:schemeClr>
                </a:solidFill>
                <a:prstDash val="solid"/>
              </a:ln>
              <a:solidFill>
                <a:srgbClr val="C00000"/>
              </a:solidFill>
              <a:effectLst>
                <a:outerShdw dist="38100" dir="2640000" algn="bl" rotWithShape="0">
                  <a:schemeClr val="tx2">
                    <a:lumMod val="75000"/>
                  </a:schemeClr>
                </a:outerShdw>
              </a:effectLst>
            </a:endParaRPr>
          </a:p>
          <a:p>
            <a:pPr algn="ctr">
              <a:lnSpc>
                <a:spcPct val="150000"/>
              </a:lnSpc>
              <a:defRPr/>
            </a:pPr>
            <a:r>
              <a:rPr lang="zh-CN" altLang="en-US" sz="2000" dirty="0">
                <a:ln w="12700">
                  <a:solidFill>
                    <a:schemeClr val="tx2">
                      <a:lumMod val="75000"/>
                    </a:schemeClr>
                  </a:solidFill>
                  <a:prstDash val="solid"/>
                </a:ln>
                <a:solidFill>
                  <a:srgbClr val="C00000"/>
                </a:solidFill>
                <a:effectLst>
                  <a:outerShdw dist="38100" dir="2640000" algn="bl" rotWithShape="0">
                    <a:schemeClr val="tx2">
                      <a:lumMod val="75000"/>
                    </a:schemeClr>
                  </a:outerShdw>
                </a:effectLst>
              </a:rPr>
              <a:t>等待时机，然后再听。</a:t>
            </a:r>
            <a:endParaRPr lang="en-US" altLang="zh-CN" sz="2000" dirty="0">
              <a:ln w="12700">
                <a:solidFill>
                  <a:schemeClr val="tx2">
                    <a:lumMod val="75000"/>
                  </a:schemeClr>
                </a:solidFill>
                <a:prstDash val="solid"/>
              </a:ln>
              <a:solidFill>
                <a:srgbClr val="C00000"/>
              </a:solidFill>
              <a:effectLst>
                <a:outerShdw dist="38100" dir="2640000" algn="bl" rotWithShape="0">
                  <a:schemeClr val="tx2">
                    <a:lumMod val="75000"/>
                  </a:schemeClr>
                </a:outerShdw>
              </a:effectLst>
            </a:endParaRPr>
          </a:p>
        </p:txBody>
      </p:sp>
      <p:sp>
        <p:nvSpPr>
          <p:cNvPr id="8" name="灯片编号占位符 3"/>
          <p:cNvSpPr>
            <a:spLocks noGrp="1"/>
          </p:cNvSpPr>
          <p:nvPr>
            <p:ph type="sldNum" sz="quarter" idx="12"/>
          </p:nvPr>
        </p:nvSpPr>
        <p:spPr>
          <a:xfrm>
            <a:off x="8686810" y="6489303"/>
            <a:ext cx="3319670" cy="365125"/>
          </a:xfrm>
        </p:spPr>
        <p:txBody>
          <a:bodyPr/>
          <a:lstStyle/>
          <a:p>
            <a:fld id="{B887F37C-0DEF-4694-9DBF-5EDD88BF72DA}" type="slidenum">
              <a:rPr kumimoji="1" lang="zh-CN" altLang="en-US" smtClean="0"/>
              <a:t>24</a:t>
            </a:fld>
            <a:endParaRPr kumimoji="1" lang="zh-CN" alt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a:xfrm>
            <a:off x="1274820" y="365126"/>
            <a:ext cx="8253500" cy="879086"/>
          </a:xfrm>
        </p:spPr>
        <p:txBody>
          <a:bodyPr>
            <a:normAutofit/>
          </a:bodyPr>
          <a:lstStyle/>
          <a:p>
            <a:pPr eaLnBrk="1" hangingPunct="1"/>
            <a:r>
              <a:rPr lang="zh-CN" altLang="en-US" dirty="0"/>
              <a:t>受控访问协议</a:t>
            </a:r>
            <a:r>
              <a:rPr lang="en-US" altLang="zh-CN" dirty="0"/>
              <a:t>【</a:t>
            </a:r>
            <a:r>
              <a:rPr lang="zh-CN" altLang="en-US" dirty="0"/>
              <a:t>了解</a:t>
            </a:r>
            <a:r>
              <a:rPr lang="en-US" altLang="zh-CN" dirty="0"/>
              <a:t>】</a:t>
            </a:r>
            <a:endParaRPr lang="zh-CN" altLang="en-US" dirty="0"/>
          </a:p>
        </p:txBody>
      </p:sp>
      <p:sp>
        <p:nvSpPr>
          <p:cNvPr id="61443" name="Rectangle 3"/>
          <p:cNvSpPr>
            <a:spLocks noGrp="1" noChangeArrowheads="1"/>
          </p:cNvSpPr>
          <p:nvPr>
            <p:ph type="body" idx="1"/>
          </p:nvPr>
        </p:nvSpPr>
        <p:spPr>
          <a:xfrm>
            <a:off x="1238351" y="1578033"/>
            <a:ext cx="8326437" cy="4267200"/>
          </a:xfrm>
        </p:spPr>
        <p:txBody>
          <a:bodyPr>
            <a:normAutofit/>
          </a:bodyPr>
          <a:lstStyle/>
          <a:p>
            <a:pPr eaLnBrk="1" hangingPunct="1">
              <a:lnSpc>
                <a:spcPct val="150000"/>
              </a:lnSpc>
            </a:pPr>
            <a:r>
              <a:rPr lang="en-US" altLang="zh-CN" dirty="0"/>
              <a:t>4.2.2 </a:t>
            </a:r>
            <a:r>
              <a:rPr lang="zh-CN" altLang="en-US" dirty="0"/>
              <a:t>受控访问（无冲突）协议</a:t>
            </a:r>
          </a:p>
          <a:p>
            <a:pPr lvl="1" eaLnBrk="1" hangingPunct="1">
              <a:lnSpc>
                <a:spcPct val="150000"/>
              </a:lnSpc>
            </a:pPr>
            <a:r>
              <a:rPr lang="en-US" altLang="zh-CN" sz="2800" dirty="0"/>
              <a:t>4.2.2.1 </a:t>
            </a:r>
            <a:r>
              <a:rPr lang="zh-CN" altLang="en-US" sz="2800" dirty="0"/>
              <a:t>位图协议（预留协议）</a:t>
            </a:r>
            <a:endParaRPr lang="en-US" altLang="zh-CN" sz="2800" dirty="0"/>
          </a:p>
          <a:p>
            <a:pPr lvl="1" eaLnBrk="1" hangingPunct="1">
              <a:lnSpc>
                <a:spcPct val="150000"/>
              </a:lnSpc>
            </a:pPr>
            <a:r>
              <a:rPr lang="en-US" altLang="zh-CN" sz="2800" dirty="0"/>
              <a:t>4.2.2.2 </a:t>
            </a:r>
            <a:r>
              <a:rPr lang="zh-CN" altLang="en-US" sz="2800" dirty="0"/>
              <a:t>令牌</a:t>
            </a:r>
          </a:p>
          <a:p>
            <a:pPr lvl="1" eaLnBrk="1" hangingPunct="1">
              <a:lnSpc>
                <a:spcPct val="150000"/>
              </a:lnSpc>
            </a:pPr>
            <a:r>
              <a:rPr lang="en-US" altLang="zh-CN" sz="2800" dirty="0"/>
              <a:t>4.2.2.3 </a:t>
            </a:r>
            <a:r>
              <a:rPr lang="zh-CN" altLang="en-US" sz="2800" dirty="0"/>
              <a:t>二进制倒计数协议</a:t>
            </a:r>
          </a:p>
        </p:txBody>
      </p:sp>
      <p:pic>
        <p:nvPicPr>
          <p:cNvPr id="2" name="图片 1"/>
          <p:cNvPicPr>
            <a:picLocks noChangeAspect="1"/>
          </p:cNvPicPr>
          <p:nvPr/>
        </p:nvPicPr>
        <p:blipFill>
          <a:blip r:embed="rId3"/>
          <a:stretch>
            <a:fillRect/>
          </a:stretch>
        </p:blipFill>
        <p:spPr>
          <a:xfrm>
            <a:off x="6358063" y="3100907"/>
            <a:ext cx="4747740" cy="1964242"/>
          </a:xfrm>
          <a:prstGeom prst="rect">
            <a:avLst/>
          </a:prstGeom>
        </p:spPr>
      </p:pic>
      <p:sp>
        <p:nvSpPr>
          <p:cNvPr id="7" name="日期占位符 3"/>
          <p:cNvSpPr>
            <a:spLocks noGrp="1"/>
          </p:cNvSpPr>
          <p:nvPr>
            <p:ph type="dt" sz="half" idx="10"/>
          </p:nvPr>
        </p:nvSpPr>
        <p:spPr>
          <a:xfrm>
            <a:off x="197335" y="6489303"/>
            <a:ext cx="2743200" cy="365125"/>
          </a:xfrm>
        </p:spPr>
        <p:txBody>
          <a:bodyPr/>
          <a:lstStyle/>
          <a:p>
            <a:r>
              <a:rPr kumimoji="1" lang="en-US" altLang="zh-CN" dirty="0"/>
              <a:t>4.2.1 </a:t>
            </a:r>
            <a:r>
              <a:rPr kumimoji="1" lang="zh-CN" altLang="en-US" dirty="0"/>
              <a:t>随机访问协议</a:t>
            </a:r>
          </a:p>
        </p:txBody>
      </p:sp>
      <p:sp>
        <p:nvSpPr>
          <p:cNvPr id="6" name="灯片编号占位符 3"/>
          <p:cNvSpPr>
            <a:spLocks noGrp="1"/>
          </p:cNvSpPr>
          <p:nvPr>
            <p:ph type="sldNum" sz="quarter" idx="12"/>
          </p:nvPr>
        </p:nvSpPr>
        <p:spPr>
          <a:xfrm>
            <a:off x="8686810" y="6489303"/>
            <a:ext cx="3319670" cy="365125"/>
          </a:xfrm>
        </p:spPr>
        <p:txBody>
          <a:bodyPr/>
          <a:lstStyle/>
          <a:p>
            <a:fld id="{5D9350C3-338A-4C7B-A72E-7E80923AFF77}" type="slidenum">
              <a:rPr kumimoji="1" lang="zh-CN" altLang="en-US" smtClean="0"/>
              <a:t>25</a:t>
            </a:fld>
            <a:endParaRPr kumimoji="1" lang="zh-CN" alt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标题 1"/>
          <p:cNvSpPr>
            <a:spLocks noGrp="1"/>
          </p:cNvSpPr>
          <p:nvPr>
            <p:ph type="title"/>
          </p:nvPr>
        </p:nvSpPr>
        <p:spPr/>
        <p:txBody>
          <a:bodyPr/>
          <a:lstStyle/>
          <a:p>
            <a:r>
              <a:rPr lang="zh-CN" altLang="en-US" dirty="0"/>
              <a:t>令牌传递</a:t>
            </a:r>
          </a:p>
        </p:txBody>
      </p:sp>
      <p:sp>
        <p:nvSpPr>
          <p:cNvPr id="66563" name="内容占位符 2"/>
          <p:cNvSpPr>
            <a:spLocks noGrp="1"/>
          </p:cNvSpPr>
          <p:nvPr>
            <p:ph idx="1"/>
          </p:nvPr>
        </p:nvSpPr>
        <p:spPr>
          <a:xfrm>
            <a:off x="838201" y="1510758"/>
            <a:ext cx="5171901" cy="4586694"/>
          </a:xfrm>
        </p:spPr>
        <p:txBody>
          <a:bodyPr>
            <a:normAutofit fontScale="85000" lnSpcReduction="10000"/>
          </a:bodyPr>
          <a:lstStyle/>
          <a:p>
            <a:pPr>
              <a:lnSpc>
                <a:spcPct val="150000"/>
              </a:lnSpc>
            </a:pPr>
            <a:r>
              <a:rPr lang="zh-CN" altLang="en-US" dirty="0">
                <a:solidFill>
                  <a:srgbClr val="C00000"/>
                </a:solidFill>
              </a:rPr>
              <a:t>令牌</a:t>
            </a:r>
            <a:r>
              <a:rPr lang="zh-CN" altLang="en-US" dirty="0"/>
              <a:t>：发送权限</a:t>
            </a:r>
            <a:endParaRPr lang="en-US" altLang="zh-CN" dirty="0"/>
          </a:p>
          <a:p>
            <a:pPr>
              <a:lnSpc>
                <a:spcPct val="150000"/>
              </a:lnSpc>
            </a:pPr>
            <a:r>
              <a:rPr lang="zh-CN" altLang="en-US" dirty="0"/>
              <a:t>令牌的</a:t>
            </a:r>
            <a:r>
              <a:rPr lang="zh-CN" altLang="en-US" dirty="0">
                <a:solidFill>
                  <a:srgbClr val="C00000"/>
                </a:solidFill>
              </a:rPr>
              <a:t>运行</a:t>
            </a:r>
            <a:r>
              <a:rPr lang="zh-CN" altLang="en-US" dirty="0"/>
              <a:t>：发送工作站去抓取，获得发送权</a:t>
            </a:r>
            <a:endParaRPr lang="en-US" altLang="zh-CN" dirty="0"/>
          </a:p>
          <a:p>
            <a:pPr lvl="1">
              <a:lnSpc>
                <a:spcPct val="150000"/>
              </a:lnSpc>
            </a:pPr>
            <a:r>
              <a:rPr lang="zh-CN" altLang="en-US" dirty="0"/>
              <a:t>除了环，令牌也可以运行在其它拓扑上，如</a:t>
            </a:r>
            <a:r>
              <a:rPr lang="zh-CN" altLang="en-US" dirty="0">
                <a:solidFill>
                  <a:srgbClr val="C00000"/>
                </a:solidFill>
              </a:rPr>
              <a:t>令牌总线</a:t>
            </a:r>
            <a:endParaRPr lang="en-US" altLang="zh-CN" dirty="0"/>
          </a:p>
          <a:p>
            <a:pPr>
              <a:lnSpc>
                <a:spcPct val="150000"/>
              </a:lnSpc>
            </a:pPr>
            <a:r>
              <a:rPr lang="zh-CN" altLang="en-US" dirty="0"/>
              <a:t>发送的帧需要</a:t>
            </a:r>
            <a:r>
              <a:rPr lang="zh-CN" altLang="en-US" dirty="0">
                <a:solidFill>
                  <a:srgbClr val="C00000"/>
                </a:solidFill>
              </a:rPr>
              <a:t>目的站</a:t>
            </a:r>
            <a:r>
              <a:rPr lang="zh-CN" altLang="en-US" dirty="0"/>
              <a:t>或</a:t>
            </a:r>
            <a:r>
              <a:rPr lang="zh-CN" altLang="en-US" dirty="0">
                <a:solidFill>
                  <a:srgbClr val="C00000"/>
                </a:solidFill>
              </a:rPr>
              <a:t>发送站</a:t>
            </a:r>
            <a:r>
              <a:rPr lang="zh-CN" altLang="en-US" dirty="0"/>
              <a:t>将其从共享信道上去除；防止无限循环</a:t>
            </a:r>
            <a:endParaRPr lang="en-US" altLang="zh-CN" dirty="0"/>
          </a:p>
          <a:p>
            <a:pPr>
              <a:lnSpc>
                <a:spcPct val="150000"/>
              </a:lnSpc>
            </a:pPr>
            <a:r>
              <a:rPr lang="zh-CN" altLang="en-US" dirty="0">
                <a:solidFill>
                  <a:srgbClr val="C00000"/>
                </a:solidFill>
              </a:rPr>
              <a:t>缺点</a:t>
            </a:r>
            <a:r>
              <a:rPr lang="zh-CN" altLang="en-US" dirty="0"/>
              <a:t>：令牌的维护代价</a:t>
            </a:r>
          </a:p>
        </p:txBody>
      </p:sp>
      <p:pic>
        <p:nvPicPr>
          <p:cNvPr id="2" name="图片 1"/>
          <p:cNvPicPr>
            <a:picLocks noChangeAspect="1"/>
          </p:cNvPicPr>
          <p:nvPr/>
        </p:nvPicPr>
        <p:blipFill>
          <a:blip r:embed="rId3"/>
          <a:stretch>
            <a:fillRect/>
          </a:stretch>
        </p:blipFill>
        <p:spPr>
          <a:xfrm>
            <a:off x="6010102" y="1981836"/>
            <a:ext cx="5612803" cy="3644537"/>
          </a:xfrm>
          <a:prstGeom prst="rect">
            <a:avLst/>
          </a:prstGeom>
        </p:spPr>
      </p:pic>
      <p:sp>
        <p:nvSpPr>
          <p:cNvPr id="3" name="剪去对角的矩形 2"/>
          <p:cNvSpPr/>
          <p:nvPr/>
        </p:nvSpPr>
        <p:spPr>
          <a:xfrm>
            <a:off x="10249593" y="2718262"/>
            <a:ext cx="216131" cy="166254"/>
          </a:xfrm>
          <a:prstGeom prst="snip2Diag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日期占位符 3"/>
          <p:cNvSpPr>
            <a:spLocks noGrp="1"/>
          </p:cNvSpPr>
          <p:nvPr>
            <p:ph type="dt" sz="half" idx="10"/>
          </p:nvPr>
        </p:nvSpPr>
        <p:spPr>
          <a:xfrm>
            <a:off x="197335" y="6489303"/>
            <a:ext cx="2743200" cy="365125"/>
          </a:xfrm>
        </p:spPr>
        <p:txBody>
          <a:bodyPr/>
          <a:lstStyle/>
          <a:p>
            <a:r>
              <a:rPr kumimoji="1" lang="en-US" altLang="zh-CN" dirty="0"/>
              <a:t>4.2.2 </a:t>
            </a:r>
            <a:r>
              <a:rPr kumimoji="1" lang="zh-CN" altLang="en-US" dirty="0"/>
              <a:t>受控访问</a:t>
            </a:r>
          </a:p>
        </p:txBody>
      </p:sp>
      <p:sp>
        <p:nvSpPr>
          <p:cNvPr id="7" name="灯片编号占位符 3"/>
          <p:cNvSpPr>
            <a:spLocks noGrp="1"/>
          </p:cNvSpPr>
          <p:nvPr>
            <p:ph type="sldNum" sz="quarter" idx="12"/>
          </p:nvPr>
        </p:nvSpPr>
        <p:spPr>
          <a:xfrm>
            <a:off x="8686810" y="6489303"/>
            <a:ext cx="3319670" cy="365125"/>
          </a:xfrm>
        </p:spPr>
        <p:txBody>
          <a:bodyPr/>
          <a:lstStyle/>
          <a:p>
            <a:fld id="{401FDAFF-973E-42EA-A377-F512E9E535FE}" type="slidenum">
              <a:rPr kumimoji="1" lang="zh-CN" altLang="en-US" smtClean="0"/>
              <a:t>26</a:t>
            </a:fld>
            <a:endParaRPr kumimoji="1" lang="zh-CN" alt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目  录</a:t>
            </a:r>
          </a:p>
        </p:txBody>
      </p:sp>
      <p:sp>
        <p:nvSpPr>
          <p:cNvPr id="3" name="内容占位符 2"/>
          <p:cNvSpPr>
            <a:spLocks noGrp="1"/>
          </p:cNvSpPr>
          <p:nvPr>
            <p:ph idx="1"/>
          </p:nvPr>
        </p:nvSpPr>
        <p:spPr/>
        <p:txBody>
          <a:bodyPr>
            <a:normAutofit/>
          </a:bodyPr>
          <a:lstStyle/>
          <a:p>
            <a:pPr>
              <a:lnSpc>
                <a:spcPct val="130000"/>
              </a:lnSpc>
            </a:pPr>
            <a:r>
              <a:rPr kumimoji="1" lang="en-US" altLang="zh-CN" dirty="0"/>
              <a:t>4.1 </a:t>
            </a:r>
            <a:r>
              <a:rPr kumimoji="1" lang="zh-CN" altLang="en-US" dirty="0"/>
              <a:t>信道分配问题 （</a:t>
            </a:r>
            <a:r>
              <a:rPr kumimoji="1" lang="en-US" altLang="zh-CN" dirty="0"/>
              <a:t>P4</a:t>
            </a:r>
            <a:r>
              <a:rPr kumimoji="1" lang="zh-CN" altLang="en-US" dirty="0"/>
              <a:t>）</a:t>
            </a:r>
            <a:endParaRPr kumimoji="1" lang="en-US" altLang="zh-CN" dirty="0"/>
          </a:p>
          <a:p>
            <a:pPr>
              <a:lnSpc>
                <a:spcPct val="130000"/>
              </a:lnSpc>
            </a:pPr>
            <a:r>
              <a:rPr kumimoji="1" lang="en-US" altLang="zh-CN" dirty="0"/>
              <a:t>4.2 </a:t>
            </a:r>
            <a:r>
              <a:rPr kumimoji="1" lang="zh-CN" altLang="en-US" dirty="0"/>
              <a:t>多路访问协议 （</a:t>
            </a:r>
            <a:r>
              <a:rPr kumimoji="1" lang="en-US" altLang="zh-CN" dirty="0"/>
              <a:t>P11</a:t>
            </a:r>
            <a:r>
              <a:rPr kumimoji="1" lang="zh-CN" altLang="en-US" dirty="0"/>
              <a:t>）</a:t>
            </a:r>
            <a:endParaRPr kumimoji="1" lang="en-US" altLang="zh-CN" dirty="0"/>
          </a:p>
          <a:p>
            <a:pPr>
              <a:lnSpc>
                <a:spcPct val="130000"/>
              </a:lnSpc>
            </a:pPr>
            <a:r>
              <a:rPr kumimoji="1" lang="en-US" altLang="zh-CN" dirty="0">
                <a:solidFill>
                  <a:srgbClr val="C00000"/>
                </a:solidFill>
              </a:rPr>
              <a:t>4.3 </a:t>
            </a:r>
            <a:r>
              <a:rPr kumimoji="1" lang="zh-CN" altLang="en-US" dirty="0">
                <a:solidFill>
                  <a:srgbClr val="C00000"/>
                </a:solidFill>
              </a:rPr>
              <a:t>以太网 （</a:t>
            </a:r>
            <a:r>
              <a:rPr kumimoji="1" lang="en-US" altLang="zh-CN" dirty="0">
                <a:solidFill>
                  <a:srgbClr val="C00000"/>
                </a:solidFill>
              </a:rPr>
              <a:t>P44</a:t>
            </a:r>
            <a:r>
              <a:rPr kumimoji="1" lang="zh-CN" altLang="en-US" dirty="0">
                <a:solidFill>
                  <a:srgbClr val="C00000"/>
                </a:solidFill>
              </a:rPr>
              <a:t>）</a:t>
            </a:r>
            <a:endParaRPr kumimoji="1" lang="en-US" altLang="zh-CN" dirty="0">
              <a:solidFill>
                <a:srgbClr val="C00000"/>
              </a:solidFill>
            </a:endParaRPr>
          </a:p>
          <a:p>
            <a:pPr>
              <a:lnSpc>
                <a:spcPct val="130000"/>
              </a:lnSpc>
            </a:pPr>
            <a:r>
              <a:rPr kumimoji="1" lang="en-US" altLang="zh-CN" dirty="0"/>
              <a:t>4.4 </a:t>
            </a:r>
            <a:r>
              <a:rPr kumimoji="1" lang="zh-CN" altLang="en-US" dirty="0"/>
              <a:t>数据链路层交换（</a:t>
            </a:r>
            <a:r>
              <a:rPr kumimoji="1" lang="en-US" altLang="zh-CN" dirty="0"/>
              <a:t>P73</a:t>
            </a:r>
            <a:r>
              <a:rPr kumimoji="1" lang="zh-CN" altLang="en-US" dirty="0"/>
              <a:t>）</a:t>
            </a:r>
            <a:endParaRPr kumimoji="1" lang="en-US" altLang="zh-CN" dirty="0"/>
          </a:p>
          <a:p>
            <a:pPr>
              <a:lnSpc>
                <a:spcPct val="130000"/>
              </a:lnSpc>
            </a:pPr>
            <a:r>
              <a:rPr kumimoji="1" lang="en-US" altLang="zh-CN" dirty="0"/>
              <a:t>4.5 </a:t>
            </a:r>
            <a:r>
              <a:rPr kumimoji="1" lang="zh-CN" altLang="en-US" dirty="0"/>
              <a:t>无线局域网（</a:t>
            </a:r>
            <a:r>
              <a:rPr kumimoji="1" lang="en-US" altLang="zh-CN" dirty="0"/>
              <a:t>P133</a:t>
            </a:r>
            <a:r>
              <a:rPr kumimoji="1" lang="zh-CN" altLang="en-US" dirty="0"/>
              <a:t>）</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27</a:t>
            </a:fld>
            <a:endParaRPr kumimoji="1" lang="zh-CN" altLang="en-US" dirty="0"/>
          </a:p>
        </p:txBody>
      </p:sp>
      <p:sp>
        <p:nvSpPr>
          <p:cNvPr id="5" name="矩形标注 4"/>
          <p:cNvSpPr/>
          <p:nvPr/>
        </p:nvSpPr>
        <p:spPr>
          <a:xfrm>
            <a:off x="6339254" y="1573823"/>
            <a:ext cx="5354515" cy="4915480"/>
          </a:xfrm>
          <a:prstGeom prst="wedgeRectCallout">
            <a:avLst>
              <a:gd name="adj1" fmla="val -80333"/>
              <a:gd name="adj2" fmla="val -16924"/>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Aft>
                <a:spcPts val="600"/>
              </a:spcAft>
            </a:pPr>
            <a:r>
              <a:rPr lang="en-US" altLang="zh-CN" sz="2600" b="1" dirty="0">
                <a:solidFill>
                  <a:schemeClr val="tx1"/>
                </a:solidFill>
              </a:rPr>
              <a:t>1. </a:t>
            </a:r>
            <a:r>
              <a:rPr lang="zh-CN" altLang="en-US" sz="2600" b="1" dirty="0">
                <a:solidFill>
                  <a:schemeClr val="tx1"/>
                </a:solidFill>
              </a:rPr>
              <a:t>以太网的前世今生</a:t>
            </a:r>
            <a:endParaRPr lang="en-US" altLang="zh-CN" sz="2600" b="1" dirty="0">
              <a:solidFill>
                <a:schemeClr val="tx1"/>
              </a:solidFill>
            </a:endParaRPr>
          </a:p>
          <a:p>
            <a:pPr>
              <a:spcAft>
                <a:spcPts val="600"/>
              </a:spcAft>
            </a:pPr>
            <a:r>
              <a:rPr lang="en-US" altLang="zh-CN" sz="2600" b="1" dirty="0">
                <a:solidFill>
                  <a:schemeClr val="tx1"/>
                </a:solidFill>
              </a:rPr>
              <a:t>2. </a:t>
            </a:r>
            <a:r>
              <a:rPr lang="zh-CN" altLang="en-US" sz="2600" b="1" dirty="0">
                <a:solidFill>
                  <a:schemeClr val="tx1"/>
                </a:solidFill>
              </a:rPr>
              <a:t>经典以太网</a:t>
            </a:r>
            <a:endParaRPr lang="en-US" altLang="zh-CN" sz="2600" b="1" dirty="0">
              <a:solidFill>
                <a:schemeClr val="tx1"/>
              </a:solidFill>
            </a:endParaRPr>
          </a:p>
          <a:p>
            <a:pPr>
              <a:spcAft>
                <a:spcPts val="600"/>
              </a:spcAft>
            </a:pPr>
            <a:r>
              <a:rPr lang="en-US" altLang="zh-CN" sz="2600" b="1" dirty="0">
                <a:solidFill>
                  <a:schemeClr val="tx1"/>
                </a:solidFill>
              </a:rPr>
              <a:t>3. </a:t>
            </a:r>
            <a:r>
              <a:rPr lang="zh-CN" altLang="en-US" sz="2600" b="1" dirty="0">
                <a:solidFill>
                  <a:schemeClr val="tx1"/>
                </a:solidFill>
              </a:rPr>
              <a:t>以太网的性能</a:t>
            </a:r>
            <a:endParaRPr lang="en-US" altLang="zh-CN" sz="2600" b="1" dirty="0">
              <a:solidFill>
                <a:schemeClr val="tx1"/>
              </a:solidFill>
            </a:endParaRPr>
          </a:p>
          <a:p>
            <a:pPr>
              <a:spcAft>
                <a:spcPts val="600"/>
              </a:spcAft>
            </a:pPr>
            <a:r>
              <a:rPr lang="en-US" altLang="zh-CN" sz="2600" b="1" dirty="0">
                <a:solidFill>
                  <a:schemeClr val="tx1"/>
                </a:solidFill>
              </a:rPr>
              <a:t>4. </a:t>
            </a:r>
            <a:r>
              <a:rPr lang="zh-CN" altLang="en-US" sz="2600" b="1" dirty="0">
                <a:solidFill>
                  <a:schemeClr val="tx1"/>
                </a:solidFill>
              </a:rPr>
              <a:t>交换式以太网</a:t>
            </a:r>
            <a:endParaRPr lang="en-US" altLang="zh-CN" sz="2600" b="1" dirty="0">
              <a:solidFill>
                <a:schemeClr val="tx1"/>
              </a:solidFill>
            </a:endParaRPr>
          </a:p>
          <a:p>
            <a:pPr lvl="0">
              <a:spcBef>
                <a:spcPts val="600"/>
              </a:spcBef>
              <a:spcAft>
                <a:spcPts val="600"/>
              </a:spcAft>
              <a:defRPr/>
            </a:pPr>
            <a:r>
              <a:rPr lang="en-US" altLang="zh-CN" sz="2600" b="1" dirty="0">
                <a:solidFill>
                  <a:schemeClr val="tx1"/>
                </a:solidFill>
              </a:rPr>
              <a:t>5. </a:t>
            </a:r>
            <a:r>
              <a:rPr lang="zh-CN" altLang="en-US" sz="2600" b="1" dirty="0">
                <a:solidFill>
                  <a:schemeClr val="tx1"/>
                </a:solidFill>
              </a:rPr>
              <a:t>快速以太网</a:t>
            </a:r>
            <a:endParaRPr lang="en-US" altLang="zh-CN" sz="2600" b="1" dirty="0">
              <a:solidFill>
                <a:schemeClr val="tx1"/>
              </a:solidFill>
            </a:endParaRPr>
          </a:p>
          <a:p>
            <a:pPr lvl="0">
              <a:spcBef>
                <a:spcPts val="600"/>
              </a:spcBef>
              <a:spcAft>
                <a:spcPts val="600"/>
              </a:spcAft>
              <a:defRPr/>
            </a:pPr>
            <a:r>
              <a:rPr lang="en-US" altLang="zh-CN" sz="2600" b="1" dirty="0">
                <a:solidFill>
                  <a:schemeClr val="tx1"/>
                </a:solidFill>
              </a:rPr>
              <a:t>6. </a:t>
            </a:r>
            <a:r>
              <a:rPr lang="zh-CN" altLang="en-US" sz="2600" b="1" dirty="0">
                <a:solidFill>
                  <a:schemeClr val="tx1"/>
                </a:solidFill>
              </a:rPr>
              <a:t>千兆以太网</a:t>
            </a:r>
          </a:p>
          <a:p>
            <a:pPr lvl="0">
              <a:spcBef>
                <a:spcPts val="600"/>
              </a:spcBef>
              <a:spcAft>
                <a:spcPts val="600"/>
              </a:spcAft>
              <a:defRPr/>
            </a:pPr>
            <a:r>
              <a:rPr lang="en-US" altLang="zh-CN" sz="2600" b="1" dirty="0">
                <a:solidFill>
                  <a:schemeClr val="tx1"/>
                </a:solidFill>
              </a:rPr>
              <a:t>7. </a:t>
            </a:r>
            <a:r>
              <a:rPr lang="zh-CN" altLang="en-US" sz="2600" b="1" dirty="0">
                <a:solidFill>
                  <a:schemeClr val="tx1"/>
                </a:solidFill>
              </a:rPr>
              <a:t>万兆以太网</a:t>
            </a:r>
          </a:p>
          <a:p>
            <a:pPr lvl="0">
              <a:spcBef>
                <a:spcPts val="600"/>
              </a:spcBef>
              <a:spcAft>
                <a:spcPts val="600"/>
              </a:spcAft>
              <a:defRPr/>
            </a:pPr>
            <a:r>
              <a:rPr lang="en-US" altLang="zh-CN" sz="2600" b="1" dirty="0">
                <a:solidFill>
                  <a:schemeClr val="tx1"/>
                </a:solidFill>
              </a:rPr>
              <a:t>8. 40G</a:t>
            </a:r>
            <a:r>
              <a:rPr lang="zh-CN" altLang="en-US" sz="2600" b="1" dirty="0">
                <a:solidFill>
                  <a:schemeClr val="tx1"/>
                </a:solidFill>
              </a:rPr>
              <a:t>与</a:t>
            </a:r>
            <a:r>
              <a:rPr lang="en-US" altLang="zh-CN" sz="2600" b="1" dirty="0">
                <a:solidFill>
                  <a:schemeClr val="tx1"/>
                </a:solidFill>
              </a:rPr>
              <a:t>100G</a:t>
            </a:r>
            <a:r>
              <a:rPr lang="zh-CN" altLang="en-US" sz="2600" b="1" dirty="0">
                <a:solidFill>
                  <a:schemeClr val="tx1"/>
                </a:solidFill>
              </a:rPr>
              <a:t>以太网</a:t>
            </a:r>
          </a:p>
          <a:p>
            <a:pPr lvl="0">
              <a:spcBef>
                <a:spcPts val="600"/>
              </a:spcBef>
              <a:spcAft>
                <a:spcPts val="600"/>
              </a:spcAft>
              <a:defRPr/>
            </a:pPr>
            <a:r>
              <a:rPr lang="en-US" altLang="zh-CN" sz="2600" b="1" dirty="0">
                <a:solidFill>
                  <a:schemeClr val="tx1"/>
                </a:solidFill>
              </a:rPr>
              <a:t>9. </a:t>
            </a:r>
            <a:r>
              <a:rPr lang="zh-CN" altLang="en-US" sz="2600" b="1" dirty="0">
                <a:solidFill>
                  <a:schemeClr val="tx1"/>
                </a:solidFill>
              </a:rPr>
              <a:t>以太网的未来</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以太网的前世今生</a:t>
            </a:r>
          </a:p>
        </p:txBody>
      </p:sp>
      <p:sp>
        <p:nvSpPr>
          <p:cNvPr id="3" name="内容占位符 2"/>
          <p:cNvSpPr>
            <a:spLocks noGrp="1"/>
          </p:cNvSpPr>
          <p:nvPr>
            <p:ph idx="1"/>
          </p:nvPr>
        </p:nvSpPr>
        <p:spPr>
          <a:xfrm>
            <a:off x="838199" y="4915218"/>
            <a:ext cx="5611091" cy="1125364"/>
          </a:xfrm>
        </p:spPr>
        <p:txBody>
          <a:bodyPr vert="horz" lIns="91440" tIns="45720" rIns="91440" bIns="45720" rtlCol="0">
            <a:normAutofit/>
          </a:bodyPr>
          <a:lstStyle/>
          <a:p>
            <a:pPr>
              <a:lnSpc>
                <a:spcPct val="150000"/>
              </a:lnSpc>
            </a:pPr>
            <a:r>
              <a:rPr lang="en-US" altLang="zh-CN" sz="2000" dirty="0">
                <a:solidFill>
                  <a:srgbClr val="C00000"/>
                </a:solidFill>
              </a:rPr>
              <a:t>Bob Metcalfe</a:t>
            </a:r>
            <a:r>
              <a:rPr lang="zh-CN" altLang="en-US" sz="2000" dirty="0"/>
              <a:t>设计的在同轴电缆上实现</a:t>
            </a:r>
            <a:r>
              <a:rPr lang="en-US" altLang="zh-CN" sz="2000" dirty="0"/>
              <a:t>3Mbps</a:t>
            </a:r>
            <a:r>
              <a:rPr lang="zh-CN" altLang="en-US" sz="2000" dirty="0"/>
              <a:t>以太网连接方案的备忘录 </a:t>
            </a:r>
            <a:endParaRPr lang="en-US" altLang="zh-CN" sz="2000"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28</a:t>
            </a:fld>
            <a:endParaRPr kumimoji="1" lang="zh-CN" altLang="en-US" dirty="0"/>
          </a:p>
        </p:txBody>
      </p:sp>
      <p:sp>
        <p:nvSpPr>
          <p:cNvPr id="7" name="内容占位符 2"/>
          <p:cNvSpPr txBox="1"/>
          <p:nvPr/>
        </p:nvSpPr>
        <p:spPr>
          <a:xfrm>
            <a:off x="7033260" y="4915217"/>
            <a:ext cx="4709160" cy="1499438"/>
          </a:xfrm>
          <a:prstGeom prst="rect">
            <a:avLst/>
          </a:prstGeom>
        </p:spPr>
        <p:txBody>
          <a:bodyPr vert="horz" lIns="91440" tIns="45720" rIns="91440" bIns="45720" rtlCol="0">
            <a:normAutofit/>
          </a:bodyPr>
          <a:lstStyle>
            <a:lvl1pPr marL="228600" indent="-228600">
              <a:lnSpc>
                <a:spcPct val="100000"/>
              </a:lnSpc>
              <a:spcBef>
                <a:spcPts val="600"/>
              </a:spcBef>
              <a:buFont typeface="Wingdings" panose="05000000000000000000" pitchFamily="2" charset="2"/>
              <a:buChar char="Ø"/>
              <a:defRPr sz="2800">
                <a:latin typeface="微软雅黑" panose="020B0503020204020204" pitchFamily="34" charset="-122"/>
                <a:ea typeface="微软雅黑" panose="020B0503020204020204" pitchFamily="34" charset="-122"/>
              </a:defRPr>
            </a:lvl1pPr>
            <a:lvl2pPr marL="685800" indent="-228600">
              <a:lnSpc>
                <a:spcPct val="100000"/>
              </a:lnSpc>
              <a:spcBef>
                <a:spcPts val="600"/>
              </a:spcBef>
              <a:buFont typeface="Arial" panose="020B0604020202090204" pitchFamily="34" charset="0"/>
              <a:buChar char="•"/>
              <a:defRPr sz="2400">
                <a:latin typeface="微软雅黑" panose="020B0503020204020204" pitchFamily="34" charset="-122"/>
                <a:ea typeface="微软雅黑" panose="020B0503020204020204" pitchFamily="34" charset="-122"/>
              </a:defRPr>
            </a:lvl2pPr>
            <a:lvl3pPr marL="1143000" indent="-228600">
              <a:lnSpc>
                <a:spcPct val="100000"/>
              </a:lnSpc>
              <a:spcBef>
                <a:spcPts val="600"/>
              </a:spcBef>
              <a:buFont typeface="Arial" panose="020B0604020202090204" pitchFamily="34" charset="0"/>
              <a:buChar char="•"/>
              <a:defRPr sz="2000">
                <a:latin typeface="微软雅黑" panose="020B0503020204020204" pitchFamily="34" charset="-122"/>
                <a:ea typeface="微软雅黑" panose="020B0503020204020204" pitchFamily="34" charset="-122"/>
              </a:defRPr>
            </a:lvl3pPr>
            <a:lvl4pPr marL="1600200" indent="-228600">
              <a:lnSpc>
                <a:spcPct val="100000"/>
              </a:lnSpc>
              <a:spcBef>
                <a:spcPts val="600"/>
              </a:spcBef>
              <a:buFont typeface="Arial" panose="020B0604020202090204" pitchFamily="34" charset="0"/>
              <a:buChar char="•"/>
              <a:defRPr>
                <a:latin typeface="微软雅黑" panose="020B0503020204020204" pitchFamily="34" charset="-122"/>
                <a:ea typeface="微软雅黑" panose="020B0503020204020204" pitchFamily="34" charset="-122"/>
              </a:defRPr>
            </a:lvl4pPr>
            <a:lvl5pPr marL="2057400" indent="-228600">
              <a:lnSpc>
                <a:spcPct val="100000"/>
              </a:lnSpc>
              <a:spcBef>
                <a:spcPts val="600"/>
              </a:spcBef>
              <a:buFont typeface="Arial" panose="020B0604020202090204" pitchFamily="34" charset="0"/>
              <a:buChar char="•"/>
              <a:defRPr>
                <a:latin typeface="微软雅黑" panose="020B0503020204020204" pitchFamily="34" charset="-122"/>
                <a:ea typeface="微软雅黑" panose="020B0503020204020204" pitchFamily="34" charset="-122"/>
              </a:defRPr>
            </a:lvl5pPr>
            <a:lvl6pPr marL="2514600" indent="-228600">
              <a:lnSpc>
                <a:spcPct val="90000"/>
              </a:lnSpc>
              <a:spcBef>
                <a:spcPts val="500"/>
              </a:spcBef>
              <a:buFont typeface="Arial" panose="020B0604020202090204" pitchFamily="34" charset="0"/>
              <a:buChar char="•"/>
            </a:lvl6pPr>
            <a:lvl7pPr marL="2971800" indent="-228600">
              <a:lnSpc>
                <a:spcPct val="90000"/>
              </a:lnSpc>
              <a:spcBef>
                <a:spcPts val="500"/>
              </a:spcBef>
              <a:buFont typeface="Arial" panose="020B0604020202090204" pitchFamily="34" charset="0"/>
              <a:buChar char="•"/>
            </a:lvl7pPr>
            <a:lvl8pPr marL="3429000" indent="-228600">
              <a:lnSpc>
                <a:spcPct val="90000"/>
              </a:lnSpc>
              <a:spcBef>
                <a:spcPts val="500"/>
              </a:spcBef>
              <a:buFont typeface="Arial" panose="020B0604020202090204" pitchFamily="34" charset="0"/>
              <a:buChar char="•"/>
            </a:lvl8pPr>
            <a:lvl9pPr marL="3886200" indent="-228600">
              <a:lnSpc>
                <a:spcPct val="90000"/>
              </a:lnSpc>
              <a:spcBef>
                <a:spcPts val="500"/>
              </a:spcBef>
              <a:buFont typeface="Arial" panose="020B0604020202090204" pitchFamily="34" charset="0"/>
              <a:buChar char="•"/>
            </a:lvl9pPr>
          </a:lstStyle>
          <a:p>
            <a:pPr>
              <a:lnSpc>
                <a:spcPct val="150000"/>
              </a:lnSpc>
            </a:pPr>
            <a:r>
              <a:rPr lang="en-US" altLang="zh-CN" sz="2000" dirty="0"/>
              <a:t>Metcalfe</a:t>
            </a:r>
            <a:r>
              <a:rPr lang="zh-CN" altLang="en-US" sz="2000" dirty="0"/>
              <a:t>和</a:t>
            </a:r>
            <a:r>
              <a:rPr lang="en-US" altLang="zh-CN" sz="2000" dirty="0"/>
              <a:t>David Boggs</a:t>
            </a:r>
            <a:r>
              <a:rPr lang="zh-CN" altLang="en-US" sz="2000" dirty="0"/>
              <a:t>发表了题为</a:t>
            </a:r>
            <a:r>
              <a:rPr lang="en-US" altLang="zh-CN" sz="2000" dirty="0"/>
              <a:t>《</a:t>
            </a:r>
            <a:r>
              <a:rPr lang="zh-CN" altLang="en-US" sz="2000" dirty="0">
                <a:solidFill>
                  <a:srgbClr val="7030A0"/>
                </a:solidFill>
              </a:rPr>
              <a:t>以太网：本地计算机网络的分布式包交换方式</a:t>
            </a:r>
            <a:r>
              <a:rPr lang="en-US" altLang="zh-CN" sz="2000" dirty="0"/>
              <a:t>》</a:t>
            </a:r>
            <a:r>
              <a:rPr lang="zh-CN" altLang="en-US" sz="2000" dirty="0"/>
              <a:t>的论文</a:t>
            </a:r>
          </a:p>
        </p:txBody>
      </p:sp>
      <p:pic>
        <p:nvPicPr>
          <p:cNvPr id="9" name="图片 8"/>
          <p:cNvPicPr>
            <a:picLocks noChangeAspect="1"/>
          </p:cNvPicPr>
          <p:nvPr/>
        </p:nvPicPr>
        <p:blipFill>
          <a:blip r:embed="rId3"/>
          <a:stretch>
            <a:fillRect/>
          </a:stretch>
        </p:blipFill>
        <p:spPr>
          <a:xfrm>
            <a:off x="7408210" y="1485899"/>
            <a:ext cx="3963044" cy="3250247"/>
          </a:xfrm>
          <a:prstGeom prst="rect">
            <a:avLst/>
          </a:prstGeom>
        </p:spPr>
        <p:style>
          <a:lnRef idx="0">
            <a:schemeClr val="accent2"/>
          </a:lnRef>
          <a:fillRef idx="3">
            <a:schemeClr val="accent2"/>
          </a:fillRef>
          <a:effectRef idx="3">
            <a:schemeClr val="accent2"/>
          </a:effectRef>
          <a:fontRef idx="minor">
            <a:schemeClr val="lt1"/>
          </a:fontRef>
        </p:style>
      </p:pic>
      <p:pic>
        <p:nvPicPr>
          <p:cNvPr id="11" name="图片 10"/>
          <p:cNvPicPr>
            <a:picLocks noChangeAspect="1"/>
          </p:cNvPicPr>
          <p:nvPr/>
        </p:nvPicPr>
        <p:blipFill rotWithShape="1">
          <a:blip r:embed="rId4"/>
          <a:srcRect t="9678"/>
          <a:stretch>
            <a:fillRect/>
          </a:stretch>
        </p:blipFill>
        <p:spPr>
          <a:xfrm>
            <a:off x="1180253" y="1485900"/>
            <a:ext cx="4478085" cy="3252558"/>
          </a:xfrm>
          <a:prstGeom prst="rect">
            <a:avLst/>
          </a:prstGeom>
        </p:spPr>
        <p:style>
          <a:lnRef idx="0">
            <a:schemeClr val="accent2"/>
          </a:lnRef>
          <a:fillRef idx="3">
            <a:schemeClr val="accent2"/>
          </a:fillRef>
          <a:effectRef idx="3">
            <a:schemeClr val="accent2"/>
          </a:effectRef>
          <a:fontRef idx="minor">
            <a:schemeClr val="lt1"/>
          </a:fontRef>
        </p:style>
      </p:pic>
      <p:sp>
        <p:nvSpPr>
          <p:cNvPr id="14" name="日期占位符 15"/>
          <p:cNvSpPr>
            <a:spLocks noGrp="1"/>
          </p:cNvSpPr>
          <p:nvPr>
            <p:ph type="dt" sz="half" idx="10"/>
          </p:nvPr>
        </p:nvSpPr>
        <p:spPr>
          <a:xfrm>
            <a:off x="197335" y="6489303"/>
            <a:ext cx="1455619" cy="332605"/>
          </a:xfrm>
        </p:spPr>
        <p:txBody>
          <a:bodyPr/>
          <a:lstStyle/>
          <a:p>
            <a:r>
              <a:rPr lang="en-US" altLang="zh-CN" dirty="0">
                <a:latin typeface="微软雅黑" panose="020B0503020204020204" pitchFamily="34" charset="-122"/>
                <a:ea typeface="微软雅黑" panose="020B0503020204020204" pitchFamily="34" charset="-122"/>
              </a:rPr>
              <a:t>4.3 </a:t>
            </a:r>
            <a:r>
              <a:rPr lang="zh-CN" altLang="en-US" dirty="0">
                <a:latin typeface="微软雅黑" panose="020B0503020204020204" pitchFamily="34" charset="-122"/>
                <a:ea typeface="微软雅黑" panose="020B0503020204020204" pitchFamily="34" charset="-122"/>
              </a:rPr>
              <a:t>以太网</a:t>
            </a:r>
          </a:p>
        </p:txBody>
      </p:sp>
      <p:grpSp>
        <p:nvGrpSpPr>
          <p:cNvPr id="15" name="组合 14"/>
          <p:cNvGrpSpPr/>
          <p:nvPr/>
        </p:nvGrpSpPr>
        <p:grpSpPr>
          <a:xfrm>
            <a:off x="3442597" y="6575687"/>
            <a:ext cx="4994189" cy="254887"/>
            <a:chOff x="-214926" y="6517848"/>
            <a:chExt cx="4994189" cy="460463"/>
          </a:xfrm>
        </p:grpSpPr>
        <p:grpSp>
          <p:nvGrpSpPr>
            <p:cNvPr id="16" name="组合 15"/>
            <p:cNvGrpSpPr/>
            <p:nvPr/>
          </p:nvGrpSpPr>
          <p:grpSpPr>
            <a:xfrm>
              <a:off x="-134143" y="6517848"/>
              <a:ext cx="4913406" cy="444808"/>
              <a:chOff x="-134143" y="6326763"/>
              <a:chExt cx="4913406" cy="444808"/>
            </a:xfrm>
          </p:grpSpPr>
          <p:cxnSp>
            <p:nvCxnSpPr>
              <p:cNvPr id="24" name="直接连接符 23"/>
              <p:cNvCxnSpPr/>
              <p:nvPr/>
            </p:nvCxnSpPr>
            <p:spPr>
              <a:xfrm>
                <a:off x="-134143" y="6356350"/>
                <a:ext cx="3617495" cy="0"/>
              </a:xfrm>
              <a:prstGeom prst="line">
                <a:avLst/>
              </a:prstGeom>
            </p:spPr>
            <p:style>
              <a:lnRef idx="1">
                <a:schemeClr val="accent1"/>
              </a:lnRef>
              <a:fillRef idx="0">
                <a:schemeClr val="accent1"/>
              </a:fillRef>
              <a:effectRef idx="0">
                <a:schemeClr val="accent1"/>
              </a:effectRef>
              <a:fontRef idx="minor">
                <a:schemeClr val="tx1"/>
              </a:fontRef>
            </p:style>
          </p:cxnSp>
          <p:sp>
            <p:nvSpPr>
              <p:cNvPr id="25" name="文本框 24"/>
              <p:cNvSpPr txBox="1"/>
              <p:nvPr/>
            </p:nvSpPr>
            <p:spPr>
              <a:xfrm>
                <a:off x="466864" y="6326763"/>
                <a:ext cx="4312399" cy="444808"/>
              </a:xfrm>
              <a:prstGeom prst="rect">
                <a:avLst/>
              </a:prstGeom>
              <a:noFill/>
            </p:spPr>
            <p:txBody>
              <a:bodyPr wrap="none" rtlCol="0">
                <a:spAutoFit/>
              </a:bodyPr>
              <a:lstStyle/>
              <a:p>
                <a:r>
                  <a:rPr lang="en-US" altLang="zh-CN" sz="1000" dirty="0">
                    <a:solidFill>
                      <a:schemeClr val="bg1">
                        <a:lumMod val="50000"/>
                      </a:schemeClr>
                    </a:solidFill>
                    <a:latin typeface="微软雅黑" panose="020B0503020204020204" pitchFamily="34" charset="-122"/>
                    <a:ea typeface="微软雅黑" panose="020B0503020204020204" pitchFamily="34" charset="-122"/>
                  </a:rPr>
                  <a:t>https://www.slideshare.net/citizenearth/bridge-to-tera-bit-ethernet</a:t>
                </a:r>
              </a:p>
            </p:txBody>
          </p:sp>
        </p:grpSp>
        <p:sp>
          <p:nvSpPr>
            <p:cNvPr id="23" name="文本框 22"/>
            <p:cNvSpPr txBox="1"/>
            <p:nvPr/>
          </p:nvSpPr>
          <p:spPr>
            <a:xfrm>
              <a:off x="-214926" y="6519602"/>
              <a:ext cx="840644" cy="458709"/>
            </a:xfrm>
            <a:prstGeom prst="rect">
              <a:avLst/>
            </a:prstGeom>
            <a:noFill/>
          </p:spPr>
          <p:txBody>
            <a:bodyPr wrap="square">
              <a:spAutoFit/>
            </a:bodyPr>
            <a:lstStyle/>
            <a:p>
              <a:r>
                <a:rPr lang="zh-CN" altLang="en-US" sz="1050" dirty="0">
                  <a:solidFill>
                    <a:schemeClr val="bg1">
                      <a:lumMod val="50000"/>
                    </a:schemeClr>
                  </a:solidFill>
                  <a:latin typeface="微软雅黑" panose="020B0503020204020204" pitchFamily="34" charset="-122"/>
                  <a:ea typeface="微软雅黑" panose="020B0503020204020204" pitchFamily="34" charset="-122"/>
                </a:rPr>
                <a:t>图片来源</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linds(horizontal)">
                                      <p:cBhvr>
                                        <p:cTn id="7" dur="500"/>
                                        <p:tgtEl>
                                          <p:spTgt spid="9"/>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blinds(horizontal)">
                                      <p:cBhvr>
                                        <p:cTn id="1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以太网的前世今生</a:t>
            </a:r>
          </a:p>
        </p:txBody>
      </p:sp>
      <p:sp>
        <p:nvSpPr>
          <p:cNvPr id="3" name="内容占位符 2"/>
          <p:cNvSpPr>
            <a:spLocks noGrp="1"/>
          </p:cNvSpPr>
          <p:nvPr>
            <p:ph idx="1"/>
          </p:nvPr>
        </p:nvSpPr>
        <p:spPr>
          <a:xfrm>
            <a:off x="7924800" y="4267200"/>
            <a:ext cx="3540026" cy="2225675"/>
          </a:xfrm>
        </p:spPr>
        <p:txBody>
          <a:bodyPr>
            <a:normAutofit/>
          </a:bodyPr>
          <a:lstStyle/>
          <a:p>
            <a:pPr eaLnBrk="1" hangingPunct="1">
              <a:lnSpc>
                <a:spcPct val="150000"/>
              </a:lnSpc>
            </a:pPr>
            <a:r>
              <a:rPr lang="en-US" altLang="zh-CN" sz="2000" dirty="0"/>
              <a:t>IEEE</a:t>
            </a:r>
            <a:r>
              <a:rPr lang="zh-CN" altLang="en-US" sz="2000" dirty="0"/>
              <a:t>发表了</a:t>
            </a:r>
            <a:r>
              <a:rPr lang="en-US" altLang="zh-CN" sz="2000" dirty="0">
                <a:solidFill>
                  <a:srgbClr val="7030A0"/>
                </a:solidFill>
              </a:rPr>
              <a:t>10Base5</a:t>
            </a:r>
            <a:r>
              <a:rPr lang="zh-CN" altLang="en-US" sz="2000" dirty="0"/>
              <a:t>以太网标准，也称粗以太网</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29</a:t>
            </a:fld>
            <a:endParaRPr kumimoji="1" lang="zh-CN" altLang="en-US" dirty="0"/>
          </a:p>
        </p:txBody>
      </p:sp>
      <p:sp>
        <p:nvSpPr>
          <p:cNvPr id="10" name="文本框 9"/>
          <p:cNvSpPr txBox="1"/>
          <p:nvPr/>
        </p:nvSpPr>
        <p:spPr>
          <a:xfrm>
            <a:off x="320040" y="4267201"/>
            <a:ext cx="3699961" cy="2225674"/>
          </a:xfrm>
          <a:prstGeom prst="rect">
            <a:avLst/>
          </a:prstGeom>
        </p:spPr>
        <p:txBody>
          <a:bodyPr vert="horz" lIns="91440" tIns="45720" rIns="91440" bIns="45720" rtlCol="0">
            <a:normAutofit/>
          </a:bodyPr>
          <a:lstStyle>
            <a:lvl1pPr marL="228600" indent="-228600">
              <a:lnSpc>
                <a:spcPct val="150000"/>
              </a:lnSpc>
              <a:spcBef>
                <a:spcPts val="600"/>
              </a:spcBef>
              <a:buFont typeface="Wingdings" panose="05000000000000000000" pitchFamily="2" charset="2"/>
              <a:buChar char="Ø"/>
              <a:defRPr sz="2000">
                <a:latin typeface="微软雅黑" panose="020B0503020204020204" pitchFamily="34" charset="-122"/>
                <a:ea typeface="微软雅黑" panose="020B0503020204020204" pitchFamily="34" charset="-122"/>
              </a:defRPr>
            </a:lvl1pPr>
            <a:lvl2pPr marL="685800" indent="-228600">
              <a:lnSpc>
                <a:spcPct val="100000"/>
              </a:lnSpc>
              <a:spcBef>
                <a:spcPts val="600"/>
              </a:spcBef>
              <a:buFont typeface="Arial" panose="020B0604020202090204" pitchFamily="34" charset="0"/>
              <a:buChar char="•"/>
              <a:defRPr sz="2400">
                <a:latin typeface="微软雅黑" panose="020B0503020204020204" pitchFamily="34" charset="-122"/>
                <a:ea typeface="微软雅黑" panose="020B0503020204020204" pitchFamily="34" charset="-122"/>
              </a:defRPr>
            </a:lvl2pPr>
            <a:lvl3pPr marL="1143000" indent="-228600">
              <a:lnSpc>
                <a:spcPct val="100000"/>
              </a:lnSpc>
              <a:spcBef>
                <a:spcPts val="600"/>
              </a:spcBef>
              <a:buFont typeface="Arial" panose="020B0604020202090204" pitchFamily="34" charset="0"/>
              <a:buChar char="•"/>
              <a:defRPr sz="2000">
                <a:latin typeface="微软雅黑" panose="020B0503020204020204" pitchFamily="34" charset="-122"/>
                <a:ea typeface="微软雅黑" panose="020B0503020204020204" pitchFamily="34" charset="-122"/>
              </a:defRPr>
            </a:lvl3pPr>
            <a:lvl4pPr marL="1600200" indent="-228600">
              <a:lnSpc>
                <a:spcPct val="100000"/>
              </a:lnSpc>
              <a:spcBef>
                <a:spcPts val="600"/>
              </a:spcBef>
              <a:buFont typeface="Arial" panose="020B0604020202090204" pitchFamily="34" charset="0"/>
              <a:buChar char="•"/>
              <a:defRPr>
                <a:latin typeface="微软雅黑" panose="020B0503020204020204" pitchFamily="34" charset="-122"/>
                <a:ea typeface="微软雅黑" panose="020B0503020204020204" pitchFamily="34" charset="-122"/>
              </a:defRPr>
            </a:lvl4pPr>
            <a:lvl5pPr marL="2057400" indent="-228600">
              <a:lnSpc>
                <a:spcPct val="100000"/>
              </a:lnSpc>
              <a:spcBef>
                <a:spcPts val="600"/>
              </a:spcBef>
              <a:buFont typeface="Arial" panose="020B0604020202090204" pitchFamily="34" charset="0"/>
              <a:buChar char="•"/>
              <a:defRPr>
                <a:latin typeface="微软雅黑" panose="020B0503020204020204" pitchFamily="34" charset="-122"/>
                <a:ea typeface="微软雅黑" panose="020B0503020204020204" pitchFamily="34" charset="-122"/>
              </a:defRPr>
            </a:lvl5pPr>
            <a:lvl6pPr marL="2514600" indent="-228600">
              <a:lnSpc>
                <a:spcPct val="90000"/>
              </a:lnSpc>
              <a:spcBef>
                <a:spcPts val="500"/>
              </a:spcBef>
              <a:buFont typeface="Arial" panose="020B0604020202090204" pitchFamily="34" charset="0"/>
              <a:buChar char="•"/>
            </a:lvl6pPr>
            <a:lvl7pPr marL="2971800" indent="-228600">
              <a:lnSpc>
                <a:spcPct val="90000"/>
              </a:lnSpc>
              <a:spcBef>
                <a:spcPts val="500"/>
              </a:spcBef>
              <a:buFont typeface="Arial" panose="020B0604020202090204" pitchFamily="34" charset="0"/>
              <a:buChar char="•"/>
            </a:lvl7pPr>
            <a:lvl8pPr marL="3429000" indent="-228600">
              <a:lnSpc>
                <a:spcPct val="90000"/>
              </a:lnSpc>
              <a:spcBef>
                <a:spcPts val="500"/>
              </a:spcBef>
              <a:buFont typeface="Arial" panose="020B0604020202090204" pitchFamily="34" charset="0"/>
              <a:buChar char="•"/>
            </a:lvl8pPr>
            <a:lvl9pPr marL="3886200" indent="-228600">
              <a:lnSpc>
                <a:spcPct val="90000"/>
              </a:lnSpc>
              <a:spcBef>
                <a:spcPts val="500"/>
              </a:spcBef>
              <a:buFont typeface="Arial" panose="020B0604020202090204" pitchFamily="34" charset="0"/>
              <a:buChar char="•"/>
            </a:lvl9pPr>
          </a:lstStyle>
          <a:p>
            <a:r>
              <a:rPr lang="en-US" altLang="zh-CN" dirty="0"/>
              <a:t>Metcalfe</a:t>
            </a:r>
            <a:r>
              <a:rPr lang="zh-CN" altLang="en-US" dirty="0"/>
              <a:t>离开施乐创办</a:t>
            </a:r>
            <a:r>
              <a:rPr lang="en-US" altLang="zh-CN" dirty="0"/>
              <a:t>3Com</a:t>
            </a:r>
            <a:r>
              <a:rPr lang="zh-CN" altLang="en-US" dirty="0"/>
              <a:t>。第二年，他又发表了</a:t>
            </a:r>
            <a:r>
              <a:rPr lang="en-US" altLang="zh-CN" dirty="0">
                <a:solidFill>
                  <a:srgbClr val="C00000"/>
                </a:solidFill>
              </a:rPr>
              <a:t>10Mbps</a:t>
            </a:r>
            <a:r>
              <a:rPr lang="zh-CN" altLang="en-US" dirty="0"/>
              <a:t>以太网的标准，也就是</a:t>
            </a:r>
            <a:r>
              <a:rPr lang="en-US" altLang="zh-CN" dirty="0"/>
              <a:t>DIX</a:t>
            </a:r>
            <a:r>
              <a:rPr lang="zh-CN" altLang="en-US" dirty="0"/>
              <a:t>标准</a:t>
            </a:r>
          </a:p>
        </p:txBody>
      </p:sp>
      <p:sp>
        <p:nvSpPr>
          <p:cNvPr id="12" name="文本框 11"/>
          <p:cNvSpPr txBox="1"/>
          <p:nvPr/>
        </p:nvSpPr>
        <p:spPr>
          <a:xfrm>
            <a:off x="4202388" y="4324638"/>
            <a:ext cx="3540026" cy="2168236"/>
          </a:xfrm>
          <a:prstGeom prst="rect">
            <a:avLst/>
          </a:prstGeom>
        </p:spPr>
        <p:txBody>
          <a:bodyPr vert="horz" lIns="91440" tIns="45720" rIns="91440" bIns="45720" rtlCol="0">
            <a:normAutofit/>
          </a:bodyPr>
          <a:lstStyle>
            <a:lvl1pPr marL="228600" indent="-228600">
              <a:lnSpc>
                <a:spcPct val="150000"/>
              </a:lnSpc>
              <a:spcBef>
                <a:spcPts val="600"/>
              </a:spcBef>
              <a:buFont typeface="Wingdings" panose="05000000000000000000" pitchFamily="2" charset="2"/>
              <a:buChar char="Ø"/>
              <a:defRPr sz="2000">
                <a:latin typeface="微软雅黑" panose="020B0503020204020204" pitchFamily="34" charset="-122"/>
                <a:ea typeface="微软雅黑" panose="020B0503020204020204" pitchFamily="34" charset="-122"/>
              </a:defRPr>
            </a:lvl1pPr>
            <a:lvl2pPr marL="685800" indent="-228600">
              <a:lnSpc>
                <a:spcPct val="100000"/>
              </a:lnSpc>
              <a:spcBef>
                <a:spcPts val="600"/>
              </a:spcBef>
              <a:buFont typeface="Arial" panose="020B0604020202090204" pitchFamily="34" charset="0"/>
              <a:buChar char="•"/>
              <a:defRPr sz="2400">
                <a:latin typeface="微软雅黑" panose="020B0503020204020204" pitchFamily="34" charset="-122"/>
                <a:ea typeface="微软雅黑" panose="020B0503020204020204" pitchFamily="34" charset="-122"/>
              </a:defRPr>
            </a:lvl2pPr>
            <a:lvl3pPr marL="1143000" indent="-228600">
              <a:lnSpc>
                <a:spcPct val="100000"/>
              </a:lnSpc>
              <a:spcBef>
                <a:spcPts val="600"/>
              </a:spcBef>
              <a:buFont typeface="Arial" panose="020B0604020202090204" pitchFamily="34" charset="0"/>
              <a:buChar char="•"/>
              <a:defRPr sz="2000">
                <a:latin typeface="微软雅黑" panose="020B0503020204020204" pitchFamily="34" charset="-122"/>
                <a:ea typeface="微软雅黑" panose="020B0503020204020204" pitchFamily="34" charset="-122"/>
              </a:defRPr>
            </a:lvl3pPr>
            <a:lvl4pPr marL="1600200" indent="-228600">
              <a:lnSpc>
                <a:spcPct val="100000"/>
              </a:lnSpc>
              <a:spcBef>
                <a:spcPts val="600"/>
              </a:spcBef>
              <a:buFont typeface="Arial" panose="020B0604020202090204" pitchFamily="34" charset="0"/>
              <a:buChar char="•"/>
              <a:defRPr>
                <a:latin typeface="微软雅黑" panose="020B0503020204020204" pitchFamily="34" charset="-122"/>
                <a:ea typeface="微软雅黑" panose="020B0503020204020204" pitchFamily="34" charset="-122"/>
              </a:defRPr>
            </a:lvl4pPr>
            <a:lvl5pPr marL="2057400" indent="-228600">
              <a:lnSpc>
                <a:spcPct val="100000"/>
              </a:lnSpc>
              <a:spcBef>
                <a:spcPts val="600"/>
              </a:spcBef>
              <a:buFont typeface="Arial" panose="020B0604020202090204" pitchFamily="34" charset="0"/>
              <a:buChar char="•"/>
              <a:defRPr>
                <a:latin typeface="微软雅黑" panose="020B0503020204020204" pitchFamily="34" charset="-122"/>
                <a:ea typeface="微软雅黑" panose="020B0503020204020204" pitchFamily="34" charset="-122"/>
              </a:defRPr>
            </a:lvl5pPr>
            <a:lvl6pPr marL="2514600" indent="-228600">
              <a:lnSpc>
                <a:spcPct val="90000"/>
              </a:lnSpc>
              <a:spcBef>
                <a:spcPts val="500"/>
              </a:spcBef>
              <a:buFont typeface="Arial" panose="020B0604020202090204" pitchFamily="34" charset="0"/>
              <a:buChar char="•"/>
            </a:lvl6pPr>
            <a:lvl7pPr marL="2971800" indent="-228600">
              <a:lnSpc>
                <a:spcPct val="90000"/>
              </a:lnSpc>
              <a:spcBef>
                <a:spcPts val="500"/>
              </a:spcBef>
              <a:buFont typeface="Arial" panose="020B0604020202090204" pitchFamily="34" charset="0"/>
              <a:buChar char="•"/>
            </a:lvl7pPr>
            <a:lvl8pPr marL="3429000" indent="-228600">
              <a:lnSpc>
                <a:spcPct val="90000"/>
              </a:lnSpc>
              <a:spcBef>
                <a:spcPts val="500"/>
              </a:spcBef>
              <a:buFont typeface="Arial" panose="020B0604020202090204" pitchFamily="34" charset="0"/>
              <a:buChar char="•"/>
            </a:lvl8pPr>
            <a:lvl9pPr marL="3886200" indent="-228600">
              <a:lnSpc>
                <a:spcPct val="90000"/>
              </a:lnSpc>
              <a:spcBef>
                <a:spcPts val="500"/>
              </a:spcBef>
              <a:buFont typeface="Arial" panose="020B0604020202090204" pitchFamily="34" charset="0"/>
              <a:buChar char="•"/>
            </a:lvl9pPr>
          </a:lstStyle>
          <a:p>
            <a:r>
              <a:rPr lang="en-US" altLang="zh-CN" dirty="0">
                <a:solidFill>
                  <a:srgbClr val="C00000"/>
                </a:solidFill>
              </a:rPr>
              <a:t>IEEE</a:t>
            </a:r>
            <a:r>
              <a:rPr lang="zh-CN" altLang="en-US" dirty="0"/>
              <a:t>成为以太网的官方标准化组织。开放的标准帮助以太网成了占绝对支配地位的</a:t>
            </a:r>
            <a:r>
              <a:rPr lang="en-US" altLang="zh-CN" dirty="0"/>
              <a:t>LAN</a:t>
            </a:r>
            <a:r>
              <a:rPr lang="zh-CN" altLang="en-US" dirty="0"/>
              <a:t>技术</a:t>
            </a:r>
          </a:p>
        </p:txBody>
      </p:sp>
      <p:pic>
        <p:nvPicPr>
          <p:cNvPr id="9" name="图片 8"/>
          <p:cNvPicPr>
            <a:picLocks noChangeAspect="1"/>
          </p:cNvPicPr>
          <p:nvPr/>
        </p:nvPicPr>
        <p:blipFill>
          <a:blip r:embed="rId3"/>
          <a:stretch>
            <a:fillRect/>
          </a:stretch>
        </p:blipFill>
        <p:spPr>
          <a:xfrm>
            <a:off x="560366" y="1457786"/>
            <a:ext cx="3219307" cy="2772745"/>
          </a:xfrm>
          <a:prstGeom prst="rect">
            <a:avLst/>
          </a:prstGeom>
        </p:spPr>
        <p:style>
          <a:lnRef idx="0">
            <a:schemeClr val="accent2"/>
          </a:lnRef>
          <a:fillRef idx="3">
            <a:schemeClr val="accent2"/>
          </a:fillRef>
          <a:effectRef idx="3">
            <a:schemeClr val="accent2"/>
          </a:effectRef>
          <a:fontRef idx="minor">
            <a:schemeClr val="lt1"/>
          </a:fontRef>
        </p:style>
      </p:pic>
      <p:pic>
        <p:nvPicPr>
          <p:cNvPr id="13" name="图片 12"/>
          <p:cNvPicPr>
            <a:picLocks noChangeAspect="1"/>
          </p:cNvPicPr>
          <p:nvPr/>
        </p:nvPicPr>
        <p:blipFill>
          <a:blip r:embed="rId4"/>
          <a:stretch>
            <a:fillRect/>
          </a:stretch>
        </p:blipFill>
        <p:spPr>
          <a:xfrm>
            <a:off x="4344416" y="1459815"/>
            <a:ext cx="3211187" cy="2768685"/>
          </a:xfrm>
          <a:prstGeom prst="rect">
            <a:avLst/>
          </a:prstGeom>
        </p:spPr>
        <p:style>
          <a:lnRef idx="0">
            <a:schemeClr val="accent2"/>
          </a:lnRef>
          <a:fillRef idx="3">
            <a:schemeClr val="accent2"/>
          </a:fillRef>
          <a:effectRef idx="3">
            <a:schemeClr val="accent2"/>
          </a:effectRef>
          <a:fontRef idx="minor">
            <a:schemeClr val="lt1"/>
          </a:fontRef>
        </p:style>
      </p:pic>
      <p:pic>
        <p:nvPicPr>
          <p:cNvPr id="15" name="图片 14"/>
          <p:cNvPicPr>
            <a:picLocks noChangeAspect="1"/>
          </p:cNvPicPr>
          <p:nvPr/>
        </p:nvPicPr>
        <p:blipFill>
          <a:blip r:embed="rId5"/>
          <a:stretch>
            <a:fillRect/>
          </a:stretch>
        </p:blipFill>
        <p:spPr>
          <a:xfrm>
            <a:off x="8120346" y="1486204"/>
            <a:ext cx="3174650" cy="2744327"/>
          </a:xfrm>
          <a:prstGeom prst="rect">
            <a:avLst/>
          </a:prstGeom>
        </p:spPr>
        <p:style>
          <a:lnRef idx="0">
            <a:schemeClr val="accent2"/>
          </a:lnRef>
          <a:fillRef idx="3">
            <a:schemeClr val="accent2"/>
          </a:fillRef>
          <a:effectRef idx="3">
            <a:schemeClr val="accent2"/>
          </a:effectRef>
          <a:fontRef idx="minor">
            <a:schemeClr val="lt1"/>
          </a:fontRef>
        </p:style>
      </p:pic>
      <p:sp>
        <p:nvSpPr>
          <p:cNvPr id="16" name="日期占位符 15"/>
          <p:cNvSpPr>
            <a:spLocks noGrp="1"/>
          </p:cNvSpPr>
          <p:nvPr>
            <p:ph type="dt" sz="half" idx="10"/>
          </p:nvPr>
        </p:nvSpPr>
        <p:spPr>
          <a:xfrm>
            <a:off x="197335" y="6489303"/>
            <a:ext cx="1411657" cy="332605"/>
          </a:xfrm>
        </p:spPr>
        <p:txBody>
          <a:bodyPr/>
          <a:lstStyle/>
          <a:p>
            <a:r>
              <a:rPr lang="en-US" altLang="zh-CN" dirty="0">
                <a:latin typeface="微软雅黑" panose="020B0503020204020204" pitchFamily="34" charset="-122"/>
                <a:ea typeface="微软雅黑" panose="020B0503020204020204" pitchFamily="34" charset="-122"/>
              </a:rPr>
              <a:t>4.3 </a:t>
            </a:r>
            <a:r>
              <a:rPr lang="zh-CN" altLang="en-US" dirty="0">
                <a:latin typeface="微软雅黑" panose="020B0503020204020204" pitchFamily="34" charset="-122"/>
                <a:ea typeface="微软雅黑" panose="020B0503020204020204" pitchFamily="34" charset="-122"/>
              </a:rPr>
              <a:t>以太网</a:t>
            </a:r>
          </a:p>
        </p:txBody>
      </p:sp>
      <p:grpSp>
        <p:nvGrpSpPr>
          <p:cNvPr id="28" name="组合 27"/>
          <p:cNvGrpSpPr/>
          <p:nvPr/>
        </p:nvGrpSpPr>
        <p:grpSpPr>
          <a:xfrm>
            <a:off x="3442597" y="6575687"/>
            <a:ext cx="4994189" cy="254887"/>
            <a:chOff x="-214926" y="6517848"/>
            <a:chExt cx="4994189" cy="460463"/>
          </a:xfrm>
        </p:grpSpPr>
        <p:grpSp>
          <p:nvGrpSpPr>
            <p:cNvPr id="29" name="组合 28"/>
            <p:cNvGrpSpPr/>
            <p:nvPr/>
          </p:nvGrpSpPr>
          <p:grpSpPr>
            <a:xfrm>
              <a:off x="-134143" y="6517848"/>
              <a:ext cx="4913406" cy="444808"/>
              <a:chOff x="-134143" y="6326763"/>
              <a:chExt cx="4913406" cy="444808"/>
            </a:xfrm>
          </p:grpSpPr>
          <p:cxnSp>
            <p:nvCxnSpPr>
              <p:cNvPr id="31" name="直接连接符 30"/>
              <p:cNvCxnSpPr/>
              <p:nvPr/>
            </p:nvCxnSpPr>
            <p:spPr>
              <a:xfrm>
                <a:off x="-134143" y="6356350"/>
                <a:ext cx="3617495" cy="0"/>
              </a:xfrm>
              <a:prstGeom prst="line">
                <a:avLst/>
              </a:prstGeom>
            </p:spPr>
            <p:style>
              <a:lnRef idx="1">
                <a:schemeClr val="accent1"/>
              </a:lnRef>
              <a:fillRef idx="0">
                <a:schemeClr val="accent1"/>
              </a:fillRef>
              <a:effectRef idx="0">
                <a:schemeClr val="accent1"/>
              </a:effectRef>
              <a:fontRef idx="minor">
                <a:schemeClr val="tx1"/>
              </a:fontRef>
            </p:style>
          </p:cxnSp>
          <p:sp>
            <p:nvSpPr>
              <p:cNvPr id="32" name="文本框 31"/>
              <p:cNvSpPr txBox="1"/>
              <p:nvPr/>
            </p:nvSpPr>
            <p:spPr>
              <a:xfrm>
                <a:off x="466864" y="6326763"/>
                <a:ext cx="4312399" cy="444808"/>
              </a:xfrm>
              <a:prstGeom prst="rect">
                <a:avLst/>
              </a:prstGeom>
              <a:noFill/>
            </p:spPr>
            <p:txBody>
              <a:bodyPr wrap="none" rtlCol="0">
                <a:spAutoFit/>
              </a:bodyPr>
              <a:lstStyle/>
              <a:p>
                <a:r>
                  <a:rPr lang="en-US" altLang="zh-CN" sz="1000" dirty="0">
                    <a:solidFill>
                      <a:schemeClr val="bg1">
                        <a:lumMod val="50000"/>
                      </a:schemeClr>
                    </a:solidFill>
                    <a:latin typeface="微软雅黑" panose="020B0503020204020204" pitchFamily="34" charset="-122"/>
                    <a:ea typeface="微软雅黑" panose="020B0503020204020204" pitchFamily="34" charset="-122"/>
                  </a:rPr>
                  <a:t>https://www.slideshare.net/citizenearth/bridge-to-tera-bit-ethernet</a:t>
                </a:r>
              </a:p>
            </p:txBody>
          </p:sp>
        </p:grpSp>
        <p:sp>
          <p:nvSpPr>
            <p:cNvPr id="30" name="文本框 29"/>
            <p:cNvSpPr txBox="1"/>
            <p:nvPr/>
          </p:nvSpPr>
          <p:spPr>
            <a:xfrm>
              <a:off x="-214926" y="6519602"/>
              <a:ext cx="840644" cy="458709"/>
            </a:xfrm>
            <a:prstGeom prst="rect">
              <a:avLst/>
            </a:prstGeom>
            <a:noFill/>
          </p:spPr>
          <p:txBody>
            <a:bodyPr wrap="square">
              <a:spAutoFit/>
            </a:bodyPr>
            <a:lstStyle/>
            <a:p>
              <a:r>
                <a:rPr lang="zh-CN" altLang="en-US" sz="1050" dirty="0">
                  <a:solidFill>
                    <a:schemeClr val="bg1">
                      <a:lumMod val="50000"/>
                    </a:schemeClr>
                  </a:solidFill>
                  <a:latin typeface="微软雅黑" panose="020B0503020204020204" pitchFamily="34" charset="-122"/>
                  <a:ea typeface="微软雅黑" panose="020B0503020204020204" pitchFamily="34" charset="-122"/>
                </a:rPr>
                <a:t>图片来源</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blinds(horizontal)">
                                      <p:cBhvr>
                                        <p:cTn id="7" dur="500"/>
                                        <p:tgtEl>
                                          <p:spTgt spid="13"/>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blinds(horizontal)">
                                      <p:cBhvr>
                                        <p:cTn id="10"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blinds(horizontal)">
                                      <p:cBhvr>
                                        <p:cTn id="15" dur="500"/>
                                        <p:tgtEl>
                                          <p:spTgt spid="15"/>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3">
                                            <p:txEl>
                                              <p:pRg st="0" end="0"/>
                                            </p:txEl>
                                          </p:spTgt>
                                        </p:tgtEl>
                                        <p:attrNameLst>
                                          <p:attrName>style.visibility</p:attrName>
                                        </p:attrNameLst>
                                      </p:cBhvr>
                                      <p:to>
                                        <p:strVal val="visible"/>
                                      </p:to>
                                    </p:set>
                                    <p:animEffect transition="in" filter="blinds(horizontal)">
                                      <p:cBhvr>
                                        <p:cTn id="18"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12"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以太网的前世今生</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30</a:t>
            </a:fld>
            <a:endParaRPr kumimoji="1" lang="zh-CN" altLang="en-US" dirty="0"/>
          </a:p>
        </p:txBody>
      </p:sp>
      <p:grpSp>
        <p:nvGrpSpPr>
          <p:cNvPr id="3" name="组合 2"/>
          <p:cNvGrpSpPr/>
          <p:nvPr/>
        </p:nvGrpSpPr>
        <p:grpSpPr>
          <a:xfrm>
            <a:off x="312420" y="1454075"/>
            <a:ext cx="3695700" cy="4459047"/>
            <a:chOff x="312420" y="1454075"/>
            <a:chExt cx="3695700" cy="4459047"/>
          </a:xfrm>
        </p:grpSpPr>
        <p:sp>
          <p:nvSpPr>
            <p:cNvPr id="10" name="文本框 9"/>
            <p:cNvSpPr txBox="1"/>
            <p:nvPr/>
          </p:nvSpPr>
          <p:spPr>
            <a:xfrm>
              <a:off x="312420" y="4342766"/>
              <a:ext cx="3695700" cy="1570356"/>
            </a:xfrm>
            <a:prstGeom prst="rect">
              <a:avLst/>
            </a:prstGeom>
          </p:spPr>
          <p:txBody>
            <a:bodyPr vert="horz" lIns="91440" tIns="45720" rIns="91440" bIns="45720" rtlCol="0">
              <a:normAutofit/>
            </a:bodyPr>
            <a:lstStyle>
              <a:lvl1pPr marL="228600" indent="-228600">
                <a:lnSpc>
                  <a:spcPct val="150000"/>
                </a:lnSpc>
                <a:spcBef>
                  <a:spcPts val="600"/>
                </a:spcBef>
                <a:buFont typeface="Wingdings" panose="05000000000000000000" pitchFamily="2" charset="2"/>
                <a:buChar char="Ø"/>
                <a:defRPr sz="2000">
                  <a:latin typeface="微软雅黑" panose="020B0503020204020204" pitchFamily="34" charset="-122"/>
                  <a:ea typeface="微软雅黑" panose="020B0503020204020204" pitchFamily="34" charset="-122"/>
                </a:defRPr>
              </a:lvl1pPr>
              <a:lvl2pPr marL="685800" indent="-228600">
                <a:lnSpc>
                  <a:spcPct val="100000"/>
                </a:lnSpc>
                <a:spcBef>
                  <a:spcPts val="600"/>
                </a:spcBef>
                <a:buFont typeface="Arial" panose="020B0604020202090204" pitchFamily="34" charset="0"/>
                <a:buChar char="•"/>
                <a:defRPr sz="2400">
                  <a:latin typeface="微软雅黑" panose="020B0503020204020204" pitchFamily="34" charset="-122"/>
                  <a:ea typeface="微软雅黑" panose="020B0503020204020204" pitchFamily="34" charset="-122"/>
                </a:defRPr>
              </a:lvl2pPr>
              <a:lvl3pPr marL="1143000" indent="-228600">
                <a:lnSpc>
                  <a:spcPct val="100000"/>
                </a:lnSpc>
                <a:spcBef>
                  <a:spcPts val="600"/>
                </a:spcBef>
                <a:buFont typeface="Arial" panose="020B0604020202090204" pitchFamily="34" charset="0"/>
                <a:buChar char="•"/>
                <a:defRPr sz="2000">
                  <a:latin typeface="微软雅黑" panose="020B0503020204020204" pitchFamily="34" charset="-122"/>
                  <a:ea typeface="微软雅黑" panose="020B0503020204020204" pitchFamily="34" charset="-122"/>
                </a:defRPr>
              </a:lvl3pPr>
              <a:lvl4pPr marL="1600200" indent="-228600">
                <a:lnSpc>
                  <a:spcPct val="100000"/>
                </a:lnSpc>
                <a:spcBef>
                  <a:spcPts val="600"/>
                </a:spcBef>
                <a:buFont typeface="Arial" panose="020B0604020202090204" pitchFamily="34" charset="0"/>
                <a:buChar char="•"/>
                <a:defRPr>
                  <a:latin typeface="微软雅黑" panose="020B0503020204020204" pitchFamily="34" charset="-122"/>
                  <a:ea typeface="微软雅黑" panose="020B0503020204020204" pitchFamily="34" charset="-122"/>
                </a:defRPr>
              </a:lvl4pPr>
              <a:lvl5pPr marL="2057400" indent="-228600">
                <a:lnSpc>
                  <a:spcPct val="100000"/>
                </a:lnSpc>
                <a:spcBef>
                  <a:spcPts val="600"/>
                </a:spcBef>
                <a:buFont typeface="Arial" panose="020B0604020202090204" pitchFamily="34" charset="0"/>
                <a:buChar char="•"/>
                <a:defRPr>
                  <a:latin typeface="微软雅黑" panose="020B0503020204020204" pitchFamily="34" charset="-122"/>
                  <a:ea typeface="微软雅黑" panose="020B0503020204020204" pitchFamily="34" charset="-122"/>
                </a:defRPr>
              </a:lvl5pPr>
              <a:lvl6pPr marL="2514600" indent="-228600">
                <a:lnSpc>
                  <a:spcPct val="90000"/>
                </a:lnSpc>
                <a:spcBef>
                  <a:spcPts val="500"/>
                </a:spcBef>
                <a:buFont typeface="Arial" panose="020B0604020202090204" pitchFamily="34" charset="0"/>
                <a:buChar char="•"/>
              </a:lvl6pPr>
              <a:lvl7pPr marL="2971800" indent="-228600">
                <a:lnSpc>
                  <a:spcPct val="90000"/>
                </a:lnSpc>
                <a:spcBef>
                  <a:spcPts val="500"/>
                </a:spcBef>
                <a:buFont typeface="Arial" panose="020B0604020202090204" pitchFamily="34" charset="0"/>
                <a:buChar char="•"/>
              </a:lvl7pPr>
              <a:lvl8pPr marL="3429000" indent="-228600">
                <a:lnSpc>
                  <a:spcPct val="90000"/>
                </a:lnSpc>
                <a:spcBef>
                  <a:spcPts val="500"/>
                </a:spcBef>
                <a:buFont typeface="Arial" panose="020B0604020202090204" pitchFamily="34" charset="0"/>
                <a:buChar char="•"/>
              </a:lvl8pPr>
              <a:lvl9pPr marL="3886200" indent="-228600">
                <a:lnSpc>
                  <a:spcPct val="90000"/>
                </a:lnSpc>
                <a:spcBef>
                  <a:spcPts val="500"/>
                </a:spcBef>
                <a:buFont typeface="Arial" panose="020B0604020202090204" pitchFamily="34" charset="0"/>
                <a:buChar char="•"/>
              </a:lvl9pPr>
            </a:lstStyle>
            <a:p>
              <a:r>
                <a:rPr lang="en-US" altLang="zh-CN" dirty="0"/>
                <a:t>Kalpana</a:t>
              </a:r>
              <a:r>
                <a:rPr lang="zh-CN" altLang="en-US" dirty="0"/>
                <a:t>推出了第一台以太网</a:t>
              </a:r>
              <a:r>
                <a:rPr lang="zh-CN" altLang="en-US" dirty="0">
                  <a:solidFill>
                    <a:srgbClr val="C00000"/>
                  </a:solidFill>
                </a:rPr>
                <a:t>交换机</a:t>
              </a:r>
              <a:r>
                <a:rPr lang="zh-CN" altLang="en-US" dirty="0"/>
                <a:t>，最终取代了网桥和集线器</a:t>
              </a:r>
            </a:p>
          </p:txBody>
        </p:sp>
        <p:pic>
          <p:nvPicPr>
            <p:cNvPr id="8" name="图片 7"/>
            <p:cNvPicPr>
              <a:picLocks noChangeAspect="1"/>
            </p:cNvPicPr>
            <p:nvPr/>
          </p:nvPicPr>
          <p:blipFill>
            <a:blip r:embed="rId3"/>
            <a:stretch>
              <a:fillRect/>
            </a:stretch>
          </p:blipFill>
          <p:spPr>
            <a:xfrm>
              <a:off x="548842" y="1454075"/>
              <a:ext cx="3198642" cy="2738786"/>
            </a:xfrm>
            <a:prstGeom prst="rect">
              <a:avLst/>
            </a:prstGeom>
          </p:spPr>
          <p:style>
            <a:lnRef idx="0">
              <a:schemeClr val="accent2"/>
            </a:lnRef>
            <a:fillRef idx="3">
              <a:schemeClr val="accent2"/>
            </a:fillRef>
            <a:effectRef idx="3">
              <a:schemeClr val="accent2"/>
            </a:effectRef>
            <a:fontRef idx="minor">
              <a:schemeClr val="lt1"/>
            </a:fontRef>
          </p:style>
        </p:pic>
      </p:grpSp>
      <p:grpSp>
        <p:nvGrpSpPr>
          <p:cNvPr id="5" name="组合 4"/>
          <p:cNvGrpSpPr/>
          <p:nvPr/>
        </p:nvGrpSpPr>
        <p:grpSpPr>
          <a:xfrm>
            <a:off x="4160519" y="1446478"/>
            <a:ext cx="3695700" cy="4748583"/>
            <a:chOff x="4160519" y="1446478"/>
            <a:chExt cx="3695700" cy="4748583"/>
          </a:xfrm>
        </p:grpSpPr>
        <p:sp>
          <p:nvSpPr>
            <p:cNvPr id="11" name="文本框 10"/>
            <p:cNvSpPr txBox="1"/>
            <p:nvPr/>
          </p:nvSpPr>
          <p:spPr>
            <a:xfrm>
              <a:off x="4160519" y="4367777"/>
              <a:ext cx="3695700" cy="1827284"/>
            </a:xfrm>
            <a:prstGeom prst="rect">
              <a:avLst/>
            </a:prstGeom>
          </p:spPr>
          <p:txBody>
            <a:bodyPr vert="horz" lIns="91440" tIns="45720" rIns="91440" bIns="45720" rtlCol="0">
              <a:normAutofit/>
            </a:bodyPr>
            <a:lstStyle>
              <a:lvl1pPr marL="228600" indent="-228600">
                <a:lnSpc>
                  <a:spcPct val="150000"/>
                </a:lnSpc>
                <a:spcBef>
                  <a:spcPts val="600"/>
                </a:spcBef>
                <a:buFont typeface="Wingdings" panose="05000000000000000000" pitchFamily="2" charset="2"/>
                <a:buChar char="Ø"/>
                <a:defRPr sz="2000">
                  <a:latin typeface="微软雅黑" panose="020B0503020204020204" pitchFamily="34" charset="-122"/>
                  <a:ea typeface="微软雅黑" panose="020B0503020204020204" pitchFamily="34" charset="-122"/>
                </a:defRPr>
              </a:lvl1pPr>
              <a:lvl2pPr marL="685800" indent="-228600">
                <a:lnSpc>
                  <a:spcPct val="100000"/>
                </a:lnSpc>
                <a:spcBef>
                  <a:spcPts val="600"/>
                </a:spcBef>
                <a:buFont typeface="Arial" panose="020B0604020202090204" pitchFamily="34" charset="0"/>
                <a:buChar char="•"/>
                <a:defRPr sz="2400">
                  <a:latin typeface="微软雅黑" panose="020B0503020204020204" pitchFamily="34" charset="-122"/>
                  <a:ea typeface="微软雅黑" panose="020B0503020204020204" pitchFamily="34" charset="-122"/>
                </a:defRPr>
              </a:lvl2pPr>
              <a:lvl3pPr marL="1143000" indent="-228600">
                <a:lnSpc>
                  <a:spcPct val="100000"/>
                </a:lnSpc>
                <a:spcBef>
                  <a:spcPts val="600"/>
                </a:spcBef>
                <a:buFont typeface="Arial" panose="020B0604020202090204" pitchFamily="34" charset="0"/>
                <a:buChar char="•"/>
                <a:defRPr sz="2000">
                  <a:latin typeface="微软雅黑" panose="020B0503020204020204" pitchFamily="34" charset="-122"/>
                  <a:ea typeface="微软雅黑" panose="020B0503020204020204" pitchFamily="34" charset="-122"/>
                </a:defRPr>
              </a:lvl3pPr>
              <a:lvl4pPr marL="1600200" indent="-228600">
                <a:lnSpc>
                  <a:spcPct val="100000"/>
                </a:lnSpc>
                <a:spcBef>
                  <a:spcPts val="600"/>
                </a:spcBef>
                <a:buFont typeface="Arial" panose="020B0604020202090204" pitchFamily="34" charset="0"/>
                <a:buChar char="•"/>
                <a:defRPr>
                  <a:latin typeface="微软雅黑" panose="020B0503020204020204" pitchFamily="34" charset="-122"/>
                  <a:ea typeface="微软雅黑" panose="020B0503020204020204" pitchFamily="34" charset="-122"/>
                </a:defRPr>
              </a:lvl4pPr>
              <a:lvl5pPr marL="2057400" indent="-228600">
                <a:lnSpc>
                  <a:spcPct val="100000"/>
                </a:lnSpc>
                <a:spcBef>
                  <a:spcPts val="600"/>
                </a:spcBef>
                <a:buFont typeface="Arial" panose="020B0604020202090204" pitchFamily="34" charset="0"/>
                <a:buChar char="•"/>
                <a:defRPr>
                  <a:latin typeface="微软雅黑" panose="020B0503020204020204" pitchFamily="34" charset="-122"/>
                  <a:ea typeface="微软雅黑" panose="020B0503020204020204" pitchFamily="34" charset="-122"/>
                </a:defRPr>
              </a:lvl5pPr>
              <a:lvl6pPr marL="2514600" indent="-228600">
                <a:lnSpc>
                  <a:spcPct val="90000"/>
                </a:lnSpc>
                <a:spcBef>
                  <a:spcPts val="500"/>
                </a:spcBef>
                <a:buFont typeface="Arial" panose="020B0604020202090204" pitchFamily="34" charset="0"/>
                <a:buChar char="•"/>
              </a:lvl6pPr>
              <a:lvl7pPr marL="2971800" indent="-228600">
                <a:lnSpc>
                  <a:spcPct val="90000"/>
                </a:lnSpc>
                <a:spcBef>
                  <a:spcPts val="500"/>
                </a:spcBef>
                <a:buFont typeface="Arial" panose="020B0604020202090204" pitchFamily="34" charset="0"/>
                <a:buChar char="•"/>
              </a:lvl7pPr>
              <a:lvl8pPr marL="3429000" indent="-228600">
                <a:lnSpc>
                  <a:spcPct val="90000"/>
                </a:lnSpc>
                <a:spcBef>
                  <a:spcPts val="500"/>
                </a:spcBef>
                <a:buFont typeface="Arial" panose="020B0604020202090204" pitchFamily="34" charset="0"/>
                <a:buChar char="•"/>
              </a:lvl8pPr>
              <a:lvl9pPr marL="3886200" indent="-228600">
                <a:lnSpc>
                  <a:spcPct val="90000"/>
                </a:lnSpc>
                <a:spcBef>
                  <a:spcPts val="500"/>
                </a:spcBef>
                <a:buFont typeface="Arial" panose="020B0604020202090204" pitchFamily="34" charset="0"/>
                <a:buChar char="•"/>
              </a:lvl9pPr>
            </a:lstStyle>
            <a:p>
              <a:r>
                <a:rPr lang="en-US" altLang="zh-CN" dirty="0"/>
                <a:t>IEEE</a:t>
              </a:r>
              <a:r>
                <a:rPr lang="zh-CN" altLang="en-US" dirty="0"/>
                <a:t>批准了</a:t>
              </a:r>
              <a:r>
                <a:rPr lang="en-US" altLang="zh-CN" dirty="0"/>
                <a:t>Cat-3</a:t>
              </a:r>
              <a:r>
                <a:rPr lang="zh-CN" altLang="en-US" dirty="0">
                  <a:solidFill>
                    <a:srgbClr val="C00000"/>
                  </a:solidFill>
                </a:rPr>
                <a:t>双绞线</a:t>
              </a:r>
              <a:r>
                <a:rPr lang="en-US" altLang="zh-CN" dirty="0">
                  <a:solidFill>
                    <a:srgbClr val="7030A0"/>
                  </a:solidFill>
                </a:rPr>
                <a:t>10Base-T</a:t>
              </a:r>
              <a:r>
                <a:rPr lang="zh-CN" altLang="en-US" dirty="0"/>
                <a:t>以太网，很快成为</a:t>
              </a:r>
              <a:r>
                <a:rPr lang="en-US" altLang="zh-CN" dirty="0"/>
                <a:t>LAN</a:t>
              </a:r>
              <a:r>
                <a:rPr lang="zh-CN" altLang="en-US" dirty="0"/>
                <a:t>部署的标准配置</a:t>
              </a:r>
            </a:p>
          </p:txBody>
        </p:sp>
        <p:pic>
          <p:nvPicPr>
            <p:cNvPr id="13" name="图片 12"/>
            <p:cNvPicPr>
              <a:picLocks noChangeAspect="1"/>
            </p:cNvPicPr>
            <p:nvPr/>
          </p:nvPicPr>
          <p:blipFill>
            <a:blip r:embed="rId4"/>
            <a:stretch>
              <a:fillRect/>
            </a:stretch>
          </p:blipFill>
          <p:spPr>
            <a:xfrm>
              <a:off x="4401913" y="1446478"/>
              <a:ext cx="3217483" cy="2753980"/>
            </a:xfrm>
            <a:prstGeom prst="rect">
              <a:avLst/>
            </a:prstGeom>
          </p:spPr>
          <p:style>
            <a:lnRef idx="0">
              <a:schemeClr val="accent2"/>
            </a:lnRef>
            <a:fillRef idx="3">
              <a:schemeClr val="accent2"/>
            </a:fillRef>
            <a:effectRef idx="3">
              <a:schemeClr val="accent2"/>
            </a:effectRef>
            <a:fontRef idx="minor">
              <a:schemeClr val="lt1"/>
            </a:fontRef>
          </p:style>
        </p:pic>
      </p:grpSp>
      <p:grpSp>
        <p:nvGrpSpPr>
          <p:cNvPr id="6" name="组合 5"/>
          <p:cNvGrpSpPr/>
          <p:nvPr/>
        </p:nvGrpSpPr>
        <p:grpSpPr>
          <a:xfrm>
            <a:off x="8031482" y="1454075"/>
            <a:ext cx="3459826" cy="4459046"/>
            <a:chOff x="8031482" y="1454075"/>
            <a:chExt cx="3459826" cy="4459046"/>
          </a:xfrm>
        </p:grpSpPr>
        <p:sp>
          <p:nvSpPr>
            <p:cNvPr id="12" name="文本框 11"/>
            <p:cNvSpPr txBox="1"/>
            <p:nvPr/>
          </p:nvSpPr>
          <p:spPr>
            <a:xfrm>
              <a:off x="8031482" y="4367777"/>
              <a:ext cx="3410786" cy="1545344"/>
            </a:xfrm>
            <a:prstGeom prst="rect">
              <a:avLst/>
            </a:prstGeom>
          </p:spPr>
          <p:txBody>
            <a:bodyPr vert="horz" lIns="91440" tIns="45720" rIns="91440" bIns="45720" rtlCol="0">
              <a:normAutofit/>
            </a:bodyPr>
            <a:lstStyle>
              <a:lvl1pPr marL="228600" indent="-228600">
                <a:lnSpc>
                  <a:spcPct val="150000"/>
                </a:lnSpc>
                <a:spcBef>
                  <a:spcPts val="600"/>
                </a:spcBef>
                <a:buFont typeface="Wingdings" panose="05000000000000000000" pitchFamily="2" charset="2"/>
                <a:buChar char="Ø"/>
                <a:defRPr sz="2000">
                  <a:latin typeface="微软雅黑" panose="020B0503020204020204" pitchFamily="34" charset="-122"/>
                  <a:ea typeface="微软雅黑" panose="020B0503020204020204" pitchFamily="34" charset="-122"/>
                </a:defRPr>
              </a:lvl1pPr>
              <a:lvl2pPr marL="685800" indent="-228600">
                <a:lnSpc>
                  <a:spcPct val="100000"/>
                </a:lnSpc>
                <a:spcBef>
                  <a:spcPts val="600"/>
                </a:spcBef>
                <a:buFont typeface="Arial" panose="020B0604020202090204" pitchFamily="34" charset="0"/>
                <a:buChar char="•"/>
                <a:defRPr sz="2400">
                  <a:latin typeface="微软雅黑" panose="020B0503020204020204" pitchFamily="34" charset="-122"/>
                  <a:ea typeface="微软雅黑" panose="020B0503020204020204" pitchFamily="34" charset="-122"/>
                </a:defRPr>
              </a:lvl2pPr>
              <a:lvl3pPr marL="1143000" indent="-228600">
                <a:lnSpc>
                  <a:spcPct val="100000"/>
                </a:lnSpc>
                <a:spcBef>
                  <a:spcPts val="600"/>
                </a:spcBef>
                <a:buFont typeface="Arial" panose="020B0604020202090204" pitchFamily="34" charset="0"/>
                <a:buChar char="•"/>
                <a:defRPr sz="2000">
                  <a:latin typeface="微软雅黑" panose="020B0503020204020204" pitchFamily="34" charset="-122"/>
                  <a:ea typeface="微软雅黑" panose="020B0503020204020204" pitchFamily="34" charset="-122"/>
                </a:defRPr>
              </a:lvl3pPr>
              <a:lvl4pPr marL="1600200" indent="-228600">
                <a:lnSpc>
                  <a:spcPct val="100000"/>
                </a:lnSpc>
                <a:spcBef>
                  <a:spcPts val="600"/>
                </a:spcBef>
                <a:buFont typeface="Arial" panose="020B0604020202090204" pitchFamily="34" charset="0"/>
                <a:buChar char="•"/>
                <a:defRPr>
                  <a:latin typeface="微软雅黑" panose="020B0503020204020204" pitchFamily="34" charset="-122"/>
                  <a:ea typeface="微软雅黑" panose="020B0503020204020204" pitchFamily="34" charset="-122"/>
                </a:defRPr>
              </a:lvl4pPr>
              <a:lvl5pPr marL="2057400" indent="-228600">
                <a:lnSpc>
                  <a:spcPct val="100000"/>
                </a:lnSpc>
                <a:spcBef>
                  <a:spcPts val="600"/>
                </a:spcBef>
                <a:buFont typeface="Arial" panose="020B0604020202090204" pitchFamily="34" charset="0"/>
                <a:buChar char="•"/>
                <a:defRPr>
                  <a:latin typeface="微软雅黑" panose="020B0503020204020204" pitchFamily="34" charset="-122"/>
                  <a:ea typeface="微软雅黑" panose="020B0503020204020204" pitchFamily="34" charset="-122"/>
                </a:defRPr>
              </a:lvl5pPr>
              <a:lvl6pPr marL="2514600" indent="-228600">
                <a:lnSpc>
                  <a:spcPct val="90000"/>
                </a:lnSpc>
                <a:spcBef>
                  <a:spcPts val="500"/>
                </a:spcBef>
                <a:buFont typeface="Arial" panose="020B0604020202090204" pitchFamily="34" charset="0"/>
                <a:buChar char="•"/>
              </a:lvl6pPr>
              <a:lvl7pPr marL="2971800" indent="-228600">
                <a:lnSpc>
                  <a:spcPct val="90000"/>
                </a:lnSpc>
                <a:spcBef>
                  <a:spcPts val="500"/>
                </a:spcBef>
                <a:buFont typeface="Arial" panose="020B0604020202090204" pitchFamily="34" charset="0"/>
                <a:buChar char="•"/>
              </a:lvl7pPr>
              <a:lvl8pPr marL="3429000" indent="-228600">
                <a:lnSpc>
                  <a:spcPct val="90000"/>
                </a:lnSpc>
                <a:spcBef>
                  <a:spcPts val="500"/>
                </a:spcBef>
                <a:buFont typeface="Arial" panose="020B0604020202090204" pitchFamily="34" charset="0"/>
                <a:buChar char="•"/>
              </a:lvl8pPr>
              <a:lvl9pPr marL="3886200" indent="-228600">
                <a:lnSpc>
                  <a:spcPct val="90000"/>
                </a:lnSpc>
                <a:spcBef>
                  <a:spcPts val="500"/>
                </a:spcBef>
                <a:buFont typeface="Arial" panose="020B0604020202090204" pitchFamily="34" charset="0"/>
                <a:buChar char="•"/>
              </a:lvl9pPr>
            </a:lstStyle>
            <a:p>
              <a:r>
                <a:rPr lang="en-US" altLang="zh-CN" dirty="0"/>
                <a:t>IEEE</a:t>
              </a:r>
              <a:r>
                <a:rPr lang="zh-CN" altLang="en-US" dirty="0"/>
                <a:t>批准</a:t>
              </a:r>
              <a:r>
                <a:rPr lang="en-US" altLang="zh-CN" dirty="0">
                  <a:solidFill>
                    <a:srgbClr val="7030A0"/>
                  </a:solidFill>
                </a:rPr>
                <a:t>10BaseF</a:t>
              </a:r>
              <a:r>
                <a:rPr lang="zh-CN" altLang="en-US" dirty="0"/>
                <a:t>标准，即数据中心所用的</a:t>
              </a:r>
              <a:r>
                <a:rPr lang="zh-CN" altLang="en-US" dirty="0">
                  <a:solidFill>
                    <a:srgbClr val="C00000"/>
                  </a:solidFill>
                </a:rPr>
                <a:t>光纤</a:t>
              </a:r>
              <a:r>
                <a:rPr lang="zh-CN" altLang="en-US" dirty="0"/>
                <a:t>以太网标准</a:t>
              </a:r>
            </a:p>
          </p:txBody>
        </p:sp>
        <p:pic>
          <p:nvPicPr>
            <p:cNvPr id="15" name="图片 14"/>
            <p:cNvPicPr>
              <a:picLocks noChangeAspect="1"/>
            </p:cNvPicPr>
            <p:nvPr/>
          </p:nvPicPr>
          <p:blipFill>
            <a:blip r:embed="rId5"/>
            <a:stretch>
              <a:fillRect/>
            </a:stretch>
          </p:blipFill>
          <p:spPr>
            <a:xfrm>
              <a:off x="8273825" y="1454075"/>
              <a:ext cx="3217483" cy="2755222"/>
            </a:xfrm>
            <a:prstGeom prst="rect">
              <a:avLst/>
            </a:prstGeom>
          </p:spPr>
          <p:style>
            <a:lnRef idx="0">
              <a:schemeClr val="accent2"/>
            </a:lnRef>
            <a:fillRef idx="3">
              <a:schemeClr val="accent2"/>
            </a:fillRef>
            <a:effectRef idx="3">
              <a:schemeClr val="accent2"/>
            </a:effectRef>
            <a:fontRef idx="minor">
              <a:schemeClr val="lt1"/>
            </a:fontRef>
          </p:style>
        </p:pic>
      </p:grpSp>
      <p:grpSp>
        <p:nvGrpSpPr>
          <p:cNvPr id="30" name="组合 29"/>
          <p:cNvGrpSpPr/>
          <p:nvPr/>
        </p:nvGrpSpPr>
        <p:grpSpPr>
          <a:xfrm>
            <a:off x="3442597" y="6575687"/>
            <a:ext cx="4994189" cy="254887"/>
            <a:chOff x="-214926" y="6517848"/>
            <a:chExt cx="4994189" cy="460463"/>
          </a:xfrm>
        </p:grpSpPr>
        <p:grpSp>
          <p:nvGrpSpPr>
            <p:cNvPr id="31" name="组合 30"/>
            <p:cNvGrpSpPr/>
            <p:nvPr/>
          </p:nvGrpSpPr>
          <p:grpSpPr>
            <a:xfrm>
              <a:off x="-134143" y="6517848"/>
              <a:ext cx="4913406" cy="444808"/>
              <a:chOff x="-134143" y="6326763"/>
              <a:chExt cx="4913406" cy="444808"/>
            </a:xfrm>
          </p:grpSpPr>
          <p:cxnSp>
            <p:nvCxnSpPr>
              <p:cNvPr id="33" name="直接连接符 32"/>
              <p:cNvCxnSpPr/>
              <p:nvPr/>
            </p:nvCxnSpPr>
            <p:spPr>
              <a:xfrm>
                <a:off x="-134143" y="6356350"/>
                <a:ext cx="3617495" cy="0"/>
              </a:xfrm>
              <a:prstGeom prst="line">
                <a:avLst/>
              </a:prstGeom>
            </p:spPr>
            <p:style>
              <a:lnRef idx="1">
                <a:schemeClr val="accent1"/>
              </a:lnRef>
              <a:fillRef idx="0">
                <a:schemeClr val="accent1"/>
              </a:fillRef>
              <a:effectRef idx="0">
                <a:schemeClr val="accent1"/>
              </a:effectRef>
              <a:fontRef idx="minor">
                <a:schemeClr val="tx1"/>
              </a:fontRef>
            </p:style>
          </p:cxnSp>
          <p:sp>
            <p:nvSpPr>
              <p:cNvPr id="34" name="文本框 33"/>
              <p:cNvSpPr txBox="1"/>
              <p:nvPr/>
            </p:nvSpPr>
            <p:spPr>
              <a:xfrm>
                <a:off x="466864" y="6326763"/>
                <a:ext cx="4312399" cy="444808"/>
              </a:xfrm>
              <a:prstGeom prst="rect">
                <a:avLst/>
              </a:prstGeom>
              <a:noFill/>
            </p:spPr>
            <p:txBody>
              <a:bodyPr wrap="none" rtlCol="0">
                <a:spAutoFit/>
              </a:bodyPr>
              <a:lstStyle/>
              <a:p>
                <a:r>
                  <a:rPr lang="en-US" altLang="zh-CN" sz="1000" dirty="0">
                    <a:solidFill>
                      <a:schemeClr val="bg1">
                        <a:lumMod val="50000"/>
                      </a:schemeClr>
                    </a:solidFill>
                    <a:latin typeface="微软雅黑" panose="020B0503020204020204" pitchFamily="34" charset="-122"/>
                    <a:ea typeface="微软雅黑" panose="020B0503020204020204" pitchFamily="34" charset="-122"/>
                  </a:rPr>
                  <a:t>https://www.slideshare.net/citizenearth/bridge-to-tera-bit-ethernet</a:t>
                </a:r>
              </a:p>
            </p:txBody>
          </p:sp>
        </p:grpSp>
        <p:sp>
          <p:nvSpPr>
            <p:cNvPr id="32" name="文本框 31"/>
            <p:cNvSpPr txBox="1"/>
            <p:nvPr/>
          </p:nvSpPr>
          <p:spPr>
            <a:xfrm>
              <a:off x="-214926" y="6519602"/>
              <a:ext cx="840644" cy="458709"/>
            </a:xfrm>
            <a:prstGeom prst="rect">
              <a:avLst/>
            </a:prstGeom>
            <a:noFill/>
          </p:spPr>
          <p:txBody>
            <a:bodyPr wrap="square">
              <a:spAutoFit/>
            </a:bodyPr>
            <a:lstStyle/>
            <a:p>
              <a:r>
                <a:rPr lang="zh-CN" altLang="en-US" sz="1050" dirty="0">
                  <a:solidFill>
                    <a:schemeClr val="bg1">
                      <a:lumMod val="50000"/>
                    </a:schemeClr>
                  </a:solidFill>
                  <a:latin typeface="微软雅黑" panose="020B0503020204020204" pitchFamily="34" charset="-122"/>
                  <a:ea typeface="微软雅黑" panose="020B0503020204020204" pitchFamily="34" charset="-122"/>
                </a:rPr>
                <a:t>图片来源</a:t>
              </a:r>
            </a:p>
          </p:txBody>
        </p:sp>
      </p:grpSp>
      <p:sp>
        <p:nvSpPr>
          <p:cNvPr id="19" name="日期占位符 15"/>
          <p:cNvSpPr>
            <a:spLocks noGrp="1"/>
          </p:cNvSpPr>
          <p:nvPr>
            <p:ph type="dt" sz="half" idx="10"/>
          </p:nvPr>
        </p:nvSpPr>
        <p:spPr>
          <a:xfrm>
            <a:off x="197335" y="6489303"/>
            <a:ext cx="1411657" cy="332605"/>
          </a:xfrm>
        </p:spPr>
        <p:txBody>
          <a:bodyPr/>
          <a:lstStyle/>
          <a:p>
            <a:r>
              <a:rPr lang="en-US" altLang="zh-CN" dirty="0">
                <a:latin typeface="微软雅黑" panose="020B0503020204020204" pitchFamily="34" charset="-122"/>
                <a:ea typeface="微软雅黑" panose="020B0503020204020204" pitchFamily="34" charset="-122"/>
              </a:rPr>
              <a:t>4.3 </a:t>
            </a:r>
            <a:r>
              <a:rPr lang="zh-CN" altLang="en-US" dirty="0">
                <a:latin typeface="微软雅黑" panose="020B0503020204020204" pitchFamily="34" charset="-122"/>
                <a:ea typeface="微软雅黑" panose="020B0503020204020204" pitchFamily="34" charset="-122"/>
              </a:rPr>
              <a:t>以太网</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linds(horizontal)">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以太网的前世今生</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31</a:t>
            </a:fld>
            <a:endParaRPr kumimoji="1" lang="zh-CN" altLang="en-US" dirty="0"/>
          </a:p>
        </p:txBody>
      </p:sp>
      <p:grpSp>
        <p:nvGrpSpPr>
          <p:cNvPr id="3" name="组合 2"/>
          <p:cNvGrpSpPr/>
          <p:nvPr/>
        </p:nvGrpSpPr>
        <p:grpSpPr>
          <a:xfrm>
            <a:off x="312420" y="1454075"/>
            <a:ext cx="3695700" cy="4531089"/>
            <a:chOff x="312420" y="1454075"/>
            <a:chExt cx="3695700" cy="4531089"/>
          </a:xfrm>
        </p:grpSpPr>
        <p:sp>
          <p:nvSpPr>
            <p:cNvPr id="8" name="文本框 7"/>
            <p:cNvSpPr txBox="1"/>
            <p:nvPr/>
          </p:nvSpPr>
          <p:spPr>
            <a:xfrm>
              <a:off x="312420" y="4342765"/>
              <a:ext cx="3695700" cy="1642399"/>
            </a:xfrm>
            <a:prstGeom prst="rect">
              <a:avLst/>
            </a:prstGeom>
          </p:spPr>
          <p:txBody>
            <a:bodyPr vert="horz" lIns="91440" tIns="45720" rIns="91440" bIns="45720" rtlCol="0">
              <a:normAutofit/>
            </a:bodyPr>
            <a:lstStyle>
              <a:lvl1pPr marL="228600" indent="-228600">
                <a:lnSpc>
                  <a:spcPct val="150000"/>
                </a:lnSpc>
                <a:spcBef>
                  <a:spcPts val="600"/>
                </a:spcBef>
                <a:buFont typeface="Wingdings" panose="05000000000000000000" pitchFamily="2" charset="2"/>
                <a:buChar char="Ø"/>
                <a:defRPr sz="2000">
                  <a:latin typeface="微软雅黑" panose="020B0503020204020204" pitchFamily="34" charset="-122"/>
                  <a:ea typeface="微软雅黑" panose="020B0503020204020204" pitchFamily="34" charset="-122"/>
                </a:defRPr>
              </a:lvl1pPr>
              <a:lvl2pPr marL="685800" indent="-228600">
                <a:lnSpc>
                  <a:spcPct val="100000"/>
                </a:lnSpc>
                <a:spcBef>
                  <a:spcPts val="600"/>
                </a:spcBef>
                <a:buFont typeface="Arial" panose="020B0604020202090204" pitchFamily="34" charset="0"/>
                <a:buChar char="•"/>
                <a:defRPr sz="2400">
                  <a:latin typeface="微软雅黑" panose="020B0503020204020204" pitchFamily="34" charset="-122"/>
                  <a:ea typeface="微软雅黑" panose="020B0503020204020204" pitchFamily="34" charset="-122"/>
                </a:defRPr>
              </a:lvl2pPr>
              <a:lvl3pPr marL="1143000" indent="-228600">
                <a:lnSpc>
                  <a:spcPct val="100000"/>
                </a:lnSpc>
                <a:spcBef>
                  <a:spcPts val="600"/>
                </a:spcBef>
                <a:buFont typeface="Arial" panose="020B0604020202090204" pitchFamily="34" charset="0"/>
                <a:buChar char="•"/>
                <a:defRPr sz="2000">
                  <a:latin typeface="微软雅黑" panose="020B0503020204020204" pitchFamily="34" charset="-122"/>
                  <a:ea typeface="微软雅黑" panose="020B0503020204020204" pitchFamily="34" charset="-122"/>
                </a:defRPr>
              </a:lvl3pPr>
              <a:lvl4pPr marL="1600200" indent="-228600">
                <a:lnSpc>
                  <a:spcPct val="100000"/>
                </a:lnSpc>
                <a:spcBef>
                  <a:spcPts val="600"/>
                </a:spcBef>
                <a:buFont typeface="Arial" panose="020B0604020202090204" pitchFamily="34" charset="0"/>
                <a:buChar char="•"/>
                <a:defRPr>
                  <a:latin typeface="微软雅黑" panose="020B0503020204020204" pitchFamily="34" charset="-122"/>
                  <a:ea typeface="微软雅黑" panose="020B0503020204020204" pitchFamily="34" charset="-122"/>
                </a:defRPr>
              </a:lvl4pPr>
              <a:lvl5pPr marL="2057400" indent="-228600">
                <a:lnSpc>
                  <a:spcPct val="100000"/>
                </a:lnSpc>
                <a:spcBef>
                  <a:spcPts val="600"/>
                </a:spcBef>
                <a:buFont typeface="Arial" panose="020B0604020202090204" pitchFamily="34" charset="0"/>
                <a:buChar char="•"/>
                <a:defRPr>
                  <a:latin typeface="微软雅黑" panose="020B0503020204020204" pitchFamily="34" charset="-122"/>
                  <a:ea typeface="微软雅黑" panose="020B0503020204020204" pitchFamily="34" charset="-122"/>
                </a:defRPr>
              </a:lvl5pPr>
              <a:lvl6pPr marL="2514600" indent="-228600">
                <a:lnSpc>
                  <a:spcPct val="90000"/>
                </a:lnSpc>
                <a:spcBef>
                  <a:spcPts val="500"/>
                </a:spcBef>
                <a:buFont typeface="Arial" panose="020B0604020202090204" pitchFamily="34" charset="0"/>
                <a:buChar char="•"/>
              </a:lvl6pPr>
              <a:lvl7pPr marL="2971800" indent="-228600">
                <a:lnSpc>
                  <a:spcPct val="90000"/>
                </a:lnSpc>
                <a:spcBef>
                  <a:spcPts val="500"/>
                </a:spcBef>
                <a:buFont typeface="Arial" panose="020B0604020202090204" pitchFamily="34" charset="0"/>
                <a:buChar char="•"/>
              </a:lvl7pPr>
              <a:lvl8pPr marL="3429000" indent="-228600">
                <a:lnSpc>
                  <a:spcPct val="90000"/>
                </a:lnSpc>
                <a:spcBef>
                  <a:spcPts val="500"/>
                </a:spcBef>
                <a:buFont typeface="Arial" panose="020B0604020202090204" pitchFamily="34" charset="0"/>
                <a:buChar char="•"/>
              </a:lvl8pPr>
              <a:lvl9pPr marL="3886200" indent="-228600">
                <a:lnSpc>
                  <a:spcPct val="90000"/>
                </a:lnSpc>
                <a:spcBef>
                  <a:spcPts val="500"/>
                </a:spcBef>
                <a:buFont typeface="Arial" panose="020B0604020202090204" pitchFamily="34" charset="0"/>
                <a:buChar char="•"/>
              </a:lvl9pPr>
            </a:lstStyle>
            <a:p>
              <a:r>
                <a:rPr lang="en-US" altLang="zh-CN" dirty="0"/>
                <a:t>IEEE</a:t>
              </a:r>
              <a:r>
                <a:rPr lang="zh-CN" altLang="en-US" dirty="0"/>
                <a:t>批准了</a:t>
              </a:r>
              <a:r>
                <a:rPr lang="en-US" altLang="zh-CN" dirty="0">
                  <a:solidFill>
                    <a:srgbClr val="C00000"/>
                  </a:solidFill>
                </a:rPr>
                <a:t>100Mbps</a:t>
              </a:r>
              <a:r>
                <a:rPr lang="zh-CN" altLang="en-US" dirty="0"/>
                <a:t>以太网标准。后被称为</a:t>
              </a:r>
              <a:r>
                <a:rPr lang="zh-CN" altLang="en-US" dirty="0">
                  <a:solidFill>
                    <a:srgbClr val="C00000"/>
                  </a:solidFill>
                </a:rPr>
                <a:t>快速以太网</a:t>
              </a:r>
              <a:r>
                <a:rPr lang="zh-CN" altLang="en-US" dirty="0"/>
                <a:t>（</a:t>
              </a:r>
              <a:r>
                <a:rPr lang="en-US" altLang="zh-CN" dirty="0"/>
                <a:t>Fast Ethernet</a:t>
              </a:r>
              <a:r>
                <a:rPr lang="zh-CN" altLang="en-US" dirty="0"/>
                <a:t>）</a:t>
              </a:r>
            </a:p>
          </p:txBody>
        </p:sp>
        <p:pic>
          <p:nvPicPr>
            <p:cNvPr id="11" name="图片 10"/>
            <p:cNvPicPr>
              <a:picLocks noChangeAspect="1"/>
            </p:cNvPicPr>
            <p:nvPr/>
          </p:nvPicPr>
          <p:blipFill>
            <a:blip r:embed="rId3"/>
            <a:stretch>
              <a:fillRect/>
            </a:stretch>
          </p:blipFill>
          <p:spPr>
            <a:xfrm>
              <a:off x="548842" y="1454075"/>
              <a:ext cx="3240838" cy="2801603"/>
            </a:xfrm>
            <a:prstGeom prst="rect">
              <a:avLst/>
            </a:prstGeom>
          </p:spPr>
          <p:style>
            <a:lnRef idx="0">
              <a:schemeClr val="accent2"/>
            </a:lnRef>
            <a:fillRef idx="3">
              <a:schemeClr val="accent2"/>
            </a:fillRef>
            <a:effectRef idx="3">
              <a:schemeClr val="accent2"/>
            </a:effectRef>
            <a:fontRef idx="minor">
              <a:schemeClr val="lt1"/>
            </a:fontRef>
          </p:style>
        </p:pic>
      </p:grpSp>
      <p:grpSp>
        <p:nvGrpSpPr>
          <p:cNvPr id="5" name="组合 4"/>
          <p:cNvGrpSpPr/>
          <p:nvPr/>
        </p:nvGrpSpPr>
        <p:grpSpPr>
          <a:xfrm>
            <a:off x="4160519" y="1436695"/>
            <a:ext cx="3695700" cy="4458414"/>
            <a:chOff x="4160519" y="1436695"/>
            <a:chExt cx="3695700" cy="4458414"/>
          </a:xfrm>
        </p:grpSpPr>
        <p:sp>
          <p:nvSpPr>
            <p:cNvPr id="9" name="文本框 8"/>
            <p:cNvSpPr txBox="1"/>
            <p:nvPr/>
          </p:nvSpPr>
          <p:spPr>
            <a:xfrm>
              <a:off x="4160519" y="4367777"/>
              <a:ext cx="3695700" cy="1527332"/>
            </a:xfrm>
            <a:prstGeom prst="rect">
              <a:avLst/>
            </a:prstGeom>
          </p:spPr>
          <p:txBody>
            <a:bodyPr vert="horz" lIns="91440" tIns="45720" rIns="91440" bIns="45720" rtlCol="0">
              <a:normAutofit/>
            </a:bodyPr>
            <a:lstStyle>
              <a:lvl1pPr marL="228600" indent="-228600">
                <a:lnSpc>
                  <a:spcPct val="150000"/>
                </a:lnSpc>
                <a:spcBef>
                  <a:spcPts val="600"/>
                </a:spcBef>
                <a:buFont typeface="Wingdings" panose="05000000000000000000" pitchFamily="2" charset="2"/>
                <a:buChar char="Ø"/>
                <a:defRPr sz="2000">
                  <a:latin typeface="微软雅黑" panose="020B0503020204020204" pitchFamily="34" charset="-122"/>
                  <a:ea typeface="微软雅黑" panose="020B0503020204020204" pitchFamily="34" charset="-122"/>
                </a:defRPr>
              </a:lvl1pPr>
              <a:lvl2pPr marL="685800" indent="-228600">
                <a:lnSpc>
                  <a:spcPct val="100000"/>
                </a:lnSpc>
                <a:spcBef>
                  <a:spcPts val="600"/>
                </a:spcBef>
                <a:buFont typeface="Arial" panose="020B0604020202090204" pitchFamily="34" charset="0"/>
                <a:buChar char="•"/>
                <a:defRPr sz="2400">
                  <a:latin typeface="微软雅黑" panose="020B0503020204020204" pitchFamily="34" charset="-122"/>
                  <a:ea typeface="微软雅黑" panose="020B0503020204020204" pitchFamily="34" charset="-122"/>
                </a:defRPr>
              </a:lvl2pPr>
              <a:lvl3pPr marL="1143000" indent="-228600">
                <a:lnSpc>
                  <a:spcPct val="100000"/>
                </a:lnSpc>
                <a:spcBef>
                  <a:spcPts val="600"/>
                </a:spcBef>
                <a:buFont typeface="Arial" panose="020B0604020202090204" pitchFamily="34" charset="0"/>
                <a:buChar char="•"/>
                <a:defRPr sz="2000">
                  <a:latin typeface="微软雅黑" panose="020B0503020204020204" pitchFamily="34" charset="-122"/>
                  <a:ea typeface="微软雅黑" panose="020B0503020204020204" pitchFamily="34" charset="-122"/>
                </a:defRPr>
              </a:lvl3pPr>
              <a:lvl4pPr marL="1600200" indent="-228600">
                <a:lnSpc>
                  <a:spcPct val="100000"/>
                </a:lnSpc>
                <a:spcBef>
                  <a:spcPts val="600"/>
                </a:spcBef>
                <a:buFont typeface="Arial" panose="020B0604020202090204" pitchFamily="34" charset="0"/>
                <a:buChar char="•"/>
                <a:defRPr>
                  <a:latin typeface="微软雅黑" panose="020B0503020204020204" pitchFamily="34" charset="-122"/>
                  <a:ea typeface="微软雅黑" panose="020B0503020204020204" pitchFamily="34" charset="-122"/>
                </a:defRPr>
              </a:lvl4pPr>
              <a:lvl5pPr marL="2057400" indent="-228600">
                <a:lnSpc>
                  <a:spcPct val="100000"/>
                </a:lnSpc>
                <a:spcBef>
                  <a:spcPts val="600"/>
                </a:spcBef>
                <a:buFont typeface="Arial" panose="020B0604020202090204" pitchFamily="34" charset="0"/>
                <a:buChar char="•"/>
                <a:defRPr>
                  <a:latin typeface="微软雅黑" panose="020B0503020204020204" pitchFamily="34" charset="-122"/>
                  <a:ea typeface="微软雅黑" panose="020B0503020204020204" pitchFamily="34" charset="-122"/>
                </a:defRPr>
              </a:lvl5pPr>
              <a:lvl6pPr marL="2514600" indent="-228600">
                <a:lnSpc>
                  <a:spcPct val="90000"/>
                </a:lnSpc>
                <a:spcBef>
                  <a:spcPts val="500"/>
                </a:spcBef>
                <a:buFont typeface="Arial" panose="020B0604020202090204" pitchFamily="34" charset="0"/>
                <a:buChar char="•"/>
              </a:lvl6pPr>
              <a:lvl7pPr marL="2971800" indent="-228600">
                <a:lnSpc>
                  <a:spcPct val="90000"/>
                </a:lnSpc>
                <a:spcBef>
                  <a:spcPts val="500"/>
                </a:spcBef>
                <a:buFont typeface="Arial" panose="020B0604020202090204" pitchFamily="34" charset="0"/>
                <a:buChar char="•"/>
              </a:lvl7pPr>
              <a:lvl8pPr marL="3429000" indent="-228600">
                <a:lnSpc>
                  <a:spcPct val="90000"/>
                </a:lnSpc>
                <a:spcBef>
                  <a:spcPts val="500"/>
                </a:spcBef>
                <a:buFont typeface="Arial" panose="020B0604020202090204" pitchFamily="34" charset="0"/>
                <a:buChar char="•"/>
              </a:lvl8pPr>
              <a:lvl9pPr marL="3886200" indent="-228600">
                <a:lnSpc>
                  <a:spcPct val="90000"/>
                </a:lnSpc>
                <a:spcBef>
                  <a:spcPts val="500"/>
                </a:spcBef>
                <a:buFont typeface="Arial" panose="020B0604020202090204" pitchFamily="34" charset="0"/>
                <a:buChar char="•"/>
              </a:lvl9pPr>
            </a:lstStyle>
            <a:p>
              <a:r>
                <a:rPr lang="zh-CN" altLang="en-US" dirty="0">
                  <a:solidFill>
                    <a:srgbClr val="C00000"/>
                  </a:solidFill>
                </a:rPr>
                <a:t>千兆以太网</a:t>
              </a:r>
              <a:r>
                <a:rPr lang="zh-CN" altLang="en-US" dirty="0"/>
                <a:t>标准</a:t>
              </a:r>
              <a:r>
                <a:rPr lang="en-US" altLang="zh-CN" dirty="0">
                  <a:solidFill>
                    <a:srgbClr val="7030A0"/>
                  </a:solidFill>
                </a:rPr>
                <a:t>1000Base-T</a:t>
              </a:r>
              <a:r>
                <a:rPr lang="zh-CN" altLang="en-US" dirty="0"/>
                <a:t>获得通过</a:t>
              </a:r>
            </a:p>
          </p:txBody>
        </p:sp>
        <p:pic>
          <p:nvPicPr>
            <p:cNvPr id="13" name="图片 12"/>
            <p:cNvPicPr>
              <a:picLocks noChangeAspect="1"/>
            </p:cNvPicPr>
            <p:nvPr/>
          </p:nvPicPr>
          <p:blipFill>
            <a:blip r:embed="rId4"/>
            <a:stretch>
              <a:fillRect/>
            </a:stretch>
          </p:blipFill>
          <p:spPr>
            <a:xfrm>
              <a:off x="4380518" y="1436695"/>
              <a:ext cx="3287557" cy="2801603"/>
            </a:xfrm>
            <a:prstGeom prst="rect">
              <a:avLst/>
            </a:prstGeom>
          </p:spPr>
          <p:style>
            <a:lnRef idx="0">
              <a:schemeClr val="accent2"/>
            </a:lnRef>
            <a:fillRef idx="3">
              <a:schemeClr val="accent2"/>
            </a:fillRef>
            <a:effectRef idx="3">
              <a:schemeClr val="accent2"/>
            </a:effectRef>
            <a:fontRef idx="minor">
              <a:schemeClr val="lt1"/>
            </a:fontRef>
          </p:style>
        </p:pic>
      </p:grpSp>
      <p:grpSp>
        <p:nvGrpSpPr>
          <p:cNvPr id="6" name="组合 5"/>
          <p:cNvGrpSpPr/>
          <p:nvPr/>
        </p:nvGrpSpPr>
        <p:grpSpPr>
          <a:xfrm>
            <a:off x="8031482" y="1466146"/>
            <a:ext cx="3695700" cy="5117534"/>
            <a:chOff x="8031482" y="1466146"/>
            <a:chExt cx="3695700" cy="5117534"/>
          </a:xfrm>
        </p:grpSpPr>
        <p:sp>
          <p:nvSpPr>
            <p:cNvPr id="10" name="文本框 9"/>
            <p:cNvSpPr txBox="1"/>
            <p:nvPr/>
          </p:nvSpPr>
          <p:spPr>
            <a:xfrm>
              <a:off x="8031482" y="4367776"/>
              <a:ext cx="3695700" cy="2215904"/>
            </a:xfrm>
            <a:prstGeom prst="rect">
              <a:avLst/>
            </a:prstGeom>
          </p:spPr>
          <p:txBody>
            <a:bodyPr vert="horz" lIns="91440" tIns="45720" rIns="91440" bIns="45720" rtlCol="0">
              <a:normAutofit/>
            </a:bodyPr>
            <a:lstStyle>
              <a:lvl1pPr marL="228600" indent="-228600">
                <a:lnSpc>
                  <a:spcPct val="150000"/>
                </a:lnSpc>
                <a:spcBef>
                  <a:spcPts val="600"/>
                </a:spcBef>
                <a:buFont typeface="Wingdings" panose="05000000000000000000" pitchFamily="2" charset="2"/>
                <a:buChar char="Ø"/>
                <a:defRPr sz="2000">
                  <a:latin typeface="微软雅黑" panose="020B0503020204020204" pitchFamily="34" charset="-122"/>
                  <a:ea typeface="微软雅黑" panose="020B0503020204020204" pitchFamily="34" charset="-122"/>
                </a:defRPr>
              </a:lvl1pPr>
              <a:lvl2pPr marL="685800" indent="-228600">
                <a:lnSpc>
                  <a:spcPct val="100000"/>
                </a:lnSpc>
                <a:spcBef>
                  <a:spcPts val="600"/>
                </a:spcBef>
                <a:buFont typeface="Arial" panose="020B0604020202090204" pitchFamily="34" charset="0"/>
                <a:buChar char="•"/>
                <a:defRPr sz="2400">
                  <a:latin typeface="微软雅黑" panose="020B0503020204020204" pitchFamily="34" charset="-122"/>
                  <a:ea typeface="微软雅黑" panose="020B0503020204020204" pitchFamily="34" charset="-122"/>
                </a:defRPr>
              </a:lvl2pPr>
              <a:lvl3pPr marL="1143000" indent="-228600">
                <a:lnSpc>
                  <a:spcPct val="100000"/>
                </a:lnSpc>
                <a:spcBef>
                  <a:spcPts val="600"/>
                </a:spcBef>
                <a:buFont typeface="Arial" panose="020B0604020202090204" pitchFamily="34" charset="0"/>
                <a:buChar char="•"/>
                <a:defRPr sz="2000">
                  <a:latin typeface="微软雅黑" panose="020B0503020204020204" pitchFamily="34" charset="-122"/>
                  <a:ea typeface="微软雅黑" panose="020B0503020204020204" pitchFamily="34" charset="-122"/>
                </a:defRPr>
              </a:lvl3pPr>
              <a:lvl4pPr marL="1600200" indent="-228600">
                <a:lnSpc>
                  <a:spcPct val="100000"/>
                </a:lnSpc>
                <a:spcBef>
                  <a:spcPts val="600"/>
                </a:spcBef>
                <a:buFont typeface="Arial" panose="020B0604020202090204" pitchFamily="34" charset="0"/>
                <a:buChar char="•"/>
                <a:defRPr>
                  <a:latin typeface="微软雅黑" panose="020B0503020204020204" pitchFamily="34" charset="-122"/>
                  <a:ea typeface="微软雅黑" panose="020B0503020204020204" pitchFamily="34" charset="-122"/>
                </a:defRPr>
              </a:lvl4pPr>
              <a:lvl5pPr marL="2057400" indent="-228600">
                <a:lnSpc>
                  <a:spcPct val="100000"/>
                </a:lnSpc>
                <a:spcBef>
                  <a:spcPts val="600"/>
                </a:spcBef>
                <a:buFont typeface="Arial" panose="020B0604020202090204" pitchFamily="34" charset="0"/>
                <a:buChar char="•"/>
                <a:defRPr>
                  <a:latin typeface="微软雅黑" panose="020B0503020204020204" pitchFamily="34" charset="-122"/>
                  <a:ea typeface="微软雅黑" panose="020B0503020204020204" pitchFamily="34" charset="-122"/>
                </a:defRPr>
              </a:lvl5pPr>
              <a:lvl6pPr marL="2514600" indent="-228600">
                <a:lnSpc>
                  <a:spcPct val="90000"/>
                </a:lnSpc>
                <a:spcBef>
                  <a:spcPts val="500"/>
                </a:spcBef>
                <a:buFont typeface="Arial" panose="020B0604020202090204" pitchFamily="34" charset="0"/>
                <a:buChar char="•"/>
              </a:lvl6pPr>
              <a:lvl7pPr marL="2971800" indent="-228600">
                <a:lnSpc>
                  <a:spcPct val="90000"/>
                </a:lnSpc>
                <a:spcBef>
                  <a:spcPts val="500"/>
                </a:spcBef>
                <a:buFont typeface="Arial" panose="020B0604020202090204" pitchFamily="34" charset="0"/>
                <a:buChar char="•"/>
              </a:lvl7pPr>
              <a:lvl8pPr marL="3429000" indent="-228600">
                <a:lnSpc>
                  <a:spcPct val="90000"/>
                </a:lnSpc>
                <a:spcBef>
                  <a:spcPts val="500"/>
                </a:spcBef>
                <a:buFont typeface="Arial" panose="020B0604020202090204" pitchFamily="34" charset="0"/>
                <a:buChar char="•"/>
              </a:lvl8pPr>
              <a:lvl9pPr marL="3886200" indent="-228600">
                <a:lnSpc>
                  <a:spcPct val="90000"/>
                </a:lnSpc>
                <a:spcBef>
                  <a:spcPts val="500"/>
                </a:spcBef>
                <a:buFont typeface="Arial" panose="020B0604020202090204" pitchFamily="34" charset="0"/>
                <a:buChar char="•"/>
              </a:lvl9pPr>
            </a:lstStyle>
            <a:p>
              <a:r>
                <a:rPr lang="en-US" altLang="zh-CN" dirty="0"/>
                <a:t>2001</a:t>
              </a:r>
              <a:r>
                <a:rPr lang="zh-CN" altLang="en-US" dirty="0"/>
                <a:t>年，</a:t>
              </a:r>
              <a:r>
                <a:rPr lang="zh-CN" altLang="en-US" dirty="0">
                  <a:solidFill>
                    <a:srgbClr val="C00000"/>
                  </a:solidFill>
                </a:rPr>
                <a:t>万兆以太网</a:t>
              </a:r>
              <a:r>
                <a:rPr lang="zh-CN" altLang="en-US" dirty="0"/>
                <a:t>的标准前产品开始问世，正式标准在</a:t>
              </a:r>
              <a:r>
                <a:rPr lang="en-US" altLang="zh-CN" dirty="0"/>
                <a:t>2002</a:t>
              </a:r>
              <a:r>
                <a:rPr lang="zh-CN" altLang="en-US" dirty="0"/>
                <a:t>年获得通过</a:t>
              </a:r>
            </a:p>
          </p:txBody>
        </p:sp>
        <p:pic>
          <p:nvPicPr>
            <p:cNvPr id="15" name="图片 14"/>
            <p:cNvPicPr>
              <a:picLocks noChangeAspect="1"/>
            </p:cNvPicPr>
            <p:nvPr/>
          </p:nvPicPr>
          <p:blipFill>
            <a:blip r:embed="rId5"/>
            <a:stretch>
              <a:fillRect/>
            </a:stretch>
          </p:blipFill>
          <p:spPr>
            <a:xfrm>
              <a:off x="8258913" y="1466146"/>
              <a:ext cx="3240838" cy="2789532"/>
            </a:xfrm>
            <a:prstGeom prst="rect">
              <a:avLst/>
            </a:prstGeom>
          </p:spPr>
          <p:style>
            <a:lnRef idx="0">
              <a:schemeClr val="accent2"/>
            </a:lnRef>
            <a:fillRef idx="3">
              <a:schemeClr val="accent2"/>
            </a:fillRef>
            <a:effectRef idx="3">
              <a:schemeClr val="accent2"/>
            </a:effectRef>
            <a:fontRef idx="minor">
              <a:schemeClr val="lt1"/>
            </a:fontRef>
          </p:style>
        </p:pic>
      </p:grpSp>
      <p:sp>
        <p:nvSpPr>
          <p:cNvPr id="22" name="日期占位符 15"/>
          <p:cNvSpPr>
            <a:spLocks noGrp="1"/>
          </p:cNvSpPr>
          <p:nvPr>
            <p:ph type="dt" sz="half" idx="10"/>
          </p:nvPr>
        </p:nvSpPr>
        <p:spPr>
          <a:xfrm>
            <a:off x="197335" y="6489303"/>
            <a:ext cx="1358903" cy="365125"/>
          </a:xfrm>
        </p:spPr>
        <p:txBody>
          <a:bodyPr/>
          <a:lstStyle/>
          <a:p>
            <a:r>
              <a:rPr lang="en-US" altLang="zh-CN" dirty="0">
                <a:latin typeface="微软雅黑" panose="020B0503020204020204" pitchFamily="34" charset="-122"/>
                <a:ea typeface="微软雅黑" panose="020B0503020204020204" pitchFamily="34" charset="-122"/>
              </a:rPr>
              <a:t>4.3 </a:t>
            </a:r>
            <a:r>
              <a:rPr lang="zh-CN" altLang="en-US" dirty="0">
                <a:latin typeface="微软雅黑" panose="020B0503020204020204" pitchFamily="34" charset="-122"/>
                <a:ea typeface="微软雅黑" panose="020B0503020204020204" pitchFamily="34" charset="-122"/>
              </a:rPr>
              <a:t>以太网</a:t>
            </a:r>
          </a:p>
        </p:txBody>
      </p:sp>
      <p:grpSp>
        <p:nvGrpSpPr>
          <p:cNvPr id="28" name="组合 27"/>
          <p:cNvGrpSpPr/>
          <p:nvPr/>
        </p:nvGrpSpPr>
        <p:grpSpPr>
          <a:xfrm>
            <a:off x="3442597" y="6575687"/>
            <a:ext cx="4994189" cy="254887"/>
            <a:chOff x="-214926" y="6517848"/>
            <a:chExt cx="4994189" cy="460463"/>
          </a:xfrm>
        </p:grpSpPr>
        <p:grpSp>
          <p:nvGrpSpPr>
            <p:cNvPr id="29" name="组合 28"/>
            <p:cNvGrpSpPr/>
            <p:nvPr/>
          </p:nvGrpSpPr>
          <p:grpSpPr>
            <a:xfrm>
              <a:off x="-134143" y="6517848"/>
              <a:ext cx="4913406" cy="444808"/>
              <a:chOff x="-134143" y="6326763"/>
              <a:chExt cx="4913406" cy="444808"/>
            </a:xfrm>
          </p:grpSpPr>
          <p:cxnSp>
            <p:nvCxnSpPr>
              <p:cNvPr id="31" name="直接连接符 30"/>
              <p:cNvCxnSpPr/>
              <p:nvPr/>
            </p:nvCxnSpPr>
            <p:spPr>
              <a:xfrm>
                <a:off x="-134143" y="6356350"/>
                <a:ext cx="3617495" cy="0"/>
              </a:xfrm>
              <a:prstGeom prst="line">
                <a:avLst/>
              </a:prstGeom>
            </p:spPr>
            <p:style>
              <a:lnRef idx="1">
                <a:schemeClr val="accent1"/>
              </a:lnRef>
              <a:fillRef idx="0">
                <a:schemeClr val="accent1"/>
              </a:fillRef>
              <a:effectRef idx="0">
                <a:schemeClr val="accent1"/>
              </a:effectRef>
              <a:fontRef idx="minor">
                <a:schemeClr val="tx1"/>
              </a:fontRef>
            </p:style>
          </p:cxnSp>
          <p:sp>
            <p:nvSpPr>
              <p:cNvPr id="32" name="文本框 31"/>
              <p:cNvSpPr txBox="1"/>
              <p:nvPr/>
            </p:nvSpPr>
            <p:spPr>
              <a:xfrm>
                <a:off x="466864" y="6326763"/>
                <a:ext cx="4312399" cy="444808"/>
              </a:xfrm>
              <a:prstGeom prst="rect">
                <a:avLst/>
              </a:prstGeom>
              <a:noFill/>
            </p:spPr>
            <p:txBody>
              <a:bodyPr wrap="none" rtlCol="0">
                <a:spAutoFit/>
              </a:bodyPr>
              <a:lstStyle/>
              <a:p>
                <a:r>
                  <a:rPr lang="en-US" altLang="zh-CN" sz="1000" dirty="0">
                    <a:solidFill>
                      <a:schemeClr val="bg1">
                        <a:lumMod val="50000"/>
                      </a:schemeClr>
                    </a:solidFill>
                    <a:latin typeface="微软雅黑" panose="020B0503020204020204" pitchFamily="34" charset="-122"/>
                    <a:ea typeface="微软雅黑" panose="020B0503020204020204" pitchFamily="34" charset="-122"/>
                  </a:rPr>
                  <a:t>https://www.slideshare.net/citizenearth/bridge-to-tera-bit-ethernet</a:t>
                </a:r>
              </a:p>
            </p:txBody>
          </p:sp>
        </p:grpSp>
        <p:sp>
          <p:nvSpPr>
            <p:cNvPr id="30" name="文本框 29"/>
            <p:cNvSpPr txBox="1"/>
            <p:nvPr/>
          </p:nvSpPr>
          <p:spPr>
            <a:xfrm>
              <a:off x="-214926" y="6519602"/>
              <a:ext cx="840644" cy="458709"/>
            </a:xfrm>
            <a:prstGeom prst="rect">
              <a:avLst/>
            </a:prstGeom>
            <a:noFill/>
          </p:spPr>
          <p:txBody>
            <a:bodyPr wrap="square">
              <a:spAutoFit/>
            </a:bodyPr>
            <a:lstStyle/>
            <a:p>
              <a:r>
                <a:rPr lang="zh-CN" altLang="en-US" sz="1050" dirty="0">
                  <a:solidFill>
                    <a:schemeClr val="bg1">
                      <a:lumMod val="50000"/>
                    </a:schemeClr>
                  </a:solidFill>
                  <a:latin typeface="微软雅黑" panose="020B0503020204020204" pitchFamily="34" charset="-122"/>
                  <a:ea typeface="微软雅黑" panose="020B0503020204020204" pitchFamily="34" charset="-122"/>
                </a:rPr>
                <a:t>图片来源</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linds(horizontal)">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以太网的前世今生</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32</a:t>
            </a:fld>
            <a:endParaRPr kumimoji="1" lang="zh-CN" altLang="en-US" dirty="0"/>
          </a:p>
        </p:txBody>
      </p:sp>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26879" y="1467794"/>
            <a:ext cx="5405140" cy="4723646"/>
          </a:xfrm>
          <a:prstGeom prst="rect">
            <a:avLst/>
          </a:prstGeom>
        </p:spPr>
      </p:pic>
      <p:sp>
        <p:nvSpPr>
          <p:cNvPr id="6" name="文本框 5"/>
          <p:cNvSpPr txBox="1"/>
          <p:nvPr/>
        </p:nvSpPr>
        <p:spPr>
          <a:xfrm>
            <a:off x="879566" y="1640407"/>
            <a:ext cx="5405140" cy="3577186"/>
          </a:xfrm>
          <a:prstGeom prst="rect">
            <a:avLst/>
          </a:prstGeom>
        </p:spPr>
        <p:txBody>
          <a:bodyPr vert="horz" lIns="91440" tIns="45720" rIns="91440" bIns="45720" rtlCol="0">
            <a:normAutofit/>
          </a:bodyPr>
          <a:lstStyle>
            <a:lvl1pPr marL="228600" indent="-228600">
              <a:lnSpc>
                <a:spcPct val="150000"/>
              </a:lnSpc>
              <a:spcBef>
                <a:spcPts val="600"/>
              </a:spcBef>
              <a:buFont typeface="Wingdings" panose="05000000000000000000" pitchFamily="2" charset="2"/>
              <a:buChar char="Ø"/>
              <a:defRPr sz="2000">
                <a:latin typeface="微软雅黑" panose="020B0503020204020204" pitchFamily="34" charset="-122"/>
                <a:ea typeface="微软雅黑" panose="020B0503020204020204" pitchFamily="34" charset="-122"/>
              </a:defRPr>
            </a:lvl1pPr>
            <a:lvl2pPr marL="685800" indent="-228600">
              <a:lnSpc>
                <a:spcPct val="100000"/>
              </a:lnSpc>
              <a:spcBef>
                <a:spcPts val="600"/>
              </a:spcBef>
              <a:buFont typeface="Arial" panose="020B0604020202090204" pitchFamily="34" charset="0"/>
              <a:buChar char="•"/>
              <a:defRPr sz="2400">
                <a:latin typeface="微软雅黑" panose="020B0503020204020204" pitchFamily="34" charset="-122"/>
                <a:ea typeface="微软雅黑" panose="020B0503020204020204" pitchFamily="34" charset="-122"/>
              </a:defRPr>
            </a:lvl2pPr>
            <a:lvl3pPr marL="1143000" indent="-228600">
              <a:lnSpc>
                <a:spcPct val="100000"/>
              </a:lnSpc>
              <a:spcBef>
                <a:spcPts val="600"/>
              </a:spcBef>
              <a:buFont typeface="Arial" panose="020B0604020202090204" pitchFamily="34" charset="0"/>
              <a:buChar char="•"/>
              <a:defRPr sz="2000">
                <a:latin typeface="微软雅黑" panose="020B0503020204020204" pitchFamily="34" charset="-122"/>
                <a:ea typeface="微软雅黑" panose="020B0503020204020204" pitchFamily="34" charset="-122"/>
              </a:defRPr>
            </a:lvl3pPr>
            <a:lvl4pPr marL="1600200" indent="-228600">
              <a:lnSpc>
                <a:spcPct val="100000"/>
              </a:lnSpc>
              <a:spcBef>
                <a:spcPts val="600"/>
              </a:spcBef>
              <a:buFont typeface="Arial" panose="020B0604020202090204" pitchFamily="34" charset="0"/>
              <a:buChar char="•"/>
              <a:defRPr>
                <a:latin typeface="微软雅黑" panose="020B0503020204020204" pitchFamily="34" charset="-122"/>
                <a:ea typeface="微软雅黑" panose="020B0503020204020204" pitchFamily="34" charset="-122"/>
              </a:defRPr>
            </a:lvl4pPr>
            <a:lvl5pPr marL="2057400" indent="-228600">
              <a:lnSpc>
                <a:spcPct val="100000"/>
              </a:lnSpc>
              <a:spcBef>
                <a:spcPts val="600"/>
              </a:spcBef>
              <a:buFont typeface="Arial" panose="020B0604020202090204" pitchFamily="34" charset="0"/>
              <a:buChar char="•"/>
              <a:defRPr>
                <a:latin typeface="微软雅黑" panose="020B0503020204020204" pitchFamily="34" charset="-122"/>
                <a:ea typeface="微软雅黑" panose="020B0503020204020204" pitchFamily="34" charset="-122"/>
              </a:defRPr>
            </a:lvl5pPr>
            <a:lvl6pPr marL="2514600" indent="-228600">
              <a:lnSpc>
                <a:spcPct val="90000"/>
              </a:lnSpc>
              <a:spcBef>
                <a:spcPts val="500"/>
              </a:spcBef>
              <a:buFont typeface="Arial" panose="020B0604020202090204" pitchFamily="34" charset="0"/>
              <a:buChar char="•"/>
            </a:lvl6pPr>
            <a:lvl7pPr marL="2971800" indent="-228600">
              <a:lnSpc>
                <a:spcPct val="90000"/>
              </a:lnSpc>
              <a:spcBef>
                <a:spcPts val="500"/>
              </a:spcBef>
              <a:buFont typeface="Arial" panose="020B0604020202090204" pitchFamily="34" charset="0"/>
              <a:buChar char="•"/>
            </a:lvl7pPr>
            <a:lvl8pPr marL="3429000" indent="-228600">
              <a:lnSpc>
                <a:spcPct val="90000"/>
              </a:lnSpc>
              <a:spcBef>
                <a:spcPts val="500"/>
              </a:spcBef>
              <a:buFont typeface="Arial" panose="020B0604020202090204" pitchFamily="34" charset="0"/>
              <a:buChar char="•"/>
            </a:lvl8pPr>
            <a:lvl9pPr marL="3886200" indent="-228600">
              <a:lnSpc>
                <a:spcPct val="90000"/>
              </a:lnSpc>
              <a:spcBef>
                <a:spcPts val="500"/>
              </a:spcBef>
              <a:buFont typeface="Arial" panose="020B0604020202090204" pitchFamily="34" charset="0"/>
              <a:buChar char="•"/>
            </a:lvl9pPr>
          </a:lstStyle>
          <a:p>
            <a:r>
              <a:rPr lang="en-US" altLang="zh-CN" sz="2200" dirty="0">
                <a:solidFill>
                  <a:srgbClr val="C00000"/>
                </a:solidFill>
              </a:rPr>
              <a:t>40G/100G </a:t>
            </a:r>
            <a:r>
              <a:rPr lang="zh-CN" altLang="en-US" sz="2200" dirty="0"/>
              <a:t>以太网标准在</a:t>
            </a:r>
            <a:r>
              <a:rPr lang="en-US" altLang="zh-CN" sz="2200" dirty="0"/>
              <a:t>2010</a:t>
            </a:r>
            <a:r>
              <a:rPr lang="zh-CN" altLang="en-US" sz="2200" dirty="0"/>
              <a:t>年中制定完成，当前使用附加标准</a:t>
            </a:r>
            <a:r>
              <a:rPr lang="en-US" altLang="zh-CN" sz="2200" dirty="0">
                <a:solidFill>
                  <a:srgbClr val="7030A0"/>
                </a:solidFill>
              </a:rPr>
              <a:t>IEEE 802.3ba</a:t>
            </a:r>
            <a:r>
              <a:rPr lang="zh-CN" altLang="en-US" sz="2200" dirty="0"/>
              <a:t>用以说明</a:t>
            </a:r>
            <a:endParaRPr lang="en-US" altLang="zh-CN" sz="2200" dirty="0"/>
          </a:p>
          <a:p>
            <a:r>
              <a:rPr lang="en-US" altLang="zh-CN" sz="2200" dirty="0"/>
              <a:t>2014</a:t>
            </a:r>
            <a:r>
              <a:rPr lang="zh-CN" altLang="en-US" sz="2200" dirty="0"/>
              <a:t>年，成立</a:t>
            </a:r>
            <a:r>
              <a:rPr lang="en-US" altLang="zh-CN" sz="2200" dirty="0">
                <a:solidFill>
                  <a:srgbClr val="C00000"/>
                </a:solidFill>
              </a:rPr>
              <a:t>200 Gb/s</a:t>
            </a:r>
            <a:r>
              <a:rPr lang="zh-CN" altLang="en-US" sz="2200" dirty="0"/>
              <a:t>和</a:t>
            </a:r>
            <a:r>
              <a:rPr lang="en-US" altLang="zh-CN" sz="2200" dirty="0">
                <a:solidFill>
                  <a:srgbClr val="C00000"/>
                </a:solidFill>
              </a:rPr>
              <a:t>400 Gb/s</a:t>
            </a:r>
            <a:r>
              <a:rPr lang="zh-CN" altLang="en-US" sz="2200" dirty="0"/>
              <a:t>以太网标准工作组</a:t>
            </a:r>
            <a:r>
              <a:rPr lang="en-US" altLang="zh-CN" sz="2200" dirty="0">
                <a:solidFill>
                  <a:srgbClr val="7030A0"/>
                </a:solidFill>
              </a:rPr>
              <a:t>IEEE P802.3bs</a:t>
            </a:r>
            <a:endParaRPr lang="en-US" altLang="zh-CN" sz="2200" dirty="0"/>
          </a:p>
          <a:p>
            <a:endParaRPr lang="en-US" altLang="zh-CN" sz="2200" dirty="0"/>
          </a:p>
          <a:p>
            <a:endParaRPr lang="zh-CN" altLang="en-US" sz="2200" dirty="0"/>
          </a:p>
        </p:txBody>
      </p:sp>
      <p:sp>
        <p:nvSpPr>
          <p:cNvPr id="12" name="日期占位符 15"/>
          <p:cNvSpPr>
            <a:spLocks noGrp="1"/>
          </p:cNvSpPr>
          <p:nvPr>
            <p:ph type="dt" sz="half" idx="10"/>
          </p:nvPr>
        </p:nvSpPr>
        <p:spPr>
          <a:xfrm>
            <a:off x="197335" y="6489303"/>
            <a:ext cx="1394073" cy="365125"/>
          </a:xfrm>
        </p:spPr>
        <p:txBody>
          <a:bodyPr/>
          <a:lstStyle/>
          <a:p>
            <a:r>
              <a:rPr lang="en-US" altLang="zh-CN" dirty="0">
                <a:latin typeface="微软雅黑" panose="020B0503020204020204" pitchFamily="34" charset="-122"/>
                <a:ea typeface="微软雅黑" panose="020B0503020204020204" pitchFamily="34" charset="-122"/>
              </a:rPr>
              <a:t>4.3 </a:t>
            </a:r>
            <a:r>
              <a:rPr lang="zh-CN" altLang="en-US" dirty="0">
                <a:latin typeface="微软雅黑" panose="020B0503020204020204" pitchFamily="34" charset="-122"/>
                <a:ea typeface="微软雅黑" panose="020B0503020204020204" pitchFamily="34" charset="-122"/>
              </a:rPr>
              <a:t>以太网</a:t>
            </a:r>
          </a:p>
        </p:txBody>
      </p:sp>
      <p:grpSp>
        <p:nvGrpSpPr>
          <p:cNvPr id="24" name="组合 23"/>
          <p:cNvGrpSpPr/>
          <p:nvPr/>
        </p:nvGrpSpPr>
        <p:grpSpPr>
          <a:xfrm>
            <a:off x="3442597" y="6575687"/>
            <a:ext cx="4306500" cy="254887"/>
            <a:chOff x="-214926" y="6517848"/>
            <a:chExt cx="4306500" cy="460463"/>
          </a:xfrm>
        </p:grpSpPr>
        <p:grpSp>
          <p:nvGrpSpPr>
            <p:cNvPr id="25" name="组合 24"/>
            <p:cNvGrpSpPr/>
            <p:nvPr/>
          </p:nvGrpSpPr>
          <p:grpSpPr>
            <a:xfrm>
              <a:off x="-134143" y="6517848"/>
              <a:ext cx="4225717" cy="444808"/>
              <a:chOff x="-134143" y="6326763"/>
              <a:chExt cx="4225717" cy="444808"/>
            </a:xfrm>
          </p:grpSpPr>
          <p:cxnSp>
            <p:nvCxnSpPr>
              <p:cNvPr id="27" name="直接连接符 26"/>
              <p:cNvCxnSpPr/>
              <p:nvPr/>
            </p:nvCxnSpPr>
            <p:spPr>
              <a:xfrm>
                <a:off x="-134143" y="6356350"/>
                <a:ext cx="3617495" cy="0"/>
              </a:xfrm>
              <a:prstGeom prst="line">
                <a:avLst/>
              </a:prstGeom>
            </p:spPr>
            <p:style>
              <a:lnRef idx="1">
                <a:schemeClr val="accent1"/>
              </a:lnRef>
              <a:fillRef idx="0">
                <a:schemeClr val="accent1"/>
              </a:fillRef>
              <a:effectRef idx="0">
                <a:schemeClr val="accent1"/>
              </a:effectRef>
              <a:fontRef idx="minor">
                <a:schemeClr val="tx1"/>
              </a:fontRef>
            </p:style>
          </p:cxnSp>
          <p:sp>
            <p:nvSpPr>
              <p:cNvPr id="28" name="文本框 27"/>
              <p:cNvSpPr txBox="1"/>
              <p:nvPr/>
            </p:nvSpPr>
            <p:spPr>
              <a:xfrm>
                <a:off x="466864" y="6326763"/>
                <a:ext cx="3624710" cy="444808"/>
              </a:xfrm>
              <a:prstGeom prst="rect">
                <a:avLst/>
              </a:prstGeom>
              <a:noFill/>
            </p:spPr>
            <p:txBody>
              <a:bodyPr wrap="none" rtlCol="0">
                <a:spAutoFit/>
              </a:bodyPr>
              <a:lstStyle/>
              <a:p>
                <a:r>
                  <a:rPr lang="en-US" altLang="zh-CN" sz="1000" dirty="0">
                    <a:solidFill>
                      <a:schemeClr val="bg1">
                        <a:lumMod val="50000"/>
                      </a:schemeClr>
                    </a:solidFill>
                    <a:latin typeface="微软雅黑" panose="020B0503020204020204" pitchFamily="34" charset="-122"/>
                    <a:ea typeface="微软雅黑" panose="020B0503020204020204" pitchFamily="34" charset="-122"/>
                  </a:rPr>
                  <a:t>https://ethernetalliance.org/technology/2020-roadmap/</a:t>
                </a:r>
              </a:p>
            </p:txBody>
          </p:sp>
        </p:grpSp>
        <p:sp>
          <p:nvSpPr>
            <p:cNvPr id="26" name="文本框 25"/>
            <p:cNvSpPr txBox="1"/>
            <p:nvPr/>
          </p:nvSpPr>
          <p:spPr>
            <a:xfrm>
              <a:off x="-214926" y="6519602"/>
              <a:ext cx="840644" cy="458709"/>
            </a:xfrm>
            <a:prstGeom prst="rect">
              <a:avLst/>
            </a:prstGeom>
            <a:noFill/>
          </p:spPr>
          <p:txBody>
            <a:bodyPr wrap="square">
              <a:spAutoFit/>
            </a:bodyPr>
            <a:lstStyle/>
            <a:p>
              <a:r>
                <a:rPr lang="zh-CN" altLang="en-US" sz="1050" dirty="0">
                  <a:solidFill>
                    <a:schemeClr val="bg1">
                      <a:lumMod val="50000"/>
                    </a:schemeClr>
                  </a:solidFill>
                  <a:latin typeface="微软雅黑" panose="020B0503020204020204" pitchFamily="34" charset="-122"/>
                  <a:ea typeface="微软雅黑" panose="020B0503020204020204" pitchFamily="34" charset="-122"/>
                </a:rPr>
                <a:t>图片来源</a:t>
              </a:r>
            </a:p>
          </p:txBody>
        </p:sp>
      </p:gr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经典以太网 </a:t>
            </a:r>
            <a:r>
              <a:rPr lang="en-US" altLang="zh-CN" dirty="0"/>
              <a:t>- </a:t>
            </a:r>
            <a:r>
              <a:rPr lang="zh-CN" altLang="en-US" sz="2800" dirty="0"/>
              <a:t>经典以太网的物理层</a:t>
            </a:r>
            <a:endParaRPr lang="zh-CN" altLang="en-US" dirty="0"/>
          </a:p>
        </p:txBody>
      </p:sp>
      <p:sp>
        <p:nvSpPr>
          <p:cNvPr id="3" name="内容占位符 2"/>
          <p:cNvSpPr>
            <a:spLocks noGrp="1"/>
          </p:cNvSpPr>
          <p:nvPr>
            <p:ph idx="1"/>
          </p:nvPr>
        </p:nvSpPr>
        <p:spPr>
          <a:xfrm>
            <a:off x="920537" y="1436305"/>
            <a:ext cx="3949997" cy="1759947"/>
          </a:xfrm>
        </p:spPr>
        <p:txBody>
          <a:bodyPr vert="horz" lIns="91440" tIns="45720" rIns="91440" bIns="45720" rtlCol="0">
            <a:noAutofit/>
          </a:bodyPr>
          <a:lstStyle/>
          <a:p>
            <a:pPr marL="228600" lvl="1">
              <a:lnSpc>
                <a:spcPct val="150000"/>
              </a:lnSpc>
              <a:buFont typeface="Wingdings" panose="05000000000000000000" pitchFamily="2" charset="2"/>
              <a:buChar char="Ø"/>
            </a:pPr>
            <a:r>
              <a:rPr lang="zh-CN" altLang="en-US" sz="2000" dirty="0"/>
              <a:t>最高速率</a:t>
            </a:r>
            <a:r>
              <a:rPr lang="en-US" altLang="zh-CN" sz="2000" dirty="0">
                <a:solidFill>
                  <a:srgbClr val="C00000"/>
                </a:solidFill>
              </a:rPr>
              <a:t>10Mbps</a:t>
            </a:r>
          </a:p>
          <a:p>
            <a:pPr marL="228600" lvl="1">
              <a:lnSpc>
                <a:spcPct val="150000"/>
              </a:lnSpc>
              <a:buFont typeface="Wingdings" panose="05000000000000000000" pitchFamily="2" charset="2"/>
              <a:buChar char="Ø"/>
            </a:pPr>
            <a:r>
              <a:rPr lang="zh-CN" altLang="en-US" sz="2000" dirty="0"/>
              <a:t>使用</a:t>
            </a:r>
            <a:r>
              <a:rPr lang="zh-CN" altLang="en-US" sz="2000" dirty="0">
                <a:solidFill>
                  <a:srgbClr val="7030A0"/>
                </a:solidFill>
              </a:rPr>
              <a:t>曼彻斯特编码</a:t>
            </a:r>
            <a:endParaRPr lang="en-US" altLang="zh-CN" sz="2000" dirty="0">
              <a:solidFill>
                <a:srgbClr val="7030A0"/>
              </a:solidFill>
            </a:endParaRPr>
          </a:p>
          <a:p>
            <a:pPr marL="228600" lvl="1">
              <a:lnSpc>
                <a:spcPct val="150000"/>
              </a:lnSpc>
              <a:buFont typeface="Wingdings" panose="05000000000000000000" pitchFamily="2" charset="2"/>
              <a:buChar char="Ø"/>
            </a:pPr>
            <a:r>
              <a:rPr lang="zh-CN" altLang="en-US" sz="2000" dirty="0"/>
              <a:t>使用</a:t>
            </a:r>
            <a:r>
              <a:rPr lang="zh-CN" altLang="en-US" sz="2000" dirty="0">
                <a:solidFill>
                  <a:srgbClr val="C00000"/>
                </a:solidFill>
              </a:rPr>
              <a:t>同轴电缆</a:t>
            </a:r>
            <a:r>
              <a:rPr lang="zh-CN" altLang="en-US" sz="2000" dirty="0"/>
              <a:t>和</a:t>
            </a:r>
            <a:r>
              <a:rPr lang="zh-CN" altLang="en-US" sz="2000" dirty="0">
                <a:solidFill>
                  <a:srgbClr val="C00000"/>
                </a:solidFill>
              </a:rPr>
              <a:t>中继器</a:t>
            </a:r>
            <a:r>
              <a:rPr lang="zh-CN" altLang="en-US" sz="2000" dirty="0"/>
              <a:t>连接</a:t>
            </a:r>
            <a:endParaRPr lang="en-US" altLang="zh-CN" sz="2000"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33</a:t>
            </a:fld>
            <a:endParaRPr kumimoji="1" lang="zh-CN" altLang="en-US" dirty="0"/>
          </a:p>
        </p:txBody>
      </p:sp>
      <p:sp>
        <p:nvSpPr>
          <p:cNvPr id="8" name="文本框 7"/>
          <p:cNvSpPr txBox="1"/>
          <p:nvPr/>
        </p:nvSpPr>
        <p:spPr>
          <a:xfrm>
            <a:off x="803563" y="4156575"/>
            <a:ext cx="3779175" cy="1699907"/>
          </a:xfrm>
          <a:prstGeom prst="rect">
            <a:avLst/>
          </a:prstGeom>
        </p:spPr>
        <p:txBody>
          <a:bodyPr vert="horz" lIns="91440" tIns="45720" rIns="91440" bIns="45720" rtlCol="0">
            <a:noAutofit/>
          </a:bodyPr>
          <a:lstStyle>
            <a:lvl1pPr marL="228600" indent="-228600">
              <a:lnSpc>
                <a:spcPct val="150000"/>
              </a:lnSpc>
              <a:spcBef>
                <a:spcPts val="600"/>
              </a:spcBef>
              <a:buFont typeface="Wingdings" panose="05000000000000000000" pitchFamily="2" charset="2"/>
              <a:buChar char="Ø"/>
              <a:defRPr sz="2000">
                <a:latin typeface="微软雅黑" panose="020B0503020204020204" pitchFamily="34" charset="-122"/>
                <a:ea typeface="微软雅黑" panose="020B0503020204020204" pitchFamily="34" charset="-122"/>
              </a:defRPr>
            </a:lvl1pPr>
            <a:lvl2pPr marL="685800" indent="-228600">
              <a:lnSpc>
                <a:spcPct val="100000"/>
              </a:lnSpc>
              <a:spcBef>
                <a:spcPts val="600"/>
              </a:spcBef>
              <a:buFont typeface="Arial" panose="020B0604020202090204" pitchFamily="34" charset="0"/>
              <a:buChar char="•"/>
              <a:defRPr sz="2400">
                <a:latin typeface="微软雅黑" panose="020B0503020204020204" pitchFamily="34" charset="-122"/>
                <a:ea typeface="微软雅黑" panose="020B0503020204020204" pitchFamily="34" charset="-122"/>
              </a:defRPr>
            </a:lvl2pPr>
            <a:lvl3pPr marL="1143000" indent="-228600">
              <a:lnSpc>
                <a:spcPct val="100000"/>
              </a:lnSpc>
              <a:spcBef>
                <a:spcPts val="600"/>
              </a:spcBef>
              <a:buFont typeface="Arial" panose="020B0604020202090204" pitchFamily="34" charset="0"/>
              <a:buChar char="•"/>
              <a:defRPr sz="2000">
                <a:latin typeface="微软雅黑" panose="020B0503020204020204" pitchFamily="34" charset="-122"/>
                <a:ea typeface="微软雅黑" panose="020B0503020204020204" pitchFamily="34" charset="-122"/>
              </a:defRPr>
            </a:lvl3pPr>
            <a:lvl4pPr marL="1600200" indent="-228600">
              <a:lnSpc>
                <a:spcPct val="100000"/>
              </a:lnSpc>
              <a:spcBef>
                <a:spcPts val="600"/>
              </a:spcBef>
              <a:buFont typeface="Arial" panose="020B0604020202090204" pitchFamily="34" charset="0"/>
              <a:buChar char="•"/>
              <a:defRPr>
                <a:latin typeface="微软雅黑" panose="020B0503020204020204" pitchFamily="34" charset="-122"/>
                <a:ea typeface="微软雅黑" panose="020B0503020204020204" pitchFamily="34" charset="-122"/>
              </a:defRPr>
            </a:lvl4pPr>
            <a:lvl5pPr marL="2057400" indent="-228600">
              <a:lnSpc>
                <a:spcPct val="100000"/>
              </a:lnSpc>
              <a:spcBef>
                <a:spcPts val="600"/>
              </a:spcBef>
              <a:buFont typeface="Arial" panose="020B0604020202090204" pitchFamily="34" charset="0"/>
              <a:buChar char="•"/>
              <a:defRPr>
                <a:latin typeface="微软雅黑" panose="020B0503020204020204" pitchFamily="34" charset="-122"/>
                <a:ea typeface="微软雅黑" panose="020B0503020204020204" pitchFamily="34" charset="-122"/>
              </a:defRPr>
            </a:lvl5pPr>
            <a:lvl6pPr marL="2514600" indent="-228600">
              <a:lnSpc>
                <a:spcPct val="90000"/>
              </a:lnSpc>
              <a:spcBef>
                <a:spcPts val="500"/>
              </a:spcBef>
              <a:buFont typeface="Arial" panose="020B0604020202090204" pitchFamily="34" charset="0"/>
              <a:buChar char="•"/>
            </a:lvl6pPr>
            <a:lvl7pPr marL="2971800" indent="-228600">
              <a:lnSpc>
                <a:spcPct val="90000"/>
              </a:lnSpc>
              <a:spcBef>
                <a:spcPts val="500"/>
              </a:spcBef>
              <a:buFont typeface="Arial" panose="020B0604020202090204" pitchFamily="34" charset="0"/>
              <a:buChar char="•"/>
            </a:lvl7pPr>
            <a:lvl8pPr marL="3429000" indent="-228600">
              <a:lnSpc>
                <a:spcPct val="90000"/>
              </a:lnSpc>
              <a:spcBef>
                <a:spcPts val="500"/>
              </a:spcBef>
              <a:buFont typeface="Arial" panose="020B0604020202090204" pitchFamily="34" charset="0"/>
              <a:buChar char="•"/>
            </a:lvl8pPr>
            <a:lvl9pPr marL="3886200" indent="-228600">
              <a:lnSpc>
                <a:spcPct val="90000"/>
              </a:lnSpc>
              <a:spcBef>
                <a:spcPts val="500"/>
              </a:spcBef>
              <a:buFont typeface="Arial" panose="020B0604020202090204" pitchFamily="34" charset="0"/>
              <a:buChar char="•"/>
            </a:lvl9pPr>
          </a:lstStyle>
          <a:p>
            <a:endParaRPr lang="zh-CN" altLang="en-US" dirty="0"/>
          </a:p>
        </p:txBody>
      </p:sp>
      <p:grpSp>
        <p:nvGrpSpPr>
          <p:cNvPr id="5" name="组合 4"/>
          <p:cNvGrpSpPr/>
          <p:nvPr/>
        </p:nvGrpSpPr>
        <p:grpSpPr>
          <a:xfrm>
            <a:off x="5190574" y="4674145"/>
            <a:ext cx="5828240" cy="1773450"/>
            <a:chOff x="5226779" y="4956940"/>
            <a:chExt cx="5777346" cy="1773450"/>
          </a:xfrm>
        </p:grpSpPr>
        <p:sp>
          <p:nvSpPr>
            <p:cNvPr id="23" name="文本框 22"/>
            <p:cNvSpPr txBox="1"/>
            <p:nvPr/>
          </p:nvSpPr>
          <p:spPr>
            <a:xfrm>
              <a:off x="5226779" y="4956940"/>
              <a:ext cx="1952255" cy="899542"/>
            </a:xfrm>
            <a:prstGeom prst="rect">
              <a:avLst/>
            </a:prstGeom>
            <a:ln>
              <a:solidFill>
                <a:srgbClr val="7030A0"/>
              </a:solidFill>
            </a:ln>
          </p:spPr>
          <p:style>
            <a:lnRef idx="2">
              <a:schemeClr val="accent1"/>
            </a:lnRef>
            <a:fillRef idx="1">
              <a:schemeClr val="lt1"/>
            </a:fillRef>
            <a:effectRef idx="0">
              <a:schemeClr val="accent1"/>
            </a:effectRef>
            <a:fontRef idx="minor">
              <a:schemeClr val="dk1"/>
            </a:fontRef>
          </p:style>
          <p:txBody>
            <a:bodyPr wrap="square">
              <a:spAutoFit/>
            </a:bodyPr>
            <a:lstStyle/>
            <a:p>
              <a:pPr>
                <a:lnSpc>
                  <a:spcPct val="150000"/>
                </a:lnSpc>
              </a:pPr>
              <a:r>
                <a:rPr lang="en-US" altLang="zh-CN" sz="2000" dirty="0">
                  <a:solidFill>
                    <a:srgbClr val="7030A0"/>
                  </a:solidFill>
                  <a:latin typeface="微软雅黑" panose="020B0503020204020204" pitchFamily="34" charset="-122"/>
                  <a:ea typeface="微软雅黑" panose="020B0503020204020204" pitchFamily="34" charset="-122"/>
                </a:rPr>
                <a:t>5-4-3-2-1</a:t>
              </a:r>
              <a:r>
                <a:rPr lang="zh-CN" altLang="en-US" sz="2000" dirty="0">
                  <a:solidFill>
                    <a:srgbClr val="7030A0"/>
                  </a:solidFill>
                  <a:latin typeface="微软雅黑" panose="020B0503020204020204" pitchFamily="34" charset="-122"/>
                  <a:ea typeface="微软雅黑" panose="020B0503020204020204" pitchFamily="34" charset="-122"/>
                </a:rPr>
                <a:t>原则</a:t>
              </a:r>
              <a:endParaRPr lang="en-US" altLang="zh-CN" sz="2000" dirty="0">
                <a:solidFill>
                  <a:srgbClr val="7030A0"/>
                </a:solidFill>
                <a:latin typeface="微软雅黑" panose="020B0503020204020204" pitchFamily="34" charset="-122"/>
                <a:ea typeface="微软雅黑" panose="020B0503020204020204" pitchFamily="34" charset="-122"/>
              </a:endParaRPr>
            </a:p>
            <a:p>
              <a:pPr>
                <a:lnSpc>
                  <a:spcPct val="120000"/>
                </a:lnSpc>
              </a:pPr>
              <a:endParaRPr lang="zh-CN" altLang="en-US" sz="2000" dirty="0">
                <a:latin typeface="微软雅黑" panose="020B0503020204020204" pitchFamily="34" charset="-122"/>
                <a:ea typeface="微软雅黑" panose="020B0503020204020204" pitchFamily="34" charset="-122"/>
              </a:endParaRPr>
            </a:p>
          </p:txBody>
        </p:sp>
        <p:sp>
          <p:nvSpPr>
            <p:cNvPr id="22" name="文本框 21"/>
            <p:cNvSpPr txBox="1"/>
            <p:nvPr/>
          </p:nvSpPr>
          <p:spPr>
            <a:xfrm>
              <a:off x="5226779" y="5553849"/>
              <a:ext cx="5777346" cy="1176541"/>
            </a:xfrm>
            <a:prstGeom prst="rect">
              <a:avLst/>
            </a:prstGeom>
            <a:ln>
              <a:solidFill>
                <a:srgbClr val="7030A0"/>
              </a:solidFill>
            </a:ln>
          </p:spPr>
          <p:style>
            <a:lnRef idx="2">
              <a:schemeClr val="accent1"/>
            </a:lnRef>
            <a:fillRef idx="1">
              <a:schemeClr val="lt1"/>
            </a:fillRef>
            <a:effectRef idx="0">
              <a:schemeClr val="accent1"/>
            </a:effectRef>
            <a:fontRef idx="minor">
              <a:schemeClr val="dk1"/>
            </a:fontRef>
          </p:style>
          <p:txBody>
            <a:bodyPr wrap="square">
              <a:spAutoFit/>
            </a:bodyPr>
            <a:lstStyle/>
            <a:p>
              <a:pPr>
                <a:lnSpc>
                  <a:spcPct val="120000"/>
                </a:lnSpc>
              </a:pPr>
              <a:r>
                <a:rPr lang="zh-CN" altLang="en-US" sz="2000" dirty="0">
                  <a:latin typeface="微软雅黑" panose="020B0503020204020204" pitchFamily="34" charset="-122"/>
                  <a:ea typeface="微软雅黑" panose="020B0503020204020204" pitchFamily="34" charset="-122"/>
                </a:rPr>
                <a:t>任意两个收发器之间距离</a:t>
              </a:r>
              <a:r>
                <a:rPr lang="zh-CN" altLang="en-US" sz="2000" dirty="0">
                  <a:solidFill>
                    <a:srgbClr val="C00000"/>
                  </a:solidFill>
                  <a:latin typeface="微软雅黑" panose="020B0503020204020204" pitchFamily="34" charset="-122"/>
                  <a:ea typeface="微软雅黑" panose="020B0503020204020204" pitchFamily="34" charset="-122"/>
                </a:rPr>
                <a:t>不得超过</a:t>
              </a:r>
              <a:r>
                <a:rPr lang="en-US" altLang="zh-CN" sz="2000" dirty="0">
                  <a:solidFill>
                    <a:srgbClr val="C00000"/>
                  </a:solidFill>
                  <a:latin typeface="微软雅黑" panose="020B0503020204020204" pitchFamily="34" charset="-122"/>
                  <a:ea typeface="微软雅黑" panose="020B0503020204020204" pitchFamily="34" charset="-122"/>
                </a:rPr>
                <a:t>2.5km</a:t>
              </a:r>
              <a:endParaRPr lang="en-US" altLang="zh-CN" sz="2000" dirty="0">
                <a:latin typeface="微软雅黑" panose="020B0503020204020204" pitchFamily="34" charset="-122"/>
                <a:ea typeface="微软雅黑" panose="020B0503020204020204" pitchFamily="34" charset="-122"/>
              </a:endParaRPr>
            </a:p>
            <a:p>
              <a:pPr>
                <a:lnSpc>
                  <a:spcPct val="120000"/>
                </a:lnSpc>
              </a:pPr>
              <a:r>
                <a:rPr lang="zh-CN" altLang="en-US" sz="2000" dirty="0">
                  <a:latin typeface="微软雅黑" panose="020B0503020204020204" pitchFamily="34" charset="-122"/>
                  <a:ea typeface="微软雅黑" panose="020B0503020204020204" pitchFamily="34" charset="-122"/>
                </a:rPr>
                <a:t>且任意两个收发器之间经过的</a:t>
              </a:r>
              <a:r>
                <a:rPr lang="zh-CN" altLang="en-US" sz="2000" dirty="0">
                  <a:solidFill>
                    <a:srgbClr val="C00000"/>
                  </a:solidFill>
                  <a:latin typeface="微软雅黑" panose="020B0503020204020204" pitchFamily="34" charset="-122"/>
                  <a:ea typeface="微软雅黑" panose="020B0503020204020204" pitchFamily="34" charset="-122"/>
                </a:rPr>
                <a:t>中继器不能超过</a:t>
              </a:r>
              <a:r>
                <a:rPr lang="en-US" altLang="zh-CN" sz="2000" dirty="0">
                  <a:solidFill>
                    <a:srgbClr val="C00000"/>
                  </a:solidFill>
                  <a:latin typeface="微软雅黑" panose="020B0503020204020204" pitchFamily="34" charset="-122"/>
                  <a:ea typeface="微软雅黑" panose="020B0503020204020204" pitchFamily="34" charset="-122"/>
                </a:rPr>
                <a:t>4</a:t>
              </a:r>
              <a:r>
                <a:rPr lang="zh-CN" altLang="en-US" sz="2000" dirty="0">
                  <a:solidFill>
                    <a:srgbClr val="C00000"/>
                  </a:solidFill>
                  <a:latin typeface="微软雅黑" panose="020B0503020204020204" pitchFamily="34" charset="-122"/>
                  <a:ea typeface="微软雅黑" panose="020B0503020204020204" pitchFamily="34" charset="-122"/>
                </a:rPr>
                <a:t>个</a:t>
              </a:r>
              <a:endParaRPr lang="en-US" altLang="zh-CN" sz="2000" dirty="0">
                <a:latin typeface="微软雅黑" panose="020B0503020204020204" pitchFamily="34" charset="-122"/>
                <a:ea typeface="微软雅黑" panose="020B0503020204020204" pitchFamily="34" charset="-122"/>
              </a:endParaRPr>
            </a:p>
            <a:p>
              <a:pPr>
                <a:lnSpc>
                  <a:spcPct val="120000"/>
                </a:lnSpc>
              </a:pPr>
              <a:r>
                <a:rPr lang="zh-CN" altLang="en-US" sz="2000" dirty="0">
                  <a:latin typeface="微软雅黑" panose="020B0503020204020204" pitchFamily="34" charset="-122"/>
                  <a:ea typeface="微软雅黑" panose="020B0503020204020204" pitchFamily="34" charset="-122"/>
                </a:rPr>
                <a:t>以保证</a:t>
              </a:r>
              <a:r>
                <a:rPr lang="en-US" altLang="zh-CN" sz="2000" dirty="0">
                  <a:latin typeface="微软雅黑" panose="020B0503020204020204" pitchFamily="34" charset="-122"/>
                  <a:ea typeface="微软雅黑" panose="020B0503020204020204" pitchFamily="34" charset="-122"/>
                </a:rPr>
                <a:t>MAC</a:t>
              </a:r>
              <a:r>
                <a:rPr lang="zh-CN" altLang="en-US" sz="2000" dirty="0">
                  <a:latin typeface="微软雅黑" panose="020B0503020204020204" pitchFamily="34" charset="-122"/>
                  <a:ea typeface="微软雅黑" panose="020B0503020204020204" pitchFamily="34" charset="-122"/>
                </a:rPr>
                <a:t>协议正常工作</a:t>
              </a:r>
            </a:p>
          </p:txBody>
        </p:sp>
      </p:grpSp>
      <p:grpSp>
        <p:nvGrpSpPr>
          <p:cNvPr id="10" name="组合 9"/>
          <p:cNvGrpSpPr/>
          <p:nvPr/>
        </p:nvGrpSpPr>
        <p:grpSpPr>
          <a:xfrm>
            <a:off x="4697500" y="1327971"/>
            <a:ext cx="6259830" cy="2038855"/>
            <a:chOff x="1088448" y="1563892"/>
            <a:chExt cx="6259830" cy="2038855"/>
          </a:xfrm>
        </p:grpSpPr>
        <p:pic>
          <p:nvPicPr>
            <p:cNvPr id="7" name="图片 6"/>
            <p:cNvPicPr>
              <a:picLocks noChangeAspect="1"/>
            </p:cNvPicPr>
            <p:nvPr/>
          </p:nvPicPr>
          <p:blipFill>
            <a:blip r:embed="rId3"/>
            <a:stretch>
              <a:fillRect/>
            </a:stretch>
          </p:blipFill>
          <p:spPr>
            <a:xfrm>
              <a:off x="1088448" y="1563892"/>
              <a:ext cx="6259830" cy="1673851"/>
            </a:xfrm>
            <a:prstGeom prst="rect">
              <a:avLst/>
            </a:prstGeom>
          </p:spPr>
        </p:pic>
        <p:sp>
          <p:nvSpPr>
            <p:cNvPr id="15" name="文本框 14"/>
            <p:cNvSpPr txBox="1"/>
            <p:nvPr/>
          </p:nvSpPr>
          <p:spPr>
            <a:xfrm>
              <a:off x="2634766" y="3202637"/>
              <a:ext cx="3225707" cy="400110"/>
            </a:xfrm>
            <a:prstGeom prst="rect">
              <a:avLst/>
            </a:prstGeom>
            <a:noFill/>
          </p:spPr>
          <p:txBody>
            <a:bodyPr wrap="square">
              <a:spAutoFit/>
            </a:bodyPr>
            <a:lstStyle/>
            <a:p>
              <a:r>
                <a:rPr lang="zh-CN" altLang="en-US" sz="2000" dirty="0">
                  <a:latin typeface="微软雅黑" panose="020B0503020204020204" pitchFamily="34" charset="-122"/>
                  <a:ea typeface="微软雅黑" panose="020B0503020204020204" pitchFamily="34" charset="-122"/>
                </a:rPr>
                <a:t>粗以太网（</a:t>
              </a:r>
              <a:r>
                <a:rPr lang="en-US" altLang="zh-CN" sz="2000" dirty="0">
                  <a:latin typeface="微软雅黑" panose="020B0503020204020204" pitchFamily="34" charset="-122"/>
                  <a:ea typeface="微软雅黑" panose="020B0503020204020204" pitchFamily="34" charset="-122"/>
                </a:rPr>
                <a:t>thick Ethernet</a:t>
              </a:r>
              <a:r>
                <a:rPr lang="zh-CN" altLang="en-US"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p:txBody>
        </p:sp>
      </p:grpSp>
      <p:grpSp>
        <p:nvGrpSpPr>
          <p:cNvPr id="12" name="组合 11"/>
          <p:cNvGrpSpPr/>
          <p:nvPr/>
        </p:nvGrpSpPr>
        <p:grpSpPr>
          <a:xfrm>
            <a:off x="7924800" y="2991853"/>
            <a:ext cx="3664647" cy="2256156"/>
            <a:chOff x="3895301" y="3407386"/>
            <a:chExt cx="3664647" cy="2256156"/>
          </a:xfrm>
        </p:grpSpPr>
        <p:grpSp>
          <p:nvGrpSpPr>
            <p:cNvPr id="18" name="组合 17"/>
            <p:cNvGrpSpPr/>
            <p:nvPr/>
          </p:nvGrpSpPr>
          <p:grpSpPr>
            <a:xfrm>
              <a:off x="4163729" y="3407386"/>
              <a:ext cx="3396219" cy="1847555"/>
              <a:chOff x="8236620" y="3490981"/>
              <a:chExt cx="3396219" cy="1847555"/>
            </a:xfrm>
          </p:grpSpPr>
          <p:pic>
            <p:nvPicPr>
              <p:cNvPr id="11" name="图片 10"/>
              <p:cNvPicPr>
                <a:picLocks noChangeAspect="1"/>
              </p:cNvPicPr>
              <p:nvPr/>
            </p:nvPicPr>
            <p:blipFill>
              <a:blip r:embed="rId4"/>
              <a:stretch>
                <a:fillRect/>
              </a:stretch>
            </p:blipFill>
            <p:spPr>
              <a:xfrm>
                <a:off x="8236620" y="4018341"/>
                <a:ext cx="2407409" cy="1252409"/>
              </a:xfrm>
              <a:prstGeom prst="rect">
                <a:avLst/>
              </a:prstGeom>
            </p:spPr>
          </p:pic>
          <p:sp>
            <p:nvSpPr>
              <p:cNvPr id="16" name="标注: 弯曲线形 15"/>
              <p:cNvSpPr/>
              <p:nvPr/>
            </p:nvSpPr>
            <p:spPr>
              <a:xfrm>
                <a:off x="10306049" y="3490981"/>
                <a:ext cx="1326790" cy="670945"/>
              </a:xfrm>
              <a:prstGeom prst="borderCallout2">
                <a:avLst>
                  <a:gd name="adj1" fmla="val 18750"/>
                  <a:gd name="adj2" fmla="val -8333"/>
                  <a:gd name="adj3" fmla="val 18750"/>
                  <a:gd name="adj4" fmla="val -16667"/>
                  <a:gd name="adj5" fmla="val 114224"/>
                  <a:gd name="adj6" fmla="val -54409"/>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2000" dirty="0">
                    <a:latin typeface="微软雅黑" panose="020B0503020204020204" pitchFamily="34" charset="-122"/>
                    <a:ea typeface="微软雅黑" panose="020B0503020204020204" pitchFamily="34" charset="-122"/>
                  </a:rPr>
                  <a:t>BNC T</a:t>
                </a:r>
                <a:r>
                  <a:rPr lang="zh-CN" altLang="en-US" sz="2000" dirty="0">
                    <a:latin typeface="微软雅黑" panose="020B0503020204020204" pitchFamily="34" charset="-122"/>
                    <a:ea typeface="微软雅黑" panose="020B0503020204020204" pitchFamily="34" charset="-122"/>
                  </a:rPr>
                  <a:t>型连接器</a:t>
                </a:r>
              </a:p>
            </p:txBody>
          </p:sp>
          <p:sp>
            <p:nvSpPr>
              <p:cNvPr id="17" name="标注: 弯曲线形 16"/>
              <p:cNvSpPr/>
              <p:nvPr/>
            </p:nvSpPr>
            <p:spPr>
              <a:xfrm>
                <a:off x="10311764" y="4667591"/>
                <a:ext cx="1321075" cy="670945"/>
              </a:xfrm>
              <a:prstGeom prst="borderCallout2">
                <a:avLst>
                  <a:gd name="adj1" fmla="val 77370"/>
                  <a:gd name="adj2" fmla="val -6659"/>
                  <a:gd name="adj3" fmla="val 79095"/>
                  <a:gd name="adj4" fmla="val -31730"/>
                  <a:gd name="adj5" fmla="val 53879"/>
                  <a:gd name="adj6" fmla="val -51062"/>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2000" dirty="0">
                    <a:latin typeface="微软雅黑" panose="020B0503020204020204" pitchFamily="34" charset="-122"/>
                    <a:ea typeface="微软雅黑" panose="020B0503020204020204" pitchFamily="34" charset="-122"/>
                  </a:rPr>
                  <a:t>连接至以太网卡</a:t>
                </a:r>
              </a:p>
            </p:txBody>
          </p:sp>
        </p:grpSp>
        <p:sp>
          <p:nvSpPr>
            <p:cNvPr id="19" name="文本框 18"/>
            <p:cNvSpPr txBox="1"/>
            <p:nvPr/>
          </p:nvSpPr>
          <p:spPr>
            <a:xfrm>
              <a:off x="3895301" y="5263432"/>
              <a:ext cx="3068338" cy="400110"/>
            </a:xfrm>
            <a:prstGeom prst="rect">
              <a:avLst/>
            </a:prstGeom>
            <a:noFill/>
          </p:spPr>
          <p:txBody>
            <a:bodyPr wrap="square">
              <a:spAutoFit/>
            </a:bodyPr>
            <a:lstStyle/>
            <a:p>
              <a:r>
                <a:rPr lang="zh-CN" altLang="en-US" sz="2000" dirty="0">
                  <a:latin typeface="微软雅黑" panose="020B0503020204020204" pitchFamily="34" charset="-122"/>
                  <a:ea typeface="微软雅黑" panose="020B0503020204020204" pitchFamily="34" charset="-122"/>
                </a:rPr>
                <a:t>细以太网（</a:t>
              </a:r>
              <a:r>
                <a:rPr lang="en-US" altLang="zh-CN" sz="2000" dirty="0">
                  <a:latin typeface="微软雅黑" panose="020B0503020204020204" pitchFamily="34" charset="-122"/>
                  <a:ea typeface="微软雅黑" panose="020B0503020204020204" pitchFamily="34" charset="-122"/>
                </a:rPr>
                <a:t>thin Ethernet</a:t>
              </a:r>
              <a:r>
                <a:rPr lang="zh-CN" altLang="en-US"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p:txBody>
        </p:sp>
      </p:grpSp>
      <p:grpSp>
        <p:nvGrpSpPr>
          <p:cNvPr id="13" name="组合 12"/>
          <p:cNvGrpSpPr/>
          <p:nvPr/>
        </p:nvGrpSpPr>
        <p:grpSpPr>
          <a:xfrm>
            <a:off x="803563" y="3281529"/>
            <a:ext cx="4066972" cy="3235838"/>
            <a:chOff x="7404454" y="2013887"/>
            <a:chExt cx="4066972" cy="3235838"/>
          </a:xfrm>
        </p:grpSpPr>
        <p:pic>
          <p:nvPicPr>
            <p:cNvPr id="20" name="Picture 2"/>
            <p:cNvPicPr>
              <a:picLocks noChangeAspect="1" noChangeArrowheads="1"/>
            </p:cNvPicPr>
            <p:nvPr/>
          </p:nvPicPr>
          <p:blipFill rotWithShape="1">
            <a:blip r:embed="rId5">
              <a:extLst>
                <a:ext uri="{28A0092B-C50C-407E-A947-70E740481C1C}">
                  <a14:useLocalDpi xmlns:a14="http://schemas.microsoft.com/office/drawing/2010/main" val="0"/>
                </a:ext>
              </a:extLst>
            </a:blip>
            <a:srcRect l="7211" t="6091" r="4381" b="5820"/>
            <a:stretch>
              <a:fillRect/>
            </a:stretch>
          </p:blipFill>
          <p:spPr bwMode="auto">
            <a:xfrm>
              <a:off x="7404454" y="2013887"/>
              <a:ext cx="4066972" cy="2849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1" name="文本框 20"/>
            <p:cNvSpPr txBox="1"/>
            <p:nvPr/>
          </p:nvSpPr>
          <p:spPr>
            <a:xfrm>
              <a:off x="8092807" y="4849615"/>
              <a:ext cx="2258171" cy="400110"/>
            </a:xfrm>
            <a:prstGeom prst="rect">
              <a:avLst/>
            </a:prstGeom>
            <a:noFill/>
          </p:spPr>
          <p:txBody>
            <a:bodyPr wrap="square">
              <a:spAutoFit/>
            </a:bodyPr>
            <a:lstStyle/>
            <a:p>
              <a:r>
                <a:rPr lang="zh-CN" altLang="en-US" sz="2000" dirty="0">
                  <a:latin typeface="微软雅黑" panose="020B0503020204020204" pitchFamily="34" charset="-122"/>
                  <a:ea typeface="微软雅黑" panose="020B0503020204020204" pitchFamily="34" charset="-122"/>
                </a:rPr>
                <a:t>中继器（</a:t>
              </a:r>
              <a:r>
                <a:rPr lang="en-US" altLang="zh-CN" sz="2000" dirty="0">
                  <a:latin typeface="微软雅黑" panose="020B0503020204020204" pitchFamily="34" charset="-122"/>
                  <a:ea typeface="微软雅黑" panose="020B0503020204020204" pitchFamily="34" charset="-122"/>
                </a:rPr>
                <a:t>repeater</a:t>
              </a:r>
              <a:r>
                <a:rPr lang="zh-CN" altLang="en-US" sz="2000" dirty="0">
                  <a:latin typeface="微软雅黑" panose="020B0503020204020204" pitchFamily="34" charset="-122"/>
                  <a:ea typeface="微软雅黑" panose="020B0503020204020204" pitchFamily="34" charset="-122"/>
                </a:rPr>
                <a:t>）</a:t>
              </a:r>
            </a:p>
          </p:txBody>
        </p:sp>
      </p:grpSp>
      <p:sp>
        <p:nvSpPr>
          <p:cNvPr id="24" name="日期占位符 15"/>
          <p:cNvSpPr>
            <a:spLocks noGrp="1"/>
          </p:cNvSpPr>
          <p:nvPr>
            <p:ph type="dt" sz="half" idx="10"/>
          </p:nvPr>
        </p:nvSpPr>
        <p:spPr>
          <a:xfrm>
            <a:off x="197335" y="6489303"/>
            <a:ext cx="1613880" cy="288839"/>
          </a:xfrm>
        </p:spPr>
        <p:txBody>
          <a:bodyPr/>
          <a:lstStyle/>
          <a:p>
            <a:r>
              <a:rPr lang="en-US" altLang="zh-CN" dirty="0">
                <a:latin typeface="微软雅黑" panose="020B0503020204020204" pitchFamily="34" charset="-122"/>
                <a:ea typeface="微软雅黑" panose="020B0503020204020204" pitchFamily="34" charset="-122"/>
              </a:rPr>
              <a:t>4.3 </a:t>
            </a:r>
            <a:r>
              <a:rPr lang="zh-CN" altLang="en-US" dirty="0">
                <a:latin typeface="微软雅黑" panose="020B0503020204020204" pitchFamily="34" charset="-122"/>
                <a:ea typeface="微软雅黑" panose="020B0503020204020204" pitchFamily="34" charset="-122"/>
              </a:rPr>
              <a:t>以太网</a:t>
            </a:r>
          </a:p>
        </p:txBody>
      </p:sp>
      <p:grpSp>
        <p:nvGrpSpPr>
          <p:cNvPr id="25" name="组合 24"/>
          <p:cNvGrpSpPr/>
          <p:nvPr/>
        </p:nvGrpSpPr>
        <p:grpSpPr>
          <a:xfrm>
            <a:off x="3442597" y="6575687"/>
            <a:ext cx="5099987" cy="254887"/>
            <a:chOff x="-214926" y="6517848"/>
            <a:chExt cx="5099987" cy="460463"/>
          </a:xfrm>
        </p:grpSpPr>
        <p:grpSp>
          <p:nvGrpSpPr>
            <p:cNvPr id="26" name="组合 25"/>
            <p:cNvGrpSpPr/>
            <p:nvPr/>
          </p:nvGrpSpPr>
          <p:grpSpPr>
            <a:xfrm>
              <a:off x="-134143" y="6517848"/>
              <a:ext cx="5019204" cy="444808"/>
              <a:chOff x="-134143" y="6326763"/>
              <a:chExt cx="5019204" cy="444808"/>
            </a:xfrm>
          </p:grpSpPr>
          <p:cxnSp>
            <p:nvCxnSpPr>
              <p:cNvPr id="28" name="直接连接符 27"/>
              <p:cNvCxnSpPr/>
              <p:nvPr/>
            </p:nvCxnSpPr>
            <p:spPr>
              <a:xfrm>
                <a:off x="-134143" y="6356350"/>
                <a:ext cx="3617495" cy="0"/>
              </a:xfrm>
              <a:prstGeom prst="line">
                <a:avLst/>
              </a:prstGeom>
            </p:spPr>
            <p:style>
              <a:lnRef idx="1">
                <a:schemeClr val="accent1"/>
              </a:lnRef>
              <a:fillRef idx="0">
                <a:schemeClr val="accent1"/>
              </a:fillRef>
              <a:effectRef idx="0">
                <a:schemeClr val="accent1"/>
              </a:effectRef>
              <a:fontRef idx="minor">
                <a:schemeClr val="tx1"/>
              </a:fontRef>
            </p:style>
          </p:cxnSp>
          <p:sp>
            <p:nvSpPr>
              <p:cNvPr id="29" name="文本框 28"/>
              <p:cNvSpPr txBox="1"/>
              <p:nvPr/>
            </p:nvSpPr>
            <p:spPr>
              <a:xfrm>
                <a:off x="466864" y="6326763"/>
                <a:ext cx="4418197" cy="444808"/>
              </a:xfrm>
              <a:prstGeom prst="rect">
                <a:avLst/>
              </a:prstGeom>
              <a:noFill/>
            </p:spPr>
            <p:txBody>
              <a:bodyPr wrap="none" rtlCol="0">
                <a:spAutoFit/>
              </a:bodyPr>
              <a:lstStyle/>
              <a:p>
                <a:r>
                  <a:rPr lang="en-US" altLang="zh-CN" sz="1000" dirty="0">
                    <a:solidFill>
                      <a:schemeClr val="bg1">
                        <a:lumMod val="50000"/>
                      </a:schemeClr>
                    </a:solidFill>
                    <a:latin typeface="微软雅黑" panose="020B0503020204020204" pitchFamily="34" charset="-122"/>
                    <a:ea typeface="微软雅黑" panose="020B0503020204020204" pitchFamily="34" charset="-122"/>
                  </a:rPr>
                  <a:t>Andrew </a:t>
                </a:r>
                <a:r>
                  <a:rPr lang="en-US" altLang="zh-CN" sz="1000" dirty="0" err="1">
                    <a:solidFill>
                      <a:schemeClr val="bg1">
                        <a:lumMod val="50000"/>
                      </a:schemeClr>
                    </a:solidFill>
                    <a:latin typeface="微软雅黑" panose="020B0503020204020204" pitchFamily="34" charset="-122"/>
                    <a:ea typeface="微软雅黑" panose="020B0503020204020204" pitchFamily="34" charset="-122"/>
                  </a:rPr>
                  <a:t>S.Tanenbaum</a:t>
                </a:r>
                <a:r>
                  <a:rPr lang="en-US" altLang="zh-CN" sz="1000" dirty="0">
                    <a:solidFill>
                      <a:schemeClr val="bg1">
                        <a:lumMod val="50000"/>
                      </a:schemeClr>
                    </a:solidFill>
                    <a:latin typeface="微软雅黑" panose="020B0503020204020204" pitchFamily="34" charset="-122"/>
                    <a:ea typeface="微软雅黑" panose="020B0503020204020204" pitchFamily="34" charset="-122"/>
                  </a:rPr>
                  <a:t>, </a:t>
                </a:r>
                <a:r>
                  <a:rPr lang="zh-CN" altLang="en-US" sz="1000" dirty="0">
                    <a:solidFill>
                      <a:schemeClr val="bg1">
                        <a:lumMod val="50000"/>
                      </a:schemeClr>
                    </a:solidFill>
                    <a:latin typeface="微软雅黑" panose="020B0503020204020204" pitchFamily="34" charset="-122"/>
                    <a:ea typeface="微软雅黑" panose="020B0503020204020204" pitchFamily="34" charset="-122"/>
                  </a:rPr>
                  <a:t>潘爱民</a:t>
                </a:r>
                <a:r>
                  <a:rPr lang="en-US" altLang="zh-CN" sz="1000" dirty="0">
                    <a:solidFill>
                      <a:schemeClr val="bg1">
                        <a:lumMod val="50000"/>
                      </a:schemeClr>
                    </a:solidFill>
                    <a:latin typeface="微软雅黑" panose="020B0503020204020204" pitchFamily="34" charset="-122"/>
                    <a:ea typeface="微软雅黑" panose="020B0503020204020204" pitchFamily="34" charset="-122"/>
                  </a:rPr>
                  <a:t>. </a:t>
                </a:r>
                <a:r>
                  <a:rPr lang="zh-CN" altLang="en-US" sz="1000" dirty="0">
                    <a:solidFill>
                      <a:schemeClr val="bg1">
                        <a:lumMod val="50000"/>
                      </a:schemeClr>
                    </a:solidFill>
                    <a:latin typeface="微软雅黑" panose="020B0503020204020204" pitchFamily="34" charset="-122"/>
                    <a:ea typeface="微软雅黑" panose="020B0503020204020204" pitchFamily="34" charset="-122"/>
                  </a:rPr>
                  <a:t>计算机网络</a:t>
                </a:r>
                <a:r>
                  <a:rPr lang="en-US" altLang="zh-CN" sz="1000" dirty="0">
                    <a:solidFill>
                      <a:schemeClr val="bg1">
                        <a:lumMod val="50000"/>
                      </a:schemeClr>
                    </a:solidFill>
                    <a:latin typeface="微软雅黑" panose="020B0503020204020204" pitchFamily="34" charset="-122"/>
                    <a:ea typeface="微软雅黑" panose="020B0503020204020204" pitchFamily="34" charset="-122"/>
                  </a:rPr>
                  <a:t>[M]. </a:t>
                </a:r>
                <a:r>
                  <a:rPr lang="zh-CN" altLang="en-US" sz="1000" dirty="0">
                    <a:solidFill>
                      <a:schemeClr val="bg1">
                        <a:lumMod val="50000"/>
                      </a:schemeClr>
                    </a:solidFill>
                    <a:latin typeface="微软雅黑" panose="020B0503020204020204" pitchFamily="34" charset="-122"/>
                    <a:ea typeface="微软雅黑" panose="020B0503020204020204" pitchFamily="34" charset="-122"/>
                  </a:rPr>
                  <a:t>清华大学出版社</a:t>
                </a:r>
                <a:r>
                  <a:rPr lang="en-US" altLang="zh-CN" sz="1000" dirty="0">
                    <a:solidFill>
                      <a:schemeClr val="bg1">
                        <a:lumMod val="50000"/>
                      </a:schemeClr>
                    </a:solidFill>
                    <a:latin typeface="微软雅黑" panose="020B0503020204020204" pitchFamily="34" charset="-122"/>
                    <a:ea typeface="微软雅黑" panose="020B0503020204020204" pitchFamily="34" charset="-122"/>
                  </a:rPr>
                  <a:t>, 2012.</a:t>
                </a:r>
              </a:p>
            </p:txBody>
          </p:sp>
        </p:grpSp>
        <p:sp>
          <p:nvSpPr>
            <p:cNvPr id="27" name="文本框 26"/>
            <p:cNvSpPr txBox="1"/>
            <p:nvPr/>
          </p:nvSpPr>
          <p:spPr>
            <a:xfrm>
              <a:off x="-214926" y="6519602"/>
              <a:ext cx="840644" cy="458709"/>
            </a:xfrm>
            <a:prstGeom prst="rect">
              <a:avLst/>
            </a:prstGeom>
            <a:noFill/>
          </p:spPr>
          <p:txBody>
            <a:bodyPr wrap="square">
              <a:spAutoFit/>
            </a:bodyPr>
            <a:lstStyle/>
            <a:p>
              <a:r>
                <a:rPr lang="zh-CN" altLang="en-US" sz="1050" dirty="0">
                  <a:solidFill>
                    <a:schemeClr val="bg1">
                      <a:lumMod val="50000"/>
                    </a:schemeClr>
                  </a:solidFill>
                  <a:latin typeface="微软雅黑" panose="020B0503020204020204" pitchFamily="34" charset="-122"/>
                  <a:ea typeface="微软雅黑" panose="020B0503020204020204" pitchFamily="34" charset="-122"/>
                </a:rPr>
                <a:t>图片来源</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blinds(horizontal)">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blinds(horizontal)">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blinds(horizontal)">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经典以太网 </a:t>
            </a:r>
            <a:r>
              <a:rPr lang="en-US" altLang="zh-CN" dirty="0"/>
              <a:t>-</a:t>
            </a:r>
            <a:r>
              <a:rPr lang="en-US" altLang="zh-CN" sz="3600" dirty="0"/>
              <a:t> </a:t>
            </a:r>
            <a:r>
              <a:rPr lang="en-US" altLang="zh-CN" sz="2800" dirty="0"/>
              <a:t>MAC</a:t>
            </a:r>
            <a:r>
              <a:rPr lang="zh-CN" altLang="en-US" sz="2800" dirty="0"/>
              <a:t>子层协议</a:t>
            </a:r>
            <a:endParaRPr lang="zh-CN" altLang="en-US" sz="3600" dirty="0"/>
          </a:p>
        </p:txBody>
      </p:sp>
      <p:sp>
        <p:nvSpPr>
          <p:cNvPr id="3" name="内容占位符 2"/>
          <p:cNvSpPr>
            <a:spLocks noGrp="1"/>
          </p:cNvSpPr>
          <p:nvPr>
            <p:ph idx="1"/>
          </p:nvPr>
        </p:nvSpPr>
        <p:spPr>
          <a:xfrm>
            <a:off x="838200" y="1510758"/>
            <a:ext cx="5320145" cy="2223078"/>
          </a:xfrm>
        </p:spPr>
        <p:txBody>
          <a:bodyPr>
            <a:normAutofit/>
          </a:bodyPr>
          <a:lstStyle/>
          <a:p>
            <a:pPr>
              <a:lnSpc>
                <a:spcPct val="150000"/>
              </a:lnSpc>
            </a:pPr>
            <a:r>
              <a:rPr lang="zh-CN" altLang="en-US" sz="2200" dirty="0"/>
              <a:t>主机运行</a:t>
            </a:r>
            <a:r>
              <a:rPr lang="en-US" altLang="zh-CN" sz="2200" dirty="0">
                <a:solidFill>
                  <a:srgbClr val="C00000"/>
                </a:solidFill>
              </a:rPr>
              <a:t>CSMA/CD</a:t>
            </a:r>
            <a:r>
              <a:rPr lang="zh-CN" altLang="en-US" sz="2200" dirty="0"/>
              <a:t>协议</a:t>
            </a:r>
          </a:p>
          <a:p>
            <a:r>
              <a:rPr lang="zh-CN" altLang="en-US" sz="2200" dirty="0"/>
              <a:t>常用的以太网</a:t>
            </a:r>
            <a:r>
              <a:rPr lang="en-US" altLang="zh-CN" sz="2200" dirty="0"/>
              <a:t>MAC</a:t>
            </a:r>
            <a:r>
              <a:rPr lang="zh-CN" altLang="en-US" sz="2200" dirty="0"/>
              <a:t>帧格式有两种标准 ：</a:t>
            </a:r>
          </a:p>
          <a:p>
            <a:pPr lvl="1">
              <a:lnSpc>
                <a:spcPct val="150000"/>
              </a:lnSpc>
              <a:spcBef>
                <a:spcPts val="0"/>
              </a:spcBef>
            </a:pPr>
            <a:r>
              <a:rPr lang="en-US" altLang="zh-CN" sz="2200" dirty="0">
                <a:solidFill>
                  <a:srgbClr val="C00000"/>
                </a:solidFill>
                <a:latin typeface="Arial" panose="020B0604020202090204" pitchFamily="34" charset="0"/>
                <a:ea typeface="黑体" panose="02010609060101010101" pitchFamily="2" charset="-122"/>
              </a:rPr>
              <a:t>DIX Ethernet V2 </a:t>
            </a:r>
            <a:r>
              <a:rPr lang="zh-CN" altLang="en-US" sz="2200" dirty="0">
                <a:solidFill>
                  <a:srgbClr val="C00000"/>
                </a:solidFill>
                <a:latin typeface="Arial" panose="020B0604020202090204" pitchFamily="34" charset="0"/>
                <a:ea typeface="黑体" panose="02010609060101010101" pitchFamily="2" charset="-122"/>
              </a:rPr>
              <a:t>标准</a:t>
            </a:r>
            <a:r>
              <a:rPr lang="zh-CN" altLang="en-US" sz="2200" dirty="0">
                <a:latin typeface="Arial" panose="020B0604020202090204" pitchFamily="34" charset="0"/>
                <a:ea typeface="黑体" panose="02010609060101010101" pitchFamily="2" charset="-122"/>
              </a:rPr>
              <a:t>（最常用的）</a:t>
            </a:r>
          </a:p>
          <a:p>
            <a:pPr lvl="1">
              <a:lnSpc>
                <a:spcPct val="150000"/>
              </a:lnSpc>
              <a:spcBef>
                <a:spcPts val="0"/>
              </a:spcBef>
            </a:pPr>
            <a:r>
              <a:rPr lang="en-US" altLang="zh-CN" sz="2200" dirty="0">
                <a:solidFill>
                  <a:srgbClr val="7030A0"/>
                </a:solidFill>
                <a:latin typeface="Arial" panose="020B0604020202090204" pitchFamily="34" charset="0"/>
                <a:ea typeface="黑体" panose="02010609060101010101" pitchFamily="2" charset="-122"/>
              </a:rPr>
              <a:t>IEEE </a:t>
            </a:r>
            <a:r>
              <a:rPr lang="zh-CN" altLang="en-US" sz="2200" dirty="0">
                <a:solidFill>
                  <a:srgbClr val="7030A0"/>
                </a:solidFill>
                <a:latin typeface="Arial" panose="020B0604020202090204" pitchFamily="34" charset="0"/>
                <a:ea typeface="黑体" panose="02010609060101010101" pitchFamily="2" charset="-122"/>
              </a:rPr>
              <a:t>的 </a:t>
            </a:r>
            <a:r>
              <a:rPr lang="en-US" altLang="zh-CN" sz="2200" dirty="0">
                <a:solidFill>
                  <a:srgbClr val="7030A0"/>
                </a:solidFill>
                <a:latin typeface="Arial" panose="020B0604020202090204" pitchFamily="34" charset="0"/>
                <a:ea typeface="黑体" panose="02010609060101010101" pitchFamily="2" charset="-122"/>
              </a:rPr>
              <a:t>802.3 </a:t>
            </a:r>
            <a:r>
              <a:rPr lang="zh-CN" altLang="en-US" sz="2200" dirty="0">
                <a:solidFill>
                  <a:srgbClr val="7030A0"/>
                </a:solidFill>
                <a:latin typeface="Arial" panose="020B0604020202090204" pitchFamily="34" charset="0"/>
                <a:ea typeface="黑体" panose="02010609060101010101" pitchFamily="2" charset="-122"/>
              </a:rPr>
              <a:t>标准</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34</a:t>
            </a:fld>
            <a:endParaRPr kumimoji="1" lang="zh-CN" altLang="en-US" dirty="0"/>
          </a:p>
        </p:txBody>
      </p:sp>
      <p:grpSp>
        <p:nvGrpSpPr>
          <p:cNvPr id="6" name="组合 5"/>
          <p:cNvGrpSpPr/>
          <p:nvPr/>
        </p:nvGrpSpPr>
        <p:grpSpPr>
          <a:xfrm>
            <a:off x="1407055" y="4139620"/>
            <a:ext cx="9377890" cy="2286382"/>
            <a:chOff x="1190047" y="3956882"/>
            <a:chExt cx="9377890" cy="2286382"/>
          </a:xfrm>
        </p:grpSpPr>
        <p:sp>
          <p:nvSpPr>
            <p:cNvPr id="27" name="Rectangle 41"/>
            <p:cNvSpPr>
              <a:spLocks noChangeArrowheads="1"/>
            </p:cNvSpPr>
            <p:nvPr/>
          </p:nvSpPr>
          <p:spPr bwMode="auto">
            <a:xfrm>
              <a:off x="1808990" y="4279145"/>
              <a:ext cx="1162294" cy="455410"/>
            </a:xfrm>
            <a:prstGeom prst="rect">
              <a:avLst/>
            </a:prstGeom>
            <a:solidFill>
              <a:srgbClr val="FFFF00"/>
            </a:solidFill>
            <a:ln w="12700" algn="ctr">
              <a:solidFill>
                <a:schemeClr val="folHlink"/>
              </a:solidFill>
              <a:miter lim="800000"/>
            </a:ln>
            <a:effectLst>
              <a:outerShdw dist="35921" dir="2700000" algn="ctr" rotWithShape="0">
                <a:schemeClr val="bg2"/>
              </a:outerShdw>
            </a:effectLst>
          </p:spPr>
          <p:txBody>
            <a:bodyPr wrap="none" anchor="ctr"/>
            <a:lstStyle/>
            <a:p>
              <a:pPr algn="ctr"/>
              <a:r>
                <a:rPr lang="zh-CN" altLang="en-US" dirty="0">
                  <a:latin typeface="黑体" panose="02010609060101010101" pitchFamily="2" charset="-122"/>
                  <a:ea typeface="黑体" panose="02010609060101010101" pitchFamily="2" charset="-122"/>
                </a:rPr>
                <a:t>前导码</a:t>
              </a:r>
            </a:p>
          </p:txBody>
        </p:sp>
        <p:sp>
          <p:nvSpPr>
            <p:cNvPr id="9" name="Rectangle 66"/>
            <p:cNvSpPr>
              <a:spLocks noChangeArrowheads="1"/>
            </p:cNvSpPr>
            <p:nvPr/>
          </p:nvSpPr>
          <p:spPr bwMode="auto">
            <a:xfrm>
              <a:off x="2975799" y="4279145"/>
              <a:ext cx="6803069" cy="457200"/>
            </a:xfrm>
            <a:prstGeom prst="rect">
              <a:avLst/>
            </a:prstGeom>
            <a:solidFill>
              <a:srgbClr val="FFCCFF"/>
            </a:solidFill>
            <a:ln w="12700" algn="ctr">
              <a:solidFill>
                <a:schemeClr val="folHlink"/>
              </a:solidFill>
              <a:miter lim="800000"/>
            </a:ln>
            <a:effectLst>
              <a:outerShdw dist="35921" dir="2700000" algn="ctr" rotWithShape="0">
                <a:schemeClr val="bg2"/>
              </a:outerShdw>
            </a:effectLst>
          </p:spPr>
          <p:txBody>
            <a:bodyPr wrap="none" anchor="ctr"/>
            <a:lstStyle/>
            <a:p>
              <a:endParaRPr lang="zh-CN" altLang="en-US"/>
            </a:p>
          </p:txBody>
        </p:sp>
        <p:sp>
          <p:nvSpPr>
            <p:cNvPr id="10" name="Line 67"/>
            <p:cNvSpPr>
              <a:spLocks noChangeShapeType="1"/>
            </p:cNvSpPr>
            <p:nvPr/>
          </p:nvSpPr>
          <p:spPr bwMode="auto">
            <a:xfrm>
              <a:off x="3910838" y="4279145"/>
              <a:ext cx="0" cy="45720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 name="Line 68"/>
            <p:cNvSpPr>
              <a:spLocks noChangeShapeType="1"/>
            </p:cNvSpPr>
            <p:nvPr/>
          </p:nvSpPr>
          <p:spPr bwMode="auto">
            <a:xfrm>
              <a:off x="4825238" y="4279145"/>
              <a:ext cx="0" cy="45720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Line 69"/>
            <p:cNvSpPr>
              <a:spLocks noChangeShapeType="1"/>
            </p:cNvSpPr>
            <p:nvPr/>
          </p:nvSpPr>
          <p:spPr bwMode="auto">
            <a:xfrm>
              <a:off x="5739638" y="4279145"/>
              <a:ext cx="0" cy="45720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Line 70"/>
            <p:cNvSpPr>
              <a:spLocks noChangeShapeType="1"/>
            </p:cNvSpPr>
            <p:nvPr/>
          </p:nvSpPr>
          <p:spPr bwMode="auto">
            <a:xfrm>
              <a:off x="9031478" y="4279145"/>
              <a:ext cx="0" cy="45720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 name="Rectangle 71"/>
            <p:cNvSpPr>
              <a:spLocks noChangeArrowheads="1"/>
            </p:cNvSpPr>
            <p:nvPr/>
          </p:nvSpPr>
          <p:spPr bwMode="auto">
            <a:xfrm>
              <a:off x="2905951" y="4325183"/>
              <a:ext cx="1106073"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dirty="0">
                  <a:solidFill>
                    <a:srgbClr val="333399"/>
                  </a:solidFill>
                  <a:latin typeface="Arial" panose="020B0604020202090204" pitchFamily="34" charset="0"/>
                  <a:ea typeface="黑体" panose="02010609060101010101" pitchFamily="2" charset="-122"/>
                </a:rPr>
                <a:t>目的地址</a:t>
              </a:r>
            </a:p>
          </p:txBody>
        </p:sp>
        <p:sp>
          <p:nvSpPr>
            <p:cNvPr id="16" name="Rectangle 72"/>
            <p:cNvSpPr>
              <a:spLocks noChangeArrowheads="1"/>
            </p:cNvSpPr>
            <p:nvPr/>
          </p:nvSpPr>
          <p:spPr bwMode="auto">
            <a:xfrm>
              <a:off x="3914014" y="4325183"/>
              <a:ext cx="875241"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a:solidFill>
                    <a:srgbClr val="333399"/>
                  </a:solidFill>
                  <a:latin typeface="Arial" panose="020B0604020202090204" pitchFamily="34" charset="0"/>
                  <a:ea typeface="黑体" panose="02010609060101010101" pitchFamily="2" charset="-122"/>
                </a:rPr>
                <a:t>源地址</a:t>
              </a:r>
            </a:p>
          </p:txBody>
        </p:sp>
        <p:sp>
          <p:nvSpPr>
            <p:cNvPr id="17" name="Rectangle 73"/>
            <p:cNvSpPr>
              <a:spLocks noChangeArrowheads="1"/>
            </p:cNvSpPr>
            <p:nvPr/>
          </p:nvSpPr>
          <p:spPr bwMode="auto">
            <a:xfrm>
              <a:off x="4987163" y="4325183"/>
              <a:ext cx="644408"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dirty="0">
                  <a:solidFill>
                    <a:srgbClr val="333399"/>
                  </a:solidFill>
                  <a:latin typeface="Arial" panose="020B0604020202090204" pitchFamily="34" charset="0"/>
                  <a:ea typeface="黑体" panose="02010609060101010101" pitchFamily="2" charset="-122"/>
                </a:rPr>
                <a:t>类型</a:t>
              </a:r>
            </a:p>
          </p:txBody>
        </p:sp>
        <p:sp>
          <p:nvSpPr>
            <p:cNvPr id="18" name="Rectangle 74"/>
            <p:cNvSpPr>
              <a:spLocks noChangeArrowheads="1"/>
            </p:cNvSpPr>
            <p:nvPr/>
          </p:nvSpPr>
          <p:spPr bwMode="auto">
            <a:xfrm>
              <a:off x="6836601" y="4325183"/>
              <a:ext cx="1157369"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a:solidFill>
                    <a:srgbClr val="333399"/>
                  </a:solidFill>
                  <a:latin typeface="Arial" panose="020B0604020202090204" pitchFamily="34" charset="0"/>
                  <a:ea typeface="黑体" panose="02010609060101010101" pitchFamily="2" charset="-122"/>
                </a:rPr>
                <a:t>数        据</a:t>
              </a:r>
            </a:p>
          </p:txBody>
        </p:sp>
        <p:sp>
          <p:nvSpPr>
            <p:cNvPr id="19" name="Rectangle 75"/>
            <p:cNvSpPr>
              <a:spLocks noChangeArrowheads="1"/>
            </p:cNvSpPr>
            <p:nvPr/>
          </p:nvSpPr>
          <p:spPr bwMode="auto">
            <a:xfrm>
              <a:off x="8972423" y="4325183"/>
              <a:ext cx="875241"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dirty="0">
                  <a:solidFill>
                    <a:srgbClr val="333399"/>
                  </a:solidFill>
                  <a:latin typeface="Arial" panose="020B0604020202090204" pitchFamily="34" charset="0"/>
                  <a:ea typeface="黑体" panose="02010609060101010101" pitchFamily="2" charset="-122"/>
                </a:rPr>
                <a:t>校验和</a:t>
              </a:r>
              <a:endParaRPr kumimoji="1" lang="en-US" altLang="zh-CN" dirty="0">
                <a:solidFill>
                  <a:srgbClr val="333399"/>
                </a:solidFill>
                <a:latin typeface="Arial" panose="020B0604020202090204" pitchFamily="34" charset="0"/>
                <a:ea typeface="黑体" panose="02010609060101010101" pitchFamily="2" charset="-122"/>
              </a:endParaRPr>
            </a:p>
          </p:txBody>
        </p:sp>
        <p:sp>
          <p:nvSpPr>
            <p:cNvPr id="20" name="Rectangle 76"/>
            <p:cNvSpPr>
              <a:spLocks noChangeArrowheads="1"/>
            </p:cNvSpPr>
            <p:nvPr/>
          </p:nvSpPr>
          <p:spPr bwMode="auto">
            <a:xfrm>
              <a:off x="3323464" y="3990221"/>
              <a:ext cx="296557"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dirty="0">
                  <a:solidFill>
                    <a:srgbClr val="333399"/>
                  </a:solidFill>
                  <a:latin typeface="Arial" panose="020B0604020202090204" pitchFamily="34" charset="0"/>
                  <a:ea typeface="黑体" panose="02010609060101010101" pitchFamily="2" charset="-122"/>
                </a:rPr>
                <a:t>6</a:t>
              </a:r>
            </a:p>
          </p:txBody>
        </p:sp>
        <p:sp>
          <p:nvSpPr>
            <p:cNvPr id="21" name="Rectangle 77"/>
            <p:cNvSpPr>
              <a:spLocks noChangeArrowheads="1"/>
            </p:cNvSpPr>
            <p:nvPr/>
          </p:nvSpPr>
          <p:spPr bwMode="auto">
            <a:xfrm>
              <a:off x="4302951" y="3990221"/>
              <a:ext cx="296557"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a:solidFill>
                    <a:srgbClr val="333399"/>
                  </a:solidFill>
                  <a:latin typeface="Arial" panose="020B0604020202090204" pitchFamily="34" charset="0"/>
                  <a:ea typeface="黑体" panose="02010609060101010101" pitchFamily="2" charset="-122"/>
                </a:rPr>
                <a:t>6</a:t>
              </a:r>
            </a:p>
          </p:txBody>
        </p:sp>
        <p:sp>
          <p:nvSpPr>
            <p:cNvPr id="22" name="Rectangle 78"/>
            <p:cNvSpPr>
              <a:spLocks noChangeArrowheads="1"/>
            </p:cNvSpPr>
            <p:nvPr/>
          </p:nvSpPr>
          <p:spPr bwMode="auto">
            <a:xfrm>
              <a:off x="5206239" y="3990221"/>
              <a:ext cx="296557"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a:solidFill>
                    <a:srgbClr val="333399"/>
                  </a:solidFill>
                  <a:latin typeface="Arial" panose="020B0604020202090204" pitchFamily="34" charset="0"/>
                  <a:ea typeface="黑体" panose="02010609060101010101" pitchFamily="2" charset="-122"/>
                </a:rPr>
                <a:t>2</a:t>
              </a:r>
            </a:p>
          </p:txBody>
        </p:sp>
        <p:sp>
          <p:nvSpPr>
            <p:cNvPr id="23" name="Rectangle 79"/>
            <p:cNvSpPr>
              <a:spLocks noChangeArrowheads="1"/>
            </p:cNvSpPr>
            <p:nvPr/>
          </p:nvSpPr>
          <p:spPr bwMode="auto">
            <a:xfrm>
              <a:off x="9311831" y="3990221"/>
              <a:ext cx="296557"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dirty="0">
                  <a:solidFill>
                    <a:srgbClr val="333399"/>
                  </a:solidFill>
                  <a:latin typeface="Arial" panose="020B0604020202090204" pitchFamily="34" charset="0"/>
                  <a:ea typeface="黑体" panose="02010609060101010101" pitchFamily="2" charset="-122"/>
                </a:rPr>
                <a:t>4</a:t>
              </a:r>
            </a:p>
          </p:txBody>
        </p:sp>
        <p:sp>
          <p:nvSpPr>
            <p:cNvPr id="24" name="Rectangle 80"/>
            <p:cNvSpPr>
              <a:spLocks noChangeArrowheads="1"/>
            </p:cNvSpPr>
            <p:nvPr/>
          </p:nvSpPr>
          <p:spPr bwMode="auto">
            <a:xfrm>
              <a:off x="1190047" y="3963768"/>
              <a:ext cx="593112"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600" dirty="0">
                  <a:solidFill>
                    <a:srgbClr val="333399"/>
                  </a:solidFill>
                  <a:latin typeface="Arial" panose="020B0604020202090204" pitchFamily="34" charset="0"/>
                  <a:ea typeface="黑体" panose="02010609060101010101" pitchFamily="2" charset="-122"/>
                </a:rPr>
                <a:t>字节</a:t>
              </a:r>
            </a:p>
          </p:txBody>
        </p:sp>
        <p:sp>
          <p:nvSpPr>
            <p:cNvPr id="25" name="Text Box 81"/>
            <p:cNvSpPr txBox="1">
              <a:spLocks noChangeArrowheads="1"/>
            </p:cNvSpPr>
            <p:nvPr/>
          </p:nvSpPr>
          <p:spPr bwMode="auto">
            <a:xfrm>
              <a:off x="6860420" y="3956882"/>
              <a:ext cx="10937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90204" pitchFamily="34" charset="0"/>
                  <a:ea typeface="宋体" panose="02010600030101010101" pitchFamily="2" charset="-122"/>
                </a:defRPr>
              </a:lvl1pPr>
              <a:lvl2pPr marL="571500" defTabSz="762000">
                <a:defRPr>
                  <a:solidFill>
                    <a:schemeClr val="tx1"/>
                  </a:solidFill>
                  <a:latin typeface="Arial" panose="020B0604020202090204" pitchFamily="34" charset="0"/>
                  <a:ea typeface="宋体" panose="02010600030101010101" pitchFamily="2" charset="-122"/>
                </a:defRPr>
              </a:lvl2pPr>
              <a:lvl3pPr marL="1143000" defTabSz="762000">
                <a:defRPr>
                  <a:solidFill>
                    <a:schemeClr val="tx1"/>
                  </a:solidFill>
                  <a:latin typeface="Arial" panose="020B0604020202090204" pitchFamily="34" charset="0"/>
                  <a:ea typeface="宋体" panose="02010600030101010101" pitchFamily="2" charset="-122"/>
                </a:defRPr>
              </a:lvl3pPr>
              <a:lvl4pPr marL="1714500" defTabSz="762000">
                <a:defRPr>
                  <a:solidFill>
                    <a:schemeClr val="tx1"/>
                  </a:solidFill>
                  <a:latin typeface="Arial" panose="020B0604020202090204" pitchFamily="34" charset="0"/>
                  <a:ea typeface="宋体" panose="02010600030101010101" pitchFamily="2" charset="-122"/>
                </a:defRPr>
              </a:lvl4pPr>
              <a:lvl5pPr marL="2286000" defTabSz="762000">
                <a:defRPr>
                  <a:solidFill>
                    <a:schemeClr val="tx1"/>
                  </a:solidFill>
                  <a:latin typeface="Arial" panose="020B060402020209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9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9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9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90204" pitchFamily="34" charset="0"/>
                  <a:ea typeface="宋体" panose="02010600030101010101" pitchFamily="2" charset="-122"/>
                </a:defRPr>
              </a:lvl9pPr>
            </a:lstStyle>
            <a:p>
              <a:pPr eaLnBrk="0" hangingPunct="0"/>
              <a:r>
                <a:rPr kumimoji="1" lang="en-US" altLang="zh-CN" sz="1600" dirty="0">
                  <a:solidFill>
                    <a:srgbClr val="333399"/>
                  </a:solidFill>
                  <a:ea typeface="黑体" panose="02010609060101010101" pitchFamily="2" charset="-122"/>
                </a:rPr>
                <a:t>46 ~ 1500</a:t>
              </a:r>
            </a:p>
          </p:txBody>
        </p:sp>
        <p:sp>
          <p:nvSpPr>
            <p:cNvPr id="28" name="Rectangle 76"/>
            <p:cNvSpPr>
              <a:spLocks noChangeArrowheads="1"/>
            </p:cNvSpPr>
            <p:nvPr/>
          </p:nvSpPr>
          <p:spPr bwMode="auto">
            <a:xfrm>
              <a:off x="2204692" y="3974516"/>
              <a:ext cx="296557"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dirty="0">
                  <a:solidFill>
                    <a:srgbClr val="333399"/>
                  </a:solidFill>
                  <a:latin typeface="Arial" panose="020B0604020202090204" pitchFamily="34" charset="0"/>
                  <a:ea typeface="黑体" panose="02010609060101010101" pitchFamily="2" charset="-122"/>
                </a:rPr>
                <a:t>8</a:t>
              </a:r>
            </a:p>
          </p:txBody>
        </p:sp>
        <p:sp>
          <p:nvSpPr>
            <p:cNvPr id="29" name="Rectangle 41"/>
            <p:cNvSpPr>
              <a:spLocks noChangeArrowheads="1"/>
            </p:cNvSpPr>
            <p:nvPr/>
          </p:nvSpPr>
          <p:spPr bwMode="auto">
            <a:xfrm>
              <a:off x="1804475" y="5000285"/>
              <a:ext cx="1162294" cy="455410"/>
            </a:xfrm>
            <a:prstGeom prst="rect">
              <a:avLst/>
            </a:prstGeom>
            <a:solidFill>
              <a:srgbClr val="FFFF00"/>
            </a:solidFill>
            <a:ln w="12700" algn="ctr">
              <a:solidFill>
                <a:schemeClr val="folHlink"/>
              </a:solidFill>
              <a:miter lim="800000"/>
            </a:ln>
            <a:effectLst>
              <a:outerShdw dist="35921" dir="2700000" algn="ctr" rotWithShape="0">
                <a:schemeClr val="bg2"/>
              </a:outerShdw>
            </a:effectLst>
          </p:spPr>
          <p:txBody>
            <a:bodyPr wrap="none" anchor="ctr"/>
            <a:lstStyle/>
            <a:p>
              <a:pPr algn="ctr"/>
              <a:r>
                <a:rPr lang="zh-CN" altLang="en-US" dirty="0">
                  <a:latin typeface="黑体" panose="02010609060101010101" pitchFamily="2" charset="-122"/>
                  <a:ea typeface="黑体" panose="02010609060101010101" pitchFamily="2" charset="-122"/>
                </a:rPr>
                <a:t>前导码</a:t>
              </a:r>
            </a:p>
          </p:txBody>
        </p:sp>
        <p:sp>
          <p:nvSpPr>
            <p:cNvPr id="30" name="Rectangle 66"/>
            <p:cNvSpPr>
              <a:spLocks noChangeArrowheads="1"/>
            </p:cNvSpPr>
            <p:nvPr/>
          </p:nvSpPr>
          <p:spPr bwMode="auto">
            <a:xfrm>
              <a:off x="2971284" y="5000285"/>
              <a:ext cx="6803069" cy="457200"/>
            </a:xfrm>
            <a:prstGeom prst="rect">
              <a:avLst/>
            </a:prstGeom>
            <a:solidFill>
              <a:srgbClr val="FFCCFF"/>
            </a:solidFill>
            <a:ln w="12700" algn="ctr">
              <a:solidFill>
                <a:schemeClr val="folHlink"/>
              </a:solidFill>
              <a:miter lim="800000"/>
            </a:ln>
            <a:effectLst>
              <a:outerShdw dist="35921" dir="2700000" algn="ctr" rotWithShape="0">
                <a:schemeClr val="bg2"/>
              </a:outerShdw>
            </a:effectLst>
          </p:spPr>
          <p:txBody>
            <a:bodyPr wrap="none" anchor="ctr"/>
            <a:lstStyle/>
            <a:p>
              <a:endParaRPr lang="zh-CN" altLang="en-US"/>
            </a:p>
          </p:txBody>
        </p:sp>
        <p:sp>
          <p:nvSpPr>
            <p:cNvPr id="31" name="Line 67"/>
            <p:cNvSpPr>
              <a:spLocks noChangeShapeType="1"/>
            </p:cNvSpPr>
            <p:nvPr/>
          </p:nvSpPr>
          <p:spPr bwMode="auto">
            <a:xfrm>
              <a:off x="3906323" y="5000285"/>
              <a:ext cx="0" cy="45720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 name="Line 68"/>
            <p:cNvSpPr>
              <a:spLocks noChangeShapeType="1"/>
            </p:cNvSpPr>
            <p:nvPr/>
          </p:nvSpPr>
          <p:spPr bwMode="auto">
            <a:xfrm>
              <a:off x="4820723" y="5000285"/>
              <a:ext cx="0" cy="45720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 name="Line 69"/>
            <p:cNvSpPr>
              <a:spLocks noChangeShapeType="1"/>
            </p:cNvSpPr>
            <p:nvPr/>
          </p:nvSpPr>
          <p:spPr bwMode="auto">
            <a:xfrm>
              <a:off x="5735123" y="5000285"/>
              <a:ext cx="0" cy="45720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 name="Line 70"/>
            <p:cNvSpPr>
              <a:spLocks noChangeShapeType="1"/>
            </p:cNvSpPr>
            <p:nvPr/>
          </p:nvSpPr>
          <p:spPr bwMode="auto">
            <a:xfrm>
              <a:off x="9026963" y="5000285"/>
              <a:ext cx="0" cy="45720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 name="Rectangle 71"/>
            <p:cNvSpPr>
              <a:spLocks noChangeArrowheads="1"/>
            </p:cNvSpPr>
            <p:nvPr/>
          </p:nvSpPr>
          <p:spPr bwMode="auto">
            <a:xfrm>
              <a:off x="2901436" y="5046323"/>
              <a:ext cx="1106073"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dirty="0">
                  <a:solidFill>
                    <a:srgbClr val="333399"/>
                  </a:solidFill>
                  <a:latin typeface="Arial" panose="020B0604020202090204" pitchFamily="34" charset="0"/>
                  <a:ea typeface="黑体" panose="02010609060101010101" pitchFamily="2" charset="-122"/>
                </a:rPr>
                <a:t>目的地址</a:t>
              </a:r>
            </a:p>
          </p:txBody>
        </p:sp>
        <p:sp>
          <p:nvSpPr>
            <p:cNvPr id="36" name="Rectangle 72"/>
            <p:cNvSpPr>
              <a:spLocks noChangeArrowheads="1"/>
            </p:cNvSpPr>
            <p:nvPr/>
          </p:nvSpPr>
          <p:spPr bwMode="auto">
            <a:xfrm>
              <a:off x="3909499" y="5046323"/>
              <a:ext cx="875241"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a:solidFill>
                    <a:srgbClr val="333399"/>
                  </a:solidFill>
                  <a:latin typeface="Arial" panose="020B0604020202090204" pitchFamily="34" charset="0"/>
                  <a:ea typeface="黑体" panose="02010609060101010101" pitchFamily="2" charset="-122"/>
                </a:rPr>
                <a:t>源地址</a:t>
              </a:r>
            </a:p>
          </p:txBody>
        </p:sp>
        <p:sp>
          <p:nvSpPr>
            <p:cNvPr id="37" name="Rectangle 73"/>
            <p:cNvSpPr>
              <a:spLocks noChangeArrowheads="1"/>
            </p:cNvSpPr>
            <p:nvPr/>
          </p:nvSpPr>
          <p:spPr bwMode="auto">
            <a:xfrm>
              <a:off x="4841363" y="5053003"/>
              <a:ext cx="888065"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dirty="0">
                  <a:solidFill>
                    <a:srgbClr val="333399"/>
                  </a:solidFill>
                  <a:latin typeface="Arial" panose="020B0604020202090204" pitchFamily="34" charset="0"/>
                  <a:ea typeface="黑体" panose="02010609060101010101" pitchFamily="2" charset="-122"/>
                </a:rPr>
                <a:t>Length</a:t>
              </a:r>
              <a:endParaRPr kumimoji="1" lang="zh-CN" altLang="en-US" dirty="0">
                <a:solidFill>
                  <a:srgbClr val="333399"/>
                </a:solidFill>
                <a:latin typeface="Arial" panose="020B0604020202090204" pitchFamily="34" charset="0"/>
                <a:ea typeface="黑体" panose="02010609060101010101" pitchFamily="2" charset="-122"/>
              </a:endParaRPr>
            </a:p>
          </p:txBody>
        </p:sp>
        <p:sp>
          <p:nvSpPr>
            <p:cNvPr id="38" name="Rectangle 74"/>
            <p:cNvSpPr>
              <a:spLocks noChangeArrowheads="1"/>
            </p:cNvSpPr>
            <p:nvPr/>
          </p:nvSpPr>
          <p:spPr bwMode="auto">
            <a:xfrm>
              <a:off x="6832086" y="5046323"/>
              <a:ext cx="1157369"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a:solidFill>
                    <a:srgbClr val="333399"/>
                  </a:solidFill>
                  <a:latin typeface="Arial" panose="020B0604020202090204" pitchFamily="34" charset="0"/>
                  <a:ea typeface="黑体" panose="02010609060101010101" pitchFamily="2" charset="-122"/>
                </a:rPr>
                <a:t>数        据</a:t>
              </a:r>
            </a:p>
          </p:txBody>
        </p:sp>
        <p:sp>
          <p:nvSpPr>
            <p:cNvPr id="39" name="Rectangle 75"/>
            <p:cNvSpPr>
              <a:spLocks noChangeArrowheads="1"/>
            </p:cNvSpPr>
            <p:nvPr/>
          </p:nvSpPr>
          <p:spPr bwMode="auto">
            <a:xfrm>
              <a:off x="8967908" y="5046323"/>
              <a:ext cx="875241"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dirty="0">
                  <a:solidFill>
                    <a:srgbClr val="333399"/>
                  </a:solidFill>
                  <a:latin typeface="Arial" panose="020B0604020202090204" pitchFamily="34" charset="0"/>
                  <a:ea typeface="黑体" panose="02010609060101010101" pitchFamily="2" charset="-122"/>
                </a:rPr>
                <a:t>校验和</a:t>
              </a:r>
              <a:endParaRPr kumimoji="1" lang="en-US" altLang="zh-CN" dirty="0">
                <a:solidFill>
                  <a:srgbClr val="333399"/>
                </a:solidFill>
                <a:latin typeface="Arial" panose="020B0604020202090204" pitchFamily="34" charset="0"/>
                <a:ea typeface="黑体" panose="02010609060101010101" pitchFamily="2" charset="-122"/>
              </a:endParaRPr>
            </a:p>
          </p:txBody>
        </p:sp>
        <p:sp>
          <p:nvSpPr>
            <p:cNvPr id="5" name="文本框 4"/>
            <p:cNvSpPr txBox="1"/>
            <p:nvPr/>
          </p:nvSpPr>
          <p:spPr>
            <a:xfrm>
              <a:off x="10035419" y="4316820"/>
              <a:ext cx="522900" cy="369332"/>
            </a:xfrm>
            <a:prstGeom prst="rect">
              <a:avLst/>
            </a:prstGeom>
            <a:noFill/>
          </p:spPr>
          <p:txBody>
            <a:bodyPr wrap="none" rtlCol="0">
              <a:spAutoFit/>
            </a:bodyPr>
            <a:lstStyle/>
            <a:p>
              <a:r>
                <a:rPr lang="en-US" altLang="zh-CN" b="1" dirty="0"/>
                <a:t>(a) </a:t>
              </a:r>
              <a:endParaRPr lang="zh-CN" altLang="en-US" b="1" dirty="0"/>
            </a:p>
          </p:txBody>
        </p:sp>
        <p:sp>
          <p:nvSpPr>
            <p:cNvPr id="40" name="文本框 39"/>
            <p:cNvSpPr txBox="1"/>
            <p:nvPr/>
          </p:nvSpPr>
          <p:spPr>
            <a:xfrm>
              <a:off x="10025801" y="5053003"/>
              <a:ext cx="542136" cy="369332"/>
            </a:xfrm>
            <a:prstGeom prst="rect">
              <a:avLst/>
            </a:prstGeom>
            <a:noFill/>
          </p:spPr>
          <p:txBody>
            <a:bodyPr wrap="none" rtlCol="0">
              <a:spAutoFit/>
            </a:bodyPr>
            <a:lstStyle/>
            <a:p>
              <a:r>
                <a:rPr lang="en-US" altLang="zh-CN" b="1" dirty="0"/>
                <a:t>(b) </a:t>
              </a:r>
              <a:endParaRPr lang="zh-CN" altLang="en-US" b="1" dirty="0"/>
            </a:p>
          </p:txBody>
        </p:sp>
        <p:sp>
          <p:nvSpPr>
            <p:cNvPr id="41" name="文本框 40"/>
            <p:cNvSpPr txBox="1"/>
            <p:nvPr/>
          </p:nvSpPr>
          <p:spPr>
            <a:xfrm>
              <a:off x="3914014" y="5596933"/>
              <a:ext cx="3929281" cy="646331"/>
            </a:xfrm>
            <a:prstGeom prst="rect">
              <a:avLst/>
            </a:prstGeom>
            <a:noFill/>
          </p:spPr>
          <p:txBody>
            <a:bodyPr wrap="none" rtlCol="0">
              <a:spAutoFit/>
            </a:bodyPr>
            <a:lstStyle/>
            <a:p>
              <a:pPr algn="ctr"/>
              <a:r>
                <a:rPr lang="en-US" altLang="zh-CN" b="1" dirty="0"/>
                <a:t>MAC</a:t>
              </a:r>
              <a:r>
                <a:rPr lang="zh-CN" altLang="en-US" b="1" dirty="0"/>
                <a:t>帧格式</a:t>
              </a:r>
              <a:r>
                <a:rPr lang="en-US" altLang="zh-CN" b="1" dirty="0"/>
                <a:t> </a:t>
              </a:r>
            </a:p>
            <a:p>
              <a:pPr algn="ctr"/>
              <a:r>
                <a:rPr lang="en-US" altLang="zh-CN" b="1" dirty="0"/>
                <a:t>(a) DIX Ethernet V2     (b) IEEE 802.3</a:t>
              </a:r>
              <a:endParaRPr lang="zh-CN" altLang="en-US" b="1" dirty="0"/>
            </a:p>
          </p:txBody>
        </p:sp>
      </p:grpSp>
      <p:pic>
        <p:nvPicPr>
          <p:cNvPr id="42"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b="25072"/>
          <a:stretch>
            <a:fillRect/>
          </a:stretch>
        </p:blipFill>
        <p:spPr bwMode="auto">
          <a:xfrm>
            <a:off x="5006263" y="3054453"/>
            <a:ext cx="6712576" cy="890957"/>
          </a:xfrm>
          <a:prstGeom prst="rect">
            <a:avLst/>
          </a:prstGeom>
        </p:spPr>
        <p:style>
          <a:lnRef idx="2">
            <a:schemeClr val="dk1"/>
          </a:lnRef>
          <a:fillRef idx="1">
            <a:schemeClr val="lt1"/>
          </a:fillRef>
          <a:effectRef idx="0">
            <a:schemeClr val="dk1"/>
          </a:effectRef>
          <a:fontRef idx="minor">
            <a:schemeClr val="dk1"/>
          </a:fontRef>
        </p:style>
      </p:pic>
      <p:sp>
        <p:nvSpPr>
          <p:cNvPr id="49" name="日期占位符 15"/>
          <p:cNvSpPr>
            <a:spLocks noGrp="1"/>
          </p:cNvSpPr>
          <p:nvPr>
            <p:ph type="dt" sz="half" idx="10"/>
          </p:nvPr>
        </p:nvSpPr>
        <p:spPr>
          <a:xfrm>
            <a:off x="197335" y="6489303"/>
            <a:ext cx="1728180" cy="365125"/>
          </a:xfrm>
        </p:spPr>
        <p:txBody>
          <a:bodyPr/>
          <a:lstStyle/>
          <a:p>
            <a:r>
              <a:rPr lang="en-US" altLang="zh-CN" dirty="0">
                <a:latin typeface="微软雅黑" panose="020B0503020204020204" pitchFamily="34" charset="-122"/>
                <a:ea typeface="微软雅黑" panose="020B0503020204020204" pitchFamily="34" charset="-122"/>
              </a:rPr>
              <a:t>4.3 </a:t>
            </a:r>
            <a:r>
              <a:rPr lang="zh-CN" altLang="en-US" dirty="0">
                <a:latin typeface="微软雅黑" panose="020B0503020204020204" pitchFamily="34" charset="-122"/>
                <a:ea typeface="微软雅黑" panose="020B0503020204020204" pitchFamily="34" charset="-122"/>
              </a:rPr>
              <a:t>以太网</a:t>
            </a:r>
          </a:p>
        </p:txBody>
      </p:sp>
      <p:grpSp>
        <p:nvGrpSpPr>
          <p:cNvPr id="60" name="组合 59"/>
          <p:cNvGrpSpPr/>
          <p:nvPr/>
        </p:nvGrpSpPr>
        <p:grpSpPr>
          <a:xfrm>
            <a:off x="4309206" y="6567021"/>
            <a:ext cx="3698278" cy="254887"/>
            <a:chOff x="-214926" y="6517848"/>
            <a:chExt cx="3698278" cy="460463"/>
          </a:xfrm>
        </p:grpSpPr>
        <p:grpSp>
          <p:nvGrpSpPr>
            <p:cNvPr id="61" name="组合 60"/>
            <p:cNvGrpSpPr/>
            <p:nvPr/>
          </p:nvGrpSpPr>
          <p:grpSpPr>
            <a:xfrm>
              <a:off x="-134143" y="6517848"/>
              <a:ext cx="3617495" cy="444808"/>
              <a:chOff x="-134143" y="6326763"/>
              <a:chExt cx="3617495" cy="444808"/>
            </a:xfrm>
          </p:grpSpPr>
          <p:cxnSp>
            <p:nvCxnSpPr>
              <p:cNvPr id="63" name="直接连接符 62"/>
              <p:cNvCxnSpPr/>
              <p:nvPr/>
            </p:nvCxnSpPr>
            <p:spPr>
              <a:xfrm>
                <a:off x="-134143" y="6356350"/>
                <a:ext cx="3617495" cy="0"/>
              </a:xfrm>
              <a:prstGeom prst="line">
                <a:avLst/>
              </a:prstGeom>
            </p:spPr>
            <p:style>
              <a:lnRef idx="1">
                <a:schemeClr val="accent1"/>
              </a:lnRef>
              <a:fillRef idx="0">
                <a:schemeClr val="accent1"/>
              </a:fillRef>
              <a:effectRef idx="0">
                <a:schemeClr val="accent1"/>
              </a:effectRef>
              <a:fontRef idx="minor">
                <a:schemeClr val="tx1"/>
              </a:fontRef>
            </p:style>
          </p:cxnSp>
          <p:sp>
            <p:nvSpPr>
              <p:cNvPr id="64" name="文本框 63"/>
              <p:cNvSpPr txBox="1"/>
              <p:nvPr/>
            </p:nvSpPr>
            <p:spPr>
              <a:xfrm>
                <a:off x="466864" y="6326763"/>
                <a:ext cx="2924198" cy="444808"/>
              </a:xfrm>
              <a:prstGeom prst="rect">
                <a:avLst/>
              </a:prstGeom>
              <a:noFill/>
            </p:spPr>
            <p:txBody>
              <a:bodyPr wrap="none" rtlCol="0">
                <a:spAutoFit/>
              </a:bodyPr>
              <a:lstStyle/>
              <a:p>
                <a:r>
                  <a:rPr lang="en-US" altLang="zh-CN" sz="1000" dirty="0">
                    <a:solidFill>
                      <a:schemeClr val="bg1">
                        <a:lumMod val="50000"/>
                      </a:schemeClr>
                    </a:solidFill>
                    <a:latin typeface="微软雅黑" panose="020B0503020204020204" pitchFamily="34" charset="-122"/>
                    <a:ea typeface="微软雅黑" panose="020B0503020204020204" pitchFamily="34" charset="-122"/>
                  </a:rPr>
                  <a:t>https://en.wikipedia.org/wiki/Ethernet_frame</a:t>
                </a:r>
              </a:p>
            </p:txBody>
          </p:sp>
        </p:grpSp>
        <p:sp>
          <p:nvSpPr>
            <p:cNvPr id="62" name="文本框 61"/>
            <p:cNvSpPr txBox="1"/>
            <p:nvPr/>
          </p:nvSpPr>
          <p:spPr>
            <a:xfrm>
              <a:off x="-214926" y="6519602"/>
              <a:ext cx="840644" cy="458709"/>
            </a:xfrm>
            <a:prstGeom prst="rect">
              <a:avLst/>
            </a:prstGeom>
            <a:noFill/>
          </p:spPr>
          <p:txBody>
            <a:bodyPr wrap="square">
              <a:spAutoFit/>
            </a:bodyPr>
            <a:lstStyle/>
            <a:p>
              <a:r>
                <a:rPr lang="zh-CN" altLang="en-US" sz="1050" dirty="0">
                  <a:solidFill>
                    <a:schemeClr val="bg1">
                      <a:lumMod val="50000"/>
                    </a:schemeClr>
                  </a:solidFill>
                  <a:latin typeface="微软雅黑" panose="020B0503020204020204" pitchFamily="34" charset="-122"/>
                  <a:ea typeface="微软雅黑" panose="020B0503020204020204" pitchFamily="34" charset="-122"/>
                </a:rPr>
                <a:t>图片来源</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2"/>
                                        </p:tgtEl>
                                        <p:attrNameLst>
                                          <p:attrName>style.visibility</p:attrName>
                                        </p:attrNameLst>
                                      </p:cBhvr>
                                      <p:to>
                                        <p:strVal val="visible"/>
                                      </p:to>
                                    </p:set>
                                    <p:animEffect transition="in" filter="blinds(horizontal)">
                                      <p:cBhvr>
                                        <p:cTn id="7" dur="500"/>
                                        <p:tgtEl>
                                          <p:spTgt spid="4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linds(horizontal)">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经典以太网 </a:t>
            </a:r>
            <a:r>
              <a:rPr lang="en-US" altLang="zh-CN" dirty="0"/>
              <a:t>- </a:t>
            </a:r>
            <a:r>
              <a:rPr lang="en-US" altLang="zh-CN" sz="2800" dirty="0"/>
              <a:t>MAC</a:t>
            </a:r>
            <a:r>
              <a:rPr lang="zh-CN" altLang="en-US" sz="2800" dirty="0"/>
              <a:t>子层协议</a:t>
            </a:r>
            <a:endParaRPr lang="zh-CN" altLang="en-US" dirty="0"/>
          </a:p>
        </p:txBody>
      </p:sp>
      <p:sp>
        <p:nvSpPr>
          <p:cNvPr id="3" name="内容占位符 2"/>
          <p:cNvSpPr>
            <a:spLocks noGrp="1"/>
          </p:cNvSpPr>
          <p:nvPr>
            <p:ph idx="1"/>
          </p:nvPr>
        </p:nvSpPr>
        <p:spPr>
          <a:xfrm>
            <a:off x="5587614" y="4338923"/>
            <a:ext cx="5706015" cy="1788823"/>
          </a:xfrm>
        </p:spPr>
        <p:txBody>
          <a:bodyPr>
            <a:normAutofit fontScale="92500"/>
          </a:bodyPr>
          <a:lstStyle/>
          <a:p>
            <a:pPr>
              <a:lnSpc>
                <a:spcPct val="150000"/>
              </a:lnSpc>
            </a:pPr>
            <a:r>
              <a:rPr lang="zh-CN" altLang="en-US" sz="2200" dirty="0"/>
              <a:t>保证接收电路在帧的目的地址字段到来之前达到正常接收状态。</a:t>
            </a:r>
            <a:r>
              <a:rPr lang="en-US" altLang="zh-CN" sz="2200" dirty="0"/>
              <a:t>8</a:t>
            </a:r>
            <a:r>
              <a:rPr lang="zh-CN" altLang="en-US" sz="2200" dirty="0"/>
              <a:t>字节的前导码和帧前定界符不需要保留，也不计入帧头长度。</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35</a:t>
            </a:fld>
            <a:endParaRPr kumimoji="1" lang="zh-CN" altLang="en-US" dirty="0"/>
          </a:p>
        </p:txBody>
      </p:sp>
      <p:sp>
        <p:nvSpPr>
          <p:cNvPr id="5" name="Line 3"/>
          <p:cNvSpPr>
            <a:spLocks noChangeShapeType="1"/>
          </p:cNvSpPr>
          <p:nvPr/>
        </p:nvSpPr>
        <p:spPr bwMode="auto">
          <a:xfrm>
            <a:off x="1107534" y="3121372"/>
            <a:ext cx="8915400" cy="0"/>
          </a:xfrm>
          <a:prstGeom prst="line">
            <a:avLst/>
          </a:prstGeom>
          <a:noFill/>
          <a:ln w="38100" cmpd="dbl">
            <a:solidFill>
              <a:schemeClr val="folHlink"/>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 name="Rectangle 4"/>
          <p:cNvSpPr>
            <a:spLocks noChangeArrowheads="1"/>
          </p:cNvSpPr>
          <p:nvPr/>
        </p:nvSpPr>
        <p:spPr bwMode="auto">
          <a:xfrm>
            <a:off x="2509297" y="3356322"/>
            <a:ext cx="6795130" cy="495300"/>
          </a:xfrm>
          <a:prstGeom prst="rect">
            <a:avLst/>
          </a:prstGeom>
          <a:solidFill>
            <a:srgbClr val="FFCCFF"/>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 name="Rectangle 5"/>
          <p:cNvSpPr>
            <a:spLocks noChangeArrowheads="1"/>
          </p:cNvSpPr>
          <p:nvPr/>
        </p:nvSpPr>
        <p:spPr bwMode="auto">
          <a:xfrm>
            <a:off x="2502947" y="3356322"/>
            <a:ext cx="6795130" cy="488950"/>
          </a:xfrm>
          <a:prstGeom prst="rect">
            <a:avLst/>
          </a:prstGeom>
          <a:noFill/>
          <a:ln w="9525">
            <a:solidFill>
              <a:schemeClr val="tx2"/>
            </a:solidFill>
            <a:miter lim="800000"/>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 name="Rectangle 6"/>
          <p:cNvSpPr>
            <a:spLocks noChangeArrowheads="1"/>
          </p:cNvSpPr>
          <p:nvPr/>
        </p:nvSpPr>
        <p:spPr bwMode="auto">
          <a:xfrm>
            <a:off x="4920709" y="3422998"/>
            <a:ext cx="1747274"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a:solidFill>
                  <a:srgbClr val="333399"/>
                </a:solidFill>
                <a:latin typeface="Arial" panose="020B0604020202090204" pitchFamily="34" charset="0"/>
                <a:ea typeface="黑体" panose="02010609060101010101" pitchFamily="2" charset="-122"/>
              </a:rPr>
              <a:t>以太网 </a:t>
            </a:r>
            <a:r>
              <a:rPr kumimoji="1" lang="en-US" altLang="zh-CN">
                <a:solidFill>
                  <a:srgbClr val="333399"/>
                </a:solidFill>
                <a:latin typeface="Arial" panose="020B0604020202090204" pitchFamily="34" charset="0"/>
                <a:ea typeface="黑体" panose="02010609060101010101" pitchFamily="2" charset="-122"/>
              </a:rPr>
              <a:t>MAC </a:t>
            </a:r>
            <a:r>
              <a:rPr kumimoji="1" lang="zh-CN" altLang="en-US">
                <a:solidFill>
                  <a:srgbClr val="333399"/>
                </a:solidFill>
                <a:latin typeface="Arial" panose="020B0604020202090204" pitchFamily="34" charset="0"/>
                <a:ea typeface="黑体" panose="02010609060101010101" pitchFamily="2" charset="-122"/>
              </a:rPr>
              <a:t>帧</a:t>
            </a:r>
          </a:p>
        </p:txBody>
      </p:sp>
      <p:sp>
        <p:nvSpPr>
          <p:cNvPr id="9" name="Rectangle 13"/>
          <p:cNvSpPr>
            <a:spLocks noChangeArrowheads="1"/>
          </p:cNvSpPr>
          <p:nvPr/>
        </p:nvSpPr>
        <p:spPr bwMode="auto">
          <a:xfrm>
            <a:off x="9447308" y="3440461"/>
            <a:ext cx="875241"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dirty="0">
                <a:solidFill>
                  <a:srgbClr val="333399"/>
                </a:solidFill>
                <a:latin typeface="Arial" panose="020B0604020202090204" pitchFamily="34" charset="0"/>
                <a:ea typeface="黑体" panose="02010609060101010101" pitchFamily="2" charset="-122"/>
              </a:rPr>
              <a:t>物理层</a:t>
            </a:r>
          </a:p>
        </p:txBody>
      </p:sp>
      <p:sp>
        <p:nvSpPr>
          <p:cNvPr id="10" name="Rectangle 26"/>
          <p:cNvSpPr>
            <a:spLocks noChangeArrowheads="1"/>
          </p:cNvSpPr>
          <p:nvPr/>
        </p:nvSpPr>
        <p:spPr bwMode="auto">
          <a:xfrm>
            <a:off x="9407620" y="2486373"/>
            <a:ext cx="926537"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a:solidFill>
                  <a:srgbClr val="333399"/>
                </a:solidFill>
                <a:latin typeface="Arial" panose="020B0604020202090204" pitchFamily="34" charset="0"/>
                <a:ea typeface="黑体" panose="02010609060101010101" pitchFamily="2" charset="-122"/>
              </a:rPr>
              <a:t>MAC</a:t>
            </a:r>
            <a:r>
              <a:rPr kumimoji="1" lang="zh-CN" altLang="en-US">
                <a:solidFill>
                  <a:srgbClr val="333399"/>
                </a:solidFill>
                <a:latin typeface="Arial" panose="020B0604020202090204" pitchFamily="34" charset="0"/>
                <a:ea typeface="黑体" panose="02010609060101010101" pitchFamily="2" charset="-122"/>
              </a:rPr>
              <a:t>层</a:t>
            </a:r>
          </a:p>
        </p:txBody>
      </p:sp>
      <p:sp>
        <p:nvSpPr>
          <p:cNvPr id="11" name="Line 27"/>
          <p:cNvSpPr>
            <a:spLocks noChangeShapeType="1"/>
          </p:cNvSpPr>
          <p:nvPr/>
        </p:nvSpPr>
        <p:spPr bwMode="auto">
          <a:xfrm flipH="1">
            <a:off x="2501359" y="2846735"/>
            <a:ext cx="1588" cy="514350"/>
          </a:xfrm>
          <a:prstGeom prst="line">
            <a:avLst/>
          </a:prstGeom>
          <a:noFill/>
          <a:ln w="1270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 name="Line 28"/>
          <p:cNvSpPr>
            <a:spLocks noChangeShapeType="1"/>
          </p:cNvSpPr>
          <p:nvPr/>
        </p:nvSpPr>
        <p:spPr bwMode="auto">
          <a:xfrm>
            <a:off x="9328245" y="2918172"/>
            <a:ext cx="11113" cy="431800"/>
          </a:xfrm>
          <a:prstGeom prst="line">
            <a:avLst/>
          </a:prstGeom>
          <a:noFill/>
          <a:ln w="1270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 name="Rectangle 29"/>
          <p:cNvSpPr>
            <a:spLocks noChangeArrowheads="1"/>
          </p:cNvSpPr>
          <p:nvPr/>
        </p:nvSpPr>
        <p:spPr bwMode="auto">
          <a:xfrm>
            <a:off x="1150398" y="4350098"/>
            <a:ext cx="4086225" cy="415925"/>
          </a:xfrm>
          <a:prstGeom prst="rect">
            <a:avLst/>
          </a:prstGeom>
          <a:solidFill>
            <a:srgbClr val="FFFF99"/>
          </a:solidFill>
          <a:ln w="9525">
            <a:solidFill>
              <a:schemeClr val="folHlink"/>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Rectangle 30"/>
          <p:cNvSpPr>
            <a:spLocks noChangeArrowheads="1"/>
          </p:cNvSpPr>
          <p:nvPr/>
        </p:nvSpPr>
        <p:spPr bwMode="auto">
          <a:xfrm>
            <a:off x="1105948" y="4392961"/>
            <a:ext cx="4222311" cy="3206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500">
                <a:solidFill>
                  <a:srgbClr val="333399"/>
                </a:solidFill>
                <a:latin typeface="黑体" panose="02010609060101010101" pitchFamily="2" charset="-122"/>
                <a:ea typeface="黑体" panose="02010609060101010101" pitchFamily="2" charset="-122"/>
              </a:rPr>
              <a:t>10101010101010        10101010101010101011</a:t>
            </a:r>
          </a:p>
        </p:txBody>
      </p:sp>
      <p:sp>
        <p:nvSpPr>
          <p:cNvPr id="15" name="Line 31"/>
          <p:cNvSpPr>
            <a:spLocks noChangeShapeType="1"/>
          </p:cNvSpPr>
          <p:nvPr/>
        </p:nvSpPr>
        <p:spPr bwMode="auto">
          <a:xfrm>
            <a:off x="4447014" y="4346922"/>
            <a:ext cx="0" cy="431800"/>
          </a:xfrm>
          <a:prstGeom prst="line">
            <a:avLst/>
          </a:prstGeom>
          <a:noFill/>
          <a:ln w="12700">
            <a:solidFill>
              <a:schemeClr val="fo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 name="Rectangle 32"/>
          <p:cNvSpPr>
            <a:spLocks noChangeArrowheads="1"/>
          </p:cNvSpPr>
          <p:nvPr/>
        </p:nvSpPr>
        <p:spPr bwMode="auto">
          <a:xfrm>
            <a:off x="2290223" y="4804123"/>
            <a:ext cx="1106073"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a:solidFill>
                  <a:srgbClr val="333399"/>
                </a:solidFill>
                <a:latin typeface="Arial" panose="020B0604020202090204" pitchFamily="34" charset="0"/>
                <a:ea typeface="黑体" panose="02010609060101010101" pitchFamily="2" charset="-122"/>
              </a:rPr>
              <a:t>前同步码</a:t>
            </a:r>
          </a:p>
        </p:txBody>
      </p:sp>
      <p:sp>
        <p:nvSpPr>
          <p:cNvPr id="17" name="Rectangle 33"/>
          <p:cNvSpPr>
            <a:spLocks noChangeArrowheads="1"/>
          </p:cNvSpPr>
          <p:nvPr/>
        </p:nvSpPr>
        <p:spPr bwMode="auto">
          <a:xfrm>
            <a:off x="4303173" y="4775547"/>
            <a:ext cx="875241" cy="53296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80000"/>
              </a:lnSpc>
            </a:pPr>
            <a:r>
              <a:rPr kumimoji="1" lang="zh-CN" altLang="en-US">
                <a:solidFill>
                  <a:srgbClr val="333399"/>
                </a:solidFill>
                <a:latin typeface="Arial" panose="020B0604020202090204" pitchFamily="34" charset="0"/>
                <a:ea typeface="黑体" panose="02010609060101010101" pitchFamily="2" charset="-122"/>
              </a:rPr>
              <a:t>帧开始</a:t>
            </a:r>
          </a:p>
          <a:p>
            <a:pPr defTabSz="762000" eaLnBrk="0" hangingPunct="0">
              <a:lnSpc>
                <a:spcPct val="80000"/>
              </a:lnSpc>
            </a:pPr>
            <a:r>
              <a:rPr kumimoji="1" lang="zh-CN" altLang="en-US">
                <a:solidFill>
                  <a:srgbClr val="333399"/>
                </a:solidFill>
                <a:latin typeface="Arial" panose="020B0604020202090204" pitchFamily="34" charset="0"/>
                <a:ea typeface="黑体" panose="02010609060101010101" pitchFamily="2" charset="-122"/>
              </a:rPr>
              <a:t>定界符</a:t>
            </a:r>
          </a:p>
        </p:txBody>
      </p:sp>
      <p:sp>
        <p:nvSpPr>
          <p:cNvPr id="18" name="Rectangle 34"/>
          <p:cNvSpPr>
            <a:spLocks noChangeArrowheads="1"/>
          </p:cNvSpPr>
          <p:nvPr/>
        </p:nvSpPr>
        <p:spPr bwMode="auto">
          <a:xfrm>
            <a:off x="2358484" y="4013548"/>
            <a:ext cx="764634"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a:solidFill>
                  <a:srgbClr val="333399"/>
                </a:solidFill>
                <a:latin typeface="Arial" panose="020B0604020202090204" pitchFamily="34" charset="0"/>
                <a:ea typeface="黑体" panose="02010609060101010101" pitchFamily="2" charset="-122"/>
              </a:rPr>
              <a:t>7 </a:t>
            </a:r>
            <a:r>
              <a:rPr kumimoji="1" lang="zh-CN" altLang="en-US" sz="1600">
                <a:solidFill>
                  <a:srgbClr val="333399"/>
                </a:solidFill>
                <a:latin typeface="Arial" panose="020B0604020202090204" pitchFamily="34" charset="0"/>
                <a:ea typeface="黑体" panose="02010609060101010101" pitchFamily="2" charset="-122"/>
              </a:rPr>
              <a:t>字节</a:t>
            </a:r>
          </a:p>
        </p:txBody>
      </p:sp>
      <p:sp>
        <p:nvSpPr>
          <p:cNvPr id="19" name="Rectangle 35"/>
          <p:cNvSpPr>
            <a:spLocks noChangeArrowheads="1"/>
          </p:cNvSpPr>
          <p:nvPr/>
        </p:nvSpPr>
        <p:spPr bwMode="auto">
          <a:xfrm>
            <a:off x="4379372" y="4013548"/>
            <a:ext cx="764634"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a:solidFill>
                  <a:srgbClr val="333399"/>
                </a:solidFill>
                <a:latin typeface="Arial" panose="020B0604020202090204" pitchFamily="34" charset="0"/>
                <a:ea typeface="黑体" panose="02010609060101010101" pitchFamily="2" charset="-122"/>
              </a:rPr>
              <a:t>1 </a:t>
            </a:r>
            <a:r>
              <a:rPr kumimoji="1" lang="zh-CN" altLang="en-US" sz="1600">
                <a:solidFill>
                  <a:srgbClr val="333399"/>
                </a:solidFill>
                <a:latin typeface="Arial" panose="020B0604020202090204" pitchFamily="34" charset="0"/>
                <a:ea typeface="黑体" panose="02010609060101010101" pitchFamily="2" charset="-122"/>
              </a:rPr>
              <a:t>字节</a:t>
            </a:r>
          </a:p>
        </p:txBody>
      </p:sp>
      <p:sp>
        <p:nvSpPr>
          <p:cNvPr id="20" name="Line 36"/>
          <p:cNvSpPr>
            <a:spLocks noChangeShapeType="1"/>
          </p:cNvSpPr>
          <p:nvPr/>
        </p:nvSpPr>
        <p:spPr bwMode="auto">
          <a:xfrm flipV="1">
            <a:off x="1163097" y="3854798"/>
            <a:ext cx="292100" cy="492125"/>
          </a:xfrm>
          <a:prstGeom prst="line">
            <a:avLst/>
          </a:prstGeom>
          <a:noFill/>
          <a:ln w="12700">
            <a:solidFill>
              <a:schemeClr val="folHlink"/>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 name="Line 37"/>
          <p:cNvSpPr>
            <a:spLocks noChangeShapeType="1"/>
          </p:cNvSpPr>
          <p:nvPr/>
        </p:nvSpPr>
        <p:spPr bwMode="auto">
          <a:xfrm>
            <a:off x="2493422" y="3867498"/>
            <a:ext cx="2722562" cy="474663"/>
          </a:xfrm>
          <a:prstGeom prst="line">
            <a:avLst/>
          </a:prstGeom>
          <a:noFill/>
          <a:ln w="12700">
            <a:solidFill>
              <a:schemeClr val="folHlink"/>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 name="Text Box 38"/>
          <p:cNvSpPr txBox="1">
            <a:spLocks noChangeArrowheads="1"/>
          </p:cNvSpPr>
          <p:nvPr/>
        </p:nvSpPr>
        <p:spPr bwMode="auto">
          <a:xfrm>
            <a:off x="2701384" y="4358035"/>
            <a:ext cx="41549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90204" pitchFamily="34" charset="0"/>
                <a:ea typeface="宋体" panose="02010600030101010101" pitchFamily="2" charset="-122"/>
              </a:defRPr>
            </a:lvl1pPr>
            <a:lvl2pPr marL="571500" defTabSz="762000">
              <a:defRPr>
                <a:solidFill>
                  <a:schemeClr val="tx1"/>
                </a:solidFill>
                <a:latin typeface="Arial" panose="020B0604020202090204" pitchFamily="34" charset="0"/>
                <a:ea typeface="宋体" panose="02010600030101010101" pitchFamily="2" charset="-122"/>
              </a:defRPr>
            </a:lvl2pPr>
            <a:lvl3pPr marL="1143000" defTabSz="762000">
              <a:defRPr>
                <a:solidFill>
                  <a:schemeClr val="tx1"/>
                </a:solidFill>
                <a:latin typeface="Arial" panose="020B0604020202090204" pitchFamily="34" charset="0"/>
                <a:ea typeface="宋体" panose="02010600030101010101" pitchFamily="2" charset="-122"/>
              </a:defRPr>
            </a:lvl3pPr>
            <a:lvl4pPr marL="1714500" defTabSz="762000">
              <a:defRPr>
                <a:solidFill>
                  <a:schemeClr val="tx1"/>
                </a:solidFill>
                <a:latin typeface="Arial" panose="020B0604020202090204" pitchFamily="34" charset="0"/>
                <a:ea typeface="宋体" panose="02010600030101010101" pitchFamily="2" charset="-122"/>
              </a:defRPr>
            </a:lvl4pPr>
            <a:lvl5pPr marL="2286000" defTabSz="762000">
              <a:defRPr>
                <a:solidFill>
                  <a:schemeClr val="tx1"/>
                </a:solidFill>
                <a:latin typeface="Arial" panose="020B060402020209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9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9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9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90204" pitchFamily="34" charset="0"/>
                <a:ea typeface="宋体" panose="02010600030101010101" pitchFamily="2" charset="-122"/>
              </a:defRPr>
            </a:lvl9pPr>
          </a:lstStyle>
          <a:p>
            <a:pPr eaLnBrk="0" hangingPunct="0"/>
            <a:r>
              <a:rPr kumimoji="1" lang="en-US" altLang="zh-CN" dirty="0">
                <a:solidFill>
                  <a:srgbClr val="333399"/>
                </a:solidFill>
                <a:ea typeface="黑体" panose="02010609060101010101" pitchFamily="2" charset="-122"/>
              </a:rPr>
              <a:t>…</a:t>
            </a:r>
          </a:p>
        </p:txBody>
      </p:sp>
      <p:sp>
        <p:nvSpPr>
          <p:cNvPr id="23" name="Rectangle 41"/>
          <p:cNvSpPr>
            <a:spLocks noChangeArrowheads="1"/>
          </p:cNvSpPr>
          <p:nvPr/>
        </p:nvSpPr>
        <p:spPr bwMode="auto">
          <a:xfrm>
            <a:off x="1483773" y="3349972"/>
            <a:ext cx="1019175" cy="488950"/>
          </a:xfrm>
          <a:prstGeom prst="rect">
            <a:avLst/>
          </a:prstGeom>
          <a:solidFill>
            <a:srgbClr val="FFFF99"/>
          </a:solidFill>
          <a:ln w="952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Rectangle 42"/>
          <p:cNvSpPr>
            <a:spLocks noChangeArrowheads="1"/>
          </p:cNvSpPr>
          <p:nvPr/>
        </p:nvSpPr>
        <p:spPr bwMode="auto">
          <a:xfrm>
            <a:off x="1620297" y="3442048"/>
            <a:ext cx="764634"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a:solidFill>
                  <a:srgbClr val="333399"/>
                </a:solidFill>
                <a:latin typeface="Arial" panose="020B0604020202090204" pitchFamily="34" charset="0"/>
                <a:ea typeface="黑体" panose="02010609060101010101" pitchFamily="2" charset="-122"/>
              </a:rPr>
              <a:t>8 </a:t>
            </a:r>
            <a:r>
              <a:rPr kumimoji="1" lang="zh-CN" altLang="en-US" sz="1600">
                <a:solidFill>
                  <a:srgbClr val="333399"/>
                </a:solidFill>
                <a:latin typeface="Arial" panose="020B0604020202090204" pitchFamily="34" charset="0"/>
                <a:ea typeface="黑体" panose="02010609060101010101" pitchFamily="2" charset="-122"/>
              </a:rPr>
              <a:t>字节</a:t>
            </a:r>
          </a:p>
        </p:txBody>
      </p:sp>
      <p:sp>
        <p:nvSpPr>
          <p:cNvPr id="25" name="AutoShape 43"/>
          <p:cNvSpPr>
            <a:spLocks noChangeArrowheads="1"/>
          </p:cNvSpPr>
          <p:nvPr/>
        </p:nvSpPr>
        <p:spPr bwMode="auto">
          <a:xfrm>
            <a:off x="1119267" y="2799681"/>
            <a:ext cx="766763" cy="366713"/>
          </a:xfrm>
          <a:prstGeom prst="wedgeRoundRectCallout">
            <a:avLst>
              <a:gd name="adj1" fmla="val 48000"/>
              <a:gd name="adj2" fmla="val 139880"/>
              <a:gd name="adj3" fmla="val 16667"/>
            </a:avLst>
          </a:prstGeom>
          <a:solidFill>
            <a:schemeClr val="bg1"/>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762000" eaLnBrk="0" hangingPunct="0"/>
            <a:endParaRPr kumimoji="1" lang="zh-CN" altLang="zh-CN" sz="1600" dirty="0">
              <a:solidFill>
                <a:srgbClr val="333399"/>
              </a:solidFill>
              <a:latin typeface="Arial" panose="020B0604020202090204" pitchFamily="34" charset="0"/>
              <a:ea typeface="黑体" panose="02010609060101010101" pitchFamily="2" charset="-122"/>
            </a:endParaRPr>
          </a:p>
        </p:txBody>
      </p:sp>
      <p:sp>
        <p:nvSpPr>
          <p:cNvPr id="26" name="Rectangle 44"/>
          <p:cNvSpPr>
            <a:spLocks noChangeArrowheads="1"/>
          </p:cNvSpPr>
          <p:nvPr/>
        </p:nvSpPr>
        <p:spPr bwMode="auto">
          <a:xfrm>
            <a:off x="1144668" y="2774281"/>
            <a:ext cx="854075" cy="3333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defTabSz="762000" eaLnBrk="0" hangingPunct="0"/>
            <a:r>
              <a:rPr kumimoji="1" lang="zh-CN" altLang="en-US" sz="1600" dirty="0">
                <a:solidFill>
                  <a:srgbClr val="333399"/>
                </a:solidFill>
                <a:latin typeface="Arial" panose="020B0604020202090204" pitchFamily="34" charset="0"/>
                <a:ea typeface="黑体" panose="02010609060101010101" pitchFamily="2" charset="-122"/>
              </a:rPr>
              <a:t>插入</a:t>
            </a:r>
          </a:p>
        </p:txBody>
      </p:sp>
      <p:sp>
        <p:nvSpPr>
          <p:cNvPr id="27" name="Rectangle 47"/>
          <p:cNvSpPr>
            <a:spLocks noChangeArrowheads="1"/>
          </p:cNvSpPr>
          <p:nvPr/>
        </p:nvSpPr>
        <p:spPr bwMode="auto">
          <a:xfrm>
            <a:off x="9552082" y="1597373"/>
            <a:ext cx="631584"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a:solidFill>
                  <a:srgbClr val="333399"/>
                </a:solidFill>
                <a:latin typeface="Arial" panose="020B0604020202090204" pitchFamily="34" charset="0"/>
                <a:ea typeface="黑体" panose="02010609060101010101" pitchFamily="2" charset="-122"/>
              </a:rPr>
              <a:t>IP</a:t>
            </a:r>
            <a:r>
              <a:rPr kumimoji="1" lang="zh-CN" altLang="en-US">
                <a:solidFill>
                  <a:srgbClr val="333399"/>
                </a:solidFill>
                <a:latin typeface="Arial" panose="020B0604020202090204" pitchFamily="34" charset="0"/>
                <a:ea typeface="黑体" panose="02010609060101010101" pitchFamily="2" charset="-122"/>
              </a:rPr>
              <a:t>层</a:t>
            </a:r>
          </a:p>
        </p:txBody>
      </p:sp>
      <p:sp>
        <p:nvSpPr>
          <p:cNvPr id="28" name="Line 48"/>
          <p:cNvSpPr>
            <a:spLocks noChangeShapeType="1"/>
          </p:cNvSpPr>
          <p:nvPr/>
        </p:nvSpPr>
        <p:spPr bwMode="auto">
          <a:xfrm>
            <a:off x="9399683" y="2130773"/>
            <a:ext cx="820737" cy="11113"/>
          </a:xfrm>
          <a:prstGeom prst="line">
            <a:avLst/>
          </a:prstGeom>
          <a:noFill/>
          <a:ln w="12700">
            <a:solidFill>
              <a:schemeClr val="tx1"/>
            </a:solidFill>
            <a:prstDash val="lg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 name="AutoShape 64"/>
          <p:cNvSpPr>
            <a:spLocks noChangeArrowheads="1"/>
          </p:cNvSpPr>
          <p:nvPr/>
        </p:nvSpPr>
        <p:spPr bwMode="auto">
          <a:xfrm rot="16200000" flipH="1">
            <a:off x="5446966" y="3082479"/>
            <a:ext cx="609600" cy="230187"/>
          </a:xfrm>
          <a:prstGeom prst="rightArrow">
            <a:avLst>
              <a:gd name="adj1" fmla="val 50000"/>
              <a:gd name="adj2" fmla="val 132426"/>
            </a:avLst>
          </a:prstGeom>
          <a:solidFill>
            <a:schemeClr val="accent1"/>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 name="Rectangle 66"/>
          <p:cNvSpPr>
            <a:spLocks noChangeArrowheads="1"/>
          </p:cNvSpPr>
          <p:nvPr/>
        </p:nvSpPr>
        <p:spPr bwMode="auto">
          <a:xfrm>
            <a:off x="2501358" y="2414935"/>
            <a:ext cx="6803069" cy="457200"/>
          </a:xfrm>
          <a:prstGeom prst="rect">
            <a:avLst/>
          </a:prstGeom>
          <a:solidFill>
            <a:srgbClr val="FFCCFF"/>
          </a:solidFill>
          <a:ln w="12700" algn="ctr">
            <a:solidFill>
              <a:schemeClr val="folHlink"/>
            </a:solidFill>
            <a:miter lim="800000"/>
          </a:ln>
          <a:effectLst>
            <a:outerShdw dist="35921" dir="2700000" algn="ctr" rotWithShape="0">
              <a:schemeClr val="bg2"/>
            </a:outerShdw>
          </a:effectLst>
        </p:spPr>
        <p:txBody>
          <a:bodyPr wrap="none" anchor="ctr"/>
          <a:lstStyle/>
          <a:p>
            <a:endParaRPr lang="zh-CN" altLang="en-US"/>
          </a:p>
        </p:txBody>
      </p:sp>
      <p:sp>
        <p:nvSpPr>
          <p:cNvPr id="31" name="Line 67"/>
          <p:cNvSpPr>
            <a:spLocks noChangeShapeType="1"/>
          </p:cNvSpPr>
          <p:nvPr/>
        </p:nvSpPr>
        <p:spPr bwMode="auto">
          <a:xfrm>
            <a:off x="3436397" y="2414935"/>
            <a:ext cx="0" cy="45720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 name="Line 68"/>
          <p:cNvSpPr>
            <a:spLocks noChangeShapeType="1"/>
          </p:cNvSpPr>
          <p:nvPr/>
        </p:nvSpPr>
        <p:spPr bwMode="auto">
          <a:xfrm>
            <a:off x="4350797" y="2414935"/>
            <a:ext cx="0" cy="45720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 name="Line 69"/>
          <p:cNvSpPr>
            <a:spLocks noChangeShapeType="1"/>
          </p:cNvSpPr>
          <p:nvPr/>
        </p:nvSpPr>
        <p:spPr bwMode="auto">
          <a:xfrm>
            <a:off x="5265197" y="2414935"/>
            <a:ext cx="0" cy="45720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 name="Line 70"/>
          <p:cNvSpPr>
            <a:spLocks noChangeShapeType="1"/>
          </p:cNvSpPr>
          <p:nvPr/>
        </p:nvSpPr>
        <p:spPr bwMode="auto">
          <a:xfrm>
            <a:off x="8557037" y="2414935"/>
            <a:ext cx="0" cy="45720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 name="Rectangle 71"/>
          <p:cNvSpPr>
            <a:spLocks noChangeArrowheads="1"/>
          </p:cNvSpPr>
          <p:nvPr/>
        </p:nvSpPr>
        <p:spPr bwMode="auto">
          <a:xfrm>
            <a:off x="2431510" y="2460973"/>
            <a:ext cx="1106073"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a:solidFill>
                  <a:srgbClr val="333399"/>
                </a:solidFill>
                <a:latin typeface="Arial" panose="020B0604020202090204" pitchFamily="34" charset="0"/>
                <a:ea typeface="黑体" panose="02010609060101010101" pitchFamily="2" charset="-122"/>
              </a:rPr>
              <a:t>目的地址</a:t>
            </a:r>
          </a:p>
        </p:txBody>
      </p:sp>
      <p:sp>
        <p:nvSpPr>
          <p:cNvPr id="36" name="Rectangle 72"/>
          <p:cNvSpPr>
            <a:spLocks noChangeArrowheads="1"/>
          </p:cNvSpPr>
          <p:nvPr/>
        </p:nvSpPr>
        <p:spPr bwMode="auto">
          <a:xfrm>
            <a:off x="3439573" y="2460973"/>
            <a:ext cx="875241"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a:solidFill>
                  <a:srgbClr val="333399"/>
                </a:solidFill>
                <a:latin typeface="Arial" panose="020B0604020202090204" pitchFamily="34" charset="0"/>
                <a:ea typeface="黑体" panose="02010609060101010101" pitchFamily="2" charset="-122"/>
              </a:rPr>
              <a:t>源地址</a:t>
            </a:r>
          </a:p>
        </p:txBody>
      </p:sp>
      <p:sp>
        <p:nvSpPr>
          <p:cNvPr id="37" name="Rectangle 73"/>
          <p:cNvSpPr>
            <a:spLocks noChangeArrowheads="1"/>
          </p:cNvSpPr>
          <p:nvPr/>
        </p:nvSpPr>
        <p:spPr bwMode="auto">
          <a:xfrm>
            <a:off x="4512722" y="2460973"/>
            <a:ext cx="644408"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dirty="0">
                <a:solidFill>
                  <a:srgbClr val="333399"/>
                </a:solidFill>
                <a:latin typeface="Arial" panose="020B0604020202090204" pitchFamily="34" charset="0"/>
                <a:ea typeface="黑体" panose="02010609060101010101" pitchFamily="2" charset="-122"/>
              </a:rPr>
              <a:t>类型</a:t>
            </a:r>
          </a:p>
        </p:txBody>
      </p:sp>
      <p:sp>
        <p:nvSpPr>
          <p:cNvPr id="38" name="Rectangle 74"/>
          <p:cNvSpPr>
            <a:spLocks noChangeArrowheads="1"/>
          </p:cNvSpPr>
          <p:nvPr/>
        </p:nvSpPr>
        <p:spPr bwMode="auto">
          <a:xfrm>
            <a:off x="6362160" y="2460973"/>
            <a:ext cx="1157369"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a:solidFill>
                  <a:srgbClr val="333399"/>
                </a:solidFill>
                <a:latin typeface="Arial" panose="020B0604020202090204" pitchFamily="34" charset="0"/>
                <a:ea typeface="黑体" panose="02010609060101010101" pitchFamily="2" charset="-122"/>
              </a:rPr>
              <a:t>数        据</a:t>
            </a:r>
          </a:p>
        </p:txBody>
      </p:sp>
      <p:sp>
        <p:nvSpPr>
          <p:cNvPr id="39" name="Rectangle 75"/>
          <p:cNvSpPr>
            <a:spLocks noChangeArrowheads="1"/>
          </p:cNvSpPr>
          <p:nvPr/>
        </p:nvSpPr>
        <p:spPr bwMode="auto">
          <a:xfrm>
            <a:off x="8497982" y="2460973"/>
            <a:ext cx="875241"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dirty="0">
                <a:solidFill>
                  <a:srgbClr val="333399"/>
                </a:solidFill>
                <a:latin typeface="Arial" panose="020B0604020202090204" pitchFamily="34" charset="0"/>
                <a:ea typeface="黑体" panose="02010609060101010101" pitchFamily="2" charset="-122"/>
              </a:rPr>
              <a:t>校验和</a:t>
            </a:r>
            <a:endParaRPr kumimoji="1" lang="en-US" altLang="zh-CN" dirty="0">
              <a:solidFill>
                <a:srgbClr val="333399"/>
              </a:solidFill>
              <a:latin typeface="Arial" panose="020B0604020202090204" pitchFamily="34" charset="0"/>
              <a:ea typeface="黑体" panose="02010609060101010101" pitchFamily="2" charset="-122"/>
            </a:endParaRPr>
          </a:p>
        </p:txBody>
      </p:sp>
      <p:sp>
        <p:nvSpPr>
          <p:cNvPr id="40" name="Rectangle 76"/>
          <p:cNvSpPr>
            <a:spLocks noChangeArrowheads="1"/>
          </p:cNvSpPr>
          <p:nvPr/>
        </p:nvSpPr>
        <p:spPr bwMode="auto">
          <a:xfrm>
            <a:off x="2849023" y="2126011"/>
            <a:ext cx="296557"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a:solidFill>
                  <a:srgbClr val="333399"/>
                </a:solidFill>
                <a:latin typeface="Arial" panose="020B0604020202090204" pitchFamily="34" charset="0"/>
                <a:ea typeface="黑体" panose="02010609060101010101" pitchFamily="2" charset="-122"/>
              </a:rPr>
              <a:t>6</a:t>
            </a:r>
          </a:p>
        </p:txBody>
      </p:sp>
      <p:sp>
        <p:nvSpPr>
          <p:cNvPr id="41" name="Rectangle 77"/>
          <p:cNvSpPr>
            <a:spLocks noChangeArrowheads="1"/>
          </p:cNvSpPr>
          <p:nvPr/>
        </p:nvSpPr>
        <p:spPr bwMode="auto">
          <a:xfrm>
            <a:off x="3828510" y="2126011"/>
            <a:ext cx="296557"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a:solidFill>
                  <a:srgbClr val="333399"/>
                </a:solidFill>
                <a:latin typeface="Arial" panose="020B0604020202090204" pitchFamily="34" charset="0"/>
                <a:ea typeface="黑体" panose="02010609060101010101" pitchFamily="2" charset="-122"/>
              </a:rPr>
              <a:t>6</a:t>
            </a:r>
          </a:p>
        </p:txBody>
      </p:sp>
      <p:sp>
        <p:nvSpPr>
          <p:cNvPr id="42" name="Rectangle 78"/>
          <p:cNvSpPr>
            <a:spLocks noChangeArrowheads="1"/>
          </p:cNvSpPr>
          <p:nvPr/>
        </p:nvSpPr>
        <p:spPr bwMode="auto">
          <a:xfrm>
            <a:off x="4731798" y="2126011"/>
            <a:ext cx="296557"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a:solidFill>
                  <a:srgbClr val="333399"/>
                </a:solidFill>
                <a:latin typeface="Arial" panose="020B0604020202090204" pitchFamily="34" charset="0"/>
                <a:ea typeface="黑体" panose="02010609060101010101" pitchFamily="2" charset="-122"/>
              </a:rPr>
              <a:t>2</a:t>
            </a:r>
          </a:p>
        </p:txBody>
      </p:sp>
      <p:sp>
        <p:nvSpPr>
          <p:cNvPr id="43" name="Rectangle 79"/>
          <p:cNvSpPr>
            <a:spLocks noChangeArrowheads="1"/>
          </p:cNvSpPr>
          <p:nvPr/>
        </p:nvSpPr>
        <p:spPr bwMode="auto">
          <a:xfrm>
            <a:off x="8837390" y="2126011"/>
            <a:ext cx="296557"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dirty="0">
                <a:solidFill>
                  <a:srgbClr val="333399"/>
                </a:solidFill>
                <a:latin typeface="Arial" panose="020B0604020202090204" pitchFamily="34" charset="0"/>
                <a:ea typeface="黑体" panose="02010609060101010101" pitchFamily="2" charset="-122"/>
              </a:rPr>
              <a:t>4</a:t>
            </a:r>
          </a:p>
        </p:txBody>
      </p:sp>
      <p:sp>
        <p:nvSpPr>
          <p:cNvPr id="44" name="Rectangle 80"/>
          <p:cNvSpPr>
            <a:spLocks noChangeArrowheads="1"/>
          </p:cNvSpPr>
          <p:nvPr/>
        </p:nvSpPr>
        <p:spPr bwMode="auto">
          <a:xfrm>
            <a:off x="2001297" y="2089498"/>
            <a:ext cx="593112"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600">
                <a:solidFill>
                  <a:srgbClr val="333399"/>
                </a:solidFill>
                <a:latin typeface="Arial" panose="020B0604020202090204" pitchFamily="34" charset="0"/>
                <a:ea typeface="黑体" panose="02010609060101010101" pitchFamily="2" charset="-122"/>
              </a:rPr>
              <a:t>字节</a:t>
            </a:r>
          </a:p>
        </p:txBody>
      </p:sp>
      <p:sp>
        <p:nvSpPr>
          <p:cNvPr id="45" name="Text Box 81"/>
          <p:cNvSpPr txBox="1">
            <a:spLocks noChangeArrowheads="1"/>
          </p:cNvSpPr>
          <p:nvPr/>
        </p:nvSpPr>
        <p:spPr bwMode="auto">
          <a:xfrm>
            <a:off x="6951123" y="2092672"/>
            <a:ext cx="10937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90204" pitchFamily="34" charset="0"/>
                <a:ea typeface="宋体" panose="02010600030101010101" pitchFamily="2" charset="-122"/>
              </a:defRPr>
            </a:lvl1pPr>
            <a:lvl2pPr marL="571500" defTabSz="762000">
              <a:defRPr>
                <a:solidFill>
                  <a:schemeClr val="tx1"/>
                </a:solidFill>
                <a:latin typeface="Arial" panose="020B0604020202090204" pitchFamily="34" charset="0"/>
                <a:ea typeface="宋体" panose="02010600030101010101" pitchFamily="2" charset="-122"/>
              </a:defRPr>
            </a:lvl2pPr>
            <a:lvl3pPr marL="1143000" defTabSz="762000">
              <a:defRPr>
                <a:solidFill>
                  <a:schemeClr val="tx1"/>
                </a:solidFill>
                <a:latin typeface="Arial" panose="020B0604020202090204" pitchFamily="34" charset="0"/>
                <a:ea typeface="宋体" panose="02010600030101010101" pitchFamily="2" charset="-122"/>
              </a:defRPr>
            </a:lvl3pPr>
            <a:lvl4pPr marL="1714500" defTabSz="762000">
              <a:defRPr>
                <a:solidFill>
                  <a:schemeClr val="tx1"/>
                </a:solidFill>
                <a:latin typeface="Arial" panose="020B0604020202090204" pitchFamily="34" charset="0"/>
                <a:ea typeface="宋体" panose="02010600030101010101" pitchFamily="2" charset="-122"/>
              </a:defRPr>
            </a:lvl4pPr>
            <a:lvl5pPr marL="2286000" defTabSz="762000">
              <a:defRPr>
                <a:solidFill>
                  <a:schemeClr val="tx1"/>
                </a:solidFill>
                <a:latin typeface="Arial" panose="020B060402020209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9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9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9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90204" pitchFamily="34" charset="0"/>
                <a:ea typeface="宋体" panose="02010600030101010101" pitchFamily="2" charset="-122"/>
              </a:defRPr>
            </a:lvl9pPr>
          </a:lstStyle>
          <a:p>
            <a:pPr eaLnBrk="0" hangingPunct="0"/>
            <a:r>
              <a:rPr kumimoji="1" lang="en-US" altLang="zh-CN" sz="1600">
                <a:solidFill>
                  <a:srgbClr val="333399"/>
                </a:solidFill>
                <a:ea typeface="黑体" panose="02010609060101010101" pitchFamily="2" charset="-122"/>
              </a:rPr>
              <a:t>46 ~ 1500</a:t>
            </a:r>
          </a:p>
        </p:txBody>
      </p:sp>
      <p:sp>
        <p:nvSpPr>
          <p:cNvPr id="46" name="Line 107"/>
          <p:cNvSpPr>
            <a:spLocks noChangeShapeType="1"/>
          </p:cNvSpPr>
          <p:nvPr/>
        </p:nvSpPr>
        <p:spPr bwMode="auto">
          <a:xfrm flipH="1">
            <a:off x="2502947" y="1262410"/>
            <a:ext cx="0" cy="1162050"/>
          </a:xfrm>
          <a:prstGeom prst="line">
            <a:avLst/>
          </a:prstGeom>
          <a:noFill/>
          <a:ln w="1270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 name="Line 108"/>
          <p:cNvSpPr>
            <a:spLocks noChangeShapeType="1"/>
          </p:cNvSpPr>
          <p:nvPr/>
        </p:nvSpPr>
        <p:spPr bwMode="auto">
          <a:xfrm>
            <a:off x="9328245" y="1262411"/>
            <a:ext cx="11113" cy="1152525"/>
          </a:xfrm>
          <a:prstGeom prst="line">
            <a:avLst/>
          </a:prstGeom>
          <a:noFill/>
          <a:ln w="1270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48" name="Group 109"/>
          <p:cNvGrpSpPr/>
          <p:nvPr/>
        </p:nvGrpSpPr>
        <p:grpSpPr bwMode="auto">
          <a:xfrm>
            <a:off x="5265197" y="1597372"/>
            <a:ext cx="3124200" cy="990600"/>
            <a:chOff x="2715" y="1872"/>
            <a:chExt cx="1968" cy="624"/>
          </a:xfrm>
        </p:grpSpPr>
        <p:sp>
          <p:nvSpPr>
            <p:cNvPr id="49" name="AutoShape 110"/>
            <p:cNvSpPr>
              <a:spLocks noChangeArrowheads="1"/>
            </p:cNvSpPr>
            <p:nvPr/>
          </p:nvSpPr>
          <p:spPr bwMode="auto">
            <a:xfrm rot="16200000" flipH="1">
              <a:off x="3508" y="2231"/>
              <a:ext cx="384" cy="145"/>
            </a:xfrm>
            <a:prstGeom prst="rightArrow">
              <a:avLst>
                <a:gd name="adj1" fmla="val 50000"/>
                <a:gd name="adj2" fmla="val 132426"/>
              </a:avLst>
            </a:prstGeom>
            <a:solidFill>
              <a:schemeClr val="accent1"/>
            </a:solidFill>
            <a:ln w="9525">
              <a:solidFill>
                <a:schemeClr val="folHlink"/>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 name="Rectangle 111"/>
            <p:cNvSpPr>
              <a:spLocks noChangeArrowheads="1"/>
            </p:cNvSpPr>
            <p:nvPr/>
          </p:nvSpPr>
          <p:spPr bwMode="auto">
            <a:xfrm>
              <a:off x="2715" y="1872"/>
              <a:ext cx="1968" cy="240"/>
            </a:xfrm>
            <a:prstGeom prst="rect">
              <a:avLst/>
            </a:prstGeom>
            <a:solidFill>
              <a:srgbClr val="CCECFF"/>
            </a:solidFill>
            <a:ln w="9525">
              <a:solidFill>
                <a:schemeClr val="folHlink"/>
              </a:solidFill>
              <a:miter lim="800000"/>
            </a:ln>
            <a:effectLst>
              <a:outerShdw dist="35921" dir="2700000" algn="ctr" rotWithShape="0">
                <a:schemeClr val="bg2"/>
              </a:outerShdw>
            </a:effectLst>
          </p:spPr>
          <p:txBody>
            <a:bodyPr wrap="none" anchor="ctr"/>
            <a:lstStyle/>
            <a:p>
              <a:pPr algn="ctr" defTabSz="762000" eaLnBrk="0" hangingPunct="0"/>
              <a:r>
                <a:rPr kumimoji="1" lang="en-US" altLang="zh-CN" dirty="0">
                  <a:solidFill>
                    <a:srgbClr val="333399"/>
                  </a:solidFill>
                  <a:latin typeface="Arial" panose="020B0604020202090204" pitchFamily="34" charset="0"/>
                  <a:ea typeface="黑体" panose="02010609060101010101" pitchFamily="2" charset="-122"/>
                </a:rPr>
                <a:t>IP </a:t>
              </a:r>
              <a:r>
                <a:rPr kumimoji="1" lang="zh-CN" altLang="en-US" dirty="0">
                  <a:solidFill>
                    <a:srgbClr val="333399"/>
                  </a:solidFill>
                  <a:latin typeface="Arial" panose="020B0604020202090204" pitchFamily="34" charset="0"/>
                  <a:ea typeface="黑体" panose="02010609060101010101" pitchFamily="2" charset="-122"/>
                </a:rPr>
                <a:t>数据报</a:t>
              </a:r>
            </a:p>
          </p:txBody>
        </p:sp>
      </p:grpSp>
      <p:sp>
        <p:nvSpPr>
          <p:cNvPr id="51" name="Rectangle 112"/>
          <p:cNvSpPr>
            <a:spLocks noChangeArrowheads="1"/>
          </p:cNvSpPr>
          <p:nvPr/>
        </p:nvSpPr>
        <p:spPr bwMode="auto">
          <a:xfrm>
            <a:off x="1423448" y="2453036"/>
            <a:ext cx="990657"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dirty="0">
                <a:solidFill>
                  <a:schemeClr val="hlink"/>
                </a:solidFill>
                <a:effectLst>
                  <a:outerShdw blurRad="38100" dist="38100" dir="2700000" algn="tl">
                    <a:srgbClr val="C0C0C0"/>
                  </a:outerShdw>
                </a:effectLst>
                <a:latin typeface="Arial" panose="020B0604020202090204" pitchFamily="34" charset="0"/>
                <a:ea typeface="黑体" panose="02010609060101010101" pitchFamily="2" charset="-122"/>
              </a:rPr>
              <a:t>MAC </a:t>
            </a:r>
            <a:r>
              <a:rPr kumimoji="1" lang="zh-CN" altLang="en-US" dirty="0">
                <a:solidFill>
                  <a:schemeClr val="hlink"/>
                </a:solidFill>
                <a:effectLst>
                  <a:outerShdw blurRad="38100" dist="38100" dir="2700000" algn="tl">
                    <a:srgbClr val="C0C0C0"/>
                  </a:outerShdw>
                </a:effectLst>
                <a:latin typeface="Arial" panose="020B0604020202090204" pitchFamily="34" charset="0"/>
                <a:ea typeface="黑体" panose="02010609060101010101" pitchFamily="2" charset="-122"/>
              </a:rPr>
              <a:t>帧</a:t>
            </a:r>
          </a:p>
        </p:txBody>
      </p:sp>
      <p:sp>
        <p:nvSpPr>
          <p:cNvPr id="53" name="日期占位符 15"/>
          <p:cNvSpPr>
            <a:spLocks noGrp="1"/>
          </p:cNvSpPr>
          <p:nvPr>
            <p:ph type="dt" sz="half" idx="10"/>
          </p:nvPr>
        </p:nvSpPr>
        <p:spPr>
          <a:xfrm>
            <a:off x="197335" y="6489303"/>
            <a:ext cx="1517165" cy="365125"/>
          </a:xfrm>
        </p:spPr>
        <p:txBody>
          <a:bodyPr/>
          <a:lstStyle/>
          <a:p>
            <a:r>
              <a:rPr lang="en-US" altLang="zh-CN" dirty="0">
                <a:latin typeface="微软雅黑" panose="020B0503020204020204" pitchFamily="34" charset="-122"/>
                <a:ea typeface="微软雅黑" panose="020B0503020204020204" pitchFamily="34" charset="-122"/>
              </a:rPr>
              <a:t>4.3 </a:t>
            </a:r>
            <a:r>
              <a:rPr lang="zh-CN" altLang="en-US" dirty="0">
                <a:latin typeface="微软雅黑" panose="020B0503020204020204" pitchFamily="34" charset="-122"/>
                <a:ea typeface="微软雅黑" panose="020B0503020204020204" pitchFamily="34" charset="-122"/>
              </a:rPr>
              <a:t>以太网</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xit" presetSubtype="0" fill="hold" grpId="0" nodeType="withEffect">
                                  <p:stCondLst>
                                    <p:cond delay="0"/>
                                  </p:stCondLst>
                                  <p:childTnLst>
                                    <p:animEffect transition="out" filter="fade">
                                      <p:cBhvr>
                                        <p:cTn id="6" dur="2000"/>
                                        <p:tgtEl>
                                          <p:spTgt spid="46"/>
                                        </p:tgtEl>
                                      </p:cBhvr>
                                    </p:animEffect>
                                    <p:set>
                                      <p:cBhvr>
                                        <p:cTn id="7" dur="1" fill="hold">
                                          <p:stCondLst>
                                            <p:cond delay="1999"/>
                                          </p:stCondLst>
                                        </p:cTn>
                                        <p:tgtEl>
                                          <p:spTgt spid="46"/>
                                        </p:tgtEl>
                                        <p:attrNameLst>
                                          <p:attrName>style.visibility</p:attrName>
                                        </p:attrNameLst>
                                      </p:cBhvr>
                                      <p:to>
                                        <p:strVal val="hidden"/>
                                      </p:to>
                                    </p:set>
                                  </p:childTnLst>
                                </p:cTn>
                              </p:par>
                              <p:par>
                                <p:cTn id="8" presetID="10" presetClass="exit" presetSubtype="0" fill="hold" grpId="0" nodeType="withEffect">
                                  <p:stCondLst>
                                    <p:cond delay="0"/>
                                  </p:stCondLst>
                                  <p:childTnLst>
                                    <p:animEffect transition="out" filter="fade">
                                      <p:cBhvr>
                                        <p:cTn id="9" dur="2000"/>
                                        <p:tgtEl>
                                          <p:spTgt spid="47"/>
                                        </p:tgtEl>
                                      </p:cBhvr>
                                    </p:animEffect>
                                    <p:set>
                                      <p:cBhvr>
                                        <p:cTn id="10" dur="1" fill="hold">
                                          <p:stCondLst>
                                            <p:cond delay="1999"/>
                                          </p:stCondLst>
                                        </p:cTn>
                                        <p:tgtEl>
                                          <p:spTgt spid="47"/>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35" presetClass="emph" presetSubtype="0" repeatCount="4000" fill="hold" nodeType="clickEffect">
                                  <p:stCondLst>
                                    <p:cond delay="0"/>
                                  </p:stCondLst>
                                  <p:childTnLst>
                                    <p:anim calcmode="discrete" valueType="str">
                                      <p:cBhvr>
                                        <p:cTn id="14" dur="500" fill="hold"/>
                                        <p:tgtEl>
                                          <p:spTgt spid="48"/>
                                        </p:tgtEl>
                                        <p:attrNameLst>
                                          <p:attrName>style.visibility</p:attrName>
                                        </p:attrNameLst>
                                      </p:cBhvr>
                                      <p:tavLst>
                                        <p:tav tm="0">
                                          <p:val>
                                            <p:strVal val="hidden"/>
                                          </p:val>
                                        </p:tav>
                                        <p:tav tm="50000">
                                          <p:val>
                                            <p:strVal val="visible"/>
                                          </p:val>
                                        </p:tav>
                                      </p:tavLst>
                                    </p:anim>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25"/>
                                        </p:tgtEl>
                                        <p:attrNameLst>
                                          <p:attrName>style.visibility</p:attrName>
                                        </p:attrNameLst>
                                      </p:cBhvr>
                                      <p:to>
                                        <p:strVal val="visible"/>
                                      </p:to>
                                    </p:set>
                                    <p:animEffect transition="in" filter="fade">
                                      <p:cBhvr>
                                        <p:cTn id="19" dur="500"/>
                                        <p:tgtEl>
                                          <p:spTgt spid="2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6"/>
                                        </p:tgtEl>
                                        <p:attrNameLst>
                                          <p:attrName>style.visibility</p:attrName>
                                        </p:attrNameLst>
                                      </p:cBhvr>
                                      <p:to>
                                        <p:strVal val="visible"/>
                                      </p:to>
                                    </p:set>
                                    <p:animEffect transition="in" filter="fade">
                                      <p:cBhvr>
                                        <p:cTn id="22" dur="500"/>
                                        <p:tgtEl>
                                          <p:spTgt spid="26"/>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3"/>
                                        </p:tgtEl>
                                        <p:attrNameLst>
                                          <p:attrName>style.visibility</p:attrName>
                                        </p:attrNameLst>
                                      </p:cBhvr>
                                      <p:to>
                                        <p:strVal val="visible"/>
                                      </p:to>
                                    </p:set>
                                    <p:animEffect transition="in" filter="fade">
                                      <p:cBhvr>
                                        <p:cTn id="25" dur="500"/>
                                        <p:tgtEl>
                                          <p:spTgt spid="23"/>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fade">
                                      <p:cBhvr>
                                        <p:cTn id="28" dur="500"/>
                                        <p:tgtEl>
                                          <p:spTgt spid="14"/>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500"/>
                                        <p:tgtEl>
                                          <p:spTgt spid="18"/>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fade">
                                      <p:cBhvr>
                                        <p:cTn id="34" dur="500"/>
                                        <p:tgtEl>
                                          <p:spTgt spid="19"/>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1"/>
                                        </p:tgtEl>
                                        <p:attrNameLst>
                                          <p:attrName>style.visibility</p:attrName>
                                        </p:attrNameLst>
                                      </p:cBhvr>
                                      <p:to>
                                        <p:strVal val="visible"/>
                                      </p:to>
                                    </p:set>
                                    <p:animEffect transition="in" filter="fade">
                                      <p:cBhvr>
                                        <p:cTn id="37" dur="500"/>
                                        <p:tgtEl>
                                          <p:spTgt spid="21"/>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0"/>
                                        </p:tgtEl>
                                        <p:attrNameLst>
                                          <p:attrName>style.visibility</p:attrName>
                                        </p:attrNameLst>
                                      </p:cBhvr>
                                      <p:to>
                                        <p:strVal val="visible"/>
                                      </p:to>
                                    </p:set>
                                    <p:animEffect transition="in" filter="fade">
                                      <p:cBhvr>
                                        <p:cTn id="40" dur="500"/>
                                        <p:tgtEl>
                                          <p:spTgt spid="20"/>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500"/>
                                        <p:tgtEl>
                                          <p:spTgt spid="16"/>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7"/>
                                        </p:tgtEl>
                                        <p:attrNameLst>
                                          <p:attrName>style.visibility</p:attrName>
                                        </p:attrNameLst>
                                      </p:cBhvr>
                                      <p:to>
                                        <p:strVal val="visible"/>
                                      </p:to>
                                    </p:set>
                                    <p:animEffect transition="in" filter="fade">
                                      <p:cBhvr>
                                        <p:cTn id="46" dur="500"/>
                                        <p:tgtEl>
                                          <p:spTgt spid="17"/>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2"/>
                                        </p:tgtEl>
                                        <p:attrNameLst>
                                          <p:attrName>style.visibility</p:attrName>
                                        </p:attrNameLst>
                                      </p:cBhvr>
                                      <p:to>
                                        <p:strVal val="visible"/>
                                      </p:to>
                                    </p:set>
                                    <p:animEffect transition="in" filter="fade">
                                      <p:cBhvr>
                                        <p:cTn id="49" dur="500"/>
                                        <p:tgtEl>
                                          <p:spTgt spid="22"/>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3"/>
                                        </p:tgtEl>
                                        <p:attrNameLst>
                                          <p:attrName>style.visibility</p:attrName>
                                        </p:attrNameLst>
                                      </p:cBhvr>
                                      <p:to>
                                        <p:strVal val="visible"/>
                                      </p:to>
                                    </p:set>
                                    <p:animEffect transition="in" filter="fade">
                                      <p:cBhvr>
                                        <p:cTn id="52" dur="500"/>
                                        <p:tgtEl>
                                          <p:spTgt spid="13"/>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5"/>
                                        </p:tgtEl>
                                        <p:attrNameLst>
                                          <p:attrName>style.visibility</p:attrName>
                                        </p:attrNameLst>
                                      </p:cBhvr>
                                      <p:to>
                                        <p:strVal val="visible"/>
                                      </p:to>
                                    </p:set>
                                    <p:animEffect transition="in" filter="fade">
                                      <p:cBhvr>
                                        <p:cTn id="55" dur="500"/>
                                        <p:tgtEl>
                                          <p:spTgt spid="15"/>
                                        </p:tgtEl>
                                      </p:cBhvr>
                                    </p:animEffect>
                                  </p:childTnLst>
                                </p:cTn>
                              </p:par>
                            </p:childTnLst>
                          </p:cTn>
                        </p:par>
                      </p:childTnLst>
                    </p:cTn>
                  </p:par>
                  <p:par>
                    <p:cTn id="56" fill="hold">
                      <p:stCondLst>
                        <p:cond delay="indefinite"/>
                      </p:stCondLst>
                      <p:childTnLst>
                        <p:par>
                          <p:cTn id="57" fill="hold">
                            <p:stCondLst>
                              <p:cond delay="0"/>
                            </p:stCondLst>
                            <p:childTnLst>
                              <p:par>
                                <p:cTn id="58" presetID="3" presetClass="entr" presetSubtype="10" fill="hold" grpId="0" nodeType="clickEffect">
                                  <p:stCondLst>
                                    <p:cond delay="0"/>
                                  </p:stCondLst>
                                  <p:childTnLst>
                                    <p:set>
                                      <p:cBhvr>
                                        <p:cTn id="59" dur="1" fill="hold">
                                          <p:stCondLst>
                                            <p:cond delay="0"/>
                                          </p:stCondLst>
                                        </p:cTn>
                                        <p:tgtEl>
                                          <p:spTgt spid="3">
                                            <p:txEl>
                                              <p:pRg st="0" end="0"/>
                                            </p:txEl>
                                          </p:spTgt>
                                        </p:tgtEl>
                                        <p:attrNameLst>
                                          <p:attrName>style.visibility</p:attrName>
                                        </p:attrNameLst>
                                      </p:cBhvr>
                                      <p:to>
                                        <p:strVal val="visible"/>
                                      </p:to>
                                    </p:set>
                                    <p:animEffect transition="in" filter="blinds(horizontal)">
                                      <p:cBhvr>
                                        <p:cTn id="60"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13" grpId="0" animBg="1"/>
      <p:bldP spid="14" grpId="0"/>
      <p:bldP spid="15" grpId="0" animBg="1"/>
      <p:bldP spid="16" grpId="0"/>
      <p:bldP spid="17" grpId="0"/>
      <p:bldP spid="18" grpId="0"/>
      <p:bldP spid="19" grpId="0"/>
      <p:bldP spid="20" grpId="0" animBg="1"/>
      <p:bldP spid="21" grpId="0" animBg="1"/>
      <p:bldP spid="22" grpId="0"/>
      <p:bldP spid="23" grpId="0" animBg="1"/>
      <p:bldP spid="25" grpId="0" animBg="1"/>
      <p:bldP spid="26" grpId="0"/>
      <p:bldP spid="46" grpId="0" animBg="1"/>
      <p:bldP spid="47"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1022350" y="4467860"/>
            <a:ext cx="5492750" cy="1605915"/>
          </a:xfrm>
          <a:prstGeom prst="rect">
            <a:avLst/>
          </a:prstGeom>
          <a:ln>
            <a:solidFill>
              <a:srgbClr val="7030A0"/>
            </a:solidFill>
          </a:ln>
        </p:spPr>
        <p:style>
          <a:lnRef idx="2">
            <a:schemeClr val="accent2"/>
          </a:lnRef>
          <a:fillRef idx="1">
            <a:schemeClr val="lt1"/>
          </a:fillRef>
          <a:effectRef idx="0">
            <a:schemeClr val="accent2"/>
          </a:effectRef>
          <a:fontRef idx="minor">
            <a:schemeClr val="dk1"/>
          </a:fontRef>
        </p:style>
        <p:txBody>
          <a:bodyPr rtlCol="0" anchor="ctr"/>
          <a:lstStyle/>
          <a:p>
            <a:r>
              <a:rPr lang="en-US" altLang="zh-CN" sz="2000" dirty="0">
                <a:latin typeface="微软雅黑" panose="020B0503020204020204" pitchFamily="34" charset="-122"/>
                <a:ea typeface="微软雅黑" panose="020B0503020204020204" pitchFamily="34" charset="-122"/>
              </a:rPr>
              <a:t>MAC</a:t>
            </a:r>
            <a:r>
              <a:rPr lang="zh-CN" altLang="en-US" sz="2000" dirty="0">
                <a:latin typeface="微软雅黑" panose="020B0503020204020204" pitchFamily="34" charset="-122"/>
                <a:ea typeface="微软雅黑" panose="020B0503020204020204" pitchFamily="34" charset="-122"/>
              </a:rPr>
              <a:t>地址举例</a:t>
            </a:r>
            <a:endParaRPr lang="en-US" altLang="zh-CN" sz="2000" dirty="0">
              <a:latin typeface="微软雅黑" panose="020B0503020204020204" pitchFamily="34" charset="-122"/>
              <a:ea typeface="微软雅黑" panose="020B0503020204020204" pitchFamily="34" charset="-122"/>
            </a:endParaRPr>
          </a:p>
          <a:p>
            <a:pPr>
              <a:lnSpc>
                <a:spcPct val="120000"/>
              </a:lnSpc>
            </a:pPr>
            <a:r>
              <a:rPr lang="zh-CN" altLang="en-US" sz="2000" dirty="0">
                <a:solidFill>
                  <a:srgbClr val="7030A0"/>
                </a:solidFill>
                <a:latin typeface="微软雅黑" panose="020B0503020204020204" pitchFamily="34" charset="-122"/>
                <a:ea typeface="微软雅黑" panose="020B0503020204020204" pitchFamily="34" charset="-122"/>
              </a:rPr>
              <a:t>单播</a:t>
            </a: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unicast</a:t>
            </a: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    5C-26-0A-7E-4E-4C</a:t>
            </a:r>
          </a:p>
          <a:p>
            <a:pPr marL="0" lvl="1">
              <a:lnSpc>
                <a:spcPct val="120000"/>
              </a:lnSpc>
            </a:pPr>
            <a:r>
              <a:rPr lang="zh-CN" altLang="en-US" sz="2000" dirty="0">
                <a:solidFill>
                  <a:srgbClr val="7030A0"/>
                </a:solidFill>
                <a:latin typeface="微软雅黑" panose="020B0503020204020204" pitchFamily="34" charset="-122"/>
                <a:ea typeface="微软雅黑" panose="020B0503020204020204" pitchFamily="34" charset="-122"/>
              </a:rPr>
              <a:t>广播</a:t>
            </a: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broadcast</a:t>
            </a: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FF-FF-FF-FF-FF-FF</a:t>
            </a:r>
            <a:endParaRPr lang="zh-CN" altLang="en-US" sz="2000" dirty="0">
              <a:solidFill>
                <a:srgbClr val="333399"/>
              </a:solidFill>
              <a:latin typeface="微软雅黑" panose="020B0503020204020204" pitchFamily="34" charset="-122"/>
              <a:ea typeface="微软雅黑" panose="020B0503020204020204" pitchFamily="34" charset="-122"/>
            </a:endParaRPr>
          </a:p>
          <a:p>
            <a:pPr marL="0" lvl="1">
              <a:lnSpc>
                <a:spcPct val="120000"/>
              </a:lnSpc>
            </a:pPr>
            <a:r>
              <a:rPr lang="zh-CN" altLang="en-US" sz="2000" dirty="0">
                <a:solidFill>
                  <a:srgbClr val="7030A0"/>
                </a:solidFill>
                <a:latin typeface="微软雅黑" panose="020B0503020204020204" pitchFamily="34" charset="-122"/>
                <a:ea typeface="微软雅黑" panose="020B0503020204020204" pitchFamily="34" charset="-122"/>
              </a:rPr>
              <a:t>组播</a:t>
            </a: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multicast</a:t>
            </a:r>
            <a:r>
              <a:rPr lang="zh-CN" altLang="en-US" sz="2000" dirty="0">
                <a:latin typeface="微软雅黑" panose="020B0503020204020204" pitchFamily="34" charset="-122"/>
                <a:ea typeface="微软雅黑" panose="020B0503020204020204" pitchFamily="34" charset="-122"/>
              </a:rPr>
              <a:t>）： </a:t>
            </a:r>
            <a:r>
              <a:rPr lang="en-US" altLang="zh-CN" sz="2000" dirty="0">
                <a:latin typeface="微软雅黑" panose="020B0503020204020204" pitchFamily="34" charset="-122"/>
                <a:ea typeface="微软雅黑" panose="020B0503020204020204" pitchFamily="34" charset="-122"/>
              </a:rPr>
              <a:t>01-00-5E-00-00-00 </a:t>
            </a:r>
          </a:p>
        </p:txBody>
      </p:sp>
      <p:sp>
        <p:nvSpPr>
          <p:cNvPr id="2" name="标题 1"/>
          <p:cNvSpPr>
            <a:spLocks noGrp="1"/>
          </p:cNvSpPr>
          <p:nvPr>
            <p:ph type="title"/>
          </p:nvPr>
        </p:nvSpPr>
        <p:spPr/>
        <p:txBody>
          <a:bodyPr>
            <a:normAutofit/>
          </a:bodyPr>
          <a:lstStyle/>
          <a:p>
            <a:r>
              <a:rPr lang="zh-CN" altLang="en-US" dirty="0"/>
              <a:t>经典以太网 </a:t>
            </a:r>
            <a:r>
              <a:rPr lang="en-US" altLang="zh-CN" dirty="0"/>
              <a:t>- </a:t>
            </a:r>
            <a:r>
              <a:rPr lang="en-US" altLang="zh-CN" sz="2800" dirty="0"/>
              <a:t>MAC</a:t>
            </a:r>
            <a:r>
              <a:rPr lang="zh-CN" altLang="en-US" sz="2800" dirty="0"/>
              <a:t>子层协议</a:t>
            </a:r>
            <a:endParaRPr lang="zh-CN" altLang="en-US" dirty="0"/>
          </a:p>
        </p:txBody>
      </p:sp>
      <p:sp>
        <p:nvSpPr>
          <p:cNvPr id="3" name="内容占位符 2"/>
          <p:cNvSpPr>
            <a:spLocks noGrp="1"/>
          </p:cNvSpPr>
          <p:nvPr>
            <p:ph idx="1"/>
          </p:nvPr>
        </p:nvSpPr>
        <p:spPr>
          <a:xfrm>
            <a:off x="715366" y="1671453"/>
            <a:ext cx="6251501" cy="1293868"/>
          </a:xfrm>
        </p:spPr>
        <p:txBody>
          <a:bodyPr>
            <a:noAutofit/>
          </a:bodyPr>
          <a:lstStyle/>
          <a:p>
            <a:pPr>
              <a:lnSpc>
                <a:spcPct val="150000"/>
              </a:lnSpc>
            </a:pPr>
            <a:r>
              <a:rPr lang="zh-CN" altLang="en-US" sz="2200" dirty="0">
                <a:solidFill>
                  <a:srgbClr val="C00000"/>
                </a:solidFill>
              </a:rPr>
              <a:t>硬件地址</a:t>
            </a:r>
            <a:r>
              <a:rPr lang="zh-CN" altLang="en-US" sz="2200" dirty="0"/>
              <a:t>又称为</a:t>
            </a:r>
            <a:r>
              <a:rPr lang="zh-CN" altLang="en-US" sz="2200" dirty="0">
                <a:solidFill>
                  <a:srgbClr val="C00000"/>
                </a:solidFill>
              </a:rPr>
              <a:t>物理地址</a:t>
            </a:r>
            <a:r>
              <a:rPr lang="zh-CN" altLang="en-US" sz="2200" dirty="0"/>
              <a:t>，或 </a:t>
            </a:r>
            <a:r>
              <a:rPr lang="en-US" altLang="zh-CN" sz="2200" dirty="0">
                <a:solidFill>
                  <a:srgbClr val="C00000"/>
                </a:solidFill>
              </a:rPr>
              <a:t>MAC </a:t>
            </a:r>
            <a:r>
              <a:rPr lang="zh-CN" altLang="en-US" sz="2200" dirty="0">
                <a:solidFill>
                  <a:srgbClr val="C00000"/>
                </a:solidFill>
              </a:rPr>
              <a:t>地址</a:t>
            </a:r>
            <a:endParaRPr lang="en-US" altLang="zh-CN" sz="2200" dirty="0"/>
          </a:p>
          <a:p>
            <a:pPr>
              <a:lnSpc>
                <a:spcPct val="150000"/>
              </a:lnSpc>
            </a:pPr>
            <a:r>
              <a:rPr lang="en-US" altLang="zh-CN" sz="2200" dirty="0"/>
              <a:t>MAC</a:t>
            </a:r>
            <a:r>
              <a:rPr lang="zh-CN" altLang="en-US" sz="2200" dirty="0"/>
              <a:t>帧中的源地址和目的地址长度均为</a:t>
            </a:r>
            <a:r>
              <a:rPr lang="en-US" altLang="zh-CN" sz="2200" dirty="0">
                <a:solidFill>
                  <a:srgbClr val="C00000"/>
                </a:solidFill>
              </a:rPr>
              <a:t>6</a:t>
            </a:r>
            <a:r>
              <a:rPr lang="zh-CN" altLang="en-US" sz="2200" dirty="0">
                <a:solidFill>
                  <a:srgbClr val="C00000"/>
                </a:solidFill>
              </a:rPr>
              <a:t>字节</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36</a:t>
            </a:fld>
            <a:endParaRPr kumimoji="1" lang="zh-CN" altLang="en-US" dirty="0"/>
          </a:p>
        </p:txBody>
      </p:sp>
      <p:pic>
        <p:nvPicPr>
          <p:cNvPr id="5" name="Picture 2" descr="MAC-48 Address.svg">
            <a:hlinkClick r:id="rId3"/>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47494" y="1671453"/>
            <a:ext cx="5447745" cy="4587574"/>
          </a:xfrm>
          <a:prstGeom prst="rect">
            <a:avLst/>
          </a:prstGeom>
          <a:noFill/>
          <a:ln>
            <a:noFill/>
          </a:ln>
        </p:spPr>
        <p:style>
          <a:lnRef idx="0">
            <a:scrgbClr r="0" g="0" b="0"/>
          </a:lnRef>
          <a:fillRef idx="0">
            <a:scrgbClr r="0" g="0" b="0"/>
          </a:fillRef>
          <a:effectRef idx="0">
            <a:scrgbClr r="0" g="0" b="0"/>
          </a:effectRef>
          <a:fontRef idx="minor">
            <a:schemeClr val="dk1"/>
          </a:fontRef>
        </p:style>
      </p:pic>
      <p:grpSp>
        <p:nvGrpSpPr>
          <p:cNvPr id="11" name="组合 10"/>
          <p:cNvGrpSpPr/>
          <p:nvPr/>
        </p:nvGrpSpPr>
        <p:grpSpPr>
          <a:xfrm>
            <a:off x="440872" y="2965321"/>
            <a:ext cx="6530596" cy="779463"/>
            <a:chOff x="4412087" y="1683834"/>
            <a:chExt cx="6530596" cy="779463"/>
          </a:xfrm>
        </p:grpSpPr>
        <p:sp>
          <p:nvSpPr>
            <p:cNvPr id="12" name="Rectangle 66"/>
            <p:cNvSpPr>
              <a:spLocks noChangeArrowheads="1"/>
            </p:cNvSpPr>
            <p:nvPr/>
          </p:nvSpPr>
          <p:spPr bwMode="auto">
            <a:xfrm>
              <a:off x="4481936" y="2006097"/>
              <a:ext cx="6456146" cy="457200"/>
            </a:xfrm>
            <a:prstGeom prst="rect">
              <a:avLst/>
            </a:prstGeom>
            <a:solidFill>
              <a:srgbClr val="FFCCFF"/>
            </a:solidFill>
            <a:ln w="12700" algn="ctr">
              <a:solidFill>
                <a:schemeClr val="folHlink"/>
              </a:solidFill>
              <a:miter lim="800000"/>
            </a:ln>
            <a:effectLst>
              <a:outerShdw dist="35921" dir="2700000" algn="ctr" rotWithShape="0">
                <a:schemeClr val="bg2"/>
              </a:outerShdw>
            </a:effectLst>
          </p:spPr>
          <p:txBody>
            <a:bodyPr wrap="none" anchor="ctr"/>
            <a:lstStyle/>
            <a:p>
              <a:endParaRPr lang="zh-CN" altLang="en-US"/>
            </a:p>
          </p:txBody>
        </p:sp>
        <p:sp>
          <p:nvSpPr>
            <p:cNvPr id="14" name="Line 67"/>
            <p:cNvSpPr>
              <a:spLocks noChangeShapeType="1"/>
            </p:cNvSpPr>
            <p:nvPr/>
          </p:nvSpPr>
          <p:spPr bwMode="auto">
            <a:xfrm>
              <a:off x="5416974" y="2006097"/>
              <a:ext cx="0" cy="45720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 name="Line 68"/>
            <p:cNvSpPr>
              <a:spLocks noChangeShapeType="1"/>
            </p:cNvSpPr>
            <p:nvPr/>
          </p:nvSpPr>
          <p:spPr bwMode="auto">
            <a:xfrm>
              <a:off x="6331374" y="2006097"/>
              <a:ext cx="0" cy="45720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 name="Line 69"/>
            <p:cNvSpPr>
              <a:spLocks noChangeShapeType="1"/>
            </p:cNvSpPr>
            <p:nvPr/>
          </p:nvSpPr>
          <p:spPr bwMode="auto">
            <a:xfrm>
              <a:off x="7245774" y="2006097"/>
              <a:ext cx="0" cy="45720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 name="Line 70"/>
            <p:cNvSpPr>
              <a:spLocks noChangeShapeType="1"/>
            </p:cNvSpPr>
            <p:nvPr/>
          </p:nvSpPr>
          <p:spPr bwMode="auto">
            <a:xfrm>
              <a:off x="10083961" y="2006097"/>
              <a:ext cx="0" cy="45720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 name="Rectangle 71"/>
            <p:cNvSpPr>
              <a:spLocks noChangeArrowheads="1"/>
            </p:cNvSpPr>
            <p:nvPr/>
          </p:nvSpPr>
          <p:spPr bwMode="auto">
            <a:xfrm>
              <a:off x="4412087" y="2052135"/>
              <a:ext cx="1106073"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dirty="0">
                  <a:solidFill>
                    <a:srgbClr val="C00000"/>
                  </a:solidFill>
                  <a:latin typeface="Arial" panose="020B0604020202090204" pitchFamily="34" charset="0"/>
                  <a:ea typeface="黑体" panose="02010609060101010101" pitchFamily="2" charset="-122"/>
                </a:rPr>
                <a:t>目的地址</a:t>
              </a:r>
            </a:p>
          </p:txBody>
        </p:sp>
        <p:sp>
          <p:nvSpPr>
            <p:cNvPr id="21" name="Rectangle 72"/>
            <p:cNvSpPr>
              <a:spLocks noChangeArrowheads="1"/>
            </p:cNvSpPr>
            <p:nvPr/>
          </p:nvSpPr>
          <p:spPr bwMode="auto">
            <a:xfrm>
              <a:off x="5420150" y="2052135"/>
              <a:ext cx="875241"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a:solidFill>
                    <a:srgbClr val="C00000"/>
                  </a:solidFill>
                  <a:latin typeface="Arial" panose="020B0604020202090204" pitchFamily="34" charset="0"/>
                  <a:ea typeface="黑体" panose="02010609060101010101" pitchFamily="2" charset="-122"/>
                </a:rPr>
                <a:t>源地址</a:t>
              </a:r>
            </a:p>
          </p:txBody>
        </p:sp>
        <p:sp>
          <p:nvSpPr>
            <p:cNvPr id="22" name="Rectangle 73"/>
            <p:cNvSpPr>
              <a:spLocks noChangeArrowheads="1"/>
            </p:cNvSpPr>
            <p:nvPr/>
          </p:nvSpPr>
          <p:spPr bwMode="auto">
            <a:xfrm>
              <a:off x="6493299" y="2052135"/>
              <a:ext cx="644408"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dirty="0">
                  <a:solidFill>
                    <a:srgbClr val="333399"/>
                  </a:solidFill>
                  <a:latin typeface="Arial" panose="020B0604020202090204" pitchFamily="34" charset="0"/>
                  <a:ea typeface="黑体" panose="02010609060101010101" pitchFamily="2" charset="-122"/>
                </a:rPr>
                <a:t>类型</a:t>
              </a:r>
            </a:p>
          </p:txBody>
        </p:sp>
        <p:sp>
          <p:nvSpPr>
            <p:cNvPr id="23" name="Rectangle 74"/>
            <p:cNvSpPr>
              <a:spLocks noChangeArrowheads="1"/>
            </p:cNvSpPr>
            <p:nvPr/>
          </p:nvSpPr>
          <p:spPr bwMode="auto">
            <a:xfrm>
              <a:off x="8342737" y="2052135"/>
              <a:ext cx="1157369"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dirty="0">
                  <a:solidFill>
                    <a:srgbClr val="333399"/>
                  </a:solidFill>
                  <a:latin typeface="Arial" panose="020B0604020202090204" pitchFamily="34" charset="0"/>
                  <a:ea typeface="黑体" panose="02010609060101010101" pitchFamily="2" charset="-122"/>
                </a:rPr>
                <a:t>数        据</a:t>
              </a:r>
            </a:p>
          </p:txBody>
        </p:sp>
        <p:sp>
          <p:nvSpPr>
            <p:cNvPr id="24" name="Rectangle 75"/>
            <p:cNvSpPr>
              <a:spLocks noChangeArrowheads="1"/>
            </p:cNvSpPr>
            <p:nvPr/>
          </p:nvSpPr>
          <p:spPr bwMode="auto">
            <a:xfrm>
              <a:off x="10067442" y="2052135"/>
              <a:ext cx="875241"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dirty="0">
                  <a:solidFill>
                    <a:srgbClr val="333399"/>
                  </a:solidFill>
                  <a:latin typeface="Arial" panose="020B0604020202090204" pitchFamily="34" charset="0"/>
                  <a:ea typeface="黑体" panose="02010609060101010101" pitchFamily="2" charset="-122"/>
                </a:rPr>
                <a:t>校验和</a:t>
              </a:r>
              <a:endParaRPr kumimoji="1" lang="en-US" altLang="zh-CN" dirty="0">
                <a:solidFill>
                  <a:srgbClr val="333399"/>
                </a:solidFill>
                <a:latin typeface="Arial" panose="020B0604020202090204" pitchFamily="34" charset="0"/>
                <a:ea typeface="黑体" panose="02010609060101010101" pitchFamily="2" charset="-122"/>
              </a:endParaRPr>
            </a:p>
          </p:txBody>
        </p:sp>
        <p:sp>
          <p:nvSpPr>
            <p:cNvPr id="25" name="Rectangle 76"/>
            <p:cNvSpPr>
              <a:spLocks noChangeArrowheads="1"/>
            </p:cNvSpPr>
            <p:nvPr/>
          </p:nvSpPr>
          <p:spPr bwMode="auto">
            <a:xfrm>
              <a:off x="4829600" y="1717173"/>
              <a:ext cx="296557"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dirty="0">
                  <a:solidFill>
                    <a:srgbClr val="333399"/>
                  </a:solidFill>
                  <a:latin typeface="Arial" panose="020B0604020202090204" pitchFamily="34" charset="0"/>
                  <a:ea typeface="黑体" panose="02010609060101010101" pitchFamily="2" charset="-122"/>
                </a:rPr>
                <a:t>6</a:t>
              </a:r>
            </a:p>
          </p:txBody>
        </p:sp>
        <p:sp>
          <p:nvSpPr>
            <p:cNvPr id="26" name="Rectangle 77"/>
            <p:cNvSpPr>
              <a:spLocks noChangeArrowheads="1"/>
            </p:cNvSpPr>
            <p:nvPr/>
          </p:nvSpPr>
          <p:spPr bwMode="auto">
            <a:xfrm>
              <a:off x="5809087" y="1717173"/>
              <a:ext cx="296557"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dirty="0">
                  <a:solidFill>
                    <a:srgbClr val="333399"/>
                  </a:solidFill>
                  <a:latin typeface="Arial" panose="020B0604020202090204" pitchFamily="34" charset="0"/>
                  <a:ea typeface="黑体" panose="02010609060101010101" pitchFamily="2" charset="-122"/>
                </a:rPr>
                <a:t>6</a:t>
              </a:r>
            </a:p>
          </p:txBody>
        </p:sp>
        <p:sp>
          <p:nvSpPr>
            <p:cNvPr id="27" name="Rectangle 78"/>
            <p:cNvSpPr>
              <a:spLocks noChangeArrowheads="1"/>
            </p:cNvSpPr>
            <p:nvPr/>
          </p:nvSpPr>
          <p:spPr bwMode="auto">
            <a:xfrm>
              <a:off x="6712375" y="1717173"/>
              <a:ext cx="296557"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a:solidFill>
                    <a:srgbClr val="333399"/>
                  </a:solidFill>
                  <a:latin typeface="Arial" panose="020B0604020202090204" pitchFamily="34" charset="0"/>
                  <a:ea typeface="黑体" panose="02010609060101010101" pitchFamily="2" charset="-122"/>
                </a:rPr>
                <a:t>2</a:t>
              </a:r>
            </a:p>
          </p:txBody>
        </p:sp>
        <p:sp>
          <p:nvSpPr>
            <p:cNvPr id="28" name="Rectangle 79"/>
            <p:cNvSpPr>
              <a:spLocks noChangeArrowheads="1"/>
            </p:cNvSpPr>
            <p:nvPr/>
          </p:nvSpPr>
          <p:spPr bwMode="auto">
            <a:xfrm>
              <a:off x="10406850" y="1717173"/>
              <a:ext cx="296557"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dirty="0">
                  <a:solidFill>
                    <a:srgbClr val="333399"/>
                  </a:solidFill>
                  <a:latin typeface="Arial" panose="020B0604020202090204" pitchFamily="34" charset="0"/>
                  <a:ea typeface="黑体" panose="02010609060101010101" pitchFamily="2" charset="-122"/>
                </a:rPr>
                <a:t>4</a:t>
              </a:r>
            </a:p>
          </p:txBody>
        </p:sp>
        <p:sp>
          <p:nvSpPr>
            <p:cNvPr id="30" name="Text Box 81"/>
            <p:cNvSpPr txBox="1">
              <a:spLocks noChangeArrowheads="1"/>
            </p:cNvSpPr>
            <p:nvPr/>
          </p:nvSpPr>
          <p:spPr bwMode="auto">
            <a:xfrm>
              <a:off x="8366556" y="1683834"/>
              <a:ext cx="10937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90204" pitchFamily="34" charset="0"/>
                  <a:ea typeface="宋体" panose="02010600030101010101" pitchFamily="2" charset="-122"/>
                </a:defRPr>
              </a:lvl1pPr>
              <a:lvl2pPr marL="571500" defTabSz="762000">
                <a:defRPr>
                  <a:solidFill>
                    <a:schemeClr val="tx1"/>
                  </a:solidFill>
                  <a:latin typeface="Arial" panose="020B0604020202090204" pitchFamily="34" charset="0"/>
                  <a:ea typeface="宋体" panose="02010600030101010101" pitchFamily="2" charset="-122"/>
                </a:defRPr>
              </a:lvl2pPr>
              <a:lvl3pPr marL="1143000" defTabSz="762000">
                <a:defRPr>
                  <a:solidFill>
                    <a:schemeClr val="tx1"/>
                  </a:solidFill>
                  <a:latin typeface="Arial" panose="020B0604020202090204" pitchFamily="34" charset="0"/>
                  <a:ea typeface="宋体" panose="02010600030101010101" pitchFamily="2" charset="-122"/>
                </a:defRPr>
              </a:lvl3pPr>
              <a:lvl4pPr marL="1714500" defTabSz="762000">
                <a:defRPr>
                  <a:solidFill>
                    <a:schemeClr val="tx1"/>
                  </a:solidFill>
                  <a:latin typeface="Arial" panose="020B0604020202090204" pitchFamily="34" charset="0"/>
                  <a:ea typeface="宋体" panose="02010600030101010101" pitchFamily="2" charset="-122"/>
                </a:defRPr>
              </a:lvl4pPr>
              <a:lvl5pPr marL="2286000" defTabSz="762000">
                <a:defRPr>
                  <a:solidFill>
                    <a:schemeClr val="tx1"/>
                  </a:solidFill>
                  <a:latin typeface="Arial" panose="020B060402020209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9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9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9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90204" pitchFamily="34" charset="0"/>
                  <a:ea typeface="宋体" panose="02010600030101010101" pitchFamily="2" charset="-122"/>
                </a:defRPr>
              </a:lvl9pPr>
            </a:lstStyle>
            <a:p>
              <a:pPr eaLnBrk="0" hangingPunct="0"/>
              <a:r>
                <a:rPr kumimoji="1" lang="en-US" altLang="zh-CN" sz="1600" dirty="0">
                  <a:solidFill>
                    <a:srgbClr val="333399"/>
                  </a:solidFill>
                  <a:ea typeface="黑体" panose="02010609060101010101" pitchFamily="2" charset="-122"/>
                </a:rPr>
                <a:t>46 ~ 1500</a:t>
              </a:r>
            </a:p>
          </p:txBody>
        </p:sp>
      </p:grpSp>
      <p:sp>
        <p:nvSpPr>
          <p:cNvPr id="36" name="日期占位符 15"/>
          <p:cNvSpPr>
            <a:spLocks noGrp="1"/>
          </p:cNvSpPr>
          <p:nvPr>
            <p:ph type="dt" sz="half" idx="10"/>
          </p:nvPr>
        </p:nvSpPr>
        <p:spPr>
          <a:xfrm>
            <a:off x="197335" y="6489303"/>
            <a:ext cx="1640537" cy="365125"/>
          </a:xfrm>
        </p:spPr>
        <p:txBody>
          <a:bodyPr/>
          <a:lstStyle/>
          <a:p>
            <a:r>
              <a:rPr lang="en-US" altLang="zh-CN" dirty="0">
                <a:latin typeface="微软雅黑" panose="020B0503020204020204" pitchFamily="34" charset="-122"/>
                <a:ea typeface="微软雅黑" panose="020B0503020204020204" pitchFamily="34" charset="-122"/>
              </a:rPr>
              <a:t>4.3 </a:t>
            </a:r>
            <a:r>
              <a:rPr lang="zh-CN" altLang="en-US" dirty="0">
                <a:latin typeface="微软雅黑" panose="020B0503020204020204" pitchFamily="34" charset="-122"/>
                <a:ea typeface="微软雅黑" panose="020B0503020204020204" pitchFamily="34" charset="-122"/>
              </a:rPr>
              <a:t>以太网</a:t>
            </a:r>
          </a:p>
        </p:txBody>
      </p:sp>
      <p:grpSp>
        <p:nvGrpSpPr>
          <p:cNvPr id="37" name="组合 36"/>
          <p:cNvGrpSpPr/>
          <p:nvPr/>
        </p:nvGrpSpPr>
        <p:grpSpPr>
          <a:xfrm>
            <a:off x="4734774" y="6559915"/>
            <a:ext cx="3698278" cy="254888"/>
            <a:chOff x="-214926" y="6517848"/>
            <a:chExt cx="3698278" cy="460465"/>
          </a:xfrm>
        </p:grpSpPr>
        <p:grpSp>
          <p:nvGrpSpPr>
            <p:cNvPr id="38" name="组合 37"/>
            <p:cNvGrpSpPr/>
            <p:nvPr/>
          </p:nvGrpSpPr>
          <p:grpSpPr>
            <a:xfrm>
              <a:off x="-134143" y="6517848"/>
              <a:ext cx="3617495" cy="444808"/>
              <a:chOff x="-134143" y="6326763"/>
              <a:chExt cx="3617495" cy="444808"/>
            </a:xfrm>
          </p:grpSpPr>
          <p:cxnSp>
            <p:nvCxnSpPr>
              <p:cNvPr id="40" name="直接连接符 39"/>
              <p:cNvCxnSpPr/>
              <p:nvPr/>
            </p:nvCxnSpPr>
            <p:spPr>
              <a:xfrm>
                <a:off x="-134143" y="6356350"/>
                <a:ext cx="3617495" cy="0"/>
              </a:xfrm>
              <a:prstGeom prst="line">
                <a:avLst/>
              </a:prstGeom>
            </p:spPr>
            <p:style>
              <a:lnRef idx="1">
                <a:schemeClr val="accent1"/>
              </a:lnRef>
              <a:fillRef idx="0">
                <a:schemeClr val="accent1"/>
              </a:fillRef>
              <a:effectRef idx="0">
                <a:schemeClr val="accent1"/>
              </a:effectRef>
              <a:fontRef idx="minor">
                <a:schemeClr val="tx1"/>
              </a:fontRef>
            </p:style>
          </p:cxnSp>
          <p:sp>
            <p:nvSpPr>
              <p:cNvPr id="41" name="文本框 40"/>
              <p:cNvSpPr txBox="1"/>
              <p:nvPr/>
            </p:nvSpPr>
            <p:spPr>
              <a:xfrm>
                <a:off x="466864" y="6326763"/>
                <a:ext cx="2824812" cy="444808"/>
              </a:xfrm>
              <a:prstGeom prst="rect">
                <a:avLst/>
              </a:prstGeom>
              <a:noFill/>
            </p:spPr>
            <p:txBody>
              <a:bodyPr wrap="none" rtlCol="0">
                <a:spAutoFit/>
              </a:bodyPr>
              <a:lstStyle/>
              <a:p>
                <a:r>
                  <a:rPr lang="en-US" altLang="zh-CN" sz="1000" dirty="0">
                    <a:solidFill>
                      <a:schemeClr val="bg1">
                        <a:lumMod val="50000"/>
                      </a:schemeClr>
                    </a:solidFill>
                    <a:latin typeface="微软雅黑" panose="020B0503020204020204" pitchFamily="34" charset="-122"/>
                    <a:ea typeface="微软雅黑" panose="020B0503020204020204" pitchFamily="34" charset="-122"/>
                  </a:rPr>
                  <a:t>https://en.wikipedia.org/wiki/MAC_address</a:t>
                </a:r>
              </a:p>
            </p:txBody>
          </p:sp>
        </p:grpSp>
        <p:sp>
          <p:nvSpPr>
            <p:cNvPr id="39" name="文本框 38"/>
            <p:cNvSpPr txBox="1"/>
            <p:nvPr/>
          </p:nvSpPr>
          <p:spPr>
            <a:xfrm>
              <a:off x="-214926" y="6519604"/>
              <a:ext cx="840644" cy="458709"/>
            </a:xfrm>
            <a:prstGeom prst="rect">
              <a:avLst/>
            </a:prstGeom>
            <a:noFill/>
          </p:spPr>
          <p:txBody>
            <a:bodyPr wrap="square">
              <a:spAutoFit/>
            </a:bodyPr>
            <a:lstStyle/>
            <a:p>
              <a:r>
                <a:rPr lang="zh-CN" altLang="en-US" sz="1050" dirty="0">
                  <a:solidFill>
                    <a:schemeClr val="bg1">
                      <a:lumMod val="50000"/>
                    </a:schemeClr>
                  </a:solidFill>
                  <a:latin typeface="微软雅黑" panose="020B0503020204020204" pitchFamily="34" charset="-122"/>
                  <a:ea typeface="微软雅黑" panose="020B0503020204020204" pitchFamily="34" charset="-122"/>
                </a:rPr>
                <a:t>图片来源</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blinds(horizontal)">
                                      <p:cBhvr>
                                        <p:cTn id="1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ldLvl="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3"/>
          <a:stretch>
            <a:fillRect/>
          </a:stretch>
        </p:blipFill>
        <p:spPr>
          <a:xfrm>
            <a:off x="665357" y="2717022"/>
            <a:ext cx="5832155" cy="3892547"/>
          </a:xfrm>
          <a:prstGeom prst="rect">
            <a:avLst/>
          </a:prstGeom>
        </p:spPr>
      </p:pic>
      <p:sp>
        <p:nvSpPr>
          <p:cNvPr id="2" name="标题 1"/>
          <p:cNvSpPr>
            <a:spLocks noGrp="1"/>
          </p:cNvSpPr>
          <p:nvPr>
            <p:ph type="title"/>
          </p:nvPr>
        </p:nvSpPr>
        <p:spPr/>
        <p:txBody>
          <a:bodyPr>
            <a:normAutofit/>
          </a:bodyPr>
          <a:lstStyle/>
          <a:p>
            <a:r>
              <a:rPr lang="zh-CN" altLang="en-US" dirty="0"/>
              <a:t>经典以太网 </a:t>
            </a:r>
            <a:r>
              <a:rPr lang="en-US" altLang="zh-CN" dirty="0"/>
              <a:t>- </a:t>
            </a:r>
            <a:r>
              <a:rPr lang="en-US" altLang="zh-CN" sz="2800" dirty="0"/>
              <a:t>MAC</a:t>
            </a:r>
            <a:r>
              <a:rPr lang="zh-CN" altLang="en-US" sz="2800" dirty="0"/>
              <a:t>子层协议</a:t>
            </a:r>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37</a:t>
            </a:fld>
            <a:endParaRPr kumimoji="1" lang="zh-CN" altLang="en-US" dirty="0"/>
          </a:p>
        </p:txBody>
      </p:sp>
      <p:sp>
        <p:nvSpPr>
          <p:cNvPr id="7" name="内容占位符 6"/>
          <p:cNvSpPr>
            <a:spLocks noGrp="1"/>
          </p:cNvSpPr>
          <p:nvPr>
            <p:ph idx="1"/>
          </p:nvPr>
        </p:nvSpPr>
        <p:spPr>
          <a:xfrm>
            <a:off x="926082" y="1327174"/>
            <a:ext cx="10515600" cy="1743045"/>
          </a:xfrm>
        </p:spPr>
        <p:txBody>
          <a:bodyPr>
            <a:normAutofit/>
          </a:bodyPr>
          <a:lstStyle/>
          <a:p>
            <a:pPr>
              <a:lnSpc>
                <a:spcPct val="120000"/>
              </a:lnSpc>
            </a:pPr>
            <a:r>
              <a:rPr lang="en-US" altLang="zh-CN" sz="2200" dirty="0"/>
              <a:t>OUI(Organizationally Unique Identifier)</a:t>
            </a:r>
          </a:p>
          <a:p>
            <a:pPr lvl="1">
              <a:lnSpc>
                <a:spcPct val="120000"/>
              </a:lnSpc>
            </a:pPr>
            <a:r>
              <a:rPr lang="en-US" altLang="zh-CN" sz="2000" b="0" i="0" dirty="0">
                <a:solidFill>
                  <a:srgbClr val="252525"/>
                </a:solidFill>
                <a:effectLst/>
                <a:latin typeface="Roboto" panose="02000000000000000000" pitchFamily="2" charset="0"/>
              </a:rPr>
              <a:t>IEEE Registration Authority</a:t>
            </a:r>
            <a:r>
              <a:rPr lang="zh-CN" altLang="en-US" sz="2000" b="0" i="0" dirty="0">
                <a:solidFill>
                  <a:srgbClr val="252525"/>
                </a:solidFill>
                <a:effectLst/>
                <a:latin typeface="Roboto" panose="02000000000000000000" pitchFamily="2" charset="0"/>
              </a:rPr>
              <a:t>是负责注册和管理组织唯一标识符（</a:t>
            </a:r>
            <a:r>
              <a:rPr lang="en-US" altLang="zh-CN" sz="2000" b="0" i="0" dirty="0">
                <a:solidFill>
                  <a:srgbClr val="252525"/>
                </a:solidFill>
                <a:effectLst/>
                <a:latin typeface="Roboto" panose="02000000000000000000" pitchFamily="2" charset="0"/>
              </a:rPr>
              <a:t>OUI</a:t>
            </a:r>
            <a:r>
              <a:rPr lang="zh-CN" altLang="en-US" sz="2000" b="0" i="0" dirty="0">
                <a:solidFill>
                  <a:srgbClr val="252525"/>
                </a:solidFill>
                <a:effectLst/>
                <a:latin typeface="Roboto" panose="02000000000000000000" pitchFamily="2" charset="0"/>
              </a:rPr>
              <a:t>）的管理机构</a:t>
            </a:r>
            <a:endParaRPr lang="en-US" altLang="zh-CN" sz="2000" b="0" i="0" dirty="0">
              <a:solidFill>
                <a:srgbClr val="252525"/>
              </a:solidFill>
              <a:effectLst/>
              <a:latin typeface="Roboto" panose="02000000000000000000" pitchFamily="2" charset="0"/>
            </a:endParaRPr>
          </a:p>
          <a:p>
            <a:pPr>
              <a:lnSpc>
                <a:spcPct val="120000"/>
              </a:lnSpc>
            </a:pPr>
            <a:r>
              <a:rPr lang="zh-CN" altLang="en-US" sz="2200" dirty="0"/>
              <a:t>在</a:t>
            </a:r>
            <a:r>
              <a:rPr lang="en-US" altLang="zh-CN" sz="2200" dirty="0"/>
              <a:t>Windows</a:t>
            </a:r>
            <a:r>
              <a:rPr lang="zh-CN" altLang="en-US" sz="2200" dirty="0"/>
              <a:t>上使用</a:t>
            </a:r>
            <a:r>
              <a:rPr lang="en-US" altLang="zh-CN" sz="2200" dirty="0">
                <a:solidFill>
                  <a:srgbClr val="C00000"/>
                </a:solidFill>
              </a:rPr>
              <a:t>ipconfig /all</a:t>
            </a:r>
            <a:r>
              <a:rPr lang="zh-CN" altLang="en-US" sz="2200" dirty="0"/>
              <a:t>命令查看</a:t>
            </a:r>
            <a:r>
              <a:rPr lang="en-US" altLang="zh-CN" sz="2200" dirty="0"/>
              <a:t>MAC</a:t>
            </a:r>
            <a:r>
              <a:rPr lang="zh-CN" altLang="en-US" sz="2200" dirty="0"/>
              <a:t>地址</a:t>
            </a:r>
          </a:p>
        </p:txBody>
      </p:sp>
      <p:grpSp>
        <p:nvGrpSpPr>
          <p:cNvPr id="56" name="组合 55"/>
          <p:cNvGrpSpPr/>
          <p:nvPr/>
        </p:nvGrpSpPr>
        <p:grpSpPr>
          <a:xfrm>
            <a:off x="6741923" y="2873277"/>
            <a:ext cx="5264557" cy="3342431"/>
            <a:chOff x="1653913" y="2849165"/>
            <a:chExt cx="6286735" cy="4122088"/>
          </a:xfrm>
        </p:grpSpPr>
        <p:grpSp>
          <p:nvGrpSpPr>
            <p:cNvPr id="16" name="组合 15"/>
            <p:cNvGrpSpPr/>
            <p:nvPr/>
          </p:nvGrpSpPr>
          <p:grpSpPr>
            <a:xfrm>
              <a:off x="5624066" y="4190977"/>
              <a:ext cx="2316582" cy="1293122"/>
              <a:chOff x="495694" y="5089537"/>
              <a:chExt cx="1613321" cy="913746"/>
            </a:xfrm>
          </p:grpSpPr>
          <p:pic>
            <p:nvPicPr>
              <p:cNvPr id="13" name="图片 12"/>
              <p:cNvPicPr>
                <a:picLocks noChangeAspect="1"/>
              </p:cNvPicPr>
              <p:nvPr/>
            </p:nvPicPr>
            <p:blipFill>
              <a:blip r:embed="rId4"/>
              <a:stretch>
                <a:fillRect/>
              </a:stretch>
            </p:blipFill>
            <p:spPr>
              <a:xfrm>
                <a:off x="598325" y="5089537"/>
                <a:ext cx="1453818" cy="476661"/>
              </a:xfrm>
              <a:prstGeom prst="rect">
                <a:avLst/>
              </a:prstGeom>
            </p:spPr>
          </p:pic>
          <p:pic>
            <p:nvPicPr>
              <p:cNvPr id="15" name="图片 14">
                <a:hlinkClick r:id="rId5"/>
              </p:cNvPr>
              <p:cNvPicPr>
                <a:picLocks noChangeAspect="1"/>
              </p:cNvPicPr>
              <p:nvPr/>
            </p:nvPicPr>
            <p:blipFill>
              <a:blip r:embed="rId6"/>
              <a:stretch>
                <a:fillRect/>
              </a:stretch>
            </p:blipFill>
            <p:spPr>
              <a:xfrm>
                <a:off x="495694" y="5663637"/>
                <a:ext cx="1613321" cy="339646"/>
              </a:xfrm>
              <a:prstGeom prst="rect">
                <a:avLst/>
              </a:prstGeom>
            </p:spPr>
            <p:style>
              <a:lnRef idx="0">
                <a:schemeClr val="accent1"/>
              </a:lnRef>
              <a:fillRef idx="3">
                <a:schemeClr val="accent1"/>
              </a:fillRef>
              <a:effectRef idx="3">
                <a:schemeClr val="accent1"/>
              </a:effectRef>
              <a:fontRef idx="minor">
                <a:schemeClr val="lt1"/>
              </a:fontRef>
            </p:style>
          </p:pic>
        </p:grpSp>
        <p:grpSp>
          <p:nvGrpSpPr>
            <p:cNvPr id="39" name="组合 38"/>
            <p:cNvGrpSpPr/>
            <p:nvPr/>
          </p:nvGrpSpPr>
          <p:grpSpPr>
            <a:xfrm rot="20998069">
              <a:off x="3536913" y="2849165"/>
              <a:ext cx="1707575" cy="868090"/>
              <a:chOff x="8805417" y="3276915"/>
              <a:chExt cx="2590800" cy="1123297"/>
            </a:xfrm>
          </p:grpSpPr>
          <p:sp>
            <p:nvSpPr>
              <p:cNvPr id="38" name="星形: 十角 37"/>
              <p:cNvSpPr/>
              <p:nvPr/>
            </p:nvSpPr>
            <p:spPr>
              <a:xfrm rot="601931">
                <a:off x="8805417" y="3276915"/>
                <a:ext cx="2590800" cy="1123297"/>
              </a:xfrm>
              <a:prstGeom prst="star1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p>
            </p:txBody>
          </p:sp>
          <p:sp>
            <p:nvSpPr>
              <p:cNvPr id="37" name="矩形 36"/>
              <p:cNvSpPr/>
              <p:nvPr/>
            </p:nvSpPr>
            <p:spPr>
              <a:xfrm rot="601931">
                <a:off x="9114657" y="3549830"/>
                <a:ext cx="2076180" cy="687619"/>
              </a:xfrm>
              <a:prstGeom prst="rect">
                <a:avLst/>
              </a:prstGeom>
              <a:noFill/>
            </p:spPr>
            <p:txBody>
              <a:bodyPr wrap="square" lIns="91440" tIns="45720" rIns="91440" bIns="45720">
                <a:spAutoFit/>
              </a:bodyPr>
              <a:lstStyle/>
              <a:p>
                <a:pPr algn="ctr"/>
                <a:r>
                  <a:rPr lang="zh-CN" altLang="en-US" sz="2200" dirty="0">
                    <a:ln w="0"/>
                    <a:solidFill>
                      <a:schemeClr val="bg1"/>
                    </a:solidFill>
                    <a:effectLst>
                      <a:outerShdw blurRad="50800" dist="38100" algn="l" rotWithShape="0">
                        <a:prstClr val="black">
                          <a:alpha val="40000"/>
                        </a:prstClr>
                      </a:outerShdw>
                    </a:effectLst>
                    <a:latin typeface="微软雅黑" panose="020B0503020204020204" pitchFamily="34" charset="-122"/>
                    <a:ea typeface="微软雅黑" panose="020B0503020204020204" pitchFamily="34" charset="-122"/>
                  </a:rPr>
                  <a:t>试一试</a:t>
                </a:r>
              </a:p>
            </p:txBody>
          </p:sp>
        </p:grpSp>
        <p:sp>
          <p:nvSpPr>
            <p:cNvPr id="40" name="箭头: 下 39"/>
            <p:cNvSpPr/>
            <p:nvPr/>
          </p:nvSpPr>
          <p:spPr>
            <a:xfrm rot="16200000">
              <a:off x="5171599" y="4545514"/>
              <a:ext cx="197769" cy="53927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箭头: 下 40"/>
            <p:cNvSpPr/>
            <p:nvPr/>
          </p:nvSpPr>
          <p:spPr>
            <a:xfrm>
              <a:off x="6602926" y="5689850"/>
              <a:ext cx="191499" cy="48066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文本框 41"/>
            <p:cNvSpPr txBox="1"/>
            <p:nvPr/>
          </p:nvSpPr>
          <p:spPr>
            <a:xfrm rot="696918">
              <a:off x="6438828" y="5955589"/>
              <a:ext cx="519695" cy="1015664"/>
            </a:xfrm>
            <a:prstGeom prst="rect">
              <a:avLst/>
            </a:prstGeom>
            <a:noFill/>
          </p:spPr>
          <p:txBody>
            <a:bodyPr wrap="none" rtlCol="0">
              <a:spAutoFit/>
            </a:bodyPr>
            <a:lstStyle/>
            <a:p>
              <a:r>
                <a:rPr lang="en-US" altLang="zh-CN" sz="6000" b="1" dirty="0">
                  <a:solidFill>
                    <a:srgbClr val="C00000"/>
                  </a:solidFill>
                  <a:latin typeface="Algerian" panose="04020705040A02060702" pitchFamily="82" charset="0"/>
                  <a:ea typeface="Adobe 楷体 Std R" panose="02020400000000000000" pitchFamily="18" charset="-128"/>
                </a:rPr>
                <a:t>?</a:t>
              </a:r>
              <a:endParaRPr lang="zh-CN" altLang="en-US" sz="6000" b="1" dirty="0">
                <a:solidFill>
                  <a:srgbClr val="C00000"/>
                </a:solidFill>
                <a:latin typeface="Algerian" panose="04020705040A02060702" pitchFamily="82" charset="0"/>
                <a:ea typeface="Adobe 楷体 Std R" panose="02020400000000000000" pitchFamily="18" charset="-128"/>
              </a:endParaRPr>
            </a:p>
          </p:txBody>
        </p:sp>
        <p:grpSp>
          <p:nvGrpSpPr>
            <p:cNvPr id="55" name="组合 54"/>
            <p:cNvGrpSpPr/>
            <p:nvPr/>
          </p:nvGrpSpPr>
          <p:grpSpPr>
            <a:xfrm>
              <a:off x="1653913" y="3421310"/>
              <a:ext cx="3262989" cy="2994729"/>
              <a:chOff x="1281516" y="3421310"/>
              <a:chExt cx="3262989" cy="2994729"/>
            </a:xfrm>
          </p:grpSpPr>
          <p:grpSp>
            <p:nvGrpSpPr>
              <p:cNvPr id="54" name="组合 53"/>
              <p:cNvGrpSpPr/>
              <p:nvPr/>
            </p:nvGrpSpPr>
            <p:grpSpPr>
              <a:xfrm>
                <a:off x="1281516" y="3421310"/>
                <a:ext cx="3262989" cy="2994729"/>
                <a:chOff x="1281516" y="3421310"/>
                <a:chExt cx="3262989" cy="2994729"/>
              </a:xfrm>
            </p:grpSpPr>
            <p:sp>
              <p:nvSpPr>
                <p:cNvPr id="53" name="矩形 52"/>
                <p:cNvSpPr/>
                <p:nvPr/>
              </p:nvSpPr>
              <p:spPr>
                <a:xfrm>
                  <a:off x="1281516" y="3421310"/>
                  <a:ext cx="1656467" cy="2994729"/>
                </a:xfrm>
                <a:prstGeom prst="rect">
                  <a:avLst/>
                </a:prstGeom>
                <a:ln w="38100"/>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sp>
              <p:nvSpPr>
                <p:cNvPr id="36" name="文本框 35"/>
                <p:cNvSpPr txBox="1"/>
                <p:nvPr/>
              </p:nvSpPr>
              <p:spPr>
                <a:xfrm>
                  <a:off x="2920378" y="4482867"/>
                  <a:ext cx="1624127" cy="873007"/>
                </a:xfrm>
                <a:prstGeom prst="rect">
                  <a:avLst/>
                </a:prstGeom>
              </p:spPr>
              <p:style>
                <a:lnRef idx="3">
                  <a:schemeClr val="lt1"/>
                </a:lnRef>
                <a:fillRef idx="1">
                  <a:schemeClr val="accent2"/>
                </a:fillRef>
                <a:effectRef idx="1">
                  <a:schemeClr val="accent2"/>
                </a:effectRef>
                <a:fontRef idx="minor">
                  <a:schemeClr val="lt1"/>
                </a:fontRef>
              </p:style>
              <p:txBody>
                <a:bodyPr wrap="square" rtlCol="0">
                  <a:spAutoFit/>
                </a:bodyPr>
                <a:lstStyle/>
                <a:p>
                  <a:pPr algn="ctr"/>
                  <a:r>
                    <a:rPr lang="en-US" altLang="zh-CN" sz="2000" b="1" dirty="0">
                      <a:latin typeface="微软雅黑" panose="020B0503020204020204" pitchFamily="34" charset="-122"/>
                      <a:ea typeface="微软雅黑" panose="020B0503020204020204" pitchFamily="34" charset="-122"/>
                    </a:rPr>
                    <a:t>MAC </a:t>
                  </a:r>
                </a:p>
                <a:p>
                  <a:pPr algn="ctr"/>
                  <a:r>
                    <a:rPr lang="en-US" altLang="zh-CN" sz="2000" b="1" dirty="0">
                      <a:latin typeface="微软雅黑" panose="020B0503020204020204" pitchFamily="34" charset="-122"/>
                      <a:ea typeface="微软雅黑" panose="020B0503020204020204" pitchFamily="34" charset="-122"/>
                    </a:rPr>
                    <a:t>Address</a:t>
                  </a:r>
                  <a:endParaRPr lang="zh-CN" altLang="en-US" sz="2000" b="1" dirty="0">
                    <a:latin typeface="微软雅黑" panose="020B0503020204020204" pitchFamily="34" charset="-122"/>
                    <a:ea typeface="微软雅黑" panose="020B0503020204020204" pitchFamily="34" charset="-122"/>
                  </a:endParaRPr>
                </a:p>
              </p:txBody>
            </p:sp>
          </p:grpSp>
          <p:pic>
            <p:nvPicPr>
              <p:cNvPr id="48" name="图片 47"/>
              <p:cNvPicPr>
                <a:picLocks noChangeAspect="1"/>
              </p:cNvPicPr>
              <p:nvPr/>
            </p:nvPicPr>
            <p:blipFill>
              <a:blip r:embed="rId7"/>
              <a:stretch>
                <a:fillRect/>
              </a:stretch>
            </p:blipFill>
            <p:spPr>
              <a:xfrm>
                <a:off x="1425441" y="3503647"/>
                <a:ext cx="1300279" cy="1152280"/>
              </a:xfrm>
              <a:prstGeom prst="rect">
                <a:avLst/>
              </a:prstGeom>
            </p:spPr>
          </p:pic>
          <p:pic>
            <p:nvPicPr>
              <p:cNvPr id="52" name="图片 51"/>
              <p:cNvPicPr>
                <a:picLocks noChangeAspect="1"/>
              </p:cNvPicPr>
              <p:nvPr/>
            </p:nvPicPr>
            <p:blipFill>
              <a:blip r:embed="rId8"/>
              <a:stretch>
                <a:fillRect/>
              </a:stretch>
            </p:blipFill>
            <p:spPr>
              <a:xfrm>
                <a:off x="1522650" y="4836810"/>
                <a:ext cx="1105863" cy="1409975"/>
              </a:xfrm>
              <a:prstGeom prst="rect">
                <a:avLst/>
              </a:prstGeom>
            </p:spPr>
          </p:pic>
        </p:grpSp>
      </p:grpSp>
      <p:sp>
        <p:nvSpPr>
          <p:cNvPr id="27" name="日期占位符 15"/>
          <p:cNvSpPr>
            <a:spLocks noGrp="1"/>
          </p:cNvSpPr>
          <p:nvPr>
            <p:ph type="dt" sz="half" idx="10"/>
          </p:nvPr>
        </p:nvSpPr>
        <p:spPr>
          <a:xfrm>
            <a:off x="197335" y="6489303"/>
            <a:ext cx="1457495" cy="365125"/>
          </a:xfrm>
        </p:spPr>
        <p:txBody>
          <a:bodyPr/>
          <a:lstStyle/>
          <a:p>
            <a:r>
              <a:rPr lang="en-US" altLang="zh-CN" dirty="0">
                <a:latin typeface="微软雅黑" panose="020B0503020204020204" pitchFamily="34" charset="-122"/>
                <a:ea typeface="微软雅黑" panose="020B0503020204020204" pitchFamily="34" charset="-122"/>
              </a:rPr>
              <a:t>4.3 </a:t>
            </a:r>
            <a:r>
              <a:rPr lang="zh-CN" altLang="en-US" dirty="0">
                <a:latin typeface="微软雅黑" panose="020B0503020204020204" pitchFamily="34" charset="-122"/>
                <a:ea typeface="微软雅黑" panose="020B0503020204020204" pitchFamily="34" charset="-122"/>
              </a:rPr>
              <a:t>以太网</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xEl>
                                              <p:pRg st="2" end="2"/>
                                            </p:txEl>
                                          </p:spTgt>
                                        </p:tgtEl>
                                        <p:attrNameLst>
                                          <p:attrName>style.visibility</p:attrName>
                                        </p:attrNameLst>
                                      </p:cBhvr>
                                      <p:to>
                                        <p:strVal val="visible"/>
                                      </p:to>
                                    </p:set>
                                    <p:animEffect transition="in" filter="blinds(horizontal)">
                                      <p:cBhvr>
                                        <p:cTn id="7" dur="500"/>
                                        <p:tgtEl>
                                          <p:spTgt spid="7">
                                            <p:txEl>
                                              <p:pRg st="2" end="2"/>
                                            </p:txEl>
                                          </p:spTgt>
                                        </p:tgtEl>
                                      </p:cBhvr>
                                    </p:animEffect>
                                  </p:childTnLst>
                                </p:cTn>
                              </p:par>
                            </p:childTnLst>
                          </p:cTn>
                        </p:par>
                        <p:par>
                          <p:cTn id="8" fill="hold">
                            <p:stCondLst>
                              <p:cond delay="500"/>
                            </p:stCondLst>
                            <p:childTnLst>
                              <p:par>
                                <p:cTn id="9" presetID="3" presetClass="entr" presetSubtype="10"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blinds(horizontal)">
                                      <p:cBhvr>
                                        <p:cTn id="11" dur="500"/>
                                        <p:tgtEl>
                                          <p:spTgt spid="5"/>
                                        </p:tgtEl>
                                      </p:cBhvr>
                                    </p:animEffec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nodeType="clickEffect">
                                  <p:stCondLst>
                                    <p:cond delay="0"/>
                                  </p:stCondLst>
                                  <p:childTnLst>
                                    <p:set>
                                      <p:cBhvr>
                                        <p:cTn id="15" dur="1" fill="hold">
                                          <p:stCondLst>
                                            <p:cond delay="0"/>
                                          </p:stCondLst>
                                        </p:cTn>
                                        <p:tgtEl>
                                          <p:spTgt spid="56"/>
                                        </p:tgtEl>
                                        <p:attrNameLst>
                                          <p:attrName>style.visibility</p:attrName>
                                        </p:attrNameLst>
                                      </p:cBhvr>
                                      <p:to>
                                        <p:strVal val="visible"/>
                                      </p:to>
                                    </p:set>
                                    <p:animEffect transition="in" filter="blinds(horizontal)">
                                      <p:cBhvr>
                                        <p:cTn id="16" dur="5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经典以太网 </a:t>
            </a:r>
            <a:r>
              <a:rPr lang="en-US" altLang="zh-CN" dirty="0"/>
              <a:t>- </a:t>
            </a:r>
            <a:r>
              <a:rPr lang="en-US" altLang="zh-CN" sz="2800" dirty="0"/>
              <a:t>MAC</a:t>
            </a:r>
            <a:r>
              <a:rPr lang="zh-CN" altLang="en-US" sz="2800" dirty="0"/>
              <a:t>子层协议</a:t>
            </a:r>
            <a:endParaRPr lang="zh-CN" altLang="en-US" dirty="0"/>
          </a:p>
        </p:txBody>
      </p:sp>
      <p:sp>
        <p:nvSpPr>
          <p:cNvPr id="3" name="内容占位符 2"/>
          <p:cNvSpPr>
            <a:spLocks noGrp="1"/>
          </p:cNvSpPr>
          <p:nvPr>
            <p:ph idx="1"/>
          </p:nvPr>
        </p:nvSpPr>
        <p:spPr>
          <a:xfrm>
            <a:off x="838200" y="1418158"/>
            <a:ext cx="10515600" cy="1535878"/>
          </a:xfrm>
        </p:spPr>
        <p:txBody>
          <a:bodyPr>
            <a:normAutofit fontScale="92500" lnSpcReduction="20000"/>
          </a:bodyPr>
          <a:lstStyle/>
          <a:p>
            <a:pPr>
              <a:lnSpc>
                <a:spcPct val="150000"/>
              </a:lnSpc>
            </a:pPr>
            <a:r>
              <a:rPr lang="zh-CN" altLang="en-US" sz="2400" dirty="0"/>
              <a:t>源地址后面的两个字节，</a:t>
            </a:r>
            <a:r>
              <a:rPr lang="en-US" altLang="zh-CN" sz="2400" dirty="0"/>
              <a:t>Ethernet V2</a:t>
            </a:r>
            <a:r>
              <a:rPr lang="zh-CN" altLang="en-US" sz="2400" dirty="0"/>
              <a:t>将其视为上一层的</a:t>
            </a:r>
            <a:r>
              <a:rPr lang="zh-CN" altLang="en-US" sz="2400" dirty="0">
                <a:solidFill>
                  <a:srgbClr val="C00000"/>
                </a:solidFill>
              </a:rPr>
              <a:t>协议类型</a:t>
            </a:r>
            <a:r>
              <a:rPr lang="zh-CN" altLang="en-US" sz="2400" dirty="0"/>
              <a:t>，</a:t>
            </a:r>
            <a:r>
              <a:rPr lang="en-US" altLang="zh-CN" sz="2400" dirty="0"/>
              <a:t>IEEE802.3</a:t>
            </a:r>
            <a:r>
              <a:rPr lang="zh-CN" altLang="en-US" sz="2400" dirty="0"/>
              <a:t>将其视为</a:t>
            </a:r>
            <a:r>
              <a:rPr lang="zh-CN" altLang="en-US" sz="2400" dirty="0">
                <a:solidFill>
                  <a:srgbClr val="C00000"/>
                </a:solidFill>
              </a:rPr>
              <a:t>数据长度</a:t>
            </a:r>
            <a:r>
              <a:rPr lang="zh-CN" altLang="en-US" sz="2400" dirty="0"/>
              <a:t>。 </a:t>
            </a:r>
            <a:endParaRPr lang="en-US" altLang="zh-CN" sz="2400" dirty="0"/>
          </a:p>
          <a:p>
            <a:pPr>
              <a:lnSpc>
                <a:spcPct val="150000"/>
              </a:lnSpc>
            </a:pPr>
            <a:r>
              <a:rPr lang="zh-CN" altLang="en-US" sz="2400" dirty="0"/>
              <a:t>可在</a:t>
            </a:r>
            <a:r>
              <a:rPr lang="zh-CN" altLang="en-US" sz="2400" dirty="0">
                <a:hlinkClick r:id="rId3"/>
              </a:rPr>
              <a:t>这里</a:t>
            </a:r>
            <a:r>
              <a:rPr lang="zh-CN" altLang="en-US" sz="2400" dirty="0"/>
              <a:t>查询协议类型（</a:t>
            </a:r>
            <a:r>
              <a:rPr lang="en-US" altLang="zh-CN" sz="2400" dirty="0"/>
              <a:t>Ether Types</a:t>
            </a:r>
            <a:r>
              <a:rPr lang="zh-CN" altLang="en-US" sz="2400" dirty="0"/>
              <a:t>）的值</a:t>
            </a:r>
            <a:endParaRPr lang="en-US" altLang="zh-CN" sz="2400" dirty="0"/>
          </a:p>
          <a:p>
            <a:pPr>
              <a:lnSpc>
                <a:spcPct val="150000"/>
              </a:lnSpc>
            </a:pPr>
            <a:endParaRPr lang="en-US" altLang="zh-CN" sz="2400" dirty="0"/>
          </a:p>
          <a:p>
            <a:pPr>
              <a:lnSpc>
                <a:spcPct val="150000"/>
              </a:lnSpc>
            </a:pPr>
            <a:endParaRPr lang="zh-CN" altLang="en-US" sz="2400"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38</a:t>
            </a:fld>
            <a:endParaRPr kumimoji="1" lang="zh-CN" altLang="en-US" dirty="0"/>
          </a:p>
        </p:txBody>
      </p:sp>
      <p:sp>
        <p:nvSpPr>
          <p:cNvPr id="44" name="矩形 43"/>
          <p:cNvSpPr/>
          <p:nvPr/>
        </p:nvSpPr>
        <p:spPr>
          <a:xfrm>
            <a:off x="4292720" y="3350613"/>
            <a:ext cx="914400" cy="1637024"/>
          </a:xfrm>
          <a:prstGeom prst="rect">
            <a:avLst/>
          </a:prstGeom>
          <a:solidFill>
            <a:srgbClr val="FFFF00">
              <a:alpha val="33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十二角星 5"/>
          <p:cNvSpPr/>
          <p:nvPr/>
        </p:nvSpPr>
        <p:spPr>
          <a:xfrm>
            <a:off x="7891221" y="4941863"/>
            <a:ext cx="4288395" cy="1288689"/>
          </a:xfrm>
          <a:prstGeom prst="star12">
            <a:avLst/>
          </a:prstGeom>
          <a:solidFill>
            <a:schemeClr val="accent1">
              <a:lumMod val="20000"/>
              <a:lumOff val="80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2000" dirty="0">
                <a:solidFill>
                  <a:srgbClr val="C00000"/>
                </a:solidFill>
                <a:latin typeface="微软雅黑" panose="020B0503020204020204" pitchFamily="34" charset="-122"/>
                <a:ea typeface="微软雅黑" panose="020B0503020204020204" pitchFamily="34" charset="-122"/>
              </a:rPr>
              <a:t>大家来找茬，两种格式哪里不同？</a:t>
            </a:r>
            <a:endParaRPr kumimoji="1" lang="zh-CN" altLang="en-US" sz="1400" dirty="0">
              <a:solidFill>
                <a:srgbClr val="C00000"/>
              </a:solidFill>
              <a:latin typeface="微软雅黑" panose="020B0503020204020204" pitchFamily="34" charset="-122"/>
              <a:ea typeface="微软雅黑" panose="020B0503020204020204" pitchFamily="34" charset="-122"/>
            </a:endParaRPr>
          </a:p>
        </p:txBody>
      </p:sp>
      <p:sp>
        <p:nvSpPr>
          <p:cNvPr id="47" name="文本框 46"/>
          <p:cNvSpPr txBox="1"/>
          <p:nvPr/>
        </p:nvSpPr>
        <p:spPr>
          <a:xfrm>
            <a:off x="7598187" y="1994448"/>
            <a:ext cx="2110176" cy="1323439"/>
          </a:xfrm>
          <a:prstGeom prst="rect">
            <a:avLst/>
          </a:prstGeom>
          <a:ln>
            <a:solidFill>
              <a:srgbClr val="7030A0"/>
            </a:solidFill>
          </a:ln>
        </p:spPr>
        <p:style>
          <a:lnRef idx="2">
            <a:schemeClr val="accent1"/>
          </a:lnRef>
          <a:fillRef idx="1">
            <a:schemeClr val="lt1"/>
          </a:fillRef>
          <a:effectRef idx="0">
            <a:schemeClr val="accent1"/>
          </a:effectRef>
          <a:fontRef idx="minor">
            <a:schemeClr val="dk1"/>
          </a:fontRef>
        </p:style>
        <p:txBody>
          <a:bodyPr wrap="square">
            <a:spAutoFit/>
          </a:bodyPr>
          <a:lstStyle/>
          <a:p>
            <a:r>
              <a:rPr lang="en-US" altLang="zh-CN" sz="2000" dirty="0">
                <a:latin typeface="微软雅黑" panose="020B0503020204020204" pitchFamily="34" charset="-122"/>
                <a:ea typeface="微软雅黑" panose="020B0503020204020204" pitchFamily="34" charset="-122"/>
              </a:rPr>
              <a:t>IPv4:	0x0800</a:t>
            </a:r>
          </a:p>
          <a:p>
            <a:r>
              <a:rPr lang="en-US" altLang="zh-CN" sz="2000" dirty="0">
                <a:latin typeface="微软雅黑" panose="020B0503020204020204" pitchFamily="34" charset="-122"/>
                <a:ea typeface="微软雅黑" panose="020B0503020204020204" pitchFamily="34" charset="-122"/>
              </a:rPr>
              <a:t>ARP:	0x0806</a:t>
            </a:r>
          </a:p>
          <a:p>
            <a:r>
              <a:rPr lang="en-US" altLang="zh-CN" sz="2000" dirty="0" err="1">
                <a:latin typeface="微软雅黑" panose="020B0503020204020204" pitchFamily="34" charset="-122"/>
                <a:ea typeface="微软雅黑" panose="020B0503020204020204" pitchFamily="34" charset="-122"/>
              </a:rPr>
              <a:t>PPPoE</a:t>
            </a:r>
            <a:r>
              <a:rPr lang="en-US" altLang="zh-CN" sz="2000" dirty="0">
                <a:latin typeface="微软雅黑" panose="020B0503020204020204" pitchFamily="34" charset="-122"/>
                <a:ea typeface="微软雅黑" panose="020B0503020204020204" pitchFamily="34" charset="-122"/>
              </a:rPr>
              <a:t>:	0x8864</a:t>
            </a:r>
          </a:p>
          <a:p>
            <a:r>
              <a:rPr lang="en-US" altLang="zh-CN" sz="2000" dirty="0">
                <a:latin typeface="微软雅黑" panose="020B0503020204020204" pitchFamily="34" charset="-122"/>
                <a:ea typeface="微软雅黑" panose="020B0503020204020204" pitchFamily="34" charset="-122"/>
              </a:rPr>
              <a:t>…</a:t>
            </a:r>
          </a:p>
        </p:txBody>
      </p:sp>
      <p:sp>
        <p:nvSpPr>
          <p:cNvPr id="14" name="Rectangle 66"/>
          <p:cNvSpPr>
            <a:spLocks noChangeArrowheads="1"/>
          </p:cNvSpPr>
          <p:nvPr/>
        </p:nvSpPr>
        <p:spPr bwMode="auto">
          <a:xfrm>
            <a:off x="2443281" y="3672876"/>
            <a:ext cx="6803069" cy="457200"/>
          </a:xfrm>
          <a:prstGeom prst="rect">
            <a:avLst/>
          </a:prstGeom>
          <a:solidFill>
            <a:srgbClr val="FFCCFF"/>
          </a:solidFill>
          <a:ln w="12700" algn="ctr">
            <a:solidFill>
              <a:schemeClr val="folHlink"/>
            </a:solidFill>
            <a:miter lim="800000"/>
          </a:ln>
          <a:effectLst>
            <a:outerShdw dist="35921" dir="2700000" algn="ctr" rotWithShape="0">
              <a:schemeClr val="bg2"/>
            </a:outerShdw>
          </a:effectLst>
        </p:spPr>
        <p:txBody>
          <a:bodyPr wrap="none" anchor="ctr"/>
          <a:lstStyle/>
          <a:p>
            <a:endParaRPr lang="zh-CN" altLang="en-US"/>
          </a:p>
        </p:txBody>
      </p:sp>
      <p:sp>
        <p:nvSpPr>
          <p:cNvPr id="15" name="Line 67"/>
          <p:cNvSpPr>
            <a:spLocks noChangeShapeType="1"/>
          </p:cNvSpPr>
          <p:nvPr/>
        </p:nvSpPr>
        <p:spPr bwMode="auto">
          <a:xfrm>
            <a:off x="3378320" y="3672876"/>
            <a:ext cx="0" cy="45720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 name="Line 68"/>
          <p:cNvSpPr>
            <a:spLocks noChangeShapeType="1"/>
          </p:cNvSpPr>
          <p:nvPr/>
        </p:nvSpPr>
        <p:spPr bwMode="auto">
          <a:xfrm>
            <a:off x="4292720" y="3672876"/>
            <a:ext cx="0" cy="45720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 name="Line 69"/>
          <p:cNvSpPr>
            <a:spLocks noChangeShapeType="1"/>
          </p:cNvSpPr>
          <p:nvPr/>
        </p:nvSpPr>
        <p:spPr bwMode="auto">
          <a:xfrm>
            <a:off x="5207120" y="3672876"/>
            <a:ext cx="0" cy="45720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 name="Line 70"/>
          <p:cNvSpPr>
            <a:spLocks noChangeShapeType="1"/>
          </p:cNvSpPr>
          <p:nvPr/>
        </p:nvSpPr>
        <p:spPr bwMode="auto">
          <a:xfrm>
            <a:off x="8498960" y="3672876"/>
            <a:ext cx="0" cy="45720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 name="Rectangle 71"/>
          <p:cNvSpPr>
            <a:spLocks noChangeArrowheads="1"/>
          </p:cNvSpPr>
          <p:nvPr/>
        </p:nvSpPr>
        <p:spPr bwMode="auto">
          <a:xfrm>
            <a:off x="2373433" y="3718914"/>
            <a:ext cx="1106073"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dirty="0">
                <a:solidFill>
                  <a:srgbClr val="333399"/>
                </a:solidFill>
                <a:latin typeface="Arial" panose="020B0604020202090204" pitchFamily="34" charset="0"/>
                <a:ea typeface="黑体" panose="02010609060101010101" pitchFamily="2" charset="-122"/>
              </a:rPr>
              <a:t>目的地址</a:t>
            </a:r>
          </a:p>
        </p:txBody>
      </p:sp>
      <p:sp>
        <p:nvSpPr>
          <p:cNvPr id="20" name="Rectangle 72"/>
          <p:cNvSpPr>
            <a:spLocks noChangeArrowheads="1"/>
          </p:cNvSpPr>
          <p:nvPr/>
        </p:nvSpPr>
        <p:spPr bwMode="auto">
          <a:xfrm>
            <a:off x="3381496" y="3718914"/>
            <a:ext cx="875241"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a:solidFill>
                  <a:srgbClr val="333399"/>
                </a:solidFill>
                <a:latin typeface="Arial" panose="020B0604020202090204" pitchFamily="34" charset="0"/>
                <a:ea typeface="黑体" panose="02010609060101010101" pitchFamily="2" charset="-122"/>
              </a:rPr>
              <a:t>源地址</a:t>
            </a:r>
          </a:p>
        </p:txBody>
      </p:sp>
      <p:sp>
        <p:nvSpPr>
          <p:cNvPr id="21" name="Rectangle 73"/>
          <p:cNvSpPr>
            <a:spLocks noChangeArrowheads="1"/>
          </p:cNvSpPr>
          <p:nvPr/>
        </p:nvSpPr>
        <p:spPr bwMode="auto">
          <a:xfrm>
            <a:off x="4454645" y="3718914"/>
            <a:ext cx="644408"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dirty="0">
                <a:solidFill>
                  <a:srgbClr val="333399"/>
                </a:solidFill>
                <a:latin typeface="Arial" panose="020B0604020202090204" pitchFamily="34" charset="0"/>
                <a:ea typeface="黑体" panose="02010609060101010101" pitchFamily="2" charset="-122"/>
              </a:rPr>
              <a:t>类型</a:t>
            </a:r>
          </a:p>
        </p:txBody>
      </p:sp>
      <p:sp>
        <p:nvSpPr>
          <p:cNvPr id="22" name="Rectangle 74"/>
          <p:cNvSpPr>
            <a:spLocks noChangeArrowheads="1"/>
          </p:cNvSpPr>
          <p:nvPr/>
        </p:nvSpPr>
        <p:spPr bwMode="auto">
          <a:xfrm>
            <a:off x="6304083" y="3718914"/>
            <a:ext cx="1157369"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a:solidFill>
                  <a:srgbClr val="333399"/>
                </a:solidFill>
                <a:latin typeface="Arial" panose="020B0604020202090204" pitchFamily="34" charset="0"/>
                <a:ea typeface="黑体" panose="02010609060101010101" pitchFamily="2" charset="-122"/>
              </a:rPr>
              <a:t>数        据</a:t>
            </a:r>
          </a:p>
        </p:txBody>
      </p:sp>
      <p:sp>
        <p:nvSpPr>
          <p:cNvPr id="23" name="Rectangle 75"/>
          <p:cNvSpPr>
            <a:spLocks noChangeArrowheads="1"/>
          </p:cNvSpPr>
          <p:nvPr/>
        </p:nvSpPr>
        <p:spPr bwMode="auto">
          <a:xfrm>
            <a:off x="8439905" y="3718914"/>
            <a:ext cx="875241"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dirty="0">
                <a:solidFill>
                  <a:srgbClr val="333399"/>
                </a:solidFill>
                <a:latin typeface="Arial" panose="020B0604020202090204" pitchFamily="34" charset="0"/>
                <a:ea typeface="黑体" panose="02010609060101010101" pitchFamily="2" charset="-122"/>
              </a:rPr>
              <a:t>校验和</a:t>
            </a:r>
            <a:endParaRPr kumimoji="1" lang="en-US" altLang="zh-CN" dirty="0">
              <a:solidFill>
                <a:srgbClr val="333399"/>
              </a:solidFill>
              <a:latin typeface="Arial" panose="020B0604020202090204" pitchFamily="34" charset="0"/>
              <a:ea typeface="黑体" panose="02010609060101010101" pitchFamily="2" charset="-122"/>
            </a:endParaRPr>
          </a:p>
        </p:txBody>
      </p:sp>
      <p:sp>
        <p:nvSpPr>
          <p:cNvPr id="24" name="Rectangle 76"/>
          <p:cNvSpPr>
            <a:spLocks noChangeArrowheads="1"/>
          </p:cNvSpPr>
          <p:nvPr/>
        </p:nvSpPr>
        <p:spPr bwMode="auto">
          <a:xfrm>
            <a:off x="2790946" y="3383952"/>
            <a:ext cx="296557"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dirty="0">
                <a:solidFill>
                  <a:srgbClr val="333399"/>
                </a:solidFill>
                <a:latin typeface="Arial" panose="020B0604020202090204" pitchFamily="34" charset="0"/>
                <a:ea typeface="黑体" panose="02010609060101010101" pitchFamily="2" charset="-122"/>
              </a:rPr>
              <a:t>6</a:t>
            </a:r>
          </a:p>
        </p:txBody>
      </p:sp>
      <p:sp>
        <p:nvSpPr>
          <p:cNvPr id="25" name="Rectangle 77"/>
          <p:cNvSpPr>
            <a:spLocks noChangeArrowheads="1"/>
          </p:cNvSpPr>
          <p:nvPr/>
        </p:nvSpPr>
        <p:spPr bwMode="auto">
          <a:xfrm>
            <a:off x="3770433" y="3383952"/>
            <a:ext cx="296557"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a:solidFill>
                  <a:srgbClr val="333399"/>
                </a:solidFill>
                <a:latin typeface="Arial" panose="020B0604020202090204" pitchFamily="34" charset="0"/>
                <a:ea typeface="黑体" panose="02010609060101010101" pitchFamily="2" charset="-122"/>
              </a:rPr>
              <a:t>6</a:t>
            </a:r>
          </a:p>
        </p:txBody>
      </p:sp>
      <p:sp>
        <p:nvSpPr>
          <p:cNvPr id="26" name="Rectangle 78"/>
          <p:cNvSpPr>
            <a:spLocks noChangeArrowheads="1"/>
          </p:cNvSpPr>
          <p:nvPr/>
        </p:nvSpPr>
        <p:spPr bwMode="auto">
          <a:xfrm>
            <a:off x="4673721" y="3383952"/>
            <a:ext cx="296557"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a:solidFill>
                  <a:srgbClr val="333399"/>
                </a:solidFill>
                <a:latin typeface="Arial" panose="020B0604020202090204" pitchFamily="34" charset="0"/>
                <a:ea typeface="黑体" panose="02010609060101010101" pitchFamily="2" charset="-122"/>
              </a:rPr>
              <a:t>2</a:t>
            </a:r>
          </a:p>
        </p:txBody>
      </p:sp>
      <p:sp>
        <p:nvSpPr>
          <p:cNvPr id="27" name="Rectangle 79"/>
          <p:cNvSpPr>
            <a:spLocks noChangeArrowheads="1"/>
          </p:cNvSpPr>
          <p:nvPr/>
        </p:nvSpPr>
        <p:spPr bwMode="auto">
          <a:xfrm>
            <a:off x="8779313" y="3383952"/>
            <a:ext cx="296557"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dirty="0">
                <a:solidFill>
                  <a:srgbClr val="333399"/>
                </a:solidFill>
                <a:latin typeface="Arial" panose="020B0604020202090204" pitchFamily="34" charset="0"/>
                <a:ea typeface="黑体" panose="02010609060101010101" pitchFamily="2" charset="-122"/>
              </a:rPr>
              <a:t>4</a:t>
            </a:r>
          </a:p>
        </p:txBody>
      </p:sp>
      <p:sp>
        <p:nvSpPr>
          <p:cNvPr id="29" name="Text Box 81"/>
          <p:cNvSpPr txBox="1">
            <a:spLocks noChangeArrowheads="1"/>
          </p:cNvSpPr>
          <p:nvPr/>
        </p:nvSpPr>
        <p:spPr bwMode="auto">
          <a:xfrm>
            <a:off x="6327902" y="3350613"/>
            <a:ext cx="10937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90204" pitchFamily="34" charset="0"/>
                <a:ea typeface="宋体" panose="02010600030101010101" pitchFamily="2" charset="-122"/>
              </a:defRPr>
            </a:lvl1pPr>
            <a:lvl2pPr marL="571500" defTabSz="762000">
              <a:defRPr>
                <a:solidFill>
                  <a:schemeClr val="tx1"/>
                </a:solidFill>
                <a:latin typeface="Arial" panose="020B0604020202090204" pitchFamily="34" charset="0"/>
                <a:ea typeface="宋体" panose="02010600030101010101" pitchFamily="2" charset="-122"/>
              </a:defRPr>
            </a:lvl2pPr>
            <a:lvl3pPr marL="1143000" defTabSz="762000">
              <a:defRPr>
                <a:solidFill>
                  <a:schemeClr val="tx1"/>
                </a:solidFill>
                <a:latin typeface="Arial" panose="020B0604020202090204" pitchFamily="34" charset="0"/>
                <a:ea typeface="宋体" panose="02010600030101010101" pitchFamily="2" charset="-122"/>
              </a:defRPr>
            </a:lvl3pPr>
            <a:lvl4pPr marL="1714500" defTabSz="762000">
              <a:defRPr>
                <a:solidFill>
                  <a:schemeClr val="tx1"/>
                </a:solidFill>
                <a:latin typeface="Arial" panose="020B0604020202090204" pitchFamily="34" charset="0"/>
                <a:ea typeface="宋体" panose="02010600030101010101" pitchFamily="2" charset="-122"/>
              </a:defRPr>
            </a:lvl4pPr>
            <a:lvl5pPr marL="2286000" defTabSz="762000">
              <a:defRPr>
                <a:solidFill>
                  <a:schemeClr val="tx1"/>
                </a:solidFill>
                <a:latin typeface="Arial" panose="020B060402020209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9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9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9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90204" pitchFamily="34" charset="0"/>
                <a:ea typeface="宋体" panose="02010600030101010101" pitchFamily="2" charset="-122"/>
              </a:defRPr>
            </a:lvl9pPr>
          </a:lstStyle>
          <a:p>
            <a:pPr eaLnBrk="0" hangingPunct="0"/>
            <a:r>
              <a:rPr kumimoji="1" lang="en-US" altLang="zh-CN" sz="1600" dirty="0">
                <a:solidFill>
                  <a:srgbClr val="333399"/>
                </a:solidFill>
                <a:ea typeface="黑体" panose="02010609060101010101" pitchFamily="2" charset="-122"/>
              </a:rPr>
              <a:t>46 ~ 1500</a:t>
            </a:r>
          </a:p>
        </p:txBody>
      </p:sp>
      <p:sp>
        <p:nvSpPr>
          <p:cNvPr id="32" name="Rectangle 66"/>
          <p:cNvSpPr>
            <a:spLocks noChangeArrowheads="1"/>
          </p:cNvSpPr>
          <p:nvPr/>
        </p:nvSpPr>
        <p:spPr bwMode="auto">
          <a:xfrm>
            <a:off x="2438766" y="4394016"/>
            <a:ext cx="6803069" cy="457200"/>
          </a:xfrm>
          <a:prstGeom prst="rect">
            <a:avLst/>
          </a:prstGeom>
          <a:solidFill>
            <a:srgbClr val="FFCCFF"/>
          </a:solidFill>
          <a:ln w="12700" algn="ctr">
            <a:solidFill>
              <a:schemeClr val="folHlink"/>
            </a:solidFill>
            <a:miter lim="800000"/>
          </a:ln>
          <a:effectLst>
            <a:outerShdw dist="35921" dir="2700000" algn="ctr" rotWithShape="0">
              <a:schemeClr val="bg2"/>
            </a:outerShdw>
          </a:effectLst>
        </p:spPr>
        <p:txBody>
          <a:bodyPr wrap="none" anchor="ctr"/>
          <a:lstStyle/>
          <a:p>
            <a:endParaRPr lang="zh-CN" altLang="en-US"/>
          </a:p>
        </p:txBody>
      </p:sp>
      <p:sp>
        <p:nvSpPr>
          <p:cNvPr id="33" name="Line 67"/>
          <p:cNvSpPr>
            <a:spLocks noChangeShapeType="1"/>
          </p:cNvSpPr>
          <p:nvPr/>
        </p:nvSpPr>
        <p:spPr bwMode="auto">
          <a:xfrm>
            <a:off x="3373805" y="4394016"/>
            <a:ext cx="0" cy="45720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 name="Line 68"/>
          <p:cNvSpPr>
            <a:spLocks noChangeShapeType="1"/>
          </p:cNvSpPr>
          <p:nvPr/>
        </p:nvSpPr>
        <p:spPr bwMode="auto">
          <a:xfrm>
            <a:off x="4288205" y="4394016"/>
            <a:ext cx="0" cy="45720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 name="Line 69"/>
          <p:cNvSpPr>
            <a:spLocks noChangeShapeType="1"/>
          </p:cNvSpPr>
          <p:nvPr/>
        </p:nvSpPr>
        <p:spPr bwMode="auto">
          <a:xfrm>
            <a:off x="5202605" y="4394016"/>
            <a:ext cx="0" cy="45720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 name="Line 70"/>
          <p:cNvSpPr>
            <a:spLocks noChangeShapeType="1"/>
          </p:cNvSpPr>
          <p:nvPr/>
        </p:nvSpPr>
        <p:spPr bwMode="auto">
          <a:xfrm>
            <a:off x="8494445" y="4394016"/>
            <a:ext cx="0" cy="45720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 name="Rectangle 71"/>
          <p:cNvSpPr>
            <a:spLocks noChangeArrowheads="1"/>
          </p:cNvSpPr>
          <p:nvPr/>
        </p:nvSpPr>
        <p:spPr bwMode="auto">
          <a:xfrm>
            <a:off x="2368918" y="4440054"/>
            <a:ext cx="1106073"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dirty="0">
                <a:solidFill>
                  <a:srgbClr val="333399"/>
                </a:solidFill>
                <a:latin typeface="Arial" panose="020B0604020202090204" pitchFamily="34" charset="0"/>
                <a:ea typeface="黑体" panose="02010609060101010101" pitchFamily="2" charset="-122"/>
              </a:rPr>
              <a:t>目的地址</a:t>
            </a:r>
          </a:p>
        </p:txBody>
      </p:sp>
      <p:sp>
        <p:nvSpPr>
          <p:cNvPr id="38" name="Rectangle 72"/>
          <p:cNvSpPr>
            <a:spLocks noChangeArrowheads="1"/>
          </p:cNvSpPr>
          <p:nvPr/>
        </p:nvSpPr>
        <p:spPr bwMode="auto">
          <a:xfrm>
            <a:off x="3376981" y="4440054"/>
            <a:ext cx="875241"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a:solidFill>
                  <a:srgbClr val="333399"/>
                </a:solidFill>
                <a:latin typeface="Arial" panose="020B0604020202090204" pitchFamily="34" charset="0"/>
                <a:ea typeface="黑体" panose="02010609060101010101" pitchFamily="2" charset="-122"/>
              </a:rPr>
              <a:t>源地址</a:t>
            </a:r>
          </a:p>
        </p:txBody>
      </p:sp>
      <p:sp>
        <p:nvSpPr>
          <p:cNvPr id="39" name="Rectangle 73"/>
          <p:cNvSpPr>
            <a:spLocks noChangeArrowheads="1"/>
          </p:cNvSpPr>
          <p:nvPr/>
        </p:nvSpPr>
        <p:spPr bwMode="auto">
          <a:xfrm>
            <a:off x="4308845" y="4446734"/>
            <a:ext cx="888065"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dirty="0">
                <a:solidFill>
                  <a:srgbClr val="333399"/>
                </a:solidFill>
                <a:latin typeface="Arial" panose="020B0604020202090204" pitchFamily="34" charset="0"/>
                <a:ea typeface="黑体" panose="02010609060101010101" pitchFamily="2" charset="-122"/>
              </a:rPr>
              <a:t>Length</a:t>
            </a:r>
            <a:endParaRPr kumimoji="1" lang="zh-CN" altLang="en-US" dirty="0">
              <a:solidFill>
                <a:srgbClr val="333399"/>
              </a:solidFill>
              <a:latin typeface="Arial" panose="020B0604020202090204" pitchFamily="34" charset="0"/>
              <a:ea typeface="黑体" panose="02010609060101010101" pitchFamily="2" charset="-122"/>
            </a:endParaRPr>
          </a:p>
        </p:txBody>
      </p:sp>
      <p:sp>
        <p:nvSpPr>
          <p:cNvPr id="46" name="Rectangle 74"/>
          <p:cNvSpPr>
            <a:spLocks noChangeArrowheads="1"/>
          </p:cNvSpPr>
          <p:nvPr/>
        </p:nvSpPr>
        <p:spPr bwMode="auto">
          <a:xfrm>
            <a:off x="6299568" y="4440054"/>
            <a:ext cx="1157369"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a:solidFill>
                  <a:srgbClr val="333399"/>
                </a:solidFill>
                <a:latin typeface="Arial" panose="020B0604020202090204" pitchFamily="34" charset="0"/>
                <a:ea typeface="黑体" panose="02010609060101010101" pitchFamily="2" charset="-122"/>
              </a:rPr>
              <a:t>数        据</a:t>
            </a:r>
          </a:p>
        </p:txBody>
      </p:sp>
      <p:sp>
        <p:nvSpPr>
          <p:cNvPr id="48" name="Rectangle 75"/>
          <p:cNvSpPr>
            <a:spLocks noChangeArrowheads="1"/>
          </p:cNvSpPr>
          <p:nvPr/>
        </p:nvSpPr>
        <p:spPr bwMode="auto">
          <a:xfrm>
            <a:off x="8435390" y="4440054"/>
            <a:ext cx="875241"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dirty="0">
                <a:solidFill>
                  <a:srgbClr val="333399"/>
                </a:solidFill>
                <a:latin typeface="Arial" panose="020B0604020202090204" pitchFamily="34" charset="0"/>
                <a:ea typeface="黑体" panose="02010609060101010101" pitchFamily="2" charset="-122"/>
              </a:rPr>
              <a:t>校验和</a:t>
            </a:r>
            <a:endParaRPr kumimoji="1" lang="en-US" altLang="zh-CN" dirty="0">
              <a:solidFill>
                <a:srgbClr val="333399"/>
              </a:solidFill>
              <a:latin typeface="Arial" panose="020B0604020202090204" pitchFamily="34" charset="0"/>
              <a:ea typeface="黑体" panose="02010609060101010101" pitchFamily="2" charset="-122"/>
            </a:endParaRPr>
          </a:p>
        </p:txBody>
      </p:sp>
      <p:sp>
        <p:nvSpPr>
          <p:cNvPr id="49" name="文本框 48"/>
          <p:cNvSpPr txBox="1"/>
          <p:nvPr/>
        </p:nvSpPr>
        <p:spPr>
          <a:xfrm>
            <a:off x="9502901" y="3710551"/>
            <a:ext cx="522900" cy="369332"/>
          </a:xfrm>
          <a:prstGeom prst="rect">
            <a:avLst/>
          </a:prstGeom>
          <a:noFill/>
        </p:spPr>
        <p:txBody>
          <a:bodyPr wrap="none" rtlCol="0">
            <a:spAutoFit/>
          </a:bodyPr>
          <a:lstStyle/>
          <a:p>
            <a:r>
              <a:rPr lang="en-US" altLang="zh-CN" b="1" dirty="0"/>
              <a:t>(a) </a:t>
            </a:r>
            <a:endParaRPr lang="zh-CN" altLang="en-US" b="1" dirty="0"/>
          </a:p>
        </p:txBody>
      </p:sp>
      <p:sp>
        <p:nvSpPr>
          <p:cNvPr id="50" name="文本框 49"/>
          <p:cNvSpPr txBox="1"/>
          <p:nvPr/>
        </p:nvSpPr>
        <p:spPr>
          <a:xfrm>
            <a:off x="9493283" y="4446734"/>
            <a:ext cx="542136" cy="369332"/>
          </a:xfrm>
          <a:prstGeom prst="rect">
            <a:avLst/>
          </a:prstGeom>
          <a:noFill/>
        </p:spPr>
        <p:txBody>
          <a:bodyPr wrap="none" rtlCol="0">
            <a:spAutoFit/>
          </a:bodyPr>
          <a:lstStyle/>
          <a:p>
            <a:r>
              <a:rPr lang="en-US" altLang="zh-CN" b="1" dirty="0"/>
              <a:t>(b) </a:t>
            </a:r>
            <a:endParaRPr lang="zh-CN" altLang="en-US" b="1" dirty="0"/>
          </a:p>
        </p:txBody>
      </p:sp>
      <p:sp>
        <p:nvSpPr>
          <p:cNvPr id="51" name="文本框 50"/>
          <p:cNvSpPr txBox="1"/>
          <p:nvPr/>
        </p:nvSpPr>
        <p:spPr>
          <a:xfrm>
            <a:off x="3453273" y="5000120"/>
            <a:ext cx="3929281" cy="646331"/>
          </a:xfrm>
          <a:prstGeom prst="rect">
            <a:avLst/>
          </a:prstGeom>
          <a:noFill/>
        </p:spPr>
        <p:txBody>
          <a:bodyPr wrap="none" rtlCol="0">
            <a:spAutoFit/>
          </a:bodyPr>
          <a:lstStyle/>
          <a:p>
            <a:pPr algn="ctr"/>
            <a:r>
              <a:rPr lang="en-US" altLang="zh-CN" b="1" dirty="0"/>
              <a:t>MAC</a:t>
            </a:r>
            <a:r>
              <a:rPr lang="zh-CN" altLang="en-US" b="1" dirty="0"/>
              <a:t>帧格式</a:t>
            </a:r>
            <a:r>
              <a:rPr lang="en-US" altLang="zh-CN" b="1" dirty="0"/>
              <a:t> </a:t>
            </a:r>
          </a:p>
          <a:p>
            <a:pPr algn="ctr"/>
            <a:r>
              <a:rPr lang="en-US" altLang="zh-CN" b="1" dirty="0"/>
              <a:t>(a) DIX Ethernet V2     (b) IEEE 802.3</a:t>
            </a:r>
            <a:endParaRPr lang="zh-CN" altLang="en-US" b="1" dirty="0"/>
          </a:p>
        </p:txBody>
      </p:sp>
      <p:sp>
        <p:nvSpPr>
          <p:cNvPr id="42" name="文本框 41"/>
          <p:cNvSpPr txBox="1"/>
          <p:nvPr/>
        </p:nvSpPr>
        <p:spPr>
          <a:xfrm>
            <a:off x="505460" y="5993765"/>
            <a:ext cx="7930515" cy="492760"/>
          </a:xfrm>
          <a:prstGeom prst="rect">
            <a:avLst/>
          </a:prstGeom>
          <a:noFill/>
          <a:ln w="12700">
            <a:solidFill>
              <a:srgbClr val="C00000"/>
            </a:solidFill>
          </a:ln>
        </p:spPr>
        <p:txBody>
          <a:bodyPr wrap="square">
            <a:noAutofit/>
          </a:bodyPr>
          <a:lstStyle/>
          <a:p>
            <a:r>
              <a:rPr lang="zh-CN" altLang="en-US" sz="2000" dirty="0">
                <a:latin typeface="微软雅黑" panose="020B0503020204020204" pitchFamily="34" charset="-122"/>
                <a:ea typeface="微软雅黑" panose="020B0503020204020204" pitchFamily="34" charset="-122"/>
              </a:rPr>
              <a:t>思考：网卡收到帧如何判断是</a:t>
            </a:r>
            <a:r>
              <a:rPr lang="en-US" altLang="zh-CN" sz="2000" dirty="0">
                <a:latin typeface="微软雅黑" panose="020B0503020204020204" pitchFamily="34" charset="-122"/>
                <a:ea typeface="微软雅黑" panose="020B0503020204020204" pitchFamily="34" charset="-122"/>
              </a:rPr>
              <a:t>Ethernet V2</a:t>
            </a:r>
            <a:r>
              <a:rPr lang="zh-CN" altLang="en-US" sz="2000" dirty="0">
                <a:latin typeface="微软雅黑" panose="020B0503020204020204" pitchFamily="34" charset="-122"/>
                <a:ea typeface="微软雅黑" panose="020B0503020204020204" pitchFamily="34" charset="-122"/>
              </a:rPr>
              <a:t>帧还是</a:t>
            </a:r>
            <a:r>
              <a:rPr lang="en-US" altLang="zh-CN" sz="2000" dirty="0">
                <a:latin typeface="微软雅黑" panose="020B0503020204020204" pitchFamily="34" charset="-122"/>
                <a:ea typeface="微软雅黑" panose="020B0503020204020204" pitchFamily="34" charset="-122"/>
              </a:rPr>
              <a:t>IEEE802.3</a:t>
            </a:r>
            <a:r>
              <a:rPr lang="zh-CN" altLang="en-US" sz="2000" dirty="0">
                <a:latin typeface="微软雅黑" panose="020B0503020204020204" pitchFamily="34" charset="-122"/>
                <a:ea typeface="微软雅黑" panose="020B0503020204020204" pitchFamily="34" charset="-122"/>
              </a:rPr>
              <a:t>帧呢？</a:t>
            </a:r>
          </a:p>
        </p:txBody>
      </p:sp>
      <p:sp>
        <p:nvSpPr>
          <p:cNvPr id="40" name="日期占位符 15"/>
          <p:cNvSpPr>
            <a:spLocks noGrp="1"/>
          </p:cNvSpPr>
          <p:nvPr>
            <p:ph type="dt" sz="half" idx="10"/>
          </p:nvPr>
        </p:nvSpPr>
        <p:spPr>
          <a:xfrm>
            <a:off x="197335" y="6489303"/>
            <a:ext cx="1270980" cy="365125"/>
          </a:xfrm>
        </p:spPr>
        <p:txBody>
          <a:bodyPr/>
          <a:lstStyle/>
          <a:p>
            <a:r>
              <a:rPr lang="en-US" altLang="zh-CN" dirty="0">
                <a:latin typeface="微软雅黑" panose="020B0503020204020204" pitchFamily="34" charset="-122"/>
                <a:ea typeface="微软雅黑" panose="020B0503020204020204" pitchFamily="34" charset="-122"/>
              </a:rPr>
              <a:t>4.3 </a:t>
            </a:r>
            <a:r>
              <a:rPr lang="zh-CN" altLang="en-US" dirty="0">
                <a:latin typeface="微软雅黑" panose="020B0503020204020204" pitchFamily="34" charset="-122"/>
                <a:ea typeface="微软雅黑" panose="020B0503020204020204" pitchFamily="34" charset="-122"/>
              </a:rPr>
              <a:t>以太网</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blinds(horizontal)">
                                      <p:cBhvr>
                                        <p:cTn id="7" dur="500"/>
                                        <p:tgtEl>
                                          <p:spTgt spid="45"/>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44"/>
                                        </p:tgtEl>
                                        <p:attrNameLst>
                                          <p:attrName>style.visibility</p:attrName>
                                        </p:attrNameLst>
                                      </p:cBhvr>
                                      <p:to>
                                        <p:strVal val="visible"/>
                                      </p:to>
                                    </p:set>
                                    <p:animEffect transition="in" filter="barn(inVertical)">
                                      <p:cBhvr>
                                        <p:cTn id="12" dur="500"/>
                                        <p:tgtEl>
                                          <p:spTgt spid="44"/>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42"/>
                                        </p:tgtEl>
                                        <p:attrNameLst>
                                          <p:attrName>style.visibility</p:attrName>
                                        </p:attrNameLst>
                                      </p:cBhvr>
                                      <p:to>
                                        <p:strVal val="visible"/>
                                      </p:to>
                                    </p:set>
                                    <p:animEffect transition="in" filter="blinds(horizontal)">
                                      <p:cBhvr>
                                        <p:cTn id="17"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animBg="1"/>
      <p:bldP spid="45" grpId="0" animBg="1"/>
      <p:bldP spid="42" grpId="0" bldLvl="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图片 23"/>
          <p:cNvPicPr>
            <a:picLocks noChangeAspect="1"/>
          </p:cNvPicPr>
          <p:nvPr/>
        </p:nvPicPr>
        <p:blipFill>
          <a:blip r:embed="rId3"/>
          <a:stretch>
            <a:fillRect/>
          </a:stretch>
        </p:blipFill>
        <p:spPr>
          <a:xfrm>
            <a:off x="3282400" y="3806867"/>
            <a:ext cx="7878521" cy="2765015"/>
          </a:xfrm>
          <a:prstGeom prst="rect">
            <a:avLst/>
          </a:prstGeom>
        </p:spPr>
        <p:style>
          <a:lnRef idx="0">
            <a:schemeClr val="accent2"/>
          </a:lnRef>
          <a:fillRef idx="3">
            <a:schemeClr val="accent2"/>
          </a:fillRef>
          <a:effectRef idx="3">
            <a:schemeClr val="accent2"/>
          </a:effectRef>
          <a:fontRef idx="minor">
            <a:schemeClr val="lt1"/>
          </a:fontRef>
        </p:style>
      </p:pic>
      <p:sp>
        <p:nvSpPr>
          <p:cNvPr id="2" name="标题 1"/>
          <p:cNvSpPr>
            <a:spLocks noGrp="1"/>
          </p:cNvSpPr>
          <p:nvPr>
            <p:ph type="title"/>
          </p:nvPr>
        </p:nvSpPr>
        <p:spPr/>
        <p:txBody>
          <a:bodyPr>
            <a:normAutofit/>
          </a:bodyPr>
          <a:lstStyle/>
          <a:p>
            <a:r>
              <a:rPr lang="zh-CN" altLang="en-US" dirty="0"/>
              <a:t>经典以太网 </a:t>
            </a:r>
            <a:r>
              <a:rPr lang="en-US" altLang="zh-CN" dirty="0"/>
              <a:t>- </a:t>
            </a:r>
            <a:r>
              <a:rPr lang="en-US" altLang="zh-CN" sz="2800" dirty="0"/>
              <a:t>MAC</a:t>
            </a:r>
            <a:r>
              <a:rPr lang="zh-CN" altLang="en-US" sz="2800" dirty="0"/>
              <a:t>子层协议</a:t>
            </a:r>
            <a:endParaRPr lang="zh-CN" altLang="en-US" dirty="0"/>
          </a:p>
        </p:txBody>
      </p:sp>
      <p:sp>
        <p:nvSpPr>
          <p:cNvPr id="3" name="内容占位符 2"/>
          <p:cNvSpPr>
            <a:spLocks noGrp="1"/>
          </p:cNvSpPr>
          <p:nvPr>
            <p:ph idx="1"/>
          </p:nvPr>
        </p:nvSpPr>
        <p:spPr>
          <a:xfrm>
            <a:off x="838200" y="1516284"/>
            <a:ext cx="10515600" cy="4581167"/>
          </a:xfrm>
        </p:spPr>
        <p:txBody>
          <a:bodyPr>
            <a:normAutofit/>
          </a:bodyPr>
          <a:lstStyle/>
          <a:p>
            <a:pPr>
              <a:lnSpc>
                <a:spcPct val="120000"/>
              </a:lnSpc>
            </a:pPr>
            <a:r>
              <a:rPr lang="zh-CN" altLang="en-US" sz="2000" dirty="0"/>
              <a:t>数据字段</a:t>
            </a:r>
            <a:endParaRPr lang="en-US" altLang="zh-CN" sz="2000" dirty="0"/>
          </a:p>
          <a:p>
            <a:pPr lvl="1">
              <a:lnSpc>
                <a:spcPct val="120000"/>
              </a:lnSpc>
            </a:pPr>
            <a:r>
              <a:rPr lang="en-US" altLang="zh-CN" sz="2000" dirty="0">
                <a:solidFill>
                  <a:srgbClr val="0070C0"/>
                </a:solidFill>
              </a:rPr>
              <a:t>46 ~ 1500</a:t>
            </a:r>
            <a:r>
              <a:rPr lang="zh-CN" altLang="en-US" sz="2000" dirty="0">
                <a:solidFill>
                  <a:srgbClr val="0070C0"/>
                </a:solidFill>
              </a:rPr>
              <a:t>字节</a:t>
            </a:r>
            <a:endParaRPr lang="en-US" altLang="zh-CN" sz="2000" dirty="0">
              <a:solidFill>
                <a:srgbClr val="0070C0"/>
              </a:solidFill>
            </a:endParaRPr>
          </a:p>
          <a:p>
            <a:pPr lvl="1">
              <a:lnSpc>
                <a:spcPct val="120000"/>
              </a:lnSpc>
            </a:pPr>
            <a:r>
              <a:rPr lang="zh-CN" altLang="en-US" sz="2000" dirty="0">
                <a:solidFill>
                  <a:srgbClr val="C00000"/>
                </a:solidFill>
              </a:rPr>
              <a:t>最小帧长 </a:t>
            </a:r>
            <a:r>
              <a:rPr lang="en-US" altLang="zh-CN" sz="2000" dirty="0"/>
              <a:t>= 46+18 = </a:t>
            </a:r>
            <a:r>
              <a:rPr lang="en-US" altLang="zh-CN" sz="2000" dirty="0">
                <a:solidFill>
                  <a:srgbClr val="C00000"/>
                </a:solidFill>
              </a:rPr>
              <a:t>64B</a:t>
            </a:r>
          </a:p>
          <a:p>
            <a:pPr lvl="1">
              <a:lnSpc>
                <a:spcPct val="120000"/>
              </a:lnSpc>
            </a:pPr>
            <a:r>
              <a:rPr lang="zh-CN" altLang="en-US" sz="2000" dirty="0">
                <a:solidFill>
                  <a:srgbClr val="C00000"/>
                </a:solidFill>
              </a:rPr>
              <a:t>最大帧长</a:t>
            </a:r>
            <a:r>
              <a:rPr lang="zh-CN" altLang="en-US" sz="2000" dirty="0"/>
              <a:t> </a:t>
            </a:r>
            <a:r>
              <a:rPr lang="en-US" altLang="zh-CN" sz="2000" dirty="0"/>
              <a:t>= 1500+18 = </a:t>
            </a:r>
            <a:r>
              <a:rPr lang="en-US" altLang="zh-CN" sz="2000" dirty="0">
                <a:solidFill>
                  <a:srgbClr val="C00000"/>
                </a:solidFill>
              </a:rPr>
              <a:t>1518B</a:t>
            </a:r>
            <a:r>
              <a:rPr lang="en-US" altLang="zh-CN" sz="2000" dirty="0"/>
              <a:t> </a:t>
            </a:r>
            <a:r>
              <a:rPr lang="zh-CN" altLang="en-US" sz="2000" dirty="0"/>
              <a:t>（</a:t>
            </a:r>
            <a:r>
              <a:rPr lang="en-US" altLang="zh-CN" sz="2000" dirty="0"/>
              <a:t>MTU</a:t>
            </a:r>
            <a:r>
              <a:rPr lang="zh-CN" altLang="en-US" sz="2000" dirty="0"/>
              <a:t>：</a:t>
            </a:r>
            <a:r>
              <a:rPr lang="en-US" altLang="zh-CN" sz="2000" dirty="0"/>
              <a:t>1500B</a:t>
            </a:r>
            <a:r>
              <a:rPr lang="zh-CN" altLang="en-US" sz="2000" dirty="0"/>
              <a:t>）</a:t>
            </a:r>
            <a:endParaRPr lang="en-US" altLang="zh-CN" sz="2000" dirty="0"/>
          </a:p>
          <a:p>
            <a:pPr>
              <a:lnSpc>
                <a:spcPct val="150000"/>
              </a:lnSpc>
              <a:spcBef>
                <a:spcPts val="0"/>
              </a:spcBef>
            </a:pPr>
            <a:r>
              <a:rPr lang="zh-CN" altLang="en-US" sz="2000" dirty="0"/>
              <a:t>数据字段不足</a:t>
            </a:r>
            <a:r>
              <a:rPr lang="en-US" altLang="zh-CN" sz="2000" dirty="0"/>
              <a:t>46</a:t>
            </a:r>
            <a:r>
              <a:rPr lang="zh-CN" altLang="en-US" sz="2000" dirty="0"/>
              <a:t>字节，需要填充整数字节（</a:t>
            </a:r>
            <a:r>
              <a:rPr lang="en-US" altLang="zh-CN" sz="2000" dirty="0">
                <a:solidFill>
                  <a:srgbClr val="7030A0"/>
                </a:solidFill>
              </a:rPr>
              <a:t>Padding</a:t>
            </a:r>
            <a:r>
              <a:rPr lang="zh-CN" altLang="en-US" sz="2000" dirty="0"/>
              <a:t>）至</a:t>
            </a:r>
            <a:r>
              <a:rPr lang="en-US" altLang="zh-CN" sz="2000" dirty="0"/>
              <a:t>46</a:t>
            </a:r>
            <a:r>
              <a:rPr lang="zh-CN" altLang="en-US" sz="2000" dirty="0"/>
              <a:t>字节，以保证以太网</a:t>
            </a:r>
            <a:r>
              <a:rPr lang="en-US" altLang="zh-CN" sz="2000" dirty="0"/>
              <a:t>MAC</a:t>
            </a:r>
            <a:r>
              <a:rPr lang="zh-CN" altLang="en-US" sz="2000" dirty="0"/>
              <a:t>帧不小于</a:t>
            </a:r>
            <a:r>
              <a:rPr lang="en-US" altLang="zh-CN" sz="2000" dirty="0"/>
              <a:t>64</a:t>
            </a:r>
            <a:r>
              <a:rPr lang="zh-CN" altLang="en-US" sz="2000" dirty="0"/>
              <a:t>字节。</a:t>
            </a:r>
            <a:endParaRPr lang="en-US" altLang="zh-CN" sz="2000" dirty="0"/>
          </a:p>
          <a:p>
            <a:pPr lvl="1"/>
            <a:endParaRPr lang="zh-CN" altLang="en-US" sz="2000"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39</a:t>
            </a:fld>
            <a:endParaRPr kumimoji="1" lang="zh-CN" altLang="en-US" dirty="0"/>
          </a:p>
        </p:txBody>
      </p:sp>
      <p:grpSp>
        <p:nvGrpSpPr>
          <p:cNvPr id="25" name="组合 24"/>
          <p:cNvGrpSpPr/>
          <p:nvPr/>
        </p:nvGrpSpPr>
        <p:grpSpPr>
          <a:xfrm>
            <a:off x="4215723" y="1421473"/>
            <a:ext cx="6941713" cy="779463"/>
            <a:chOff x="4412087" y="1683834"/>
            <a:chExt cx="6941713" cy="779463"/>
          </a:xfrm>
        </p:grpSpPr>
        <p:sp>
          <p:nvSpPr>
            <p:cNvPr id="6" name="Rectangle 66"/>
            <p:cNvSpPr>
              <a:spLocks noChangeArrowheads="1"/>
            </p:cNvSpPr>
            <p:nvPr/>
          </p:nvSpPr>
          <p:spPr bwMode="auto">
            <a:xfrm>
              <a:off x="4481935" y="2006097"/>
              <a:ext cx="6803069" cy="457200"/>
            </a:xfrm>
            <a:prstGeom prst="rect">
              <a:avLst/>
            </a:prstGeom>
            <a:solidFill>
              <a:srgbClr val="FFCCFF"/>
            </a:solidFill>
            <a:ln w="12700" algn="ctr">
              <a:solidFill>
                <a:schemeClr val="folHlink"/>
              </a:solidFill>
              <a:miter lim="800000"/>
            </a:ln>
            <a:effectLst>
              <a:outerShdw dist="35921" dir="2700000" algn="ctr" rotWithShape="0">
                <a:schemeClr val="bg2"/>
              </a:outerShdw>
            </a:effectLst>
          </p:spPr>
          <p:txBody>
            <a:bodyPr wrap="none" anchor="ctr"/>
            <a:lstStyle/>
            <a:p>
              <a:endParaRPr lang="zh-CN" altLang="en-US"/>
            </a:p>
          </p:txBody>
        </p:sp>
        <p:sp>
          <p:nvSpPr>
            <p:cNvPr id="7" name="Line 67"/>
            <p:cNvSpPr>
              <a:spLocks noChangeShapeType="1"/>
            </p:cNvSpPr>
            <p:nvPr/>
          </p:nvSpPr>
          <p:spPr bwMode="auto">
            <a:xfrm>
              <a:off x="5416974" y="2006097"/>
              <a:ext cx="0" cy="45720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 name="Line 68"/>
            <p:cNvSpPr>
              <a:spLocks noChangeShapeType="1"/>
            </p:cNvSpPr>
            <p:nvPr/>
          </p:nvSpPr>
          <p:spPr bwMode="auto">
            <a:xfrm>
              <a:off x="6331374" y="2006097"/>
              <a:ext cx="0" cy="45720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Line 69"/>
            <p:cNvSpPr>
              <a:spLocks noChangeShapeType="1"/>
            </p:cNvSpPr>
            <p:nvPr/>
          </p:nvSpPr>
          <p:spPr bwMode="auto">
            <a:xfrm>
              <a:off x="7245774" y="2006097"/>
              <a:ext cx="0" cy="45720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 name="Line 70"/>
            <p:cNvSpPr>
              <a:spLocks noChangeShapeType="1"/>
            </p:cNvSpPr>
            <p:nvPr/>
          </p:nvSpPr>
          <p:spPr bwMode="auto">
            <a:xfrm>
              <a:off x="10537614" y="2006097"/>
              <a:ext cx="0" cy="45720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 name="Rectangle 71"/>
            <p:cNvSpPr>
              <a:spLocks noChangeArrowheads="1"/>
            </p:cNvSpPr>
            <p:nvPr/>
          </p:nvSpPr>
          <p:spPr bwMode="auto">
            <a:xfrm>
              <a:off x="4412087" y="2052135"/>
              <a:ext cx="1106073"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dirty="0">
                  <a:solidFill>
                    <a:srgbClr val="333399"/>
                  </a:solidFill>
                  <a:latin typeface="Arial" panose="020B0604020202090204" pitchFamily="34" charset="0"/>
                  <a:ea typeface="黑体" panose="02010609060101010101" pitchFamily="2" charset="-122"/>
                </a:rPr>
                <a:t>目的地址</a:t>
              </a:r>
            </a:p>
          </p:txBody>
        </p:sp>
        <p:sp>
          <p:nvSpPr>
            <p:cNvPr id="12" name="Rectangle 72"/>
            <p:cNvSpPr>
              <a:spLocks noChangeArrowheads="1"/>
            </p:cNvSpPr>
            <p:nvPr/>
          </p:nvSpPr>
          <p:spPr bwMode="auto">
            <a:xfrm>
              <a:off x="5420150" y="2052135"/>
              <a:ext cx="875241"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a:solidFill>
                    <a:srgbClr val="333399"/>
                  </a:solidFill>
                  <a:latin typeface="Arial" panose="020B0604020202090204" pitchFamily="34" charset="0"/>
                  <a:ea typeface="黑体" panose="02010609060101010101" pitchFamily="2" charset="-122"/>
                </a:rPr>
                <a:t>源地址</a:t>
              </a:r>
            </a:p>
          </p:txBody>
        </p:sp>
        <p:sp>
          <p:nvSpPr>
            <p:cNvPr id="13" name="Rectangle 73"/>
            <p:cNvSpPr>
              <a:spLocks noChangeArrowheads="1"/>
            </p:cNvSpPr>
            <p:nvPr/>
          </p:nvSpPr>
          <p:spPr bwMode="auto">
            <a:xfrm>
              <a:off x="6493299" y="2052135"/>
              <a:ext cx="644408"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dirty="0">
                  <a:solidFill>
                    <a:srgbClr val="333399"/>
                  </a:solidFill>
                  <a:latin typeface="Arial" panose="020B0604020202090204" pitchFamily="34" charset="0"/>
                  <a:ea typeface="黑体" panose="02010609060101010101" pitchFamily="2" charset="-122"/>
                </a:rPr>
                <a:t>类型</a:t>
              </a:r>
            </a:p>
          </p:txBody>
        </p:sp>
        <p:sp>
          <p:nvSpPr>
            <p:cNvPr id="14" name="Rectangle 74"/>
            <p:cNvSpPr>
              <a:spLocks noChangeArrowheads="1"/>
            </p:cNvSpPr>
            <p:nvPr/>
          </p:nvSpPr>
          <p:spPr bwMode="auto">
            <a:xfrm>
              <a:off x="8342737" y="2052135"/>
              <a:ext cx="1157369"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dirty="0">
                  <a:solidFill>
                    <a:srgbClr val="C00000"/>
                  </a:solidFill>
                  <a:latin typeface="Arial" panose="020B0604020202090204" pitchFamily="34" charset="0"/>
                  <a:ea typeface="黑体" panose="02010609060101010101" pitchFamily="2" charset="-122"/>
                </a:rPr>
                <a:t>数        据</a:t>
              </a:r>
            </a:p>
          </p:txBody>
        </p:sp>
        <p:sp>
          <p:nvSpPr>
            <p:cNvPr id="15" name="Rectangle 75"/>
            <p:cNvSpPr>
              <a:spLocks noChangeArrowheads="1"/>
            </p:cNvSpPr>
            <p:nvPr/>
          </p:nvSpPr>
          <p:spPr bwMode="auto">
            <a:xfrm>
              <a:off x="10478559" y="2052135"/>
              <a:ext cx="875241"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dirty="0">
                  <a:solidFill>
                    <a:srgbClr val="333399"/>
                  </a:solidFill>
                  <a:latin typeface="Arial" panose="020B0604020202090204" pitchFamily="34" charset="0"/>
                  <a:ea typeface="黑体" panose="02010609060101010101" pitchFamily="2" charset="-122"/>
                </a:rPr>
                <a:t>校验和</a:t>
              </a:r>
              <a:endParaRPr kumimoji="1" lang="en-US" altLang="zh-CN" dirty="0">
                <a:solidFill>
                  <a:srgbClr val="333399"/>
                </a:solidFill>
                <a:latin typeface="Arial" panose="020B0604020202090204" pitchFamily="34" charset="0"/>
                <a:ea typeface="黑体" panose="02010609060101010101" pitchFamily="2" charset="-122"/>
              </a:endParaRPr>
            </a:p>
          </p:txBody>
        </p:sp>
        <p:sp>
          <p:nvSpPr>
            <p:cNvPr id="16" name="Rectangle 76"/>
            <p:cNvSpPr>
              <a:spLocks noChangeArrowheads="1"/>
            </p:cNvSpPr>
            <p:nvPr/>
          </p:nvSpPr>
          <p:spPr bwMode="auto">
            <a:xfrm>
              <a:off x="4829600" y="1717173"/>
              <a:ext cx="296557"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dirty="0">
                  <a:solidFill>
                    <a:srgbClr val="333399"/>
                  </a:solidFill>
                  <a:latin typeface="Arial" panose="020B0604020202090204" pitchFamily="34" charset="0"/>
                  <a:ea typeface="黑体" panose="02010609060101010101" pitchFamily="2" charset="-122"/>
                </a:rPr>
                <a:t>6</a:t>
              </a:r>
            </a:p>
          </p:txBody>
        </p:sp>
        <p:sp>
          <p:nvSpPr>
            <p:cNvPr id="17" name="Rectangle 77"/>
            <p:cNvSpPr>
              <a:spLocks noChangeArrowheads="1"/>
            </p:cNvSpPr>
            <p:nvPr/>
          </p:nvSpPr>
          <p:spPr bwMode="auto">
            <a:xfrm>
              <a:off x="5809087" y="1717173"/>
              <a:ext cx="296557"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dirty="0">
                  <a:solidFill>
                    <a:srgbClr val="333399"/>
                  </a:solidFill>
                  <a:latin typeface="Arial" panose="020B0604020202090204" pitchFamily="34" charset="0"/>
                  <a:ea typeface="黑体" panose="02010609060101010101" pitchFamily="2" charset="-122"/>
                </a:rPr>
                <a:t>6</a:t>
              </a:r>
            </a:p>
          </p:txBody>
        </p:sp>
        <p:sp>
          <p:nvSpPr>
            <p:cNvPr id="18" name="Rectangle 78"/>
            <p:cNvSpPr>
              <a:spLocks noChangeArrowheads="1"/>
            </p:cNvSpPr>
            <p:nvPr/>
          </p:nvSpPr>
          <p:spPr bwMode="auto">
            <a:xfrm>
              <a:off x="6712375" y="1717173"/>
              <a:ext cx="296557"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a:solidFill>
                    <a:srgbClr val="333399"/>
                  </a:solidFill>
                  <a:latin typeface="Arial" panose="020B0604020202090204" pitchFamily="34" charset="0"/>
                  <a:ea typeface="黑体" panose="02010609060101010101" pitchFamily="2" charset="-122"/>
                </a:rPr>
                <a:t>2</a:t>
              </a:r>
            </a:p>
          </p:txBody>
        </p:sp>
        <p:sp>
          <p:nvSpPr>
            <p:cNvPr id="19" name="Rectangle 79"/>
            <p:cNvSpPr>
              <a:spLocks noChangeArrowheads="1"/>
            </p:cNvSpPr>
            <p:nvPr/>
          </p:nvSpPr>
          <p:spPr bwMode="auto">
            <a:xfrm>
              <a:off x="10817967" y="1717173"/>
              <a:ext cx="296557"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dirty="0">
                  <a:solidFill>
                    <a:srgbClr val="333399"/>
                  </a:solidFill>
                  <a:latin typeface="Arial" panose="020B0604020202090204" pitchFamily="34" charset="0"/>
                  <a:ea typeface="黑体" panose="02010609060101010101" pitchFamily="2" charset="-122"/>
                </a:rPr>
                <a:t>4</a:t>
              </a:r>
            </a:p>
          </p:txBody>
        </p:sp>
        <p:sp>
          <p:nvSpPr>
            <p:cNvPr id="21" name="Text Box 81"/>
            <p:cNvSpPr txBox="1">
              <a:spLocks noChangeArrowheads="1"/>
            </p:cNvSpPr>
            <p:nvPr/>
          </p:nvSpPr>
          <p:spPr bwMode="auto">
            <a:xfrm>
              <a:off x="8366556" y="1683834"/>
              <a:ext cx="10937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90204" pitchFamily="34" charset="0"/>
                  <a:ea typeface="宋体" panose="02010600030101010101" pitchFamily="2" charset="-122"/>
                </a:defRPr>
              </a:lvl1pPr>
              <a:lvl2pPr marL="571500" defTabSz="762000">
                <a:defRPr>
                  <a:solidFill>
                    <a:schemeClr val="tx1"/>
                  </a:solidFill>
                  <a:latin typeface="Arial" panose="020B0604020202090204" pitchFamily="34" charset="0"/>
                  <a:ea typeface="宋体" panose="02010600030101010101" pitchFamily="2" charset="-122"/>
                </a:defRPr>
              </a:lvl2pPr>
              <a:lvl3pPr marL="1143000" defTabSz="762000">
                <a:defRPr>
                  <a:solidFill>
                    <a:schemeClr val="tx1"/>
                  </a:solidFill>
                  <a:latin typeface="Arial" panose="020B0604020202090204" pitchFamily="34" charset="0"/>
                  <a:ea typeface="宋体" panose="02010600030101010101" pitchFamily="2" charset="-122"/>
                </a:defRPr>
              </a:lvl3pPr>
              <a:lvl4pPr marL="1714500" defTabSz="762000">
                <a:defRPr>
                  <a:solidFill>
                    <a:schemeClr val="tx1"/>
                  </a:solidFill>
                  <a:latin typeface="Arial" panose="020B0604020202090204" pitchFamily="34" charset="0"/>
                  <a:ea typeface="宋体" panose="02010600030101010101" pitchFamily="2" charset="-122"/>
                </a:defRPr>
              </a:lvl4pPr>
              <a:lvl5pPr marL="2286000" defTabSz="762000">
                <a:defRPr>
                  <a:solidFill>
                    <a:schemeClr val="tx1"/>
                  </a:solidFill>
                  <a:latin typeface="Arial" panose="020B060402020209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9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9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9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90204" pitchFamily="34" charset="0"/>
                  <a:ea typeface="宋体" panose="02010600030101010101" pitchFamily="2" charset="-122"/>
                </a:defRPr>
              </a:lvl9pPr>
            </a:lstStyle>
            <a:p>
              <a:pPr eaLnBrk="0" hangingPunct="0"/>
              <a:r>
                <a:rPr kumimoji="1" lang="en-US" altLang="zh-CN" sz="1600" dirty="0">
                  <a:solidFill>
                    <a:srgbClr val="333399"/>
                  </a:solidFill>
                  <a:ea typeface="黑体" panose="02010609060101010101" pitchFamily="2" charset="-122"/>
                </a:rPr>
                <a:t>46 ~ 1500</a:t>
              </a:r>
            </a:p>
          </p:txBody>
        </p:sp>
      </p:grpSp>
      <p:sp>
        <p:nvSpPr>
          <p:cNvPr id="23" name="日期占位符 15"/>
          <p:cNvSpPr>
            <a:spLocks noGrp="1"/>
          </p:cNvSpPr>
          <p:nvPr>
            <p:ph type="dt" sz="half" idx="10"/>
          </p:nvPr>
        </p:nvSpPr>
        <p:spPr>
          <a:xfrm>
            <a:off x="197335" y="6489303"/>
            <a:ext cx="1429242" cy="365125"/>
          </a:xfrm>
        </p:spPr>
        <p:txBody>
          <a:bodyPr/>
          <a:lstStyle/>
          <a:p>
            <a:r>
              <a:rPr lang="en-US" altLang="zh-CN" dirty="0">
                <a:latin typeface="微软雅黑" panose="020B0503020204020204" pitchFamily="34" charset="-122"/>
                <a:ea typeface="微软雅黑" panose="020B0503020204020204" pitchFamily="34" charset="-122"/>
              </a:rPr>
              <a:t>4.3 </a:t>
            </a:r>
            <a:r>
              <a:rPr lang="zh-CN" altLang="en-US" dirty="0">
                <a:latin typeface="微软雅黑" panose="020B0503020204020204" pitchFamily="34" charset="-122"/>
                <a:ea typeface="微软雅黑" panose="020B0503020204020204" pitchFamily="34" charset="-122"/>
              </a:rPr>
              <a:t>以太网</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blinds(horizontal)">
                                      <p:cBhvr>
                                        <p:cTn id="7"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rotWithShape="1">
          <a:blip r:embed="rId3"/>
          <a:srcRect b="13226"/>
          <a:stretch>
            <a:fillRect/>
          </a:stretch>
        </p:blipFill>
        <p:spPr>
          <a:xfrm>
            <a:off x="4396836" y="3512895"/>
            <a:ext cx="7609644" cy="2985654"/>
          </a:xfrm>
          <a:prstGeom prst="rect">
            <a:avLst/>
          </a:prstGeom>
        </p:spPr>
      </p:pic>
      <p:sp>
        <p:nvSpPr>
          <p:cNvPr id="2" name="标题 1"/>
          <p:cNvSpPr>
            <a:spLocks noGrp="1"/>
          </p:cNvSpPr>
          <p:nvPr>
            <p:ph type="title"/>
          </p:nvPr>
        </p:nvSpPr>
        <p:spPr/>
        <p:txBody>
          <a:bodyPr>
            <a:normAutofit/>
          </a:bodyPr>
          <a:lstStyle/>
          <a:p>
            <a:r>
              <a:rPr lang="zh-CN" altLang="en-US" dirty="0"/>
              <a:t>经典以太网 </a:t>
            </a:r>
            <a:r>
              <a:rPr lang="en-US" altLang="zh-CN" dirty="0"/>
              <a:t>- </a:t>
            </a:r>
            <a:r>
              <a:rPr lang="en-US" altLang="zh-CN" sz="2800" dirty="0"/>
              <a:t>MAC</a:t>
            </a:r>
            <a:r>
              <a:rPr lang="zh-CN" altLang="en-US" sz="2800" dirty="0"/>
              <a:t>子层协议</a:t>
            </a:r>
            <a:endParaRPr lang="zh-CN" altLang="en-US" dirty="0"/>
          </a:p>
        </p:txBody>
      </p:sp>
      <p:sp>
        <p:nvSpPr>
          <p:cNvPr id="3" name="内容占位符 2"/>
          <p:cNvSpPr>
            <a:spLocks noGrp="1"/>
          </p:cNvSpPr>
          <p:nvPr>
            <p:ph idx="1"/>
          </p:nvPr>
        </p:nvSpPr>
        <p:spPr>
          <a:xfrm>
            <a:off x="838200" y="1510757"/>
            <a:ext cx="10515600" cy="3206715"/>
          </a:xfrm>
        </p:spPr>
        <p:txBody>
          <a:bodyPr/>
          <a:lstStyle/>
          <a:p>
            <a:pPr>
              <a:lnSpc>
                <a:spcPct val="120000"/>
              </a:lnSpc>
            </a:pPr>
            <a:r>
              <a:rPr lang="zh-CN" altLang="en-US" sz="2200" dirty="0"/>
              <a:t>以太网规定</a:t>
            </a:r>
            <a:r>
              <a:rPr lang="zh-CN" altLang="en-US" sz="2200" dirty="0">
                <a:solidFill>
                  <a:srgbClr val="C00000"/>
                </a:solidFill>
              </a:rPr>
              <a:t>最短有效帧长为 </a:t>
            </a:r>
            <a:r>
              <a:rPr lang="en-US" altLang="zh-CN" sz="2200" dirty="0">
                <a:solidFill>
                  <a:srgbClr val="C00000"/>
                </a:solidFill>
              </a:rPr>
              <a:t>64 </a:t>
            </a:r>
            <a:r>
              <a:rPr lang="zh-CN" altLang="en-US" sz="2200" dirty="0">
                <a:solidFill>
                  <a:srgbClr val="C00000"/>
                </a:solidFill>
              </a:rPr>
              <a:t>字节</a:t>
            </a:r>
            <a:r>
              <a:rPr lang="zh-CN" altLang="en-US" sz="2200" dirty="0"/>
              <a:t>，凡长度小于 </a:t>
            </a:r>
            <a:r>
              <a:rPr lang="en-US" altLang="zh-CN" sz="2200" dirty="0"/>
              <a:t>64 </a:t>
            </a:r>
            <a:r>
              <a:rPr lang="zh-CN" altLang="en-US" sz="2200" dirty="0"/>
              <a:t>字节的帧都是由于冲突而异常中止的</a:t>
            </a:r>
            <a:r>
              <a:rPr lang="zh-CN" altLang="en-US" sz="2200" dirty="0">
                <a:solidFill>
                  <a:srgbClr val="0070C0"/>
                </a:solidFill>
              </a:rPr>
              <a:t>无效帧</a:t>
            </a:r>
            <a:r>
              <a:rPr lang="zh-CN" altLang="en-US" sz="2200" dirty="0"/>
              <a:t>。 </a:t>
            </a:r>
            <a:endParaRPr lang="en-US" altLang="zh-CN" sz="2200" dirty="0"/>
          </a:p>
          <a:p>
            <a:pPr lvl="1">
              <a:lnSpc>
                <a:spcPct val="120000"/>
              </a:lnSpc>
            </a:pPr>
            <a:r>
              <a:rPr lang="zh-CN" altLang="en-US" sz="2000" dirty="0"/>
              <a:t>如果发生冲突，就一定是在发送的前 </a:t>
            </a:r>
            <a:r>
              <a:rPr lang="en-US" altLang="zh-CN" sz="2000" dirty="0"/>
              <a:t>64 </a:t>
            </a:r>
            <a:r>
              <a:rPr lang="zh-CN" altLang="en-US" sz="2000" dirty="0"/>
              <a:t>字节之内 </a:t>
            </a:r>
          </a:p>
          <a:p>
            <a:pPr lvl="1">
              <a:lnSpc>
                <a:spcPct val="120000"/>
              </a:lnSpc>
            </a:pPr>
            <a:r>
              <a:rPr lang="zh-CN" altLang="en-US" sz="2000" dirty="0"/>
              <a:t>由于一检测到冲突就立即中止发送，这时已经发送出去的数据一定小于 </a:t>
            </a:r>
            <a:r>
              <a:rPr lang="en-US" altLang="zh-CN" sz="2000" dirty="0"/>
              <a:t>64 </a:t>
            </a:r>
            <a:r>
              <a:rPr lang="zh-CN" altLang="en-US" sz="2000" dirty="0"/>
              <a:t>字节 </a:t>
            </a:r>
            <a:endParaRPr lang="en-US" altLang="zh-CN" sz="2000" dirty="0"/>
          </a:p>
          <a:p>
            <a:pPr lvl="1">
              <a:lnSpc>
                <a:spcPct val="120000"/>
              </a:lnSpc>
            </a:pPr>
            <a:r>
              <a:rPr lang="en-US" altLang="zh-CN" dirty="0">
                <a:solidFill>
                  <a:srgbClr val="7030A0"/>
                </a:solidFill>
              </a:rPr>
              <a:t>So</a:t>
            </a:r>
            <a:r>
              <a:rPr lang="zh-CN" altLang="en-US" dirty="0">
                <a:solidFill>
                  <a:srgbClr val="7030A0"/>
                </a:solidFill>
              </a:rPr>
              <a:t>，</a:t>
            </a:r>
            <a:r>
              <a:rPr lang="en-US" altLang="zh-CN" dirty="0">
                <a:solidFill>
                  <a:srgbClr val="7030A0"/>
                </a:solidFill>
              </a:rPr>
              <a:t>why 64B </a:t>
            </a:r>
            <a:r>
              <a:rPr lang="zh-CN" altLang="en-US" dirty="0">
                <a:solidFill>
                  <a:srgbClr val="7030A0"/>
                </a:solidFill>
              </a:rPr>
              <a:t>？</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40</a:t>
            </a:fld>
            <a:endParaRPr kumimoji="1" lang="zh-CN" altLang="en-US" dirty="0"/>
          </a:p>
        </p:txBody>
      </p:sp>
      <p:grpSp>
        <p:nvGrpSpPr>
          <p:cNvPr id="9" name="组合 8"/>
          <p:cNvGrpSpPr/>
          <p:nvPr/>
        </p:nvGrpSpPr>
        <p:grpSpPr>
          <a:xfrm>
            <a:off x="3442597" y="6575687"/>
            <a:ext cx="5099987" cy="254887"/>
            <a:chOff x="-214926" y="6517848"/>
            <a:chExt cx="5099987" cy="460463"/>
          </a:xfrm>
        </p:grpSpPr>
        <p:grpSp>
          <p:nvGrpSpPr>
            <p:cNvPr id="10" name="组合 9"/>
            <p:cNvGrpSpPr/>
            <p:nvPr/>
          </p:nvGrpSpPr>
          <p:grpSpPr>
            <a:xfrm>
              <a:off x="-134143" y="6517848"/>
              <a:ext cx="5019204" cy="444808"/>
              <a:chOff x="-134143" y="6326763"/>
              <a:chExt cx="5019204" cy="444808"/>
            </a:xfrm>
          </p:grpSpPr>
          <p:cxnSp>
            <p:nvCxnSpPr>
              <p:cNvPr id="12" name="直接连接符 11"/>
              <p:cNvCxnSpPr/>
              <p:nvPr/>
            </p:nvCxnSpPr>
            <p:spPr>
              <a:xfrm>
                <a:off x="-134143" y="6356350"/>
                <a:ext cx="3617495" cy="0"/>
              </a:xfrm>
              <a:prstGeom prst="line">
                <a:avLst/>
              </a:prstGeom>
            </p:spPr>
            <p:style>
              <a:lnRef idx="1">
                <a:schemeClr val="accent1"/>
              </a:lnRef>
              <a:fillRef idx="0">
                <a:schemeClr val="accent1"/>
              </a:fillRef>
              <a:effectRef idx="0">
                <a:schemeClr val="accent1"/>
              </a:effectRef>
              <a:fontRef idx="minor">
                <a:schemeClr val="tx1"/>
              </a:fontRef>
            </p:style>
          </p:cxnSp>
          <p:sp>
            <p:nvSpPr>
              <p:cNvPr id="13" name="文本框 12"/>
              <p:cNvSpPr txBox="1"/>
              <p:nvPr/>
            </p:nvSpPr>
            <p:spPr>
              <a:xfrm>
                <a:off x="466864" y="6326763"/>
                <a:ext cx="4418197" cy="444808"/>
              </a:xfrm>
              <a:prstGeom prst="rect">
                <a:avLst/>
              </a:prstGeom>
              <a:noFill/>
            </p:spPr>
            <p:txBody>
              <a:bodyPr wrap="none" rtlCol="0">
                <a:spAutoFit/>
              </a:bodyPr>
              <a:lstStyle/>
              <a:p>
                <a:r>
                  <a:rPr lang="en-US" altLang="zh-CN" sz="1000" dirty="0">
                    <a:solidFill>
                      <a:schemeClr val="bg1">
                        <a:lumMod val="50000"/>
                      </a:schemeClr>
                    </a:solidFill>
                    <a:latin typeface="微软雅黑" panose="020B0503020204020204" pitchFamily="34" charset="-122"/>
                    <a:ea typeface="微软雅黑" panose="020B0503020204020204" pitchFamily="34" charset="-122"/>
                  </a:rPr>
                  <a:t>Andrew </a:t>
                </a:r>
                <a:r>
                  <a:rPr lang="en-US" altLang="zh-CN" sz="1000" dirty="0" err="1">
                    <a:solidFill>
                      <a:schemeClr val="bg1">
                        <a:lumMod val="50000"/>
                      </a:schemeClr>
                    </a:solidFill>
                    <a:latin typeface="微软雅黑" panose="020B0503020204020204" pitchFamily="34" charset="-122"/>
                    <a:ea typeface="微软雅黑" panose="020B0503020204020204" pitchFamily="34" charset="-122"/>
                  </a:rPr>
                  <a:t>S.Tanenbaum</a:t>
                </a:r>
                <a:r>
                  <a:rPr lang="en-US" altLang="zh-CN" sz="1000" dirty="0">
                    <a:solidFill>
                      <a:schemeClr val="bg1">
                        <a:lumMod val="50000"/>
                      </a:schemeClr>
                    </a:solidFill>
                    <a:latin typeface="微软雅黑" panose="020B0503020204020204" pitchFamily="34" charset="-122"/>
                    <a:ea typeface="微软雅黑" panose="020B0503020204020204" pitchFamily="34" charset="-122"/>
                  </a:rPr>
                  <a:t>, </a:t>
                </a:r>
                <a:r>
                  <a:rPr lang="zh-CN" altLang="en-US" sz="1000" dirty="0">
                    <a:solidFill>
                      <a:schemeClr val="bg1">
                        <a:lumMod val="50000"/>
                      </a:schemeClr>
                    </a:solidFill>
                    <a:latin typeface="微软雅黑" panose="020B0503020204020204" pitchFamily="34" charset="-122"/>
                    <a:ea typeface="微软雅黑" panose="020B0503020204020204" pitchFamily="34" charset="-122"/>
                  </a:rPr>
                  <a:t>潘爱民</a:t>
                </a:r>
                <a:r>
                  <a:rPr lang="en-US" altLang="zh-CN" sz="1000" dirty="0">
                    <a:solidFill>
                      <a:schemeClr val="bg1">
                        <a:lumMod val="50000"/>
                      </a:schemeClr>
                    </a:solidFill>
                    <a:latin typeface="微软雅黑" panose="020B0503020204020204" pitchFamily="34" charset="-122"/>
                    <a:ea typeface="微软雅黑" panose="020B0503020204020204" pitchFamily="34" charset="-122"/>
                  </a:rPr>
                  <a:t>. </a:t>
                </a:r>
                <a:r>
                  <a:rPr lang="zh-CN" altLang="en-US" sz="1000" dirty="0">
                    <a:solidFill>
                      <a:schemeClr val="bg1">
                        <a:lumMod val="50000"/>
                      </a:schemeClr>
                    </a:solidFill>
                    <a:latin typeface="微软雅黑" panose="020B0503020204020204" pitchFamily="34" charset="-122"/>
                    <a:ea typeface="微软雅黑" panose="020B0503020204020204" pitchFamily="34" charset="-122"/>
                  </a:rPr>
                  <a:t>计算机网络</a:t>
                </a:r>
                <a:r>
                  <a:rPr lang="en-US" altLang="zh-CN" sz="1000" dirty="0">
                    <a:solidFill>
                      <a:schemeClr val="bg1">
                        <a:lumMod val="50000"/>
                      </a:schemeClr>
                    </a:solidFill>
                    <a:latin typeface="微软雅黑" panose="020B0503020204020204" pitchFamily="34" charset="-122"/>
                    <a:ea typeface="微软雅黑" panose="020B0503020204020204" pitchFamily="34" charset="-122"/>
                  </a:rPr>
                  <a:t>[M]. </a:t>
                </a:r>
                <a:r>
                  <a:rPr lang="zh-CN" altLang="en-US" sz="1000" dirty="0">
                    <a:solidFill>
                      <a:schemeClr val="bg1">
                        <a:lumMod val="50000"/>
                      </a:schemeClr>
                    </a:solidFill>
                    <a:latin typeface="微软雅黑" panose="020B0503020204020204" pitchFamily="34" charset="-122"/>
                    <a:ea typeface="微软雅黑" panose="020B0503020204020204" pitchFamily="34" charset="-122"/>
                  </a:rPr>
                  <a:t>清华大学出版社</a:t>
                </a:r>
                <a:r>
                  <a:rPr lang="en-US" altLang="zh-CN" sz="1000" dirty="0">
                    <a:solidFill>
                      <a:schemeClr val="bg1">
                        <a:lumMod val="50000"/>
                      </a:schemeClr>
                    </a:solidFill>
                    <a:latin typeface="微软雅黑" panose="020B0503020204020204" pitchFamily="34" charset="-122"/>
                    <a:ea typeface="微软雅黑" panose="020B0503020204020204" pitchFamily="34" charset="-122"/>
                  </a:rPr>
                  <a:t>, 2012.</a:t>
                </a:r>
              </a:p>
            </p:txBody>
          </p:sp>
        </p:grpSp>
        <p:sp>
          <p:nvSpPr>
            <p:cNvPr id="11" name="文本框 10"/>
            <p:cNvSpPr txBox="1"/>
            <p:nvPr/>
          </p:nvSpPr>
          <p:spPr>
            <a:xfrm>
              <a:off x="-214926" y="6519602"/>
              <a:ext cx="840644" cy="458709"/>
            </a:xfrm>
            <a:prstGeom prst="rect">
              <a:avLst/>
            </a:prstGeom>
            <a:noFill/>
          </p:spPr>
          <p:txBody>
            <a:bodyPr wrap="square">
              <a:spAutoFit/>
            </a:bodyPr>
            <a:lstStyle/>
            <a:p>
              <a:r>
                <a:rPr lang="zh-CN" altLang="en-US" sz="1050" dirty="0">
                  <a:solidFill>
                    <a:schemeClr val="bg1">
                      <a:lumMod val="50000"/>
                    </a:schemeClr>
                  </a:solidFill>
                  <a:latin typeface="微软雅黑" panose="020B0503020204020204" pitchFamily="34" charset="-122"/>
                  <a:ea typeface="微软雅黑" panose="020B0503020204020204" pitchFamily="34" charset="-122"/>
                </a:rPr>
                <a:t>图片来源</a:t>
              </a:r>
            </a:p>
          </p:txBody>
        </p:sp>
      </p:grpSp>
      <p:sp>
        <p:nvSpPr>
          <p:cNvPr id="14" name="对话气泡: 矩形 13"/>
          <p:cNvSpPr/>
          <p:nvPr/>
        </p:nvSpPr>
        <p:spPr>
          <a:xfrm>
            <a:off x="370114" y="4032586"/>
            <a:ext cx="3913127" cy="2019872"/>
          </a:xfrm>
          <a:prstGeom prst="wedgeRectCallout">
            <a:avLst>
              <a:gd name="adj1" fmla="val -10632"/>
              <a:gd name="adj2" fmla="val -58551"/>
            </a:avLst>
          </a:prstGeom>
          <a:ln>
            <a:solidFill>
              <a:srgbClr val="7030A0"/>
            </a:solidFill>
          </a:ln>
        </p:spPr>
        <p:style>
          <a:lnRef idx="2">
            <a:schemeClr val="accent1"/>
          </a:lnRef>
          <a:fillRef idx="1">
            <a:schemeClr val="lt1"/>
          </a:fillRef>
          <a:effectRef idx="0">
            <a:schemeClr val="accent1"/>
          </a:effectRef>
          <a:fontRef idx="minor">
            <a:schemeClr val="dk1"/>
          </a:fontRef>
        </p:style>
        <p:txBody>
          <a:bodyPr rtlCol="0" anchor="ctr"/>
          <a:lstStyle/>
          <a:p>
            <a:r>
              <a:rPr lang="en-US" altLang="zh-CN" sz="2000" dirty="0">
                <a:latin typeface="微软雅黑" panose="020B0503020204020204" pitchFamily="34" charset="-122"/>
                <a:ea typeface="微软雅黑" panose="020B0503020204020204" pitchFamily="34" charset="-122"/>
              </a:rPr>
              <a:t>802.3</a:t>
            </a:r>
            <a:r>
              <a:rPr lang="zh-CN" altLang="en-US" sz="2000" dirty="0">
                <a:latin typeface="微软雅黑" panose="020B0503020204020204" pitchFamily="34" charset="-122"/>
                <a:ea typeface="微软雅黑" panose="020B0503020204020204" pitchFamily="34" charset="-122"/>
              </a:rPr>
              <a:t>规范中的</a:t>
            </a:r>
            <a:r>
              <a:rPr lang="en-US" altLang="zh-CN" sz="2000" dirty="0">
                <a:latin typeface="微软雅黑" panose="020B0503020204020204" pitchFamily="34" charset="-122"/>
                <a:ea typeface="微软雅黑" panose="020B0503020204020204" pitchFamily="34" charset="-122"/>
              </a:rPr>
              <a:t>10Mbps</a:t>
            </a:r>
            <a:r>
              <a:rPr lang="zh-CN" altLang="en-US" sz="2000" dirty="0">
                <a:latin typeface="微软雅黑" panose="020B0503020204020204" pitchFamily="34" charset="-122"/>
                <a:ea typeface="微软雅黑" panose="020B0503020204020204" pitchFamily="34" charset="-122"/>
              </a:rPr>
              <a:t>以太网，最大长度为</a:t>
            </a:r>
            <a:r>
              <a:rPr lang="en-US" altLang="zh-CN" sz="2000" dirty="0">
                <a:latin typeface="微软雅黑" panose="020B0503020204020204" pitchFamily="34" charset="-122"/>
                <a:ea typeface="微软雅黑" panose="020B0503020204020204" pitchFamily="34" charset="-122"/>
              </a:rPr>
              <a:t>2500</a:t>
            </a:r>
            <a:r>
              <a:rPr lang="zh-CN" altLang="en-US" sz="2000" dirty="0">
                <a:latin typeface="微软雅黑" panose="020B0503020204020204" pitchFamily="34" charset="-122"/>
                <a:ea typeface="微软雅黑" panose="020B0503020204020204" pitchFamily="34" charset="-122"/>
              </a:rPr>
              <a:t>米，具有</a:t>
            </a:r>
            <a:r>
              <a:rPr lang="en-US" altLang="zh-CN" sz="2000" dirty="0">
                <a:latin typeface="微软雅黑" panose="020B0503020204020204" pitchFamily="34" charset="-122"/>
                <a:ea typeface="微软雅黑" panose="020B0503020204020204" pitchFamily="34" charset="-122"/>
              </a:rPr>
              <a:t>4</a:t>
            </a:r>
            <a:r>
              <a:rPr lang="zh-CN" altLang="en-US" sz="2000" dirty="0">
                <a:latin typeface="微软雅黑" panose="020B0503020204020204" pitchFamily="34" charset="-122"/>
                <a:ea typeface="微软雅黑" panose="020B0503020204020204" pitchFamily="34" charset="-122"/>
              </a:rPr>
              <a:t>个中继器，在最差情况下往返一次时间大约是</a:t>
            </a:r>
            <a:r>
              <a:rPr lang="en-US" altLang="zh-CN" sz="2000" dirty="0">
                <a:latin typeface="微软雅黑" panose="020B0503020204020204" pitchFamily="34" charset="-122"/>
                <a:ea typeface="微软雅黑" panose="020B0503020204020204" pitchFamily="34" charset="-122"/>
              </a:rPr>
              <a:t>50</a:t>
            </a:r>
            <a:r>
              <a:rPr lang="zh-CN" altLang="en-US" sz="2000" dirty="0">
                <a:latin typeface="微软雅黑" panose="020B0503020204020204" pitchFamily="34" charset="-122"/>
                <a:ea typeface="微软雅黑" panose="020B0503020204020204" pitchFamily="34" charset="-122"/>
              </a:rPr>
              <a:t>微秒，在这个时间内能发送</a:t>
            </a:r>
            <a:r>
              <a:rPr lang="en-US" altLang="zh-CN" sz="2000" dirty="0">
                <a:latin typeface="微软雅黑" panose="020B0503020204020204" pitchFamily="34" charset="-122"/>
                <a:ea typeface="微软雅黑" panose="020B0503020204020204" pitchFamily="34" charset="-122"/>
              </a:rPr>
              <a:t>500bit</a:t>
            </a:r>
            <a:r>
              <a:rPr lang="zh-CN" altLang="en-US" sz="2000" dirty="0">
                <a:latin typeface="微软雅黑" panose="020B0503020204020204" pitchFamily="34" charset="-122"/>
                <a:ea typeface="微软雅黑" panose="020B0503020204020204" pitchFamily="34" charset="-122"/>
              </a:rPr>
              <a:t>，加上安全余量增加至</a:t>
            </a:r>
            <a:r>
              <a:rPr lang="en-US" altLang="zh-CN" sz="2000" dirty="0">
                <a:latin typeface="微软雅黑" panose="020B0503020204020204" pitchFamily="34" charset="-122"/>
                <a:ea typeface="微软雅黑" panose="020B0503020204020204" pitchFamily="34" charset="-122"/>
              </a:rPr>
              <a:t>51bit</a:t>
            </a:r>
            <a:r>
              <a:rPr lang="zh-CN" altLang="en-US" sz="2000" dirty="0">
                <a:latin typeface="微软雅黑" panose="020B0503020204020204" pitchFamily="34" charset="-122"/>
                <a:ea typeface="微软雅黑" panose="020B0503020204020204" pitchFamily="34" charset="-122"/>
              </a:rPr>
              <a:t>，即</a:t>
            </a:r>
            <a:r>
              <a:rPr lang="en-US" altLang="zh-CN" sz="2000" dirty="0">
                <a:latin typeface="微软雅黑" panose="020B0503020204020204" pitchFamily="34" charset="-122"/>
                <a:ea typeface="微软雅黑" panose="020B0503020204020204" pitchFamily="34" charset="-122"/>
              </a:rPr>
              <a:t>64Bytes</a:t>
            </a:r>
            <a:r>
              <a:rPr lang="zh-CN" altLang="en-US" sz="2000" dirty="0">
                <a:latin typeface="微软雅黑" panose="020B0503020204020204" pitchFamily="34" charset="-122"/>
                <a:ea typeface="微软雅黑" panose="020B0503020204020204" pitchFamily="34" charset="-122"/>
              </a:rPr>
              <a:t>。</a:t>
            </a:r>
          </a:p>
        </p:txBody>
      </p:sp>
      <p:sp>
        <p:nvSpPr>
          <p:cNvPr id="15" name="日期占位符 15"/>
          <p:cNvSpPr>
            <a:spLocks noGrp="1"/>
          </p:cNvSpPr>
          <p:nvPr>
            <p:ph type="dt" sz="half" idx="10"/>
          </p:nvPr>
        </p:nvSpPr>
        <p:spPr>
          <a:xfrm>
            <a:off x="197335" y="6489303"/>
            <a:ext cx="1411657" cy="332605"/>
          </a:xfrm>
        </p:spPr>
        <p:txBody>
          <a:bodyPr/>
          <a:lstStyle/>
          <a:p>
            <a:r>
              <a:rPr lang="en-US" altLang="zh-CN" dirty="0">
                <a:latin typeface="微软雅黑" panose="020B0503020204020204" pitchFamily="34" charset="-122"/>
                <a:ea typeface="微软雅黑" panose="020B0503020204020204" pitchFamily="34" charset="-122"/>
              </a:rPr>
              <a:t>4.3 </a:t>
            </a:r>
            <a:r>
              <a:rPr lang="zh-CN" altLang="en-US" dirty="0">
                <a:latin typeface="微软雅黑" panose="020B0503020204020204" pitchFamily="34" charset="-122"/>
                <a:ea typeface="微软雅黑" panose="020B0503020204020204" pitchFamily="34" charset="-122"/>
              </a:rPr>
              <a:t>以太网</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blinds(horizontal)">
                                      <p:cBhvr>
                                        <p:cTn id="7" dur="500"/>
                                        <p:tgtEl>
                                          <p:spTgt spid="3">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linds(horizontal)">
                                      <p:cBhvr>
                                        <p:cTn id="12" dur="500"/>
                                        <p:tgtEl>
                                          <p:spTgt spid="6"/>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blinds(horizontal)">
                                      <p:cBhvr>
                                        <p:cTn id="15"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经典以太网 </a:t>
            </a:r>
            <a:r>
              <a:rPr lang="en-US" altLang="zh-CN" dirty="0"/>
              <a:t>- </a:t>
            </a:r>
            <a:r>
              <a:rPr lang="en-US" altLang="zh-CN" sz="2800" dirty="0"/>
              <a:t>MAC</a:t>
            </a:r>
            <a:r>
              <a:rPr lang="zh-CN" altLang="en-US" sz="2800" dirty="0"/>
              <a:t>子层协议</a:t>
            </a:r>
            <a:endParaRPr lang="zh-CN" altLang="en-US" dirty="0"/>
          </a:p>
        </p:txBody>
      </p:sp>
      <p:sp>
        <p:nvSpPr>
          <p:cNvPr id="3" name="内容占位符 2"/>
          <p:cNvSpPr>
            <a:spLocks noGrp="1"/>
          </p:cNvSpPr>
          <p:nvPr>
            <p:ph idx="1"/>
          </p:nvPr>
        </p:nvSpPr>
        <p:spPr>
          <a:xfrm>
            <a:off x="838200" y="1976770"/>
            <a:ext cx="10515600" cy="4516103"/>
          </a:xfrm>
        </p:spPr>
        <p:txBody>
          <a:bodyPr>
            <a:normAutofit/>
          </a:bodyPr>
          <a:lstStyle/>
          <a:p>
            <a:r>
              <a:rPr lang="zh-CN" altLang="en-US" sz="2200" dirty="0"/>
              <a:t>校验和</a:t>
            </a:r>
            <a:endParaRPr lang="en-US" altLang="zh-CN" sz="2200" dirty="0"/>
          </a:p>
          <a:p>
            <a:pPr lvl="1">
              <a:spcBef>
                <a:spcPts val="1200"/>
              </a:spcBef>
              <a:spcAft>
                <a:spcPts val="600"/>
              </a:spcAft>
            </a:pPr>
            <a:r>
              <a:rPr lang="en-US" altLang="zh-CN" sz="2000" dirty="0">
                <a:solidFill>
                  <a:srgbClr val="C00000"/>
                </a:solidFill>
              </a:rPr>
              <a:t>FCS</a:t>
            </a:r>
            <a:r>
              <a:rPr lang="en-US" altLang="zh-CN" sz="2000" dirty="0"/>
              <a:t>, Frame Check Sequence</a:t>
            </a:r>
          </a:p>
          <a:p>
            <a:pPr lvl="1">
              <a:spcAft>
                <a:spcPts val="600"/>
              </a:spcAft>
            </a:pPr>
            <a:r>
              <a:rPr lang="zh-CN" altLang="en-US" sz="2000" dirty="0"/>
              <a:t>使用</a:t>
            </a:r>
            <a:r>
              <a:rPr lang="en-US" altLang="zh-CN" sz="2000" dirty="0">
                <a:solidFill>
                  <a:srgbClr val="C00000"/>
                </a:solidFill>
              </a:rPr>
              <a:t>CRC32</a:t>
            </a:r>
            <a:r>
              <a:rPr lang="zh-CN" altLang="en-US" sz="2000" dirty="0"/>
              <a:t>计算除了校验和以外的其他字段</a:t>
            </a:r>
            <a:endParaRPr lang="en-US" altLang="zh-CN" sz="2000" dirty="0"/>
          </a:p>
          <a:p>
            <a:pPr>
              <a:lnSpc>
                <a:spcPct val="150000"/>
              </a:lnSpc>
            </a:pPr>
            <a:r>
              <a:rPr lang="zh-CN" altLang="en-US" sz="2200" dirty="0"/>
              <a:t>对于检查出的</a:t>
            </a:r>
            <a:r>
              <a:rPr lang="zh-CN" altLang="en-US" sz="2200" dirty="0">
                <a:solidFill>
                  <a:srgbClr val="C00000"/>
                </a:solidFill>
              </a:rPr>
              <a:t>无效 </a:t>
            </a:r>
            <a:r>
              <a:rPr lang="en-US" altLang="zh-CN" sz="2200" dirty="0">
                <a:solidFill>
                  <a:srgbClr val="C00000"/>
                </a:solidFill>
              </a:rPr>
              <a:t>MAC </a:t>
            </a:r>
            <a:r>
              <a:rPr lang="zh-CN" altLang="en-US" sz="2200" dirty="0">
                <a:solidFill>
                  <a:srgbClr val="C00000"/>
                </a:solidFill>
              </a:rPr>
              <a:t>帧</a:t>
            </a:r>
            <a:r>
              <a:rPr lang="zh-CN" altLang="en-US" sz="2200" dirty="0"/>
              <a:t>就简单地丢弃。以太网不负责重传丢弃的帧。 </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41</a:t>
            </a:fld>
            <a:endParaRPr kumimoji="1" lang="zh-CN" altLang="en-US" dirty="0"/>
          </a:p>
        </p:txBody>
      </p:sp>
      <p:grpSp>
        <p:nvGrpSpPr>
          <p:cNvPr id="5" name="组合 4"/>
          <p:cNvGrpSpPr/>
          <p:nvPr/>
        </p:nvGrpSpPr>
        <p:grpSpPr>
          <a:xfrm>
            <a:off x="4436340" y="1409158"/>
            <a:ext cx="6941713" cy="779463"/>
            <a:chOff x="4412087" y="1683834"/>
            <a:chExt cx="6941713" cy="779463"/>
          </a:xfrm>
        </p:grpSpPr>
        <p:sp>
          <p:nvSpPr>
            <p:cNvPr id="6" name="Rectangle 66"/>
            <p:cNvSpPr>
              <a:spLocks noChangeArrowheads="1"/>
            </p:cNvSpPr>
            <p:nvPr/>
          </p:nvSpPr>
          <p:spPr bwMode="auto">
            <a:xfrm>
              <a:off x="4481935" y="2006097"/>
              <a:ext cx="6803069" cy="457200"/>
            </a:xfrm>
            <a:prstGeom prst="rect">
              <a:avLst/>
            </a:prstGeom>
            <a:solidFill>
              <a:srgbClr val="FFCCFF"/>
            </a:solidFill>
            <a:ln w="12700" algn="ctr">
              <a:solidFill>
                <a:schemeClr val="folHlink"/>
              </a:solidFill>
              <a:miter lim="800000"/>
            </a:ln>
            <a:effectLst>
              <a:outerShdw dist="35921" dir="2700000" algn="ctr" rotWithShape="0">
                <a:schemeClr val="bg2"/>
              </a:outerShdw>
            </a:effectLst>
          </p:spPr>
          <p:txBody>
            <a:bodyPr wrap="none" anchor="ctr"/>
            <a:lstStyle/>
            <a:p>
              <a:endParaRPr lang="zh-CN" altLang="en-US"/>
            </a:p>
          </p:txBody>
        </p:sp>
        <p:sp>
          <p:nvSpPr>
            <p:cNvPr id="7" name="Line 67"/>
            <p:cNvSpPr>
              <a:spLocks noChangeShapeType="1"/>
            </p:cNvSpPr>
            <p:nvPr/>
          </p:nvSpPr>
          <p:spPr bwMode="auto">
            <a:xfrm>
              <a:off x="5416974" y="2006097"/>
              <a:ext cx="0" cy="45720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 name="Line 68"/>
            <p:cNvSpPr>
              <a:spLocks noChangeShapeType="1"/>
            </p:cNvSpPr>
            <p:nvPr/>
          </p:nvSpPr>
          <p:spPr bwMode="auto">
            <a:xfrm>
              <a:off x="6331374" y="2006097"/>
              <a:ext cx="0" cy="45720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Line 69"/>
            <p:cNvSpPr>
              <a:spLocks noChangeShapeType="1"/>
            </p:cNvSpPr>
            <p:nvPr/>
          </p:nvSpPr>
          <p:spPr bwMode="auto">
            <a:xfrm>
              <a:off x="7245774" y="2006097"/>
              <a:ext cx="0" cy="45720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 name="Line 70"/>
            <p:cNvSpPr>
              <a:spLocks noChangeShapeType="1"/>
            </p:cNvSpPr>
            <p:nvPr/>
          </p:nvSpPr>
          <p:spPr bwMode="auto">
            <a:xfrm>
              <a:off x="10537614" y="2006097"/>
              <a:ext cx="0" cy="45720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 name="Rectangle 71"/>
            <p:cNvSpPr>
              <a:spLocks noChangeArrowheads="1"/>
            </p:cNvSpPr>
            <p:nvPr/>
          </p:nvSpPr>
          <p:spPr bwMode="auto">
            <a:xfrm>
              <a:off x="4412087" y="2052135"/>
              <a:ext cx="1106073"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dirty="0">
                  <a:solidFill>
                    <a:srgbClr val="333399"/>
                  </a:solidFill>
                  <a:latin typeface="Arial" panose="020B0604020202090204" pitchFamily="34" charset="0"/>
                  <a:ea typeface="黑体" panose="02010609060101010101" pitchFamily="2" charset="-122"/>
                </a:rPr>
                <a:t>目的地址</a:t>
              </a:r>
            </a:p>
          </p:txBody>
        </p:sp>
        <p:sp>
          <p:nvSpPr>
            <p:cNvPr id="12" name="Rectangle 72"/>
            <p:cNvSpPr>
              <a:spLocks noChangeArrowheads="1"/>
            </p:cNvSpPr>
            <p:nvPr/>
          </p:nvSpPr>
          <p:spPr bwMode="auto">
            <a:xfrm>
              <a:off x="5420150" y="2052135"/>
              <a:ext cx="875241"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a:solidFill>
                    <a:srgbClr val="333399"/>
                  </a:solidFill>
                  <a:latin typeface="Arial" panose="020B0604020202090204" pitchFamily="34" charset="0"/>
                  <a:ea typeface="黑体" panose="02010609060101010101" pitchFamily="2" charset="-122"/>
                </a:rPr>
                <a:t>源地址</a:t>
              </a:r>
            </a:p>
          </p:txBody>
        </p:sp>
        <p:sp>
          <p:nvSpPr>
            <p:cNvPr id="13" name="Rectangle 73"/>
            <p:cNvSpPr>
              <a:spLocks noChangeArrowheads="1"/>
            </p:cNvSpPr>
            <p:nvPr/>
          </p:nvSpPr>
          <p:spPr bwMode="auto">
            <a:xfrm>
              <a:off x="6493299" y="2052135"/>
              <a:ext cx="644408"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dirty="0">
                  <a:solidFill>
                    <a:srgbClr val="333399"/>
                  </a:solidFill>
                  <a:latin typeface="Arial" panose="020B0604020202090204" pitchFamily="34" charset="0"/>
                  <a:ea typeface="黑体" panose="02010609060101010101" pitchFamily="2" charset="-122"/>
                </a:rPr>
                <a:t>类型</a:t>
              </a:r>
            </a:p>
          </p:txBody>
        </p:sp>
        <p:sp>
          <p:nvSpPr>
            <p:cNvPr id="14" name="Rectangle 74"/>
            <p:cNvSpPr>
              <a:spLocks noChangeArrowheads="1"/>
            </p:cNvSpPr>
            <p:nvPr/>
          </p:nvSpPr>
          <p:spPr bwMode="auto">
            <a:xfrm>
              <a:off x="8342737" y="2052135"/>
              <a:ext cx="1157369"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dirty="0">
                  <a:solidFill>
                    <a:srgbClr val="333399"/>
                  </a:solidFill>
                  <a:latin typeface="Arial" panose="020B0604020202090204" pitchFamily="34" charset="0"/>
                  <a:ea typeface="黑体" panose="02010609060101010101" pitchFamily="2" charset="-122"/>
                </a:rPr>
                <a:t>数        据</a:t>
              </a:r>
            </a:p>
          </p:txBody>
        </p:sp>
        <p:sp>
          <p:nvSpPr>
            <p:cNvPr id="15" name="Rectangle 75"/>
            <p:cNvSpPr>
              <a:spLocks noChangeArrowheads="1"/>
            </p:cNvSpPr>
            <p:nvPr/>
          </p:nvSpPr>
          <p:spPr bwMode="auto">
            <a:xfrm>
              <a:off x="10478559" y="2052135"/>
              <a:ext cx="875241"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dirty="0">
                  <a:solidFill>
                    <a:srgbClr val="C00000"/>
                  </a:solidFill>
                  <a:latin typeface="Arial" panose="020B0604020202090204" pitchFamily="34" charset="0"/>
                  <a:ea typeface="黑体" panose="02010609060101010101" pitchFamily="2" charset="-122"/>
                </a:rPr>
                <a:t>校验和</a:t>
              </a:r>
              <a:endParaRPr kumimoji="1" lang="en-US" altLang="zh-CN" dirty="0">
                <a:solidFill>
                  <a:srgbClr val="C00000"/>
                </a:solidFill>
                <a:latin typeface="Arial" panose="020B0604020202090204" pitchFamily="34" charset="0"/>
                <a:ea typeface="黑体" panose="02010609060101010101" pitchFamily="2" charset="-122"/>
              </a:endParaRPr>
            </a:p>
          </p:txBody>
        </p:sp>
        <p:sp>
          <p:nvSpPr>
            <p:cNvPr id="16" name="Rectangle 76"/>
            <p:cNvSpPr>
              <a:spLocks noChangeArrowheads="1"/>
            </p:cNvSpPr>
            <p:nvPr/>
          </p:nvSpPr>
          <p:spPr bwMode="auto">
            <a:xfrm>
              <a:off x="4829600" y="1717173"/>
              <a:ext cx="296557"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dirty="0">
                  <a:solidFill>
                    <a:srgbClr val="333399"/>
                  </a:solidFill>
                  <a:latin typeface="Arial" panose="020B0604020202090204" pitchFamily="34" charset="0"/>
                  <a:ea typeface="黑体" panose="02010609060101010101" pitchFamily="2" charset="-122"/>
                </a:rPr>
                <a:t>6</a:t>
              </a:r>
            </a:p>
          </p:txBody>
        </p:sp>
        <p:sp>
          <p:nvSpPr>
            <p:cNvPr id="17" name="Rectangle 77"/>
            <p:cNvSpPr>
              <a:spLocks noChangeArrowheads="1"/>
            </p:cNvSpPr>
            <p:nvPr/>
          </p:nvSpPr>
          <p:spPr bwMode="auto">
            <a:xfrm>
              <a:off x="5809087" y="1717173"/>
              <a:ext cx="296557"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dirty="0">
                  <a:solidFill>
                    <a:srgbClr val="333399"/>
                  </a:solidFill>
                  <a:latin typeface="Arial" panose="020B0604020202090204" pitchFamily="34" charset="0"/>
                  <a:ea typeface="黑体" panose="02010609060101010101" pitchFamily="2" charset="-122"/>
                </a:rPr>
                <a:t>6</a:t>
              </a:r>
            </a:p>
          </p:txBody>
        </p:sp>
        <p:sp>
          <p:nvSpPr>
            <p:cNvPr id="18" name="Rectangle 78"/>
            <p:cNvSpPr>
              <a:spLocks noChangeArrowheads="1"/>
            </p:cNvSpPr>
            <p:nvPr/>
          </p:nvSpPr>
          <p:spPr bwMode="auto">
            <a:xfrm>
              <a:off x="6712375" y="1717173"/>
              <a:ext cx="296557"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a:solidFill>
                    <a:srgbClr val="333399"/>
                  </a:solidFill>
                  <a:latin typeface="Arial" panose="020B0604020202090204" pitchFamily="34" charset="0"/>
                  <a:ea typeface="黑体" panose="02010609060101010101" pitchFamily="2" charset="-122"/>
                </a:rPr>
                <a:t>2</a:t>
              </a:r>
            </a:p>
          </p:txBody>
        </p:sp>
        <p:sp>
          <p:nvSpPr>
            <p:cNvPr id="19" name="Rectangle 79"/>
            <p:cNvSpPr>
              <a:spLocks noChangeArrowheads="1"/>
            </p:cNvSpPr>
            <p:nvPr/>
          </p:nvSpPr>
          <p:spPr bwMode="auto">
            <a:xfrm>
              <a:off x="10817967" y="1717173"/>
              <a:ext cx="296557"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dirty="0">
                  <a:solidFill>
                    <a:srgbClr val="333399"/>
                  </a:solidFill>
                  <a:latin typeface="Arial" panose="020B0604020202090204" pitchFamily="34" charset="0"/>
                  <a:ea typeface="黑体" panose="02010609060101010101" pitchFamily="2" charset="-122"/>
                </a:rPr>
                <a:t>4</a:t>
              </a:r>
            </a:p>
          </p:txBody>
        </p:sp>
        <p:sp>
          <p:nvSpPr>
            <p:cNvPr id="20" name="Text Box 81"/>
            <p:cNvSpPr txBox="1">
              <a:spLocks noChangeArrowheads="1"/>
            </p:cNvSpPr>
            <p:nvPr/>
          </p:nvSpPr>
          <p:spPr bwMode="auto">
            <a:xfrm>
              <a:off x="8366556" y="1683834"/>
              <a:ext cx="10937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90204" pitchFamily="34" charset="0"/>
                  <a:ea typeface="宋体" panose="02010600030101010101" pitchFamily="2" charset="-122"/>
                </a:defRPr>
              </a:lvl1pPr>
              <a:lvl2pPr marL="571500" defTabSz="762000">
                <a:defRPr>
                  <a:solidFill>
                    <a:schemeClr val="tx1"/>
                  </a:solidFill>
                  <a:latin typeface="Arial" panose="020B0604020202090204" pitchFamily="34" charset="0"/>
                  <a:ea typeface="宋体" panose="02010600030101010101" pitchFamily="2" charset="-122"/>
                </a:defRPr>
              </a:lvl2pPr>
              <a:lvl3pPr marL="1143000" defTabSz="762000">
                <a:defRPr>
                  <a:solidFill>
                    <a:schemeClr val="tx1"/>
                  </a:solidFill>
                  <a:latin typeface="Arial" panose="020B0604020202090204" pitchFamily="34" charset="0"/>
                  <a:ea typeface="宋体" panose="02010600030101010101" pitchFamily="2" charset="-122"/>
                </a:defRPr>
              </a:lvl3pPr>
              <a:lvl4pPr marL="1714500" defTabSz="762000">
                <a:defRPr>
                  <a:solidFill>
                    <a:schemeClr val="tx1"/>
                  </a:solidFill>
                  <a:latin typeface="Arial" panose="020B0604020202090204" pitchFamily="34" charset="0"/>
                  <a:ea typeface="宋体" panose="02010600030101010101" pitchFamily="2" charset="-122"/>
                </a:defRPr>
              </a:lvl4pPr>
              <a:lvl5pPr marL="2286000" defTabSz="762000">
                <a:defRPr>
                  <a:solidFill>
                    <a:schemeClr val="tx1"/>
                  </a:solidFill>
                  <a:latin typeface="Arial" panose="020B060402020209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9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9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9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90204" pitchFamily="34" charset="0"/>
                  <a:ea typeface="宋体" panose="02010600030101010101" pitchFamily="2" charset="-122"/>
                </a:defRPr>
              </a:lvl9pPr>
            </a:lstStyle>
            <a:p>
              <a:pPr eaLnBrk="0" hangingPunct="0"/>
              <a:r>
                <a:rPr kumimoji="1" lang="en-US" altLang="zh-CN" sz="1600" dirty="0">
                  <a:solidFill>
                    <a:srgbClr val="333399"/>
                  </a:solidFill>
                  <a:ea typeface="黑体" panose="02010609060101010101" pitchFamily="2" charset="-122"/>
                </a:rPr>
                <a:t>46 ~ 1500</a:t>
              </a:r>
            </a:p>
          </p:txBody>
        </p:sp>
      </p:grpSp>
      <p:sp>
        <p:nvSpPr>
          <p:cNvPr id="22" name="对话气泡: 矩形 21"/>
          <p:cNvSpPr/>
          <p:nvPr/>
        </p:nvSpPr>
        <p:spPr>
          <a:xfrm>
            <a:off x="3553860" y="4408773"/>
            <a:ext cx="5531568" cy="1847921"/>
          </a:xfrm>
          <a:prstGeom prst="wedgeRectCallout">
            <a:avLst>
              <a:gd name="adj1" fmla="val -41339"/>
              <a:gd name="adj2" fmla="val -75905"/>
            </a:avLst>
          </a:prstGeom>
          <a:ln>
            <a:solidFill>
              <a:srgbClr val="C00000"/>
            </a:solidFill>
          </a:ln>
        </p:spPr>
        <p:style>
          <a:lnRef idx="2">
            <a:schemeClr val="accent1"/>
          </a:lnRef>
          <a:fillRef idx="1">
            <a:schemeClr val="lt1"/>
          </a:fillRef>
          <a:effectRef idx="0">
            <a:schemeClr val="accent1"/>
          </a:effectRef>
          <a:fontRef idx="minor">
            <a:schemeClr val="dk1"/>
          </a:fontRef>
        </p:style>
        <p:txBody>
          <a:bodyPr rtlCol="0" anchor="ctr"/>
          <a:lstStyle/>
          <a:p>
            <a:pPr lvl="1">
              <a:lnSpc>
                <a:spcPct val="150000"/>
              </a:lnSpc>
              <a:spcBef>
                <a:spcPts val="600"/>
              </a:spcBef>
            </a:pPr>
            <a:endParaRPr lang="en-US" altLang="zh-CN" sz="2000" dirty="0">
              <a:latin typeface="微软雅黑" panose="020B0503020204020204" pitchFamily="34" charset="-122"/>
              <a:ea typeface="微软雅黑" panose="020B0503020204020204" pitchFamily="34" charset="-122"/>
            </a:endParaRPr>
          </a:p>
          <a:p>
            <a:pPr marL="360045" lvl="1" indent="-342900">
              <a:spcBef>
                <a:spcPts val="600"/>
              </a:spcBef>
              <a:spcAft>
                <a:spcPts val="600"/>
              </a:spcAft>
              <a:buFont typeface="Arial" panose="020B0604020202090204" pitchFamily="34" charset="0"/>
              <a:buChar char="•"/>
            </a:pPr>
            <a:r>
              <a:rPr lang="zh-CN" altLang="en-US" sz="2000" dirty="0">
                <a:latin typeface="微软雅黑" panose="020B0503020204020204" pitchFamily="34" charset="-122"/>
                <a:ea typeface="微软雅黑" panose="020B0503020204020204" pitchFamily="34" charset="-122"/>
              </a:rPr>
              <a:t>数据字段的长度与长度字段的值不一致；</a:t>
            </a:r>
          </a:p>
          <a:p>
            <a:pPr marL="360045" lvl="1" indent="-342900">
              <a:spcBef>
                <a:spcPts val="600"/>
              </a:spcBef>
              <a:spcAft>
                <a:spcPts val="600"/>
              </a:spcAft>
              <a:buFont typeface="Arial" panose="020B0604020202090204" pitchFamily="34" charset="0"/>
              <a:buChar char="•"/>
            </a:pPr>
            <a:r>
              <a:rPr lang="zh-CN" altLang="en-US" sz="2000" dirty="0">
                <a:latin typeface="微软雅黑" panose="020B0503020204020204" pitchFamily="34" charset="-122"/>
                <a:ea typeface="微软雅黑" panose="020B0503020204020204" pitchFamily="34" charset="-122"/>
              </a:rPr>
              <a:t>帧的长度不是整数个字节；</a:t>
            </a:r>
          </a:p>
          <a:p>
            <a:pPr marL="360045" lvl="1" indent="-342900">
              <a:spcBef>
                <a:spcPts val="600"/>
              </a:spcBef>
              <a:spcAft>
                <a:spcPts val="600"/>
              </a:spcAft>
              <a:buFont typeface="Arial" panose="020B0604020202090204" pitchFamily="34" charset="0"/>
              <a:buChar char="•"/>
            </a:pPr>
            <a:r>
              <a:rPr lang="zh-CN" altLang="en-US" sz="2000" dirty="0">
                <a:latin typeface="微软雅黑" panose="020B0503020204020204" pitchFamily="34" charset="-122"/>
                <a:ea typeface="微软雅黑" panose="020B0503020204020204" pitchFamily="34" charset="-122"/>
              </a:rPr>
              <a:t>用收到的帧检验序列 </a:t>
            </a:r>
            <a:r>
              <a:rPr lang="en-US" altLang="zh-CN" sz="2000" dirty="0">
                <a:latin typeface="微软雅黑" panose="020B0503020204020204" pitchFamily="34" charset="-122"/>
                <a:ea typeface="微软雅黑" panose="020B0503020204020204" pitchFamily="34" charset="-122"/>
              </a:rPr>
              <a:t>FCS </a:t>
            </a:r>
            <a:r>
              <a:rPr lang="zh-CN" altLang="en-US" sz="2000" dirty="0">
                <a:latin typeface="微软雅黑" panose="020B0503020204020204" pitchFamily="34" charset="-122"/>
                <a:ea typeface="微软雅黑" panose="020B0503020204020204" pitchFamily="34" charset="-122"/>
              </a:rPr>
              <a:t>查出有差错；</a:t>
            </a:r>
          </a:p>
          <a:p>
            <a:pPr marL="360045" lvl="1" indent="-342900">
              <a:spcBef>
                <a:spcPts val="600"/>
              </a:spcBef>
              <a:spcAft>
                <a:spcPts val="600"/>
              </a:spcAft>
              <a:buFont typeface="Arial" panose="020B0604020202090204" pitchFamily="34" charset="0"/>
              <a:buChar char="•"/>
            </a:pPr>
            <a:r>
              <a:rPr lang="zh-CN" altLang="en-US" sz="2000" dirty="0">
                <a:latin typeface="微软雅黑" panose="020B0503020204020204" pitchFamily="34" charset="-122"/>
                <a:ea typeface="微软雅黑" panose="020B0503020204020204" pitchFamily="34" charset="-122"/>
              </a:rPr>
              <a:t>数据字段的长度不在 </a:t>
            </a:r>
            <a:r>
              <a:rPr lang="en-US" altLang="zh-CN" sz="2000" dirty="0">
                <a:latin typeface="微软雅黑" panose="020B0503020204020204" pitchFamily="34" charset="-122"/>
                <a:ea typeface="微软雅黑" panose="020B0503020204020204" pitchFamily="34" charset="-122"/>
              </a:rPr>
              <a:t>46 ~ 1500 </a:t>
            </a:r>
            <a:r>
              <a:rPr lang="zh-CN" altLang="en-US" sz="2000" dirty="0">
                <a:latin typeface="微软雅黑" panose="020B0503020204020204" pitchFamily="34" charset="-122"/>
                <a:ea typeface="微软雅黑" panose="020B0503020204020204" pitchFamily="34" charset="-122"/>
              </a:rPr>
              <a:t>字节之间。</a:t>
            </a:r>
          </a:p>
          <a:p>
            <a:pPr algn="ctr">
              <a:spcBef>
                <a:spcPts val="600"/>
              </a:spcBef>
            </a:pPr>
            <a:endParaRPr lang="zh-CN" altLang="en-US" sz="2000" dirty="0">
              <a:latin typeface="微软雅黑" panose="020B0503020204020204" pitchFamily="34" charset="-122"/>
              <a:ea typeface="微软雅黑" panose="020B0503020204020204" pitchFamily="34" charset="-122"/>
            </a:endParaRPr>
          </a:p>
        </p:txBody>
      </p:sp>
      <p:sp>
        <p:nvSpPr>
          <p:cNvPr id="24" name="日期占位符 15"/>
          <p:cNvSpPr>
            <a:spLocks noGrp="1"/>
          </p:cNvSpPr>
          <p:nvPr>
            <p:ph type="dt" sz="half" idx="10"/>
          </p:nvPr>
        </p:nvSpPr>
        <p:spPr>
          <a:xfrm>
            <a:off x="197335" y="6492873"/>
            <a:ext cx="1525957" cy="361555"/>
          </a:xfrm>
        </p:spPr>
        <p:txBody>
          <a:bodyPr/>
          <a:lstStyle/>
          <a:p>
            <a:r>
              <a:rPr lang="en-US" altLang="zh-CN" dirty="0">
                <a:latin typeface="微软雅黑" panose="020B0503020204020204" pitchFamily="34" charset="-122"/>
                <a:ea typeface="微软雅黑" panose="020B0503020204020204" pitchFamily="34" charset="-122"/>
              </a:rPr>
              <a:t>4.3 </a:t>
            </a:r>
            <a:r>
              <a:rPr lang="zh-CN" altLang="en-US" dirty="0">
                <a:latin typeface="微软雅黑" panose="020B0503020204020204" pitchFamily="34" charset="-122"/>
                <a:ea typeface="微软雅黑" panose="020B0503020204020204" pitchFamily="34" charset="-122"/>
              </a:rPr>
              <a:t>以太网</a:t>
            </a:r>
          </a:p>
        </p:txBody>
      </p:sp>
      <p:grpSp>
        <p:nvGrpSpPr>
          <p:cNvPr id="25" name="组合 24"/>
          <p:cNvGrpSpPr/>
          <p:nvPr/>
        </p:nvGrpSpPr>
        <p:grpSpPr>
          <a:xfrm>
            <a:off x="3442597" y="6575687"/>
            <a:ext cx="4306500" cy="254887"/>
            <a:chOff x="-214926" y="6517848"/>
            <a:chExt cx="4306500" cy="460463"/>
          </a:xfrm>
        </p:grpSpPr>
        <p:grpSp>
          <p:nvGrpSpPr>
            <p:cNvPr id="26" name="组合 25"/>
            <p:cNvGrpSpPr/>
            <p:nvPr/>
          </p:nvGrpSpPr>
          <p:grpSpPr>
            <a:xfrm>
              <a:off x="-134143" y="6517848"/>
              <a:ext cx="4225717" cy="444808"/>
              <a:chOff x="-134143" y="6326763"/>
              <a:chExt cx="4225717" cy="444808"/>
            </a:xfrm>
          </p:grpSpPr>
          <p:cxnSp>
            <p:nvCxnSpPr>
              <p:cNvPr id="28" name="直接连接符 27"/>
              <p:cNvCxnSpPr/>
              <p:nvPr/>
            </p:nvCxnSpPr>
            <p:spPr>
              <a:xfrm>
                <a:off x="-134143" y="6356350"/>
                <a:ext cx="3617495" cy="0"/>
              </a:xfrm>
              <a:prstGeom prst="line">
                <a:avLst/>
              </a:prstGeom>
            </p:spPr>
            <p:style>
              <a:lnRef idx="1">
                <a:schemeClr val="accent1"/>
              </a:lnRef>
              <a:fillRef idx="0">
                <a:schemeClr val="accent1"/>
              </a:fillRef>
              <a:effectRef idx="0">
                <a:schemeClr val="accent1"/>
              </a:effectRef>
              <a:fontRef idx="minor">
                <a:schemeClr val="tx1"/>
              </a:fontRef>
            </p:style>
          </p:cxnSp>
          <p:sp>
            <p:nvSpPr>
              <p:cNvPr id="29" name="文本框 28"/>
              <p:cNvSpPr txBox="1"/>
              <p:nvPr/>
            </p:nvSpPr>
            <p:spPr>
              <a:xfrm>
                <a:off x="466864" y="6326763"/>
                <a:ext cx="3624710" cy="444808"/>
              </a:xfrm>
              <a:prstGeom prst="rect">
                <a:avLst/>
              </a:prstGeom>
              <a:noFill/>
            </p:spPr>
            <p:txBody>
              <a:bodyPr wrap="none" rtlCol="0">
                <a:spAutoFit/>
              </a:bodyPr>
              <a:lstStyle/>
              <a:p>
                <a:r>
                  <a:rPr lang="en-US" altLang="zh-CN" sz="1000" dirty="0">
                    <a:solidFill>
                      <a:schemeClr val="bg1">
                        <a:lumMod val="50000"/>
                      </a:schemeClr>
                    </a:solidFill>
                    <a:latin typeface="微软雅黑" panose="020B0503020204020204" pitchFamily="34" charset="-122"/>
                    <a:ea typeface="微软雅黑" panose="020B0503020204020204" pitchFamily="34" charset="-122"/>
                  </a:rPr>
                  <a:t>https://ethernetalliance.org/technology/2020-roadmap/</a:t>
                </a:r>
              </a:p>
            </p:txBody>
          </p:sp>
        </p:grpSp>
        <p:sp>
          <p:nvSpPr>
            <p:cNvPr id="27" name="文本框 26"/>
            <p:cNvSpPr txBox="1"/>
            <p:nvPr/>
          </p:nvSpPr>
          <p:spPr>
            <a:xfrm>
              <a:off x="-214926" y="6519602"/>
              <a:ext cx="840644" cy="458709"/>
            </a:xfrm>
            <a:prstGeom prst="rect">
              <a:avLst/>
            </a:prstGeom>
            <a:noFill/>
          </p:spPr>
          <p:txBody>
            <a:bodyPr wrap="square">
              <a:spAutoFit/>
            </a:bodyPr>
            <a:lstStyle/>
            <a:p>
              <a:r>
                <a:rPr lang="zh-CN" altLang="en-US" sz="1050" dirty="0">
                  <a:solidFill>
                    <a:schemeClr val="bg1">
                      <a:lumMod val="50000"/>
                    </a:schemeClr>
                  </a:solidFill>
                  <a:latin typeface="微软雅黑" panose="020B0503020204020204" pitchFamily="34" charset="-122"/>
                  <a:ea typeface="微软雅黑" panose="020B0503020204020204" pitchFamily="34" charset="-122"/>
                </a:rPr>
                <a:t>图片来源</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blinds(horizontal)">
                                      <p:cBhvr>
                                        <p:cTn id="7"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经典以太网 </a:t>
            </a:r>
            <a:r>
              <a:rPr lang="en-US" altLang="zh-CN" dirty="0"/>
              <a:t>- </a:t>
            </a:r>
            <a:r>
              <a:rPr lang="en-US" altLang="zh-CN" sz="2800" dirty="0"/>
              <a:t>MAC</a:t>
            </a:r>
            <a:r>
              <a:rPr lang="zh-CN" altLang="en-US" sz="2800" dirty="0"/>
              <a:t>子层协议</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634999" y="1828079"/>
                <a:ext cx="11088077" cy="4586694"/>
              </a:xfrm>
            </p:spPr>
            <p:txBody>
              <a:bodyPr>
                <a:normAutofit/>
              </a:bodyPr>
              <a:lstStyle/>
              <a:p>
                <a:pPr>
                  <a:lnSpc>
                    <a:spcPct val="125000"/>
                  </a:lnSpc>
                </a:pPr>
                <a:r>
                  <a:rPr lang="zh-CN" altLang="en-US" sz="2200" dirty="0"/>
                  <a:t>使用</a:t>
                </a:r>
                <a:r>
                  <a:rPr lang="en-US" altLang="zh-CN" sz="2200" dirty="0"/>
                  <a:t>CSMA/CD</a:t>
                </a:r>
                <a:r>
                  <a:rPr lang="zh-CN" altLang="en-US" sz="2200" dirty="0"/>
                  <a:t>的经典以太网检测到冲突后，会立即中止传输，并发出一个短冲突加强信号，在等待一段</a:t>
                </a:r>
                <a:r>
                  <a:rPr lang="zh-CN" altLang="en-US" sz="2200" dirty="0">
                    <a:solidFill>
                      <a:srgbClr val="C00000"/>
                    </a:solidFill>
                  </a:rPr>
                  <a:t>随机时间</a:t>
                </a:r>
                <a:r>
                  <a:rPr lang="zh-CN" altLang="en-US" sz="2200" dirty="0"/>
                  <a:t>后重发。</a:t>
                </a:r>
                <a:endParaRPr lang="en-US" altLang="zh-CN" sz="2200" dirty="0"/>
              </a:p>
              <a:p>
                <a:pPr>
                  <a:lnSpc>
                    <a:spcPct val="125000"/>
                  </a:lnSpc>
                </a:pPr>
                <a:r>
                  <a:rPr lang="zh-CN" altLang="en-US" sz="2200" dirty="0">
                    <a:solidFill>
                      <a:srgbClr val="C00000"/>
                    </a:solidFill>
                  </a:rPr>
                  <a:t>二进制指数后退</a:t>
                </a:r>
                <a:r>
                  <a:rPr lang="en-US" altLang="zh-CN" sz="2200" dirty="0"/>
                  <a:t>( </a:t>
                </a:r>
                <a:r>
                  <a:rPr lang="en-US" altLang="zh-CN" sz="2200" dirty="0">
                    <a:solidFill>
                      <a:srgbClr val="7030A0"/>
                    </a:solidFill>
                  </a:rPr>
                  <a:t>Binary exponential backoff </a:t>
                </a:r>
                <a:r>
                  <a:rPr lang="en-US" altLang="zh-CN" sz="2200" dirty="0"/>
                  <a:t>)</a:t>
                </a:r>
                <a:r>
                  <a:rPr lang="zh-CN" altLang="en-US" sz="2200" dirty="0"/>
                  <a:t>的</a:t>
                </a:r>
                <a:r>
                  <a:rPr lang="en-US" altLang="zh-CN" sz="2200" dirty="0"/>
                  <a:t>CSMA/CD</a:t>
                </a:r>
              </a:p>
              <a:p>
                <a:pPr lvl="1">
                  <a:lnSpc>
                    <a:spcPct val="125000"/>
                  </a:lnSpc>
                </a:pPr>
                <a:r>
                  <a:rPr lang="zh-CN" altLang="en-US" sz="2000" dirty="0">
                    <a:latin typeface="微软雅黑" panose="020B0503020204020204" pitchFamily="34" charset="-122"/>
                    <a:ea typeface="微软雅黑" panose="020B0503020204020204" pitchFamily="34" charset="-122"/>
                  </a:rPr>
                  <a:t>确定基本退避时间槽，其长度为以太介质上往返传播时间</a:t>
                </a:r>
                <a:r>
                  <a:rPr lang="en-US" altLang="zh-CN" sz="2000" dirty="0">
                    <a:latin typeface="微软雅黑" panose="020B0503020204020204" pitchFamily="34" charset="-122"/>
                    <a:ea typeface="微软雅黑" panose="020B0503020204020204" pitchFamily="34" charset="-122"/>
                  </a:rPr>
                  <a:t>(</a:t>
                </a:r>
                <a14:m>
                  <m:oMath xmlns:m="http://schemas.openxmlformats.org/officeDocument/2006/math">
                    <m:r>
                      <a:rPr lang="en-US" altLang="zh-CN" sz="2000" b="0" i="0" dirty="0" smtClean="0">
                        <a:solidFill>
                          <a:srgbClr val="C00000"/>
                        </a:solidFill>
                        <a:latin typeface="Cambria Math" panose="02040503050406030204" pitchFamily="18" charset="0"/>
                        <a:ea typeface="Cambria Math" panose="02040503050406030204" pitchFamily="18" charset="0"/>
                      </a:rPr>
                      <m:t>2</m:t>
                    </m:r>
                    <m:r>
                      <a:rPr lang="zh-CN" altLang="en-US" sz="2000" b="0" i="1" dirty="0" smtClean="0">
                        <a:solidFill>
                          <a:srgbClr val="C00000"/>
                        </a:solidFill>
                        <a:latin typeface="Cambria Math" panose="02040503050406030204" pitchFamily="18" charset="0"/>
                        <a:ea typeface="Cambria Math" panose="02040503050406030204" pitchFamily="18" charset="0"/>
                      </a:rPr>
                      <m:t>𝜏</m:t>
                    </m:r>
                  </m:oMath>
                </a14:m>
                <a:r>
                  <a:rPr lang="en-US" altLang="zh-CN" sz="2000" dirty="0">
                    <a:latin typeface="微软雅黑" panose="020B0503020204020204" pitchFamily="34" charset="-122"/>
                    <a:ea typeface="微软雅黑" panose="020B0503020204020204" pitchFamily="34" charset="-122"/>
                  </a:rPr>
                  <a:t>) </a:t>
                </a:r>
                <a:r>
                  <a:rPr lang="zh-CN" altLang="en-US" sz="2000" i="1" dirty="0">
                    <a:solidFill>
                      <a:srgbClr val="333399"/>
                    </a:solidFill>
                    <a:latin typeface="微软雅黑" panose="020B0503020204020204" pitchFamily="34" charset="-122"/>
                    <a:ea typeface="微软雅黑" panose="020B0503020204020204" pitchFamily="34" charset="-122"/>
                    <a:sym typeface="Symbol" panose="05050102010706020507" pitchFamily="18" charset="2"/>
                  </a:rPr>
                  <a:t>，</a:t>
                </a:r>
                <a:r>
                  <a:rPr lang="zh-CN" altLang="en-US" sz="2000" dirty="0">
                    <a:latin typeface="微软雅黑" panose="020B0503020204020204" pitchFamily="34" charset="-122"/>
                    <a:ea typeface="微软雅黑" panose="020B0503020204020204" pitchFamily="34" charset="-122"/>
                    <a:sym typeface="Symbol" panose="05050102010706020507" pitchFamily="18" charset="2"/>
                  </a:rPr>
                  <a:t>以太网中设为</a:t>
                </a:r>
                <a:r>
                  <a:rPr lang="en-US" altLang="zh-CN" sz="2000" dirty="0">
                    <a:solidFill>
                      <a:srgbClr val="C00000"/>
                    </a:solidFill>
                  </a:rPr>
                  <a:t>512</a:t>
                </a:r>
                <a:r>
                  <a:rPr lang="zh-CN" altLang="en-US" sz="2000" dirty="0">
                    <a:solidFill>
                      <a:srgbClr val="C00000"/>
                    </a:solidFill>
                  </a:rPr>
                  <a:t>比特时间</a:t>
                </a:r>
                <a:endParaRPr lang="zh-CN" altLang="en-US" sz="2000" dirty="0">
                  <a:solidFill>
                    <a:srgbClr val="C00000"/>
                  </a:solidFill>
                  <a:latin typeface="微软雅黑" panose="020B0503020204020204" pitchFamily="34" charset="-122"/>
                  <a:ea typeface="微软雅黑" panose="020B0503020204020204" pitchFamily="34" charset="-122"/>
                </a:endParaRPr>
              </a:p>
              <a:p>
                <a:pPr lvl="1">
                  <a:lnSpc>
                    <a:spcPct val="125000"/>
                  </a:lnSpc>
                </a:pPr>
                <a:r>
                  <a:rPr lang="zh-CN" altLang="en-US" sz="2000" dirty="0">
                    <a:latin typeface="微软雅黑" panose="020B0503020204020204" pitchFamily="34" charset="-122"/>
                    <a:ea typeface="微软雅黑" panose="020B0503020204020204" pitchFamily="34" charset="-122"/>
                  </a:rPr>
                  <a:t>定义重传次数 </a:t>
                </a:r>
                <a:r>
                  <a:rPr lang="en-US" altLang="zh-CN" sz="2000" i="1" dirty="0">
                    <a:latin typeface="微软雅黑" panose="020B0503020204020204" pitchFamily="34" charset="-122"/>
                    <a:ea typeface="微软雅黑" panose="020B0503020204020204" pitchFamily="34" charset="-122"/>
                  </a:rPr>
                  <a:t>k</a:t>
                </a:r>
                <a:r>
                  <a:rPr lang="en-US" altLang="zh-CN" sz="2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a:t>
                </a:r>
                <a:r>
                  <a:rPr lang="en-US" altLang="zh-CN" sz="2000" i="1" dirty="0">
                    <a:latin typeface="微软雅黑" panose="020B0503020204020204" pitchFamily="34" charset="-122"/>
                    <a:ea typeface="微软雅黑" panose="020B0503020204020204" pitchFamily="34" charset="-122"/>
                  </a:rPr>
                  <a:t>k </a:t>
                </a:r>
                <a:r>
                  <a:rPr lang="en-US" altLang="zh-CN" sz="2000" dirty="0">
                    <a:latin typeface="微软雅黑" panose="020B0503020204020204" pitchFamily="34" charset="-122"/>
                    <a:ea typeface="微软雅黑" panose="020B0503020204020204" pitchFamily="34" charset="-122"/>
                    <a:sym typeface="Symbol" panose="05050102010706020507" pitchFamily="18" charset="2"/>
                  </a:rPr>
                  <a:t> </a:t>
                </a:r>
                <a:r>
                  <a:rPr lang="en-US" altLang="zh-CN" sz="2000" dirty="0">
                    <a:latin typeface="微软雅黑" panose="020B0503020204020204" pitchFamily="34" charset="-122"/>
                    <a:ea typeface="微软雅黑" panose="020B0503020204020204" pitchFamily="34" charset="-122"/>
                  </a:rPr>
                  <a:t>10</a:t>
                </a:r>
                <a:r>
                  <a:rPr lang="zh-CN" altLang="en-US" sz="2000" dirty="0">
                    <a:latin typeface="微软雅黑" panose="020B0503020204020204" pitchFamily="34" charset="-122"/>
                    <a:ea typeface="微软雅黑" panose="020B0503020204020204" pitchFamily="34" charset="-122"/>
                  </a:rPr>
                  <a:t>，即</a:t>
                </a:r>
              </a:p>
              <a:p>
                <a:pPr lvl="1">
                  <a:lnSpc>
                    <a:spcPct val="125000"/>
                  </a:lnSpc>
                  <a:buFont typeface="Wingdings" panose="05000000000000000000" pitchFamily="2" charset="2"/>
                  <a:buNone/>
                </a:pPr>
                <a:r>
                  <a:rPr lang="zh-CN" altLang="en-US" sz="2000" dirty="0">
                    <a:solidFill>
                      <a:srgbClr val="333399"/>
                    </a:solidFill>
                    <a:latin typeface="微软雅黑" panose="020B0503020204020204" pitchFamily="34" charset="-122"/>
                    <a:ea typeface="微软雅黑" panose="020B0503020204020204" pitchFamily="34" charset="-122"/>
                  </a:rPr>
                  <a:t>                 </a:t>
                </a:r>
                <a:r>
                  <a:rPr lang="en-US" altLang="zh-CN" sz="2000" i="1" dirty="0">
                    <a:solidFill>
                      <a:srgbClr val="C00000"/>
                    </a:solidFill>
                    <a:latin typeface="微软雅黑" panose="020B0503020204020204" pitchFamily="34" charset="-122"/>
                    <a:ea typeface="微软雅黑" panose="020B0503020204020204" pitchFamily="34" charset="-122"/>
                  </a:rPr>
                  <a:t>k</a:t>
                </a:r>
                <a:r>
                  <a:rPr lang="en-US" altLang="zh-CN" sz="2000" dirty="0">
                    <a:solidFill>
                      <a:srgbClr val="C00000"/>
                    </a:solidFill>
                    <a:latin typeface="微软雅黑" panose="020B0503020204020204" pitchFamily="34" charset="-122"/>
                    <a:ea typeface="微软雅黑" panose="020B0503020204020204" pitchFamily="34" charset="-122"/>
                  </a:rPr>
                  <a:t> = min[ </a:t>
                </a:r>
                <a:r>
                  <a:rPr lang="zh-CN" altLang="en-US" sz="2000" dirty="0">
                    <a:solidFill>
                      <a:srgbClr val="C00000"/>
                    </a:solidFill>
                    <a:latin typeface="微软雅黑" panose="020B0503020204020204" pitchFamily="34" charset="-122"/>
                    <a:ea typeface="微软雅黑" panose="020B0503020204020204" pitchFamily="34" charset="-122"/>
                  </a:rPr>
                  <a:t>重传次数 </a:t>
                </a:r>
                <a:r>
                  <a:rPr lang="en-US" altLang="zh-CN" sz="2000" dirty="0">
                    <a:solidFill>
                      <a:srgbClr val="C00000"/>
                    </a:solidFill>
                    <a:latin typeface="微软雅黑" panose="020B0503020204020204" pitchFamily="34" charset="-122"/>
                    <a:ea typeface="微软雅黑" panose="020B0503020204020204" pitchFamily="34" charset="-122"/>
                  </a:rPr>
                  <a:t>, 10 ]</a:t>
                </a:r>
              </a:p>
              <a:p>
                <a:pPr lvl="1">
                  <a:lnSpc>
                    <a:spcPct val="125000"/>
                  </a:lnSpc>
                </a:pPr>
                <a:r>
                  <a:rPr lang="zh-CN" altLang="en-US" sz="2000" dirty="0">
                    <a:latin typeface="微软雅黑" panose="020B0503020204020204" pitchFamily="34" charset="-122"/>
                    <a:ea typeface="微软雅黑" panose="020B0503020204020204" pitchFamily="34" charset="-122"/>
                  </a:rPr>
                  <a:t>从整数集合</a:t>
                </a:r>
                <a:r>
                  <a:rPr lang="en-US" altLang="zh-CN" sz="2000" dirty="0">
                    <a:solidFill>
                      <a:srgbClr val="C00000"/>
                    </a:solidFill>
                    <a:latin typeface="微软雅黑" panose="020B0503020204020204" pitchFamily="34" charset="-122"/>
                    <a:ea typeface="微软雅黑" panose="020B0503020204020204" pitchFamily="34" charset="-122"/>
                  </a:rPr>
                  <a:t>[0,1,…, (2</a:t>
                </a:r>
                <a:r>
                  <a:rPr lang="en-US" altLang="zh-CN" sz="2000" i="1" baseline="30000" dirty="0">
                    <a:solidFill>
                      <a:srgbClr val="C00000"/>
                    </a:solidFill>
                    <a:latin typeface="微软雅黑" panose="020B0503020204020204" pitchFamily="34" charset="-122"/>
                    <a:ea typeface="微软雅黑" panose="020B0503020204020204" pitchFamily="34" charset="-122"/>
                  </a:rPr>
                  <a:t>k</a:t>
                </a:r>
                <a:r>
                  <a:rPr lang="en-US" altLang="zh-CN" sz="2000" i="1" dirty="0">
                    <a:solidFill>
                      <a:srgbClr val="C00000"/>
                    </a:solidFill>
                    <a:latin typeface="微软雅黑" panose="020B0503020204020204" pitchFamily="34" charset="-122"/>
                    <a:ea typeface="微软雅黑" panose="020B0503020204020204" pitchFamily="34" charset="-122"/>
                  </a:rPr>
                  <a:t> </a:t>
                </a:r>
                <a:r>
                  <a:rPr lang="en-US" altLang="zh-CN" sz="2000" dirty="0">
                    <a:solidFill>
                      <a:srgbClr val="C00000"/>
                    </a:solidFill>
                    <a:latin typeface="微软雅黑" panose="020B0503020204020204" pitchFamily="34" charset="-122"/>
                    <a:ea typeface="微软雅黑" panose="020B0503020204020204" pitchFamily="34" charset="-122"/>
                    <a:sym typeface="Symbol" panose="05050102010706020507" pitchFamily="18" charset="2"/>
                  </a:rPr>
                  <a:t></a:t>
                </a:r>
                <a:r>
                  <a:rPr lang="en-US" altLang="zh-CN" sz="2000" dirty="0">
                    <a:solidFill>
                      <a:srgbClr val="C00000"/>
                    </a:solidFill>
                    <a:latin typeface="微软雅黑" panose="020B0503020204020204" pitchFamily="34" charset="-122"/>
                    <a:ea typeface="微软雅黑" panose="020B0503020204020204" pitchFamily="34" charset="-122"/>
                  </a:rPr>
                  <a:t>1)]</a:t>
                </a:r>
                <a:r>
                  <a:rPr lang="zh-CN" altLang="en-US" sz="2000" dirty="0">
                    <a:latin typeface="微软雅黑" panose="020B0503020204020204" pitchFamily="34" charset="-122"/>
                    <a:ea typeface="微软雅黑" panose="020B0503020204020204" pitchFamily="34" charset="-122"/>
                  </a:rPr>
                  <a:t>中随机地取出一个数，记为 </a:t>
                </a:r>
                <a:r>
                  <a:rPr lang="en-US" altLang="zh-CN" sz="2000" i="1" dirty="0">
                    <a:latin typeface="微软雅黑" panose="020B0503020204020204" pitchFamily="34" charset="-122"/>
                    <a:ea typeface="微软雅黑" panose="020B0503020204020204" pitchFamily="34" charset="-122"/>
                  </a:rPr>
                  <a:t>r  </a:t>
                </a:r>
                <a:r>
                  <a:rPr lang="zh-CN" altLang="en-US"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pPr lvl="1">
                  <a:lnSpc>
                    <a:spcPct val="125000"/>
                  </a:lnSpc>
                </a:pPr>
                <a:r>
                  <a:rPr lang="zh-CN" altLang="en-US" sz="2000" dirty="0">
                    <a:latin typeface="微软雅黑" panose="020B0503020204020204" pitchFamily="34" charset="-122"/>
                    <a:ea typeface="微软雅黑" panose="020B0503020204020204" pitchFamily="34" charset="-122"/>
                  </a:rPr>
                  <a:t>重传所需的时延就是 </a:t>
                </a:r>
                <a:r>
                  <a:rPr lang="en-US" altLang="zh-CN" sz="2000" i="1" dirty="0">
                    <a:solidFill>
                      <a:srgbClr val="C00000"/>
                    </a:solidFill>
                    <a:latin typeface="微软雅黑" panose="020B0503020204020204" pitchFamily="34" charset="-122"/>
                    <a:ea typeface="微软雅黑" panose="020B0503020204020204" pitchFamily="34" charset="-122"/>
                  </a:rPr>
                  <a:t>r </a:t>
                </a:r>
                <a:r>
                  <a:rPr lang="zh-CN" altLang="en-US" sz="2000" dirty="0">
                    <a:solidFill>
                      <a:srgbClr val="C00000"/>
                    </a:solidFill>
                    <a:latin typeface="微软雅黑" panose="020B0503020204020204" pitchFamily="34" charset="-122"/>
                    <a:ea typeface="微软雅黑" panose="020B0503020204020204" pitchFamily="34" charset="-122"/>
                  </a:rPr>
                  <a:t>倍的时间槽</a:t>
                </a:r>
                <a14:m>
                  <m:oMath xmlns:m="http://schemas.openxmlformats.org/officeDocument/2006/math">
                    <m:r>
                      <a:rPr lang="en-US" altLang="zh-CN" sz="2000" b="0" i="0" dirty="0" smtClean="0">
                        <a:solidFill>
                          <a:srgbClr val="C00000"/>
                        </a:solidFill>
                        <a:latin typeface="Cambria Math" panose="02040503050406030204" pitchFamily="18" charset="0"/>
                        <a:ea typeface="Cambria Math" panose="02040503050406030204" pitchFamily="18" charset="0"/>
                      </a:rPr>
                      <m:t>2</m:t>
                    </m:r>
                    <m:r>
                      <a:rPr lang="zh-CN" altLang="en-US" sz="2000" b="0" i="1" dirty="0" smtClean="0">
                        <a:solidFill>
                          <a:srgbClr val="C00000"/>
                        </a:solidFill>
                        <a:latin typeface="Cambria Math" panose="02040503050406030204" pitchFamily="18" charset="0"/>
                        <a:ea typeface="Cambria Math" panose="02040503050406030204" pitchFamily="18" charset="0"/>
                      </a:rPr>
                      <m:t>𝜏</m:t>
                    </m:r>
                  </m:oMath>
                </a14:m>
                <a:r>
                  <a:rPr lang="zh-CN" altLang="en-US" sz="2000" dirty="0">
                    <a:latin typeface="微软雅黑" panose="020B0503020204020204" pitchFamily="34" charset="-122"/>
                    <a:ea typeface="微软雅黑" panose="020B0503020204020204" pitchFamily="34" charset="-122"/>
                  </a:rPr>
                  <a:t>；</a:t>
                </a:r>
              </a:p>
              <a:p>
                <a:pPr lvl="1">
                  <a:lnSpc>
                    <a:spcPct val="125000"/>
                  </a:lnSpc>
                </a:pPr>
                <a:r>
                  <a:rPr lang="zh-CN" altLang="en-US" sz="2000" dirty="0">
                    <a:latin typeface="微软雅黑" panose="020B0503020204020204" pitchFamily="34" charset="-122"/>
                    <a:ea typeface="微软雅黑" panose="020B0503020204020204" pitchFamily="34" charset="-122"/>
                  </a:rPr>
                  <a:t>当重传达 </a:t>
                </a:r>
                <a:r>
                  <a:rPr lang="en-US" altLang="zh-CN" sz="2000" dirty="0">
                    <a:latin typeface="微软雅黑" panose="020B0503020204020204" pitchFamily="34" charset="-122"/>
                    <a:ea typeface="微软雅黑" panose="020B0503020204020204" pitchFamily="34" charset="-122"/>
                  </a:rPr>
                  <a:t>16 </a:t>
                </a:r>
                <a:r>
                  <a:rPr lang="zh-CN" altLang="en-US" sz="2000" dirty="0">
                    <a:latin typeface="微软雅黑" panose="020B0503020204020204" pitchFamily="34" charset="-122"/>
                    <a:ea typeface="微软雅黑" panose="020B0503020204020204" pitchFamily="34" charset="-122"/>
                  </a:rPr>
                  <a:t>次仍不能成功时即丢弃该帧，并向高层报告。 </a:t>
                </a:r>
              </a:p>
              <a:p>
                <a:pPr lvl="1"/>
                <a:endParaRPr lang="en-US" altLang="zh-CN" dirty="0"/>
              </a:p>
              <a:p>
                <a:pPr lvl="1"/>
                <a:endParaRPr lang="zh-CN" altLang="en-US" dirty="0"/>
              </a:p>
            </p:txBody>
          </p:sp>
        </mc:Choice>
        <mc:Fallback xmlns="">
          <p:sp>
            <p:nvSpPr>
              <p:cNvPr id="3" name="内容占位符 2"/>
              <p:cNvSpPr>
                <a:spLocks noRot="1" noChangeAspect="1" noMove="1" noResize="1" noEditPoints="1" noAdjustHandles="1" noChangeArrowheads="1" noChangeShapeType="1" noTextEdit="1"/>
              </p:cNvSpPr>
              <p:nvPr>
                <p:ph idx="1"/>
              </p:nvPr>
            </p:nvSpPr>
            <p:spPr>
              <a:xfrm>
                <a:off x="634999" y="1828079"/>
                <a:ext cx="11088077" cy="4586694"/>
              </a:xfrm>
              <a:blipFill rotWithShape="1">
                <a:blip r:embed="rId3"/>
                <a:stretch>
                  <a:fillRect l="-6" t="-12" r="3" b="-11989"/>
                </a:stretch>
              </a:blipFill>
            </p:spPr>
            <p:txBody>
              <a:bodyPr/>
              <a:lstStyle/>
              <a:p>
                <a:r>
                  <a:rPr lang="en-US" altLang="en-US">
                    <a:noFill/>
                  </a:rPr>
                  <a:t> </a:t>
                </a:r>
              </a:p>
            </p:txBody>
          </p:sp>
        </mc:Fallback>
      </mc:AlternateContent>
      <p:sp>
        <p:nvSpPr>
          <p:cNvPr id="4" name="灯片编号占位符 3"/>
          <p:cNvSpPr>
            <a:spLocks noGrp="1"/>
          </p:cNvSpPr>
          <p:nvPr>
            <p:ph type="sldNum" sz="quarter" idx="12"/>
          </p:nvPr>
        </p:nvSpPr>
        <p:spPr/>
        <p:txBody>
          <a:bodyPr/>
          <a:lstStyle/>
          <a:p>
            <a:fld id="{8D4D1E41-7A09-AB4A-A4E1-09765ADA2698}" type="slidenum">
              <a:rPr kumimoji="1" lang="zh-CN" altLang="en-US" smtClean="0"/>
              <a:t>42</a:t>
            </a:fld>
            <a:endParaRPr kumimoji="1" lang="zh-CN" altLang="en-US" dirty="0"/>
          </a:p>
        </p:txBody>
      </p:sp>
      <p:sp>
        <p:nvSpPr>
          <p:cNvPr id="5" name="标注: 线形 4"/>
          <p:cNvSpPr/>
          <p:nvPr/>
        </p:nvSpPr>
        <p:spPr>
          <a:xfrm>
            <a:off x="4959217" y="1298888"/>
            <a:ext cx="1645920" cy="494789"/>
          </a:xfrm>
          <a:prstGeom prst="borderCallout1">
            <a:avLst>
              <a:gd name="adj1" fmla="val 71099"/>
              <a:gd name="adj2" fmla="val -6481"/>
              <a:gd name="adj3" fmla="val 204989"/>
              <a:gd name="adj4" fmla="val -45058"/>
            </a:avLst>
          </a:prstGeom>
          <a:solidFill>
            <a:srgbClr val="7030A0"/>
          </a:solidFill>
          <a:ln w="28575"/>
        </p:spPr>
        <p:style>
          <a:lnRef idx="1">
            <a:schemeClr val="accent2"/>
          </a:lnRef>
          <a:fillRef idx="2">
            <a:schemeClr val="accent2"/>
          </a:fillRef>
          <a:effectRef idx="1">
            <a:schemeClr val="accent2"/>
          </a:effectRef>
          <a:fontRef idx="minor">
            <a:schemeClr val="dk1"/>
          </a:fontRef>
        </p:style>
        <p:txBody>
          <a:bodyPr rtlCol="0" anchor="ctr"/>
          <a:lstStyle/>
          <a:p>
            <a:pPr algn="ctr"/>
            <a:r>
              <a:rPr lang="zh-CN" altLang="en-US" b="1" dirty="0">
                <a:solidFill>
                  <a:schemeClr val="bg1"/>
                </a:solidFill>
              </a:rPr>
              <a:t>怎么确定？</a:t>
            </a:r>
          </a:p>
        </p:txBody>
      </p:sp>
      <p:sp>
        <p:nvSpPr>
          <p:cNvPr id="7" name="日期占位符 15"/>
          <p:cNvSpPr>
            <a:spLocks noGrp="1"/>
          </p:cNvSpPr>
          <p:nvPr>
            <p:ph type="dt" sz="half" idx="10"/>
          </p:nvPr>
        </p:nvSpPr>
        <p:spPr>
          <a:xfrm>
            <a:off x="197335" y="6489303"/>
            <a:ext cx="1358903" cy="365125"/>
          </a:xfrm>
        </p:spPr>
        <p:txBody>
          <a:bodyPr/>
          <a:lstStyle/>
          <a:p>
            <a:r>
              <a:rPr lang="en-US" altLang="zh-CN" dirty="0">
                <a:latin typeface="微软雅黑" panose="020B0503020204020204" pitchFamily="34" charset="-122"/>
                <a:ea typeface="微软雅黑" panose="020B0503020204020204" pitchFamily="34" charset="-122"/>
              </a:rPr>
              <a:t>4.3 </a:t>
            </a:r>
            <a:r>
              <a:rPr lang="zh-CN" altLang="en-US" dirty="0">
                <a:latin typeface="微软雅黑" panose="020B0503020204020204" pitchFamily="34" charset="-122"/>
                <a:ea typeface="微软雅黑" panose="020B0503020204020204" pitchFamily="34" charset="-122"/>
              </a:rPr>
              <a:t>以太网</a:t>
            </a:r>
          </a:p>
        </p:txBody>
      </p:sp>
      <p:grpSp>
        <p:nvGrpSpPr>
          <p:cNvPr id="8" name="组合 7"/>
          <p:cNvGrpSpPr/>
          <p:nvPr/>
        </p:nvGrpSpPr>
        <p:grpSpPr>
          <a:xfrm>
            <a:off x="3442597" y="6575687"/>
            <a:ext cx="4306500" cy="254887"/>
            <a:chOff x="-214926" y="6517848"/>
            <a:chExt cx="4306500" cy="460463"/>
          </a:xfrm>
        </p:grpSpPr>
        <p:grpSp>
          <p:nvGrpSpPr>
            <p:cNvPr id="9" name="组合 8"/>
            <p:cNvGrpSpPr/>
            <p:nvPr/>
          </p:nvGrpSpPr>
          <p:grpSpPr>
            <a:xfrm>
              <a:off x="-134143" y="6517848"/>
              <a:ext cx="4225717" cy="444808"/>
              <a:chOff x="-134143" y="6326763"/>
              <a:chExt cx="4225717" cy="444808"/>
            </a:xfrm>
          </p:grpSpPr>
          <p:cxnSp>
            <p:nvCxnSpPr>
              <p:cNvPr id="11" name="直接连接符 10"/>
              <p:cNvCxnSpPr/>
              <p:nvPr/>
            </p:nvCxnSpPr>
            <p:spPr>
              <a:xfrm>
                <a:off x="-134143" y="6356350"/>
                <a:ext cx="3617495" cy="0"/>
              </a:xfrm>
              <a:prstGeom prst="line">
                <a:avLst/>
              </a:prstGeom>
            </p:spPr>
            <p:style>
              <a:lnRef idx="1">
                <a:schemeClr val="accent1"/>
              </a:lnRef>
              <a:fillRef idx="0">
                <a:schemeClr val="accent1"/>
              </a:fillRef>
              <a:effectRef idx="0">
                <a:schemeClr val="accent1"/>
              </a:effectRef>
              <a:fontRef idx="minor">
                <a:schemeClr val="tx1"/>
              </a:fontRef>
            </p:style>
          </p:cxnSp>
          <p:sp>
            <p:nvSpPr>
              <p:cNvPr id="12" name="文本框 11"/>
              <p:cNvSpPr txBox="1"/>
              <p:nvPr/>
            </p:nvSpPr>
            <p:spPr>
              <a:xfrm>
                <a:off x="466864" y="6326763"/>
                <a:ext cx="3624710" cy="444808"/>
              </a:xfrm>
              <a:prstGeom prst="rect">
                <a:avLst/>
              </a:prstGeom>
              <a:noFill/>
            </p:spPr>
            <p:txBody>
              <a:bodyPr wrap="none" rtlCol="0">
                <a:spAutoFit/>
              </a:bodyPr>
              <a:lstStyle/>
              <a:p>
                <a:r>
                  <a:rPr lang="en-US" altLang="zh-CN" sz="1000" dirty="0">
                    <a:solidFill>
                      <a:schemeClr val="bg1">
                        <a:lumMod val="50000"/>
                      </a:schemeClr>
                    </a:solidFill>
                    <a:latin typeface="微软雅黑" panose="020B0503020204020204" pitchFamily="34" charset="-122"/>
                    <a:ea typeface="微软雅黑" panose="020B0503020204020204" pitchFamily="34" charset="-122"/>
                  </a:rPr>
                  <a:t>https://ethernetalliance.org/technology/2020-roadmap/</a:t>
                </a:r>
              </a:p>
            </p:txBody>
          </p:sp>
        </p:grpSp>
        <p:sp>
          <p:nvSpPr>
            <p:cNvPr id="10" name="文本框 9"/>
            <p:cNvSpPr txBox="1"/>
            <p:nvPr/>
          </p:nvSpPr>
          <p:spPr>
            <a:xfrm>
              <a:off x="-214926" y="6519602"/>
              <a:ext cx="840644" cy="458709"/>
            </a:xfrm>
            <a:prstGeom prst="rect">
              <a:avLst/>
            </a:prstGeom>
            <a:noFill/>
          </p:spPr>
          <p:txBody>
            <a:bodyPr wrap="square">
              <a:spAutoFit/>
            </a:bodyPr>
            <a:lstStyle/>
            <a:p>
              <a:r>
                <a:rPr lang="zh-CN" altLang="en-US" sz="1050" dirty="0">
                  <a:solidFill>
                    <a:schemeClr val="bg1">
                      <a:lumMod val="50000"/>
                    </a:schemeClr>
                  </a:solidFill>
                  <a:latin typeface="微软雅黑" panose="020B0503020204020204" pitchFamily="34" charset="-122"/>
                  <a:ea typeface="微软雅黑" panose="020B0503020204020204" pitchFamily="34" charset="-122"/>
                </a:rPr>
                <a:t>图片来源</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blinds(horizontal)">
                                      <p:cBhvr>
                                        <p:cTn id="15" dur="500"/>
                                        <p:tgtEl>
                                          <p:spTgt spid="3">
                                            <p:txEl>
                                              <p:pRg st="2" end="2"/>
                                            </p:txEl>
                                          </p:spTgt>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blinds(horizontal)">
                                      <p:cBhvr>
                                        <p:cTn id="18" dur="500"/>
                                        <p:tgtEl>
                                          <p:spTgt spid="3">
                                            <p:txEl>
                                              <p:pRg st="3" end="3"/>
                                            </p:txEl>
                                          </p:spTgt>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blinds(horizontal)">
                                      <p:cBhvr>
                                        <p:cTn id="21" dur="500"/>
                                        <p:tgtEl>
                                          <p:spTgt spid="3">
                                            <p:txEl>
                                              <p:pRg st="4" end="4"/>
                                            </p:txEl>
                                          </p:spTgt>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blinds(horizontal)">
                                      <p:cBhvr>
                                        <p:cTn id="24" dur="500"/>
                                        <p:tgtEl>
                                          <p:spTgt spid="3">
                                            <p:txEl>
                                              <p:pRg st="5" end="5"/>
                                            </p:txEl>
                                          </p:spTgt>
                                        </p:tgtEl>
                                      </p:cBhvr>
                                    </p:animEffect>
                                  </p:childTnLst>
                                </p:cTn>
                              </p:par>
                              <p:par>
                                <p:cTn id="25" presetID="3" presetClass="entr" presetSubtype="10" fill="hold" grpId="0"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blinds(horizontal)">
                                      <p:cBhvr>
                                        <p:cTn id="27" dur="500"/>
                                        <p:tgtEl>
                                          <p:spTgt spid="3">
                                            <p:txEl>
                                              <p:pRg st="6" end="6"/>
                                            </p:txEl>
                                          </p:spTgt>
                                        </p:tgtEl>
                                      </p:cBhvr>
                                    </p:animEffect>
                                  </p:childTnLst>
                                </p:cTn>
                              </p:par>
                              <p:par>
                                <p:cTn id="28" presetID="3" presetClass="entr" presetSubtype="10" fill="hold" grpId="0" nodeType="withEffect">
                                  <p:stCondLst>
                                    <p:cond delay="0"/>
                                  </p:stCondLst>
                                  <p:childTnLst>
                                    <p:set>
                                      <p:cBhvr>
                                        <p:cTn id="29" dur="1" fill="hold">
                                          <p:stCondLst>
                                            <p:cond delay="0"/>
                                          </p:stCondLst>
                                        </p:cTn>
                                        <p:tgtEl>
                                          <p:spTgt spid="3">
                                            <p:txEl>
                                              <p:pRg st="7" end="7"/>
                                            </p:txEl>
                                          </p:spTgt>
                                        </p:tgtEl>
                                        <p:attrNameLst>
                                          <p:attrName>style.visibility</p:attrName>
                                        </p:attrNameLst>
                                      </p:cBhvr>
                                      <p:to>
                                        <p:strVal val="visible"/>
                                      </p:to>
                                    </p:set>
                                    <p:animEffect transition="in" filter="blinds(horizontal)">
                                      <p:cBhvr>
                                        <p:cTn id="30"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5"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以太网性能</a:t>
            </a:r>
          </a:p>
        </p:txBody>
      </p:sp>
      <p:sp>
        <p:nvSpPr>
          <p:cNvPr id="3" name="内容占位符 2"/>
          <p:cNvSpPr>
            <a:spLocks noGrp="1"/>
          </p:cNvSpPr>
          <p:nvPr>
            <p:ph idx="1"/>
          </p:nvPr>
        </p:nvSpPr>
        <p:spPr>
          <a:xfrm>
            <a:off x="838200" y="1360359"/>
            <a:ext cx="8887691" cy="516480"/>
          </a:xfrm>
        </p:spPr>
        <p:txBody>
          <a:bodyPr>
            <a:normAutofit/>
          </a:bodyPr>
          <a:lstStyle/>
          <a:p>
            <a:r>
              <a:rPr lang="zh-CN" altLang="en-US" sz="2200" dirty="0"/>
              <a:t>使用二进制指数后退算法的</a:t>
            </a:r>
            <a:r>
              <a:rPr lang="en-US" altLang="zh-CN" sz="2200" dirty="0"/>
              <a:t>CSMA/CD</a:t>
            </a:r>
            <a:r>
              <a:rPr lang="zh-CN" altLang="en-US" sz="2200" dirty="0"/>
              <a:t>方法，以太网的性能？</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43</a:t>
            </a:fld>
            <a:endParaRPr kumimoji="1" lang="zh-CN" altLang="en-US" dirty="0"/>
          </a:p>
        </p:txBody>
      </p:sp>
      <p:grpSp>
        <p:nvGrpSpPr>
          <p:cNvPr id="8" name="组合 7"/>
          <p:cNvGrpSpPr/>
          <p:nvPr/>
        </p:nvGrpSpPr>
        <p:grpSpPr>
          <a:xfrm>
            <a:off x="3757718" y="3090916"/>
            <a:ext cx="4535677" cy="3502223"/>
            <a:chOff x="3286336" y="2624616"/>
            <a:chExt cx="5619328" cy="4415632"/>
          </a:xfrm>
        </p:grpSpPr>
        <p:pic>
          <p:nvPicPr>
            <p:cNvPr id="6" name="图片 5"/>
            <p:cNvPicPr>
              <a:picLocks noChangeAspect="1"/>
            </p:cNvPicPr>
            <p:nvPr/>
          </p:nvPicPr>
          <p:blipFill>
            <a:blip r:embed="rId3"/>
            <a:stretch>
              <a:fillRect/>
            </a:stretch>
          </p:blipFill>
          <p:spPr>
            <a:xfrm>
              <a:off x="3286336" y="2624616"/>
              <a:ext cx="5619328" cy="3914296"/>
            </a:xfrm>
            <a:prstGeom prst="rect">
              <a:avLst/>
            </a:prstGeom>
          </p:spPr>
          <p:style>
            <a:lnRef idx="0">
              <a:schemeClr val="accent2"/>
            </a:lnRef>
            <a:fillRef idx="3">
              <a:schemeClr val="accent2"/>
            </a:fillRef>
            <a:effectRef idx="3">
              <a:schemeClr val="accent2"/>
            </a:effectRef>
            <a:fontRef idx="minor">
              <a:schemeClr val="lt1"/>
            </a:fontRef>
          </p:style>
        </p:pic>
        <p:sp>
          <p:nvSpPr>
            <p:cNvPr id="7" name="文本框 6"/>
            <p:cNvSpPr txBox="1"/>
            <p:nvPr/>
          </p:nvSpPr>
          <p:spPr>
            <a:xfrm>
              <a:off x="3352017" y="6574591"/>
              <a:ext cx="5553647" cy="465657"/>
            </a:xfrm>
            <a:prstGeom prst="rect">
              <a:avLst/>
            </a:prstGeom>
            <a:noFill/>
            <a:ln>
              <a:noFill/>
            </a:ln>
          </p:spPr>
          <p:style>
            <a:lnRef idx="0">
              <a:scrgbClr r="0" g="0" b="0"/>
            </a:lnRef>
            <a:fillRef idx="0">
              <a:scrgbClr r="0" g="0" b="0"/>
            </a:fillRef>
            <a:effectRef idx="0">
              <a:scrgbClr r="0" g="0" b="0"/>
            </a:effectRef>
            <a:fontRef idx="minor">
              <a:schemeClr val="accent1"/>
            </a:fontRef>
          </p:style>
          <p:txBody>
            <a:bodyPr wrap="square" rtlCol="0">
              <a:spAutoFit/>
            </a:bodyPr>
            <a:lstStyle/>
            <a:p>
              <a:pPr algn="ctr"/>
              <a:r>
                <a:rPr lang="zh-CN" altLang="en-US" dirty="0">
                  <a:solidFill>
                    <a:schemeClr val="tx1"/>
                  </a:solidFill>
                  <a:latin typeface="微软雅黑" panose="020B0503020204020204" pitchFamily="34" charset="-122"/>
                  <a:ea typeface="微软雅黑" panose="020B0503020204020204" pitchFamily="34" charset="-122"/>
                </a:rPr>
                <a:t>具有</a:t>
              </a:r>
              <a:r>
                <a:rPr lang="en-US" altLang="zh-CN" dirty="0">
                  <a:solidFill>
                    <a:schemeClr val="tx1"/>
                  </a:solidFill>
                  <a:latin typeface="微软雅黑" panose="020B0503020204020204" pitchFamily="34" charset="-122"/>
                  <a:ea typeface="微软雅黑" panose="020B0503020204020204" pitchFamily="34" charset="-122"/>
                </a:rPr>
                <a:t>512bit</a:t>
              </a:r>
              <a:r>
                <a:rPr lang="zh-CN" altLang="en-US" dirty="0">
                  <a:solidFill>
                    <a:schemeClr val="tx1"/>
                  </a:solidFill>
                  <a:latin typeface="微软雅黑" panose="020B0503020204020204" pitchFamily="34" charset="-122"/>
                  <a:ea typeface="微软雅黑" panose="020B0503020204020204" pitchFamily="34" charset="-122"/>
                </a:rPr>
                <a:t>时间槽的</a:t>
              </a:r>
              <a:r>
                <a:rPr lang="en-US" altLang="zh-CN" dirty="0">
                  <a:solidFill>
                    <a:schemeClr val="tx1"/>
                  </a:solidFill>
                  <a:latin typeface="微软雅黑" panose="020B0503020204020204" pitchFamily="34" charset="-122"/>
                  <a:ea typeface="微软雅黑" panose="020B0503020204020204" pitchFamily="34" charset="-122"/>
                </a:rPr>
                <a:t>10Mbps</a:t>
              </a:r>
              <a:r>
                <a:rPr lang="zh-CN" altLang="en-US" dirty="0">
                  <a:solidFill>
                    <a:schemeClr val="tx1"/>
                  </a:solidFill>
                  <a:latin typeface="微软雅黑" panose="020B0503020204020204" pitchFamily="34" charset="-122"/>
                  <a:ea typeface="微软雅黑" panose="020B0503020204020204" pitchFamily="34" charset="-122"/>
                </a:rPr>
                <a:t>以太网效率</a:t>
              </a:r>
            </a:p>
          </p:txBody>
        </p:sp>
      </p:grpSp>
      <mc:AlternateContent xmlns:mc="http://schemas.openxmlformats.org/markup-compatibility/2006" xmlns:a14="http://schemas.microsoft.com/office/drawing/2010/main">
        <mc:Choice Requires="a14">
          <p:sp>
            <p:nvSpPr>
              <p:cNvPr id="13" name="内容占位符 2"/>
              <p:cNvSpPr txBox="1"/>
              <p:nvPr/>
            </p:nvSpPr>
            <p:spPr>
              <a:xfrm>
                <a:off x="701100" y="3222770"/>
                <a:ext cx="2942197" cy="3258344"/>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9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9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nSpc>
                    <a:spcPct val="150000"/>
                  </a:lnSpc>
                </a:pPr>
                <a:r>
                  <a:rPr lang="zh-CN" altLang="en-US" sz="2000" dirty="0"/>
                  <a:t>传送一帧平均需要</a:t>
                </a:r>
                <a:r>
                  <a:rPr lang="en-US" altLang="zh-CN" sz="2000" dirty="0">
                    <a:solidFill>
                      <a:srgbClr val="C00000"/>
                    </a:solidFill>
                  </a:rPr>
                  <a:t>P</a:t>
                </a:r>
                <a:r>
                  <a:rPr lang="zh-CN" altLang="en-US" sz="2000" dirty="0">
                    <a:solidFill>
                      <a:srgbClr val="C00000"/>
                    </a:solidFill>
                  </a:rPr>
                  <a:t>秒</a:t>
                </a:r>
                <a:r>
                  <a:rPr lang="zh-CN" altLang="en-US" sz="2000" dirty="0"/>
                  <a:t>，某个站获得信道的概率为</a:t>
                </a:r>
                <a:r>
                  <a:rPr lang="en-US" altLang="zh-CN" sz="2000" dirty="0">
                    <a:solidFill>
                      <a:srgbClr val="C00000"/>
                    </a:solidFill>
                  </a:rPr>
                  <a:t>A</a:t>
                </a:r>
                <a:r>
                  <a:rPr lang="zh-CN" altLang="en-US" sz="2000" dirty="0">
                    <a:solidFill>
                      <a:srgbClr val="C00000"/>
                    </a:solidFill>
                  </a:rPr>
                  <a:t>，</a:t>
                </a:r>
                <a14:m>
                  <m:oMath xmlns:m="http://schemas.openxmlformats.org/officeDocument/2006/math">
                    <m:r>
                      <a:rPr lang="en-US" altLang="zh-CN" sz="2000" dirty="0" smtClean="0">
                        <a:solidFill>
                          <a:srgbClr val="C00000"/>
                        </a:solidFill>
                        <a:latin typeface="Cambria Math" panose="02040503050406030204" pitchFamily="18" charset="0"/>
                        <a:ea typeface="Cambria Math" panose="02040503050406030204" pitchFamily="18" charset="0"/>
                      </a:rPr>
                      <m:t>2</m:t>
                    </m:r>
                    <m:r>
                      <a:rPr lang="zh-CN" altLang="en-US" sz="2000" i="1" dirty="0">
                        <a:solidFill>
                          <a:srgbClr val="C00000"/>
                        </a:solidFill>
                        <a:latin typeface="Cambria Math" panose="02040503050406030204" pitchFamily="18" charset="0"/>
                        <a:ea typeface="Cambria Math" panose="02040503050406030204" pitchFamily="18" charset="0"/>
                      </a:rPr>
                      <m:t>𝜏</m:t>
                    </m:r>
                  </m:oMath>
                </a14:m>
                <a:r>
                  <a:rPr lang="zh-CN" altLang="en-US" sz="2000" dirty="0"/>
                  <a:t>为时间槽。</a:t>
                </a:r>
                <a:endParaRPr lang="en-US" altLang="zh-CN" sz="2000" dirty="0"/>
              </a:p>
              <a:p>
                <a:pPr>
                  <a:lnSpc>
                    <a:spcPct val="150000"/>
                  </a:lnSpc>
                </a:pPr>
                <a:r>
                  <a:rPr lang="zh-CN" altLang="en-US" sz="2000" dirty="0"/>
                  <a:t>电缆越长，</a:t>
                </a:r>
                <a:r>
                  <a:rPr lang="el-GR" altLang="zh-CN" sz="2000" dirty="0"/>
                  <a:t>τ</a:t>
                </a:r>
                <a:r>
                  <a:rPr lang="zh-CN" altLang="en-US" sz="2000" dirty="0"/>
                  <a:t>越大，</a:t>
                </a:r>
                <a:r>
                  <a:rPr lang="zh-CN" altLang="en-US" sz="2000" dirty="0">
                    <a:solidFill>
                      <a:srgbClr val="C00000"/>
                    </a:solidFill>
                  </a:rPr>
                  <a:t>任何两个站之间的最大电缆距离会影响性能。</a:t>
                </a:r>
                <a:endParaRPr lang="zh-CN" altLang="en-US" sz="2000" dirty="0"/>
              </a:p>
            </p:txBody>
          </p:sp>
        </mc:Choice>
        <mc:Fallback xmlns="">
          <p:sp>
            <p:nvSpPr>
              <p:cNvPr id="13" name="内容占位符 2"/>
              <p:cNvSpPr txBox="1">
                <a:spLocks noRot="1" noChangeAspect="1" noMove="1" noResize="1" noEditPoints="1" noAdjustHandles="1" noChangeArrowheads="1" noChangeShapeType="1" noTextEdit="1"/>
              </p:cNvSpPr>
              <p:nvPr/>
            </p:nvSpPr>
            <p:spPr>
              <a:xfrm>
                <a:off x="701100" y="3222770"/>
                <a:ext cx="2942197" cy="3258344"/>
              </a:xfrm>
              <a:prstGeom prst="rect">
                <a:avLst/>
              </a:prstGeom>
              <a:blipFill rotWithShape="1">
                <a:blip r:embed="rId4"/>
                <a:stretch>
                  <a:fillRect l="-2" t="-4" r="-2860" b="9"/>
                </a:stretch>
              </a:blipFill>
            </p:spPr>
            <p:txBody>
              <a:bodyPr/>
              <a:lstStyle/>
              <a:p>
                <a:r>
                  <a:rPr lang="en-US" altLang="en-US">
                    <a:noFill/>
                  </a:rPr>
                  <a:t> </a:t>
                </a:r>
              </a:p>
            </p:txBody>
          </p:sp>
        </mc:Fallback>
      </mc:AlternateContent>
      <p:sp>
        <p:nvSpPr>
          <p:cNvPr id="14" name="箭头: 下 13"/>
          <p:cNvSpPr/>
          <p:nvPr/>
        </p:nvSpPr>
        <p:spPr>
          <a:xfrm rot="16200000">
            <a:off x="5907883" y="665199"/>
            <a:ext cx="208375" cy="439938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p:nvSpPr>
        <p:spPr>
          <a:xfrm>
            <a:off x="3757718" y="1811288"/>
            <a:ext cx="4497930" cy="1015663"/>
          </a:xfrm>
          <a:prstGeom prst="rect">
            <a:avLst/>
          </a:prstGeom>
          <a:noFill/>
        </p:spPr>
        <p:txBody>
          <a:bodyPr wrap="square">
            <a:spAutoFit/>
          </a:bodyPr>
          <a:lstStyle/>
          <a:p>
            <a:pPr algn="ctr"/>
            <a:r>
              <a:rPr lang="en-US" altLang="zh-CN" sz="2000" dirty="0">
                <a:solidFill>
                  <a:srgbClr val="C00000"/>
                </a:solidFill>
                <a:latin typeface="微软雅黑" panose="020B0503020204020204" pitchFamily="34" charset="-122"/>
                <a:ea typeface="微软雅黑" panose="020B0503020204020204" pitchFamily="34" charset="-122"/>
              </a:rPr>
              <a:t>P=F/B</a:t>
            </a:r>
            <a:r>
              <a:rPr lang="zh-CN" altLang="en-US" sz="2000" dirty="0">
                <a:latin typeface="微软雅黑" panose="020B0503020204020204" pitchFamily="34" charset="-122"/>
                <a:ea typeface="微软雅黑" panose="020B0503020204020204" pitchFamily="34" charset="-122"/>
              </a:rPr>
              <a:t>，</a:t>
            </a:r>
            <a:r>
              <a:rPr lang="en-US" altLang="zh-CN" sz="2000" dirty="0">
                <a:solidFill>
                  <a:srgbClr val="7030A0"/>
                </a:solidFill>
                <a:latin typeface="微软雅黑" panose="020B0503020204020204" pitchFamily="34" charset="-122"/>
                <a:ea typeface="微软雅黑" panose="020B0503020204020204" pitchFamily="34" charset="-122"/>
              </a:rPr>
              <a:t>F</a:t>
            </a:r>
            <a:r>
              <a:rPr lang="zh-CN" altLang="en-US" sz="2000" dirty="0">
                <a:latin typeface="微软雅黑" panose="020B0503020204020204" pitchFamily="34" charset="-122"/>
                <a:ea typeface="微软雅黑" panose="020B0503020204020204" pitchFamily="34" charset="-122"/>
              </a:rPr>
              <a:t>为帧长，</a:t>
            </a:r>
            <a:r>
              <a:rPr lang="en-US" altLang="zh-CN" sz="2000" dirty="0">
                <a:solidFill>
                  <a:srgbClr val="7030A0"/>
                </a:solidFill>
                <a:latin typeface="微软雅黑" panose="020B0503020204020204" pitchFamily="34" charset="-122"/>
                <a:ea typeface="微软雅黑" panose="020B0503020204020204" pitchFamily="34" charset="-122"/>
              </a:rPr>
              <a:t>B</a:t>
            </a:r>
            <a:r>
              <a:rPr lang="zh-CN" altLang="en-US" sz="2000" dirty="0">
                <a:latin typeface="微软雅黑" panose="020B0503020204020204" pitchFamily="34" charset="-122"/>
                <a:ea typeface="微软雅黑" panose="020B0503020204020204" pitchFamily="34" charset="-122"/>
              </a:rPr>
              <a:t>为带宽；</a:t>
            </a:r>
            <a:endParaRPr lang="en-US" altLang="zh-CN" sz="2000" dirty="0">
              <a:latin typeface="微软雅黑" panose="020B0503020204020204" pitchFamily="34" charset="-122"/>
              <a:ea typeface="微软雅黑" panose="020B0503020204020204" pitchFamily="34" charset="-122"/>
            </a:endParaRPr>
          </a:p>
          <a:p>
            <a:pPr algn="ctr"/>
            <a:r>
              <a:rPr lang="en-US" altLang="zh-CN" sz="2000" dirty="0">
                <a:solidFill>
                  <a:srgbClr val="7030A0"/>
                </a:solidFill>
                <a:latin typeface="微软雅黑" panose="020B0503020204020204" pitchFamily="34" charset="-122"/>
                <a:ea typeface="微软雅黑" panose="020B0503020204020204" pitchFamily="34" charset="-122"/>
              </a:rPr>
              <a:t>L</a:t>
            </a:r>
            <a:r>
              <a:rPr lang="zh-CN" altLang="en-US" sz="2000" dirty="0">
                <a:latin typeface="微软雅黑" panose="020B0503020204020204" pitchFamily="34" charset="-122"/>
                <a:ea typeface="微软雅黑" panose="020B0503020204020204" pitchFamily="34" charset="-122"/>
              </a:rPr>
              <a:t>为电缆长度，</a:t>
            </a:r>
            <a:r>
              <a:rPr lang="en-US" altLang="zh-CN" sz="2000" dirty="0">
                <a:solidFill>
                  <a:srgbClr val="7030A0"/>
                </a:solidFill>
                <a:latin typeface="微软雅黑" panose="020B0503020204020204" pitchFamily="34" charset="-122"/>
                <a:ea typeface="微软雅黑" panose="020B0503020204020204" pitchFamily="34" charset="-122"/>
              </a:rPr>
              <a:t>c</a:t>
            </a:r>
            <a:r>
              <a:rPr lang="zh-CN" altLang="en-US" sz="2000" dirty="0">
                <a:latin typeface="微软雅黑" panose="020B0503020204020204" pitchFamily="34" charset="-122"/>
                <a:ea typeface="微软雅黑" panose="020B0503020204020204" pitchFamily="34" charset="-122"/>
              </a:rPr>
              <a:t>为信号传播速度；</a:t>
            </a:r>
            <a:endParaRPr lang="en-US" altLang="zh-CN" sz="2000" dirty="0">
              <a:latin typeface="微软雅黑" panose="020B0503020204020204" pitchFamily="34" charset="-122"/>
              <a:ea typeface="微软雅黑" panose="020B0503020204020204" pitchFamily="34" charset="-122"/>
            </a:endParaRPr>
          </a:p>
          <a:p>
            <a:pPr algn="ctr"/>
            <a:r>
              <a:rPr lang="zh-CN" altLang="en-US" sz="2000" dirty="0">
                <a:latin typeface="微软雅黑" panose="020B0503020204020204" pitchFamily="34" charset="-122"/>
                <a:ea typeface="微软雅黑" panose="020B0503020204020204" pitchFamily="34" charset="-122"/>
              </a:rPr>
              <a:t>假设每帧</a:t>
            </a:r>
            <a:r>
              <a:rPr lang="en-US" altLang="zh-CN" sz="2000" dirty="0">
                <a:solidFill>
                  <a:srgbClr val="7030A0"/>
                </a:solidFill>
                <a:latin typeface="微软雅黑" panose="020B0503020204020204" pitchFamily="34" charset="-122"/>
                <a:ea typeface="微软雅黑" panose="020B0503020204020204" pitchFamily="34" charset="-122"/>
              </a:rPr>
              <a:t>e</a:t>
            </a:r>
            <a:r>
              <a:rPr lang="zh-CN" altLang="en-US" sz="2000" dirty="0">
                <a:latin typeface="微软雅黑" panose="020B0503020204020204" pitchFamily="34" charset="-122"/>
                <a:ea typeface="微软雅黑" panose="020B0503020204020204" pitchFamily="34" charset="-122"/>
              </a:rPr>
              <a:t>个竞争时间槽</a:t>
            </a:r>
            <a:endParaRPr lang="en-US" altLang="zh-CN" sz="2000" dirty="0">
              <a:latin typeface="微软雅黑" panose="020B0503020204020204" pitchFamily="34" charset="-122"/>
              <a:ea typeface="微软雅黑" panose="020B0503020204020204" pitchFamily="34" charset="-122"/>
            </a:endParaRPr>
          </a:p>
        </p:txBody>
      </p:sp>
      <p:sp>
        <p:nvSpPr>
          <p:cNvPr id="19" name="内容占位符 2"/>
          <p:cNvSpPr txBox="1"/>
          <p:nvPr/>
        </p:nvSpPr>
        <p:spPr>
          <a:xfrm>
            <a:off x="8610600" y="3233491"/>
            <a:ext cx="2880300" cy="2974616"/>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9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9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nSpc>
                <a:spcPct val="150000"/>
              </a:lnSpc>
            </a:pPr>
            <a:r>
              <a:rPr lang="zh-CN" altLang="en-US" sz="2000" dirty="0"/>
              <a:t>在给定帧长的情况下，</a:t>
            </a:r>
            <a:r>
              <a:rPr lang="zh-CN" altLang="en-US" sz="2000" dirty="0">
                <a:solidFill>
                  <a:srgbClr val="C00000"/>
                </a:solidFill>
              </a:rPr>
              <a:t>增加带宽或距离会降低网络效率。</a:t>
            </a:r>
            <a:endParaRPr lang="en-US" altLang="zh-CN" sz="2000" dirty="0">
              <a:solidFill>
                <a:srgbClr val="C00000"/>
              </a:solidFill>
            </a:endParaRPr>
          </a:p>
          <a:p>
            <a:pPr>
              <a:lnSpc>
                <a:spcPct val="150000"/>
              </a:lnSpc>
            </a:pPr>
            <a:r>
              <a:rPr lang="zh-CN" altLang="en-US" sz="2000" dirty="0"/>
              <a:t>然而网络发展的</a:t>
            </a:r>
            <a:r>
              <a:rPr lang="zh-CN" altLang="en-US" sz="2000" dirty="0">
                <a:solidFill>
                  <a:srgbClr val="7030A0"/>
                </a:solidFill>
              </a:rPr>
              <a:t>目标总是在长距离上拥有高带宽！</a:t>
            </a:r>
            <a:endParaRPr lang="en-US" altLang="zh-CN" sz="2000" dirty="0">
              <a:solidFill>
                <a:srgbClr val="7030A0"/>
              </a:solidFill>
            </a:endParaRPr>
          </a:p>
          <a:p>
            <a:pPr>
              <a:lnSpc>
                <a:spcPct val="150000"/>
              </a:lnSpc>
            </a:pPr>
            <a:endParaRPr lang="zh-CN" altLang="en-US" sz="2000" dirty="0"/>
          </a:p>
        </p:txBody>
      </p:sp>
      <mc:AlternateContent xmlns:mc="http://schemas.openxmlformats.org/markup-compatibility/2006" xmlns:a14="http://schemas.microsoft.com/office/drawing/2010/main">
        <mc:Choice Requires="a14">
          <p:sp>
            <p:nvSpPr>
              <p:cNvPr id="5" name="文本框 4"/>
              <p:cNvSpPr txBox="1"/>
              <p:nvPr/>
            </p:nvSpPr>
            <p:spPr>
              <a:xfrm>
                <a:off x="903131" y="2413948"/>
                <a:ext cx="2434064" cy="628057"/>
              </a:xfrm>
              <a:prstGeom prst="rect">
                <a:avLst/>
              </a:prstGeom>
              <a:ln>
                <a:solidFill>
                  <a:srgbClr val="7030A0"/>
                </a:solidFill>
              </a:ln>
            </p:spPr>
            <p:style>
              <a:lnRef idx="2">
                <a:schemeClr val="accent1"/>
              </a:lnRef>
              <a:fillRef idx="1">
                <a:schemeClr val="lt1"/>
              </a:fillRef>
              <a:effectRef idx="0">
                <a:schemeClr val="accent1"/>
              </a:effectRef>
              <a:fontRef idx="minor">
                <a:schemeClr val="dk1"/>
              </a:fontRef>
            </p:style>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zh-CN" altLang="en-US" sz="2000" i="1" dirty="0">
                          <a:latin typeface="Cambria Math" panose="02040503050406030204" pitchFamily="18" charset="0"/>
                          <a:ea typeface="Cambria Math" panose="02040503050406030204" pitchFamily="18" charset="0"/>
                        </a:rPr>
                        <m:t>信道</m:t>
                      </m:r>
                      <m:r>
                        <a:rPr lang="zh-CN" altLang="en-US" sz="2000" i="1" dirty="0" smtClean="0">
                          <a:latin typeface="Cambria Math" panose="02040503050406030204" pitchFamily="18" charset="0"/>
                          <a:ea typeface="Cambria Math" panose="02040503050406030204" pitchFamily="18" charset="0"/>
                        </a:rPr>
                        <m:t>效率</m:t>
                      </m:r>
                      <m:r>
                        <a:rPr lang="en-US" altLang="zh-CN" sz="2000" i="1" dirty="0" smtClean="0">
                          <a:latin typeface="Cambria Math" panose="02040503050406030204" pitchFamily="18" charset="0"/>
                          <a:ea typeface="Cambria Math" panose="02040503050406030204" pitchFamily="18" charset="0"/>
                        </a:rPr>
                        <m:t>=</m:t>
                      </m:r>
                      <m:f>
                        <m:fPr>
                          <m:ctrlPr>
                            <a:rPr lang="en-US" altLang="zh-CN" sz="2000" i="1" dirty="0" smtClean="0">
                              <a:latin typeface="Cambria Math" panose="02040503050406030204" pitchFamily="18" charset="0"/>
                              <a:ea typeface="Cambria Math" panose="02040503050406030204" pitchFamily="18" charset="0"/>
                            </a:rPr>
                          </m:ctrlPr>
                        </m:fPr>
                        <m:num>
                          <m:r>
                            <m:rPr>
                              <m:sty m:val="p"/>
                            </m:rPr>
                            <a:rPr lang="en-US" altLang="zh-CN" sz="2000" i="1" dirty="0">
                              <a:latin typeface="Cambria Math" panose="02040503050406030204" pitchFamily="18" charset="0"/>
                              <a:ea typeface="Cambria Math" panose="02040503050406030204" pitchFamily="18" charset="0"/>
                            </a:rPr>
                            <m:t>P</m:t>
                          </m:r>
                        </m:num>
                        <m:den>
                          <m:r>
                            <m:rPr>
                              <m:sty m:val="p"/>
                            </m:rPr>
                            <a:rPr lang="en-US" altLang="zh-CN" sz="2000" i="1" dirty="0">
                              <a:latin typeface="Cambria Math" panose="02040503050406030204" pitchFamily="18" charset="0"/>
                              <a:ea typeface="Cambria Math" panose="02040503050406030204" pitchFamily="18" charset="0"/>
                            </a:rPr>
                            <m:t>P</m:t>
                          </m:r>
                          <m:r>
                            <a:rPr lang="en-US" altLang="zh-CN" sz="2000" i="1" dirty="0" smtClean="0">
                              <a:latin typeface="Cambria Math" panose="02040503050406030204" pitchFamily="18" charset="0"/>
                              <a:ea typeface="Cambria Math" panose="02040503050406030204" pitchFamily="18" charset="0"/>
                            </a:rPr>
                            <m:t>+</m:t>
                          </m:r>
                          <m:r>
                            <a:rPr lang="en-US" altLang="zh-CN" sz="2000" b="0" i="1" dirty="0" smtClean="0">
                              <a:latin typeface="Cambria Math" panose="02040503050406030204" pitchFamily="18" charset="0"/>
                              <a:ea typeface="Cambria Math" panose="02040503050406030204" pitchFamily="18" charset="0"/>
                            </a:rPr>
                            <m:t>2</m:t>
                          </m:r>
                          <m:r>
                            <a:rPr lang="zh-CN" altLang="en-US" sz="2000" b="0" i="1" dirty="0" smtClean="0">
                              <a:latin typeface="Cambria Math" panose="02040503050406030204" pitchFamily="18" charset="0"/>
                              <a:ea typeface="Cambria Math" panose="02040503050406030204" pitchFamily="18" charset="0"/>
                            </a:rPr>
                            <m:t>𝜏</m:t>
                          </m:r>
                          <m:r>
                            <a:rPr lang="en-US" altLang="zh-CN" sz="2000" b="0" i="1" dirty="0" smtClean="0">
                              <a:latin typeface="Cambria Math" panose="02040503050406030204" pitchFamily="18" charset="0"/>
                              <a:ea typeface="Cambria Math" panose="02040503050406030204" pitchFamily="18" charset="0"/>
                            </a:rPr>
                            <m:t>/</m:t>
                          </m:r>
                          <m:r>
                            <m:rPr>
                              <m:sty m:val="p"/>
                            </m:rPr>
                            <a:rPr lang="en-US" altLang="zh-CN" sz="2000" i="1" dirty="0">
                              <a:latin typeface="Cambria Math" panose="02040503050406030204" pitchFamily="18" charset="0"/>
                              <a:ea typeface="Cambria Math" panose="02040503050406030204" pitchFamily="18" charset="0"/>
                            </a:rPr>
                            <m:t>A</m:t>
                          </m:r>
                        </m:den>
                      </m:f>
                    </m:oMath>
                  </m:oMathPara>
                </a14:m>
                <a:endParaRPr lang="zh-CN" altLang="en-US" sz="2000" dirty="0"/>
              </a:p>
            </p:txBody>
          </p:sp>
        </mc:Choice>
        <mc:Fallback xmlns="">
          <p:sp>
            <p:nvSpPr>
              <p:cNvPr id="5" name="文本框 4"/>
              <p:cNvSpPr txBox="1">
                <a:spLocks noRot="1" noChangeAspect="1" noMove="1" noResize="1" noEditPoints="1" noAdjustHandles="1" noChangeArrowheads="1" noChangeShapeType="1" noTextEdit="1"/>
              </p:cNvSpPr>
              <p:nvPr/>
            </p:nvSpPr>
            <p:spPr>
              <a:xfrm>
                <a:off x="903131" y="2413948"/>
                <a:ext cx="2434064" cy="628057"/>
              </a:xfrm>
              <a:prstGeom prst="rect">
                <a:avLst/>
              </a:prstGeom>
              <a:blipFill rotWithShape="1">
                <a:blip r:embed="rId5"/>
                <a:stretch>
                  <a:fillRect l="-267" t="-1061" r="-2963" b="-955"/>
                </a:stretch>
              </a:blipFill>
              <a:ln>
                <a:solidFill>
                  <a:srgbClr val="7030A0"/>
                </a:solidFill>
              </a:ln>
            </p:spPr>
            <p:style>
              <a:lnRef idx="2">
                <a:schemeClr val="accent1"/>
              </a:lnRef>
              <a:fillRef idx="1">
                <a:schemeClr val="lt1"/>
              </a:fillRef>
              <a:effectRef idx="0">
                <a:schemeClr val="accent1"/>
              </a:effectRef>
              <a:fontRef idx="minor">
                <a:schemeClr val="dk1"/>
              </a:fontRef>
            </p:style>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17" name="文本框 16"/>
              <p:cNvSpPr txBox="1"/>
              <p:nvPr/>
            </p:nvSpPr>
            <p:spPr>
              <a:xfrm>
                <a:off x="8605956" y="2384961"/>
                <a:ext cx="2819683" cy="630044"/>
              </a:xfrm>
              <a:prstGeom prst="rect">
                <a:avLst/>
              </a:prstGeom>
              <a:ln>
                <a:solidFill>
                  <a:srgbClr val="7030A0"/>
                </a:solidFill>
              </a:ln>
            </p:spPr>
            <p:style>
              <a:lnRef idx="2">
                <a:schemeClr val="accent1"/>
              </a:lnRef>
              <a:fillRef idx="1">
                <a:schemeClr val="lt1"/>
              </a:fillRef>
              <a:effectRef idx="0">
                <a:schemeClr val="accent1"/>
              </a:effectRef>
              <a:fontRef idx="minor">
                <a:schemeClr val="dk1"/>
              </a:fontRef>
            </p:style>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zh-CN" altLang="en-US" sz="2000" i="1" dirty="0" smtClean="0">
                          <a:latin typeface="Cambria Math" panose="02040503050406030204" pitchFamily="18" charset="0"/>
                          <a:ea typeface="Cambria Math" panose="02040503050406030204" pitchFamily="18" charset="0"/>
                        </a:rPr>
                        <m:t>信道效率</m:t>
                      </m:r>
                      <m:r>
                        <a:rPr lang="en-US" altLang="zh-CN" sz="2000" i="1" dirty="0" smtClean="0">
                          <a:latin typeface="Cambria Math" panose="02040503050406030204" pitchFamily="18" charset="0"/>
                          <a:ea typeface="Cambria Math" panose="02040503050406030204" pitchFamily="18" charset="0"/>
                        </a:rPr>
                        <m:t>=</m:t>
                      </m:r>
                      <m:f>
                        <m:fPr>
                          <m:ctrlPr>
                            <a:rPr lang="en-US" altLang="zh-CN" sz="2000" i="1" dirty="0" smtClean="0">
                              <a:latin typeface="Cambria Math" panose="02040503050406030204" pitchFamily="18" charset="0"/>
                              <a:ea typeface="Cambria Math" panose="02040503050406030204" pitchFamily="18" charset="0"/>
                            </a:rPr>
                          </m:ctrlPr>
                        </m:fPr>
                        <m:num>
                          <m:r>
                            <a:rPr lang="en-US" altLang="zh-CN" sz="2000" b="0" i="1" dirty="0" smtClean="0">
                              <a:latin typeface="Cambria Math" panose="02040503050406030204" pitchFamily="18" charset="0"/>
                              <a:ea typeface="Cambria Math" panose="02040503050406030204" pitchFamily="18" charset="0"/>
                            </a:rPr>
                            <m:t>1</m:t>
                          </m:r>
                        </m:num>
                        <m:den>
                          <m:r>
                            <a:rPr lang="en-US" altLang="zh-CN" sz="2000" b="0" i="1" dirty="0" smtClean="0">
                              <a:latin typeface="Cambria Math" panose="02040503050406030204" pitchFamily="18" charset="0"/>
                              <a:ea typeface="Cambria Math" panose="02040503050406030204" pitchFamily="18" charset="0"/>
                            </a:rPr>
                            <m:t>1</m:t>
                          </m:r>
                          <m:r>
                            <a:rPr lang="en-US" altLang="zh-CN" sz="2000" i="1" dirty="0" smtClean="0">
                              <a:latin typeface="Cambria Math" panose="02040503050406030204" pitchFamily="18" charset="0"/>
                              <a:ea typeface="Cambria Math" panose="02040503050406030204" pitchFamily="18" charset="0"/>
                            </a:rPr>
                            <m:t>+</m:t>
                          </m:r>
                          <m:r>
                            <a:rPr lang="en-US" altLang="zh-CN" sz="2000" b="0" i="1" dirty="0" smtClean="0">
                              <a:latin typeface="Cambria Math" panose="02040503050406030204" pitchFamily="18" charset="0"/>
                              <a:ea typeface="Cambria Math" panose="02040503050406030204" pitchFamily="18" charset="0"/>
                            </a:rPr>
                            <m:t>2</m:t>
                          </m:r>
                          <m:r>
                            <m:rPr>
                              <m:sty m:val="p"/>
                            </m:rPr>
                            <a:rPr lang="en-US" altLang="zh-CN" sz="2000" i="1" dirty="0">
                              <a:latin typeface="Cambria Math" panose="02040503050406030204" pitchFamily="18" charset="0"/>
                              <a:ea typeface="Cambria Math" panose="02040503050406030204" pitchFamily="18" charset="0"/>
                            </a:rPr>
                            <m:t>BLe</m:t>
                          </m:r>
                          <m:r>
                            <a:rPr lang="en-US" altLang="zh-CN" sz="2000" b="0" i="1" dirty="0" smtClean="0">
                              <a:latin typeface="Cambria Math" panose="02040503050406030204" pitchFamily="18" charset="0"/>
                              <a:ea typeface="Cambria Math" panose="02040503050406030204" pitchFamily="18" charset="0"/>
                            </a:rPr>
                            <m:t>/</m:t>
                          </m:r>
                          <m:r>
                            <m:rPr>
                              <m:sty m:val="p"/>
                            </m:rPr>
                            <a:rPr lang="en-US" altLang="zh-CN" sz="2000" i="1" dirty="0">
                              <a:latin typeface="Cambria Math" panose="02040503050406030204" pitchFamily="18" charset="0"/>
                              <a:ea typeface="Cambria Math" panose="02040503050406030204" pitchFamily="18" charset="0"/>
                            </a:rPr>
                            <m:t>cF</m:t>
                          </m:r>
                        </m:den>
                      </m:f>
                    </m:oMath>
                  </m:oMathPara>
                </a14:m>
                <a:endParaRPr lang="zh-CN" altLang="en-US" sz="2000" dirty="0"/>
              </a:p>
            </p:txBody>
          </p:sp>
        </mc:Choice>
        <mc:Fallback xmlns="">
          <p:sp>
            <p:nvSpPr>
              <p:cNvPr id="17" name="文本框 16"/>
              <p:cNvSpPr txBox="1">
                <a:spLocks noRot="1" noChangeAspect="1" noMove="1" noResize="1" noEditPoints="1" noAdjustHandles="1" noChangeArrowheads="1" noChangeShapeType="1" noTextEdit="1"/>
              </p:cNvSpPr>
              <p:nvPr/>
            </p:nvSpPr>
            <p:spPr>
              <a:xfrm>
                <a:off x="8605956" y="2384961"/>
                <a:ext cx="2819683" cy="630044"/>
              </a:xfrm>
              <a:prstGeom prst="rect">
                <a:avLst/>
              </a:prstGeom>
              <a:blipFill rotWithShape="1">
                <a:blip r:embed="rId6"/>
                <a:stretch>
                  <a:fillRect l="-241" t="-1093" r="-2564" b="-1004"/>
                </a:stretch>
              </a:blipFill>
              <a:ln>
                <a:solidFill>
                  <a:srgbClr val="7030A0"/>
                </a:solidFill>
              </a:ln>
            </p:spPr>
            <p:style>
              <a:lnRef idx="2">
                <a:schemeClr val="accent1"/>
              </a:lnRef>
              <a:fillRef idx="1">
                <a:schemeClr val="lt1"/>
              </a:fillRef>
              <a:effectRef idx="0">
                <a:schemeClr val="accent1"/>
              </a:effectRef>
              <a:fontRef idx="minor">
                <a:schemeClr val="dk1"/>
              </a:fontRef>
            </p:style>
            <p:txBody>
              <a:bodyPr/>
              <a:lstStyle/>
              <a:p>
                <a:r>
                  <a:rPr lang="en-US" altLang="en-US">
                    <a:noFill/>
                  </a:rPr>
                  <a:t> </a:t>
                </a:r>
              </a:p>
            </p:txBody>
          </p:sp>
        </mc:Fallback>
      </mc:AlternateContent>
      <p:grpSp>
        <p:nvGrpSpPr>
          <p:cNvPr id="25" name="组合 24"/>
          <p:cNvGrpSpPr/>
          <p:nvPr/>
        </p:nvGrpSpPr>
        <p:grpSpPr>
          <a:xfrm>
            <a:off x="3442597" y="6575687"/>
            <a:ext cx="5099987" cy="254887"/>
            <a:chOff x="-214926" y="6517848"/>
            <a:chExt cx="5099987" cy="460463"/>
          </a:xfrm>
        </p:grpSpPr>
        <p:grpSp>
          <p:nvGrpSpPr>
            <p:cNvPr id="26" name="组合 25"/>
            <p:cNvGrpSpPr/>
            <p:nvPr/>
          </p:nvGrpSpPr>
          <p:grpSpPr>
            <a:xfrm>
              <a:off x="-134143" y="6517848"/>
              <a:ext cx="5019204" cy="444808"/>
              <a:chOff x="-134143" y="6326763"/>
              <a:chExt cx="5019204" cy="444808"/>
            </a:xfrm>
          </p:grpSpPr>
          <p:cxnSp>
            <p:nvCxnSpPr>
              <p:cNvPr id="28" name="直接连接符 27"/>
              <p:cNvCxnSpPr/>
              <p:nvPr/>
            </p:nvCxnSpPr>
            <p:spPr>
              <a:xfrm>
                <a:off x="-134143" y="6356350"/>
                <a:ext cx="3617495" cy="0"/>
              </a:xfrm>
              <a:prstGeom prst="line">
                <a:avLst/>
              </a:prstGeom>
            </p:spPr>
            <p:style>
              <a:lnRef idx="1">
                <a:schemeClr val="accent1"/>
              </a:lnRef>
              <a:fillRef idx="0">
                <a:schemeClr val="accent1"/>
              </a:fillRef>
              <a:effectRef idx="0">
                <a:schemeClr val="accent1"/>
              </a:effectRef>
              <a:fontRef idx="minor">
                <a:schemeClr val="tx1"/>
              </a:fontRef>
            </p:style>
          </p:cxnSp>
          <p:sp>
            <p:nvSpPr>
              <p:cNvPr id="29" name="文本框 28"/>
              <p:cNvSpPr txBox="1"/>
              <p:nvPr/>
            </p:nvSpPr>
            <p:spPr>
              <a:xfrm>
                <a:off x="466864" y="6326763"/>
                <a:ext cx="4418197" cy="444808"/>
              </a:xfrm>
              <a:prstGeom prst="rect">
                <a:avLst/>
              </a:prstGeom>
              <a:noFill/>
            </p:spPr>
            <p:txBody>
              <a:bodyPr wrap="none" rtlCol="0">
                <a:spAutoFit/>
              </a:bodyPr>
              <a:lstStyle/>
              <a:p>
                <a:r>
                  <a:rPr lang="en-US" altLang="zh-CN" sz="1000" dirty="0">
                    <a:solidFill>
                      <a:schemeClr val="bg1">
                        <a:lumMod val="50000"/>
                      </a:schemeClr>
                    </a:solidFill>
                    <a:latin typeface="微软雅黑" panose="020B0503020204020204" pitchFamily="34" charset="-122"/>
                    <a:ea typeface="微软雅黑" panose="020B0503020204020204" pitchFamily="34" charset="-122"/>
                  </a:rPr>
                  <a:t>Andrew </a:t>
                </a:r>
                <a:r>
                  <a:rPr lang="en-US" altLang="zh-CN" sz="1000" dirty="0" err="1">
                    <a:solidFill>
                      <a:schemeClr val="bg1">
                        <a:lumMod val="50000"/>
                      </a:schemeClr>
                    </a:solidFill>
                    <a:latin typeface="微软雅黑" panose="020B0503020204020204" pitchFamily="34" charset="-122"/>
                    <a:ea typeface="微软雅黑" panose="020B0503020204020204" pitchFamily="34" charset="-122"/>
                  </a:rPr>
                  <a:t>S.Tanenbaum</a:t>
                </a:r>
                <a:r>
                  <a:rPr lang="en-US" altLang="zh-CN" sz="1000" dirty="0">
                    <a:solidFill>
                      <a:schemeClr val="bg1">
                        <a:lumMod val="50000"/>
                      </a:schemeClr>
                    </a:solidFill>
                    <a:latin typeface="微软雅黑" panose="020B0503020204020204" pitchFamily="34" charset="-122"/>
                    <a:ea typeface="微软雅黑" panose="020B0503020204020204" pitchFamily="34" charset="-122"/>
                  </a:rPr>
                  <a:t>, </a:t>
                </a:r>
                <a:r>
                  <a:rPr lang="zh-CN" altLang="en-US" sz="1000" dirty="0">
                    <a:solidFill>
                      <a:schemeClr val="bg1">
                        <a:lumMod val="50000"/>
                      </a:schemeClr>
                    </a:solidFill>
                    <a:latin typeface="微软雅黑" panose="020B0503020204020204" pitchFamily="34" charset="-122"/>
                    <a:ea typeface="微软雅黑" panose="020B0503020204020204" pitchFamily="34" charset="-122"/>
                  </a:rPr>
                  <a:t>潘爱民</a:t>
                </a:r>
                <a:r>
                  <a:rPr lang="en-US" altLang="zh-CN" sz="1000" dirty="0">
                    <a:solidFill>
                      <a:schemeClr val="bg1">
                        <a:lumMod val="50000"/>
                      </a:schemeClr>
                    </a:solidFill>
                    <a:latin typeface="微软雅黑" panose="020B0503020204020204" pitchFamily="34" charset="-122"/>
                    <a:ea typeface="微软雅黑" panose="020B0503020204020204" pitchFamily="34" charset="-122"/>
                  </a:rPr>
                  <a:t>. </a:t>
                </a:r>
                <a:r>
                  <a:rPr lang="zh-CN" altLang="en-US" sz="1000" dirty="0">
                    <a:solidFill>
                      <a:schemeClr val="bg1">
                        <a:lumMod val="50000"/>
                      </a:schemeClr>
                    </a:solidFill>
                    <a:latin typeface="微软雅黑" panose="020B0503020204020204" pitchFamily="34" charset="-122"/>
                    <a:ea typeface="微软雅黑" panose="020B0503020204020204" pitchFamily="34" charset="-122"/>
                  </a:rPr>
                  <a:t>计算机网络</a:t>
                </a:r>
                <a:r>
                  <a:rPr lang="en-US" altLang="zh-CN" sz="1000" dirty="0">
                    <a:solidFill>
                      <a:schemeClr val="bg1">
                        <a:lumMod val="50000"/>
                      </a:schemeClr>
                    </a:solidFill>
                    <a:latin typeface="微软雅黑" panose="020B0503020204020204" pitchFamily="34" charset="-122"/>
                    <a:ea typeface="微软雅黑" panose="020B0503020204020204" pitchFamily="34" charset="-122"/>
                  </a:rPr>
                  <a:t>[M]. </a:t>
                </a:r>
                <a:r>
                  <a:rPr lang="zh-CN" altLang="en-US" sz="1000" dirty="0">
                    <a:solidFill>
                      <a:schemeClr val="bg1">
                        <a:lumMod val="50000"/>
                      </a:schemeClr>
                    </a:solidFill>
                    <a:latin typeface="微软雅黑" panose="020B0503020204020204" pitchFamily="34" charset="-122"/>
                    <a:ea typeface="微软雅黑" panose="020B0503020204020204" pitchFamily="34" charset="-122"/>
                  </a:rPr>
                  <a:t>清华大学出版社</a:t>
                </a:r>
                <a:r>
                  <a:rPr lang="en-US" altLang="zh-CN" sz="1000" dirty="0">
                    <a:solidFill>
                      <a:schemeClr val="bg1">
                        <a:lumMod val="50000"/>
                      </a:schemeClr>
                    </a:solidFill>
                    <a:latin typeface="微软雅黑" panose="020B0503020204020204" pitchFamily="34" charset="-122"/>
                    <a:ea typeface="微软雅黑" panose="020B0503020204020204" pitchFamily="34" charset="-122"/>
                  </a:rPr>
                  <a:t>, 2012.</a:t>
                </a:r>
              </a:p>
            </p:txBody>
          </p:sp>
        </p:grpSp>
        <p:sp>
          <p:nvSpPr>
            <p:cNvPr id="27" name="文本框 26"/>
            <p:cNvSpPr txBox="1"/>
            <p:nvPr/>
          </p:nvSpPr>
          <p:spPr>
            <a:xfrm>
              <a:off x="-214926" y="6519602"/>
              <a:ext cx="840644" cy="458709"/>
            </a:xfrm>
            <a:prstGeom prst="rect">
              <a:avLst/>
            </a:prstGeom>
            <a:noFill/>
          </p:spPr>
          <p:txBody>
            <a:bodyPr wrap="square">
              <a:spAutoFit/>
            </a:bodyPr>
            <a:lstStyle/>
            <a:p>
              <a:r>
                <a:rPr lang="zh-CN" altLang="en-US" sz="1050" dirty="0">
                  <a:solidFill>
                    <a:schemeClr val="bg1">
                      <a:lumMod val="50000"/>
                    </a:schemeClr>
                  </a:solidFill>
                  <a:latin typeface="微软雅黑" panose="020B0503020204020204" pitchFamily="34" charset="-122"/>
                  <a:ea typeface="微软雅黑" panose="020B0503020204020204" pitchFamily="34" charset="-122"/>
                </a:rPr>
                <a:t>图片来源</a:t>
              </a:r>
            </a:p>
          </p:txBody>
        </p:sp>
      </p:grpSp>
      <p:sp>
        <p:nvSpPr>
          <p:cNvPr id="20" name="日期占位符 15"/>
          <p:cNvSpPr>
            <a:spLocks noGrp="1"/>
          </p:cNvSpPr>
          <p:nvPr>
            <p:ph type="dt" sz="half" idx="10"/>
          </p:nvPr>
        </p:nvSpPr>
        <p:spPr>
          <a:xfrm>
            <a:off x="197335" y="6489303"/>
            <a:ext cx="1411657" cy="332605"/>
          </a:xfrm>
        </p:spPr>
        <p:txBody>
          <a:bodyPr/>
          <a:lstStyle/>
          <a:p>
            <a:r>
              <a:rPr lang="en-US" altLang="zh-CN" dirty="0">
                <a:latin typeface="微软雅黑" panose="020B0503020204020204" pitchFamily="34" charset="-122"/>
                <a:ea typeface="微软雅黑" panose="020B0503020204020204" pitchFamily="34" charset="-122"/>
              </a:rPr>
              <a:t>4.3 </a:t>
            </a:r>
            <a:r>
              <a:rPr lang="zh-CN" altLang="en-US" dirty="0">
                <a:latin typeface="微软雅黑" panose="020B0503020204020204" pitchFamily="34" charset="-122"/>
                <a:ea typeface="微软雅黑" panose="020B0503020204020204" pitchFamily="34" charset="-122"/>
              </a:rPr>
              <a:t>以太网</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blinds(horizontal)">
                                      <p:cBhvr>
                                        <p:cTn id="10" dur="500"/>
                                        <p:tgtEl>
                                          <p:spTgt spid="13"/>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blinds(horizontal)">
                                      <p:cBhvr>
                                        <p:cTn id="15" dur="500"/>
                                        <p:tgtEl>
                                          <p:spTgt spid="16"/>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blinds(horizontal)">
                                      <p:cBhvr>
                                        <p:cTn id="18" dur="500"/>
                                        <p:tgtEl>
                                          <p:spTgt spid="14"/>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blinds(horizontal)">
                                      <p:cBhvr>
                                        <p:cTn id="21" dur="500"/>
                                        <p:tgtEl>
                                          <p:spTgt spid="17"/>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grpId="0" nodeType="clickEffect">
                                  <p:stCondLst>
                                    <p:cond delay="0"/>
                                  </p:stCondLst>
                                  <p:childTnLst>
                                    <p:set>
                                      <p:cBhvr>
                                        <p:cTn id="25" dur="1" fill="hold">
                                          <p:stCondLst>
                                            <p:cond delay="0"/>
                                          </p:stCondLst>
                                        </p:cTn>
                                        <p:tgtEl>
                                          <p:spTgt spid="19"/>
                                        </p:tgtEl>
                                        <p:attrNameLst>
                                          <p:attrName>style.visibility</p:attrName>
                                        </p:attrNameLst>
                                      </p:cBhvr>
                                      <p:to>
                                        <p:strVal val="visible"/>
                                      </p:to>
                                    </p:set>
                                    <p:animEffect transition="in" filter="blinds(horizontal)">
                                      <p:cBhvr>
                                        <p:cTn id="26" dur="500"/>
                                        <p:tgtEl>
                                          <p:spTgt spid="19"/>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nodeType="click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blinds(horizontal)">
                                      <p:cBhvr>
                                        <p:cTn id="31"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animBg="1"/>
      <p:bldP spid="16" grpId="0"/>
      <p:bldP spid="19" grpId="0"/>
      <p:bldP spid="5" grpId="0" animBg="1"/>
      <p:bldP spid="17"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10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99988" y="3659362"/>
            <a:ext cx="5949462" cy="31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图片 12"/>
          <p:cNvPicPr>
            <a:picLocks noChangeAspect="1"/>
          </p:cNvPicPr>
          <p:nvPr/>
        </p:nvPicPr>
        <p:blipFill>
          <a:blip r:embed="rId4"/>
          <a:stretch>
            <a:fillRect/>
          </a:stretch>
        </p:blipFill>
        <p:spPr>
          <a:xfrm>
            <a:off x="4862021" y="1762708"/>
            <a:ext cx="2598273" cy="1164026"/>
          </a:xfrm>
          <a:prstGeom prst="rect">
            <a:avLst/>
          </a:prstGeom>
        </p:spPr>
      </p:pic>
      <p:sp>
        <p:nvSpPr>
          <p:cNvPr id="3" name="内容占位符 2"/>
          <p:cNvSpPr>
            <a:spLocks noGrp="1"/>
          </p:cNvSpPr>
          <p:nvPr>
            <p:ph idx="1"/>
          </p:nvPr>
        </p:nvSpPr>
        <p:spPr>
          <a:xfrm>
            <a:off x="565608" y="1510756"/>
            <a:ext cx="10788192" cy="4982117"/>
          </a:xfrm>
        </p:spPr>
        <p:txBody>
          <a:bodyPr>
            <a:normAutofit/>
          </a:bodyPr>
          <a:lstStyle/>
          <a:p>
            <a:pPr>
              <a:lnSpc>
                <a:spcPct val="120000"/>
              </a:lnSpc>
            </a:pPr>
            <a:r>
              <a:rPr lang="zh-CN" altLang="en-US" sz="2200" dirty="0"/>
              <a:t>使用</a:t>
            </a:r>
            <a:r>
              <a:rPr lang="zh-CN" altLang="en-US" sz="2200" dirty="0">
                <a:solidFill>
                  <a:srgbClr val="C00000"/>
                </a:solidFill>
              </a:rPr>
              <a:t>集线器（</a:t>
            </a:r>
            <a:r>
              <a:rPr lang="en-US" altLang="zh-CN" sz="2200" dirty="0">
                <a:solidFill>
                  <a:srgbClr val="C00000"/>
                </a:solidFill>
              </a:rPr>
              <a:t>HUB</a:t>
            </a:r>
            <a:r>
              <a:rPr lang="zh-CN" altLang="en-US" sz="2200" dirty="0">
                <a:solidFill>
                  <a:srgbClr val="C00000"/>
                </a:solidFill>
              </a:rPr>
              <a:t>）</a:t>
            </a:r>
            <a:r>
              <a:rPr lang="zh-CN" altLang="en-US" sz="2200" dirty="0"/>
              <a:t>组建以太网</a:t>
            </a:r>
            <a:endParaRPr lang="en-US" altLang="zh-CN" sz="2200" dirty="0"/>
          </a:p>
          <a:p>
            <a:pPr lvl="1">
              <a:lnSpc>
                <a:spcPct val="120000"/>
              </a:lnSpc>
            </a:pPr>
            <a:r>
              <a:rPr lang="en-US" altLang="zh-CN" sz="2000" dirty="0"/>
              <a:t>Hub</a:t>
            </a:r>
            <a:r>
              <a:rPr lang="zh-CN" altLang="en-US" sz="2000" dirty="0"/>
              <a:t>所有端口内部都是连通的</a:t>
            </a:r>
          </a:p>
          <a:p>
            <a:pPr lvl="1">
              <a:lnSpc>
                <a:spcPct val="120000"/>
              </a:lnSpc>
            </a:pPr>
            <a:r>
              <a:rPr lang="zh-CN" altLang="en-US" sz="2000" dirty="0"/>
              <a:t>使同一根总线</a:t>
            </a:r>
          </a:p>
          <a:p>
            <a:pPr lvl="1">
              <a:lnSpc>
                <a:spcPct val="120000"/>
              </a:lnSpc>
            </a:pPr>
            <a:r>
              <a:rPr lang="zh-CN" altLang="en-US" sz="2000" dirty="0"/>
              <a:t>和</a:t>
            </a:r>
            <a:r>
              <a:rPr lang="en-US" altLang="zh-CN" sz="2000" dirty="0"/>
              <a:t>Repeater</a:t>
            </a:r>
            <a:r>
              <a:rPr lang="zh-CN" altLang="en-US" sz="2000" dirty="0"/>
              <a:t>一样，也是物理层设备</a:t>
            </a:r>
            <a:endParaRPr lang="en-US" altLang="zh-CN" sz="2000" dirty="0"/>
          </a:p>
          <a:p>
            <a:pPr>
              <a:lnSpc>
                <a:spcPct val="120000"/>
              </a:lnSpc>
            </a:pPr>
            <a:r>
              <a:rPr lang="zh-CN" altLang="en-US" sz="2200" dirty="0"/>
              <a:t>使用</a:t>
            </a:r>
            <a:r>
              <a:rPr lang="en-US" altLang="zh-CN" sz="2200" dirty="0"/>
              <a:t>Hub</a:t>
            </a:r>
            <a:r>
              <a:rPr lang="zh-CN" altLang="en-US" sz="2200" dirty="0"/>
              <a:t>扩展以太网</a:t>
            </a:r>
            <a:endParaRPr lang="en-US" altLang="zh-CN" sz="2200" dirty="0"/>
          </a:p>
          <a:p>
            <a:pPr lvl="1">
              <a:lnSpc>
                <a:spcPct val="120000"/>
              </a:lnSpc>
            </a:pPr>
            <a:r>
              <a:rPr lang="zh-CN" altLang="en-US" sz="2000" dirty="0"/>
              <a:t>集线器不能增加容量</a:t>
            </a:r>
          </a:p>
          <a:p>
            <a:pPr lvl="1">
              <a:lnSpc>
                <a:spcPct val="120000"/>
              </a:lnSpc>
            </a:pPr>
            <a:r>
              <a:rPr lang="zh-CN" altLang="en-US" sz="2000" dirty="0"/>
              <a:t>用集线器组成更大的局域网都在一个冲突域中</a:t>
            </a:r>
          </a:p>
          <a:p>
            <a:pPr lvl="1">
              <a:lnSpc>
                <a:spcPct val="120000"/>
              </a:lnSpc>
            </a:pPr>
            <a:r>
              <a:rPr lang="en-US" altLang="zh-CN" sz="2000" dirty="0"/>
              <a:t>Hub</a:t>
            </a:r>
            <a:r>
              <a:rPr lang="zh-CN" altLang="en-US" sz="2000" dirty="0"/>
              <a:t>级连：限制了网络的可扩展性</a:t>
            </a:r>
            <a:endParaRPr lang="en-US" altLang="zh-CN" sz="2000" dirty="0"/>
          </a:p>
        </p:txBody>
      </p:sp>
      <p:sp>
        <p:nvSpPr>
          <p:cNvPr id="2" name="标题 1"/>
          <p:cNvSpPr>
            <a:spLocks noGrp="1"/>
          </p:cNvSpPr>
          <p:nvPr>
            <p:ph type="title"/>
          </p:nvPr>
        </p:nvSpPr>
        <p:spPr/>
        <p:txBody>
          <a:bodyPr>
            <a:normAutofit/>
          </a:bodyPr>
          <a:lstStyle/>
          <a:p>
            <a:r>
              <a:rPr lang="zh-CN" altLang="en-US" dirty="0"/>
              <a:t>交换式以太网 </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44</a:t>
            </a:fld>
            <a:endParaRPr kumimoji="1" lang="zh-CN" altLang="en-US" dirty="0"/>
          </a:p>
        </p:txBody>
      </p:sp>
      <p:pic>
        <p:nvPicPr>
          <p:cNvPr id="7"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60558" y="1534158"/>
            <a:ext cx="4266729" cy="15270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Rectangle 3"/>
          <p:cNvSpPr txBox="1">
            <a:spLocks noChangeArrowheads="1"/>
          </p:cNvSpPr>
          <p:nvPr/>
        </p:nvSpPr>
        <p:spPr>
          <a:xfrm>
            <a:off x="6292013" y="5299699"/>
            <a:ext cx="5746380" cy="1056651"/>
          </a:xfrm>
          <a:prstGeom prst="rect">
            <a:avLst/>
          </a:prstGeom>
        </p:spPr>
        <p:txBody>
          <a:bodyPr vert="horz" lIns="91440" tIns="45720" rIns="91440" bIns="45720" rtlCol="0">
            <a:noAutofit/>
          </a:bodyPr>
          <a:lstStyle>
            <a:lvl1pPr marL="228600" indent="-228600">
              <a:lnSpc>
                <a:spcPct val="100000"/>
              </a:lnSpc>
              <a:spcBef>
                <a:spcPts val="600"/>
              </a:spcBef>
              <a:buFont typeface="Wingdings" panose="05000000000000000000" pitchFamily="2" charset="2"/>
              <a:buChar char="Ø"/>
              <a:defRPr sz="2800">
                <a:latin typeface="微软雅黑" panose="020B0503020204020204" pitchFamily="34" charset="-122"/>
                <a:ea typeface="微软雅黑" panose="020B0503020204020204" pitchFamily="34" charset="-122"/>
              </a:defRPr>
            </a:lvl1pPr>
            <a:lvl2pPr marL="685800" indent="-228600">
              <a:lnSpc>
                <a:spcPct val="100000"/>
              </a:lnSpc>
              <a:spcBef>
                <a:spcPts val="600"/>
              </a:spcBef>
              <a:buFont typeface="Arial" panose="020B0604020202090204" pitchFamily="34" charset="0"/>
              <a:buChar char="•"/>
              <a:defRPr sz="2400">
                <a:latin typeface="微软雅黑" panose="020B0503020204020204" pitchFamily="34" charset="-122"/>
                <a:ea typeface="微软雅黑" panose="020B0503020204020204" pitchFamily="34" charset="-122"/>
              </a:defRPr>
            </a:lvl2pPr>
            <a:lvl3pPr marL="1143000" indent="-228600">
              <a:lnSpc>
                <a:spcPct val="100000"/>
              </a:lnSpc>
              <a:spcBef>
                <a:spcPts val="600"/>
              </a:spcBef>
              <a:buFont typeface="Arial" panose="020B0604020202090204" pitchFamily="34" charset="0"/>
              <a:buChar char="•"/>
              <a:defRPr sz="2000">
                <a:latin typeface="微软雅黑" panose="020B0503020204020204" pitchFamily="34" charset="-122"/>
                <a:ea typeface="微软雅黑" panose="020B0503020204020204" pitchFamily="34" charset="-122"/>
              </a:defRPr>
            </a:lvl3pPr>
            <a:lvl4pPr marL="1600200" indent="-228600">
              <a:lnSpc>
                <a:spcPct val="100000"/>
              </a:lnSpc>
              <a:spcBef>
                <a:spcPts val="600"/>
              </a:spcBef>
              <a:buFont typeface="Arial" panose="020B0604020202090204" pitchFamily="34" charset="0"/>
              <a:buChar char="•"/>
              <a:defRPr>
                <a:latin typeface="微软雅黑" panose="020B0503020204020204" pitchFamily="34" charset="-122"/>
                <a:ea typeface="微软雅黑" panose="020B0503020204020204" pitchFamily="34" charset="-122"/>
              </a:defRPr>
            </a:lvl4pPr>
            <a:lvl5pPr marL="2057400" indent="-228600">
              <a:lnSpc>
                <a:spcPct val="100000"/>
              </a:lnSpc>
              <a:spcBef>
                <a:spcPts val="600"/>
              </a:spcBef>
              <a:buFont typeface="Arial" panose="020B0604020202090204" pitchFamily="34" charset="0"/>
              <a:buChar char="•"/>
              <a:defRPr>
                <a:latin typeface="微软雅黑" panose="020B0503020204020204" pitchFamily="34" charset="-122"/>
                <a:ea typeface="微软雅黑" panose="020B0503020204020204" pitchFamily="34" charset="-122"/>
              </a:defRPr>
            </a:lvl5pPr>
            <a:lvl6pPr marL="2514600" indent="-228600">
              <a:lnSpc>
                <a:spcPct val="90000"/>
              </a:lnSpc>
              <a:spcBef>
                <a:spcPts val="500"/>
              </a:spcBef>
              <a:buFont typeface="Arial" panose="020B0604020202090204" pitchFamily="34" charset="0"/>
              <a:buChar char="•"/>
            </a:lvl6pPr>
            <a:lvl7pPr marL="2971800" indent="-228600">
              <a:lnSpc>
                <a:spcPct val="90000"/>
              </a:lnSpc>
              <a:spcBef>
                <a:spcPts val="500"/>
              </a:spcBef>
              <a:buFont typeface="Arial" panose="020B0604020202090204" pitchFamily="34" charset="0"/>
              <a:buChar char="•"/>
            </a:lvl7pPr>
            <a:lvl8pPr marL="3429000" indent="-228600">
              <a:lnSpc>
                <a:spcPct val="90000"/>
              </a:lnSpc>
              <a:spcBef>
                <a:spcPts val="500"/>
              </a:spcBef>
              <a:buFont typeface="Arial" panose="020B0604020202090204" pitchFamily="34" charset="0"/>
              <a:buChar char="•"/>
            </a:lvl8pPr>
            <a:lvl9pPr marL="3886200" indent="-228600">
              <a:lnSpc>
                <a:spcPct val="90000"/>
              </a:lnSpc>
              <a:spcBef>
                <a:spcPts val="500"/>
              </a:spcBef>
              <a:buFont typeface="Arial" panose="020B0604020202090204" pitchFamily="34" charset="0"/>
              <a:buChar char="•"/>
            </a:lvl9pPr>
          </a:lstStyle>
          <a:p>
            <a:pPr>
              <a:spcAft>
                <a:spcPts val="600"/>
              </a:spcAft>
            </a:pPr>
            <a:endParaRPr lang="zh-CN" altLang="en-US" sz="2000" dirty="0"/>
          </a:p>
        </p:txBody>
      </p:sp>
      <p:grpSp>
        <p:nvGrpSpPr>
          <p:cNvPr id="11" name="组合 10"/>
          <p:cNvGrpSpPr/>
          <p:nvPr/>
        </p:nvGrpSpPr>
        <p:grpSpPr>
          <a:xfrm>
            <a:off x="1011577" y="5183679"/>
            <a:ext cx="4242623" cy="1288689"/>
            <a:chOff x="7669426" y="892387"/>
            <a:chExt cx="4242623" cy="1288689"/>
          </a:xfrm>
        </p:grpSpPr>
        <p:sp>
          <p:nvSpPr>
            <p:cNvPr id="9" name="十二角星 5"/>
            <p:cNvSpPr/>
            <p:nvPr/>
          </p:nvSpPr>
          <p:spPr>
            <a:xfrm>
              <a:off x="7669426" y="892387"/>
              <a:ext cx="4242623" cy="1288689"/>
            </a:xfrm>
            <a:prstGeom prst="star12">
              <a:avLst/>
            </a:prstGeom>
            <a:solidFill>
              <a:schemeClr val="accent1">
                <a:lumMod val="20000"/>
                <a:lumOff val="80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600" b="1" dirty="0">
                <a:solidFill>
                  <a:srgbClr val="C00000"/>
                </a:solidFill>
                <a:latin typeface="Arial" panose="020B0604020202090204" pitchFamily="34" charset="0"/>
                <a:cs typeface="Arial" panose="020B0604020202090204" pitchFamily="34" charset="0"/>
              </a:endParaRPr>
            </a:p>
          </p:txBody>
        </p:sp>
        <p:sp>
          <p:nvSpPr>
            <p:cNvPr id="10" name="文本框 9"/>
            <p:cNvSpPr txBox="1"/>
            <p:nvPr/>
          </p:nvSpPr>
          <p:spPr>
            <a:xfrm>
              <a:off x="8346919" y="1192771"/>
              <a:ext cx="2799164" cy="738664"/>
            </a:xfrm>
            <a:prstGeom prst="rect">
              <a:avLst/>
            </a:prstGeom>
            <a:noFill/>
          </p:spPr>
          <p:txBody>
            <a:bodyPr wrap="none" rtlCol="0">
              <a:spAutoFit/>
            </a:bodyPr>
            <a:lstStyle/>
            <a:p>
              <a:pPr algn="ctr"/>
              <a:r>
                <a:rPr lang="en-US" altLang="zh-CN" sz="2400" b="1" dirty="0">
                  <a:solidFill>
                    <a:srgbClr val="C00000"/>
                  </a:solidFill>
                </a:rPr>
                <a:t>Switched Ethernet </a:t>
              </a:r>
            </a:p>
            <a:p>
              <a:pPr algn="ctr"/>
              <a:r>
                <a:rPr lang="en-US" altLang="zh-CN" b="1" dirty="0">
                  <a:solidFill>
                    <a:srgbClr val="C00000"/>
                  </a:solidFill>
                </a:rPr>
                <a:t>to the rescue!</a:t>
              </a:r>
              <a:endParaRPr lang="zh-CN" altLang="en-US" b="1" dirty="0">
                <a:solidFill>
                  <a:srgbClr val="C00000"/>
                </a:solidFill>
              </a:endParaRPr>
            </a:p>
          </p:txBody>
        </p:sp>
      </p:grpSp>
      <p:sp>
        <p:nvSpPr>
          <p:cNvPr id="15" name="日期占位符 15"/>
          <p:cNvSpPr>
            <a:spLocks noGrp="1"/>
          </p:cNvSpPr>
          <p:nvPr>
            <p:ph type="dt" sz="half" idx="10"/>
          </p:nvPr>
        </p:nvSpPr>
        <p:spPr>
          <a:xfrm>
            <a:off x="197335" y="6489303"/>
            <a:ext cx="1314942" cy="365125"/>
          </a:xfrm>
        </p:spPr>
        <p:txBody>
          <a:bodyPr/>
          <a:lstStyle/>
          <a:p>
            <a:r>
              <a:rPr lang="en-US" altLang="zh-CN" dirty="0">
                <a:latin typeface="微软雅黑" panose="020B0503020204020204" pitchFamily="34" charset="-122"/>
                <a:ea typeface="微软雅黑" panose="020B0503020204020204" pitchFamily="34" charset="-122"/>
              </a:rPr>
              <a:t>4.3 </a:t>
            </a:r>
            <a:r>
              <a:rPr lang="zh-CN" altLang="en-US" dirty="0">
                <a:latin typeface="微软雅黑" panose="020B0503020204020204" pitchFamily="34" charset="-122"/>
                <a:ea typeface="微软雅黑" panose="020B0503020204020204" pitchFamily="34" charset="-122"/>
              </a:rPr>
              <a:t>以太网</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blinds(horizontal)">
                                      <p:cBhvr>
                                        <p:cTn id="7" dur="500"/>
                                        <p:tgtEl>
                                          <p:spTgt spid="3">
                                            <p:txEl>
                                              <p:pRg st="4" end="4"/>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3">
                                            <p:txEl>
                                              <p:pRg st="5" end="5"/>
                                            </p:txEl>
                                          </p:spTgt>
                                        </p:tgtEl>
                                        <p:attrNameLst>
                                          <p:attrName>style.visibility</p:attrName>
                                        </p:attrNameLst>
                                      </p:cBhvr>
                                      <p:to>
                                        <p:strVal val="visible"/>
                                      </p:to>
                                    </p:set>
                                    <p:animEffect transition="in" filter="blinds(horizontal)">
                                      <p:cBhvr>
                                        <p:cTn id="10" dur="500"/>
                                        <p:tgtEl>
                                          <p:spTgt spid="3">
                                            <p:txEl>
                                              <p:pRg st="5" end="5"/>
                                            </p:txEl>
                                          </p:spTgt>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animEffect transition="in" filter="blinds(horizontal)">
                                      <p:cBhvr>
                                        <p:cTn id="13" dur="500"/>
                                        <p:tgtEl>
                                          <p:spTgt spid="3">
                                            <p:txEl>
                                              <p:pRg st="6" end="6"/>
                                            </p:txEl>
                                          </p:spTgt>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3">
                                            <p:txEl>
                                              <p:pRg st="7" end="7"/>
                                            </p:txEl>
                                          </p:spTgt>
                                        </p:tgtEl>
                                        <p:attrNameLst>
                                          <p:attrName>style.visibility</p:attrName>
                                        </p:attrNameLst>
                                      </p:cBhvr>
                                      <p:to>
                                        <p:strVal val="visible"/>
                                      </p:to>
                                    </p:set>
                                    <p:animEffect transition="in" filter="blinds(horizontal)">
                                      <p:cBhvr>
                                        <p:cTn id="16" dur="500"/>
                                        <p:tgtEl>
                                          <p:spTgt spid="3">
                                            <p:txEl>
                                              <p:pRg st="7" end="7"/>
                                            </p:txEl>
                                          </p:spTgt>
                                        </p:tgtEl>
                                      </p:cBhvr>
                                    </p:animEffect>
                                  </p:childTnLst>
                                </p:cTn>
                              </p:par>
                              <p:par>
                                <p:cTn id="17" presetID="3" presetClass="entr" presetSubtype="10" fill="hold" grpId="0" nodeType="withEffect" nodePh="1">
                                  <p:stCondLst>
                                    <p:cond delay="0"/>
                                  </p:stCondLst>
                                  <p:endCondLst>
                                    <p:cond evt="begin" delay="0">
                                      <p:tn val="17"/>
                                    </p:cond>
                                  </p:endCondLst>
                                  <p:childTnLst>
                                    <p:set>
                                      <p:cBhvr>
                                        <p:cTn id="18" dur="1" fill="hold">
                                          <p:stCondLst>
                                            <p:cond delay="0"/>
                                          </p:stCondLst>
                                        </p:cTn>
                                        <p:tgtEl>
                                          <p:spTgt spid="8"/>
                                        </p:tgtEl>
                                        <p:attrNameLst>
                                          <p:attrName>style.visibility</p:attrName>
                                        </p:attrNameLst>
                                      </p:cBhvr>
                                      <p:to>
                                        <p:strVal val="visible"/>
                                      </p:to>
                                    </p:set>
                                    <p:animEffect transition="in" filter="blinds(horizontal)">
                                      <p:cBhvr>
                                        <p:cTn id="19" dur="500"/>
                                        <p:tgtEl>
                                          <p:spTgt spid="8"/>
                                        </p:tgtEl>
                                      </p:cBhvr>
                                    </p:animEffect>
                                  </p:childTnLst>
                                </p:cTn>
                              </p:par>
                              <p:par>
                                <p:cTn id="20" presetID="3" presetClass="entr" presetSubtype="10" fill="hold" nodeType="with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blinds(horizontal)">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53" presetClass="entr" presetSubtype="16" fill="hold" nodeType="clickEffect">
                                  <p:stCondLst>
                                    <p:cond delay="0"/>
                                  </p:stCondLst>
                                  <p:childTnLst>
                                    <p:set>
                                      <p:cBhvr>
                                        <p:cTn id="26" dur="1" fill="hold">
                                          <p:stCondLst>
                                            <p:cond delay="0"/>
                                          </p:stCondLst>
                                        </p:cTn>
                                        <p:tgtEl>
                                          <p:spTgt spid="11"/>
                                        </p:tgtEl>
                                        <p:attrNameLst>
                                          <p:attrName>style.visibility</p:attrName>
                                        </p:attrNameLst>
                                      </p:cBhvr>
                                      <p:to>
                                        <p:strVal val="visible"/>
                                      </p:to>
                                    </p:set>
                                    <p:anim calcmode="lin" valueType="num">
                                      <p:cBhvr>
                                        <p:cTn id="27" dur="500" fill="hold"/>
                                        <p:tgtEl>
                                          <p:spTgt spid="11"/>
                                        </p:tgtEl>
                                        <p:attrNameLst>
                                          <p:attrName>ppt_w</p:attrName>
                                        </p:attrNameLst>
                                      </p:cBhvr>
                                      <p:tavLst>
                                        <p:tav tm="0">
                                          <p:val>
                                            <p:fltVal val="0"/>
                                          </p:val>
                                        </p:tav>
                                        <p:tav tm="100000">
                                          <p:val>
                                            <p:strVal val="#ppt_w"/>
                                          </p:val>
                                        </p:tav>
                                      </p:tavLst>
                                    </p:anim>
                                    <p:anim calcmode="lin" valueType="num">
                                      <p:cBhvr>
                                        <p:cTn id="28" dur="500" fill="hold"/>
                                        <p:tgtEl>
                                          <p:spTgt spid="11"/>
                                        </p:tgtEl>
                                        <p:attrNameLst>
                                          <p:attrName>ppt_h</p:attrName>
                                        </p:attrNameLst>
                                      </p:cBhvr>
                                      <p:tavLst>
                                        <p:tav tm="0">
                                          <p:val>
                                            <p:fltVal val="0"/>
                                          </p:val>
                                        </p:tav>
                                        <p:tav tm="100000">
                                          <p:val>
                                            <p:strVal val="#ppt_h"/>
                                          </p:val>
                                        </p:tav>
                                      </p:tavLst>
                                    </p:anim>
                                    <p:animEffect transition="in" filter="fade">
                                      <p:cBhvr>
                                        <p:cTn id="29"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8"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38200" y="1510756"/>
            <a:ext cx="9024257" cy="5343671"/>
          </a:xfrm>
        </p:spPr>
        <p:txBody>
          <a:bodyPr>
            <a:normAutofit/>
          </a:bodyPr>
          <a:lstStyle/>
          <a:p>
            <a:r>
              <a:rPr lang="zh-CN" altLang="en-US" sz="2400" dirty="0"/>
              <a:t>交换式以太网的核心是</a:t>
            </a:r>
            <a:r>
              <a:rPr lang="zh-CN" altLang="en-US" sz="2400" dirty="0">
                <a:solidFill>
                  <a:srgbClr val="C00000"/>
                </a:solidFill>
              </a:rPr>
              <a:t>交换机（</a:t>
            </a:r>
            <a:r>
              <a:rPr lang="en-US" altLang="zh-CN" sz="2400" dirty="0">
                <a:solidFill>
                  <a:srgbClr val="C00000"/>
                </a:solidFill>
              </a:rPr>
              <a:t>Switch</a:t>
            </a:r>
            <a:r>
              <a:rPr lang="zh-CN" altLang="en-US" sz="2400" dirty="0">
                <a:solidFill>
                  <a:srgbClr val="C00000"/>
                </a:solidFill>
              </a:rPr>
              <a:t>）</a:t>
            </a:r>
            <a:endParaRPr lang="en-US" altLang="zh-CN" sz="2400" dirty="0">
              <a:solidFill>
                <a:srgbClr val="C00000"/>
              </a:solidFill>
            </a:endParaRPr>
          </a:p>
          <a:p>
            <a:pPr marL="360045" lvl="1">
              <a:lnSpc>
                <a:spcPct val="120000"/>
              </a:lnSpc>
            </a:pPr>
            <a:r>
              <a:rPr lang="zh-CN" altLang="en-US" sz="2200" dirty="0">
                <a:latin typeface="微软雅黑" panose="020B0503020204020204" pitchFamily="34" charset="-122"/>
                <a:ea typeface="微软雅黑" panose="020B0503020204020204" pitchFamily="34" charset="-122"/>
              </a:rPr>
              <a:t>工作在数据链路层，检查</a:t>
            </a:r>
            <a:r>
              <a:rPr lang="en-US" altLang="zh-CN" sz="2200" dirty="0">
                <a:latin typeface="微软雅黑" panose="020B0503020204020204" pitchFamily="34" charset="-122"/>
                <a:ea typeface="微软雅黑" panose="020B0503020204020204" pitchFamily="34" charset="-122"/>
              </a:rPr>
              <a:t>MAC </a:t>
            </a:r>
            <a:r>
              <a:rPr lang="zh-CN" altLang="en-US" sz="2200" dirty="0">
                <a:latin typeface="微软雅黑" panose="020B0503020204020204" pitchFamily="34" charset="-122"/>
                <a:ea typeface="微软雅黑" panose="020B0503020204020204" pitchFamily="34" charset="-122"/>
              </a:rPr>
              <a:t>帧的</a:t>
            </a:r>
            <a:r>
              <a:rPr lang="zh-CN" altLang="en-US" sz="2200" dirty="0">
                <a:solidFill>
                  <a:srgbClr val="C00000"/>
                </a:solidFill>
                <a:latin typeface="微软雅黑" panose="020B0503020204020204" pitchFamily="34" charset="-122"/>
                <a:ea typeface="微软雅黑" panose="020B0503020204020204" pitchFamily="34" charset="-122"/>
              </a:rPr>
              <a:t>目的地址</a:t>
            </a:r>
            <a:r>
              <a:rPr lang="zh-CN" altLang="en-US" sz="2200" dirty="0">
                <a:latin typeface="微软雅黑" panose="020B0503020204020204" pitchFamily="34" charset="-122"/>
                <a:ea typeface="微软雅黑" panose="020B0503020204020204" pitchFamily="34" charset="-122"/>
              </a:rPr>
              <a:t>对收到的帧进行转发 </a:t>
            </a:r>
            <a:endParaRPr lang="en-US" altLang="zh-CN" sz="2200" dirty="0">
              <a:latin typeface="微软雅黑" panose="020B0503020204020204" pitchFamily="34" charset="-122"/>
              <a:ea typeface="微软雅黑" panose="020B0503020204020204" pitchFamily="34" charset="-122"/>
            </a:endParaRPr>
          </a:p>
          <a:p>
            <a:pPr marL="360045" lvl="1">
              <a:lnSpc>
                <a:spcPct val="120000"/>
              </a:lnSpc>
            </a:pPr>
            <a:r>
              <a:rPr lang="zh-CN" altLang="en-US" sz="2200" dirty="0">
                <a:latin typeface="微软雅黑" panose="020B0503020204020204" pitchFamily="34" charset="-122"/>
                <a:ea typeface="微软雅黑" panose="020B0503020204020204" pitchFamily="34" charset="-122"/>
              </a:rPr>
              <a:t>交换机通过高速背板把帧传送到目标端口</a:t>
            </a:r>
            <a:endParaRPr lang="en-US" altLang="zh-CN" sz="2200" dirty="0">
              <a:latin typeface="微软雅黑" panose="020B0503020204020204" pitchFamily="34" charset="-122"/>
              <a:ea typeface="微软雅黑" panose="020B0503020204020204" pitchFamily="34" charset="-122"/>
            </a:endParaRPr>
          </a:p>
          <a:p>
            <a:pPr marL="360045" lvl="1">
              <a:lnSpc>
                <a:spcPct val="120000"/>
              </a:lnSpc>
            </a:pPr>
            <a:endParaRPr lang="en-US" altLang="zh-CN" sz="2200" dirty="0"/>
          </a:p>
          <a:p>
            <a:pPr marL="360045" lvl="1">
              <a:lnSpc>
                <a:spcPct val="120000"/>
              </a:lnSpc>
            </a:pPr>
            <a:endParaRPr lang="en-US" altLang="zh-CN" sz="2200" dirty="0"/>
          </a:p>
          <a:p>
            <a:pPr marL="360045" lvl="1">
              <a:lnSpc>
                <a:spcPct val="120000"/>
              </a:lnSpc>
            </a:pPr>
            <a:endParaRPr lang="en-US" altLang="zh-CN" sz="2200" dirty="0"/>
          </a:p>
          <a:p>
            <a:pPr marL="360045" lvl="1">
              <a:lnSpc>
                <a:spcPct val="120000"/>
              </a:lnSpc>
            </a:pPr>
            <a:endParaRPr lang="en-US" altLang="zh-CN" sz="2200" dirty="0">
              <a:latin typeface="微软雅黑" panose="020B0503020204020204" pitchFamily="34" charset="-122"/>
              <a:ea typeface="微软雅黑" panose="020B0503020204020204" pitchFamily="34" charset="-122"/>
            </a:endParaRPr>
          </a:p>
          <a:p>
            <a:pPr marL="360045" lvl="1">
              <a:lnSpc>
                <a:spcPct val="120000"/>
              </a:lnSpc>
            </a:pPr>
            <a:r>
              <a:rPr lang="zh-CN" altLang="en-US" sz="2200" dirty="0"/>
              <a:t>混杂模式（</a:t>
            </a:r>
            <a:r>
              <a:rPr lang="en-US" altLang="zh-CN" sz="2200" dirty="0"/>
              <a:t>promiscuous mode</a:t>
            </a:r>
            <a:r>
              <a:rPr lang="zh-CN" altLang="en-US" sz="2200" dirty="0"/>
              <a:t>）</a:t>
            </a:r>
          </a:p>
          <a:p>
            <a:pPr marL="817245" lvl="2">
              <a:lnSpc>
                <a:spcPct val="120000"/>
              </a:lnSpc>
            </a:pPr>
            <a:r>
              <a:rPr lang="en-US" altLang="zh-CN" dirty="0"/>
              <a:t>Hacker</a:t>
            </a:r>
          </a:p>
          <a:p>
            <a:pPr marL="817245" lvl="2">
              <a:lnSpc>
                <a:spcPct val="120000"/>
              </a:lnSpc>
            </a:pPr>
            <a:r>
              <a:rPr lang="zh-CN" altLang="en-US" dirty="0"/>
              <a:t>网络分析</a:t>
            </a:r>
            <a:endParaRPr lang="zh-CN" altLang="en-US" sz="2400" dirty="0"/>
          </a:p>
        </p:txBody>
      </p:sp>
      <p:grpSp>
        <p:nvGrpSpPr>
          <p:cNvPr id="12" name="组合 11"/>
          <p:cNvGrpSpPr/>
          <p:nvPr/>
        </p:nvGrpSpPr>
        <p:grpSpPr>
          <a:xfrm>
            <a:off x="1034045" y="2774414"/>
            <a:ext cx="10695539" cy="3332471"/>
            <a:chOff x="1034045" y="2774414"/>
            <a:chExt cx="10695539" cy="3332471"/>
          </a:xfrm>
        </p:grpSpPr>
        <p:pic>
          <p:nvPicPr>
            <p:cNvPr id="1026" name="Picture 2" descr="Support - 06-MAC Address Table Management Configuration- H3C"/>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27055" y="2774414"/>
              <a:ext cx="4402529" cy="3332471"/>
            </a:xfrm>
            <a:prstGeom prst="rect">
              <a:avLst/>
            </a:prstGeom>
            <a:noFill/>
            <a:extLst>
              <a:ext uri="{909E8E84-426E-40DD-AFC4-6F175D3DCCD1}">
                <a14:hiddenFill xmlns:a14="http://schemas.microsoft.com/office/drawing/2010/main">
                  <a:solidFill>
                    <a:srgbClr val="FFFFFF"/>
                  </a:solidFill>
                </a14:hiddenFill>
              </a:ext>
            </a:extLst>
          </p:spPr>
        </p:pic>
        <p:sp>
          <p:nvSpPr>
            <p:cNvPr id="5" name="箭头: 右 4"/>
            <p:cNvSpPr/>
            <p:nvPr/>
          </p:nvSpPr>
          <p:spPr>
            <a:xfrm>
              <a:off x="6777053" y="3898641"/>
              <a:ext cx="526473" cy="15932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 name="图片 5"/>
            <p:cNvPicPr>
              <a:picLocks noChangeAspect="1"/>
            </p:cNvPicPr>
            <p:nvPr/>
          </p:nvPicPr>
          <p:blipFill>
            <a:blip r:embed="rId4"/>
            <a:stretch>
              <a:fillRect/>
            </a:stretch>
          </p:blipFill>
          <p:spPr>
            <a:xfrm>
              <a:off x="1034045" y="3069689"/>
              <a:ext cx="5365380" cy="1621194"/>
            </a:xfrm>
            <a:prstGeom prst="rect">
              <a:avLst/>
            </a:prstGeom>
          </p:spPr>
        </p:pic>
      </p:grpSp>
      <p:sp>
        <p:nvSpPr>
          <p:cNvPr id="2" name="标题 1"/>
          <p:cNvSpPr>
            <a:spLocks noGrp="1"/>
          </p:cNvSpPr>
          <p:nvPr>
            <p:ph type="title"/>
          </p:nvPr>
        </p:nvSpPr>
        <p:spPr/>
        <p:txBody>
          <a:bodyPr/>
          <a:lstStyle/>
          <a:p>
            <a:r>
              <a:rPr lang="zh-CN" altLang="en-US" dirty="0"/>
              <a:t>交换式以太网</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45</a:t>
            </a:fld>
            <a:endParaRPr kumimoji="1" lang="zh-CN" altLang="en-US" dirty="0"/>
          </a:p>
        </p:txBody>
      </p:sp>
      <p:sp>
        <p:nvSpPr>
          <p:cNvPr id="11" name="日期占位符 15"/>
          <p:cNvSpPr>
            <a:spLocks noGrp="1"/>
          </p:cNvSpPr>
          <p:nvPr>
            <p:ph type="dt" sz="half" idx="10"/>
          </p:nvPr>
        </p:nvSpPr>
        <p:spPr>
          <a:xfrm>
            <a:off x="197335" y="6489303"/>
            <a:ext cx="1481996" cy="365125"/>
          </a:xfrm>
        </p:spPr>
        <p:txBody>
          <a:bodyPr/>
          <a:lstStyle/>
          <a:p>
            <a:r>
              <a:rPr lang="en-US" altLang="zh-CN" dirty="0">
                <a:latin typeface="微软雅黑" panose="020B0503020204020204" pitchFamily="34" charset="-122"/>
                <a:ea typeface="微软雅黑" panose="020B0503020204020204" pitchFamily="34" charset="-122"/>
              </a:rPr>
              <a:t>4.3 </a:t>
            </a:r>
            <a:r>
              <a:rPr lang="zh-CN" altLang="en-US" dirty="0">
                <a:latin typeface="微软雅黑" panose="020B0503020204020204" pitchFamily="34" charset="-122"/>
                <a:ea typeface="微软雅黑" panose="020B0503020204020204" pitchFamily="34" charset="-122"/>
              </a:rPr>
              <a:t>以太网</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animEffect transition="in" filter="blinds(horizontal)">
                                      <p:cBhvr>
                                        <p:cTn id="7" dur="500"/>
                                        <p:tgtEl>
                                          <p:spTgt spid="3">
                                            <p:txEl>
                                              <p:pRg st="7" end="7"/>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
                                            <p:txEl>
                                              <p:pRg st="8" end="8"/>
                                            </p:txEl>
                                          </p:spTgt>
                                        </p:tgtEl>
                                        <p:attrNameLst>
                                          <p:attrName>style.visibility</p:attrName>
                                        </p:attrNameLst>
                                      </p:cBhvr>
                                      <p:to>
                                        <p:strVal val="visible"/>
                                      </p:to>
                                    </p:set>
                                    <p:animEffect transition="in" filter="blinds(horizontal)">
                                      <p:cBhvr>
                                        <p:cTn id="10" dur="500"/>
                                        <p:tgtEl>
                                          <p:spTgt spid="3">
                                            <p:txEl>
                                              <p:pRg st="8" end="8"/>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3">
                                            <p:txEl>
                                              <p:pRg st="9" end="9"/>
                                            </p:txEl>
                                          </p:spTgt>
                                        </p:tgtEl>
                                        <p:attrNameLst>
                                          <p:attrName>style.visibility</p:attrName>
                                        </p:attrNameLst>
                                      </p:cBhvr>
                                      <p:to>
                                        <p:strVal val="visible"/>
                                      </p:to>
                                    </p:set>
                                    <p:animEffect transition="in" filter="blinds(horizontal)">
                                      <p:cBhvr>
                                        <p:cTn id="13"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rotWithShape="1">
          <a:blip r:embed="rId3"/>
          <a:srcRect r="53126"/>
          <a:stretch>
            <a:fillRect/>
          </a:stretch>
        </p:blipFill>
        <p:spPr>
          <a:xfrm>
            <a:off x="1040139" y="1631436"/>
            <a:ext cx="4291988" cy="3233119"/>
          </a:xfrm>
          <a:prstGeom prst="rect">
            <a:avLst/>
          </a:prstGeom>
        </p:spPr>
      </p:pic>
      <p:pic>
        <p:nvPicPr>
          <p:cNvPr id="13" name="图片 12"/>
          <p:cNvPicPr>
            <a:picLocks noChangeAspect="1"/>
          </p:cNvPicPr>
          <p:nvPr/>
        </p:nvPicPr>
        <p:blipFill rotWithShape="1">
          <a:blip r:embed="rId3"/>
          <a:srcRect l="52192"/>
          <a:stretch>
            <a:fillRect/>
          </a:stretch>
        </p:blipFill>
        <p:spPr>
          <a:xfrm>
            <a:off x="6230487" y="1766093"/>
            <a:ext cx="4291988" cy="3170022"/>
          </a:xfrm>
          <a:prstGeom prst="rect">
            <a:avLst/>
          </a:prstGeom>
        </p:spPr>
      </p:pic>
      <p:sp>
        <p:nvSpPr>
          <p:cNvPr id="2" name="标题 1"/>
          <p:cNvSpPr>
            <a:spLocks noGrp="1"/>
          </p:cNvSpPr>
          <p:nvPr>
            <p:ph type="title"/>
          </p:nvPr>
        </p:nvSpPr>
        <p:spPr/>
        <p:txBody>
          <a:bodyPr/>
          <a:lstStyle/>
          <a:p>
            <a:r>
              <a:rPr lang="zh-CN" altLang="en-US" dirty="0"/>
              <a:t>交换式以太网</a:t>
            </a:r>
          </a:p>
        </p:txBody>
      </p:sp>
      <p:sp>
        <p:nvSpPr>
          <p:cNvPr id="3" name="内容占位符 2"/>
          <p:cNvSpPr>
            <a:spLocks noGrp="1"/>
          </p:cNvSpPr>
          <p:nvPr>
            <p:ph idx="1"/>
          </p:nvPr>
        </p:nvSpPr>
        <p:spPr>
          <a:xfrm>
            <a:off x="1206550" y="1362696"/>
            <a:ext cx="9509928" cy="491388"/>
          </a:xfrm>
        </p:spPr>
        <p:txBody>
          <a:bodyPr>
            <a:normAutofit/>
          </a:bodyPr>
          <a:lstStyle/>
          <a:p>
            <a:pPr marL="0" indent="0" algn="ctr">
              <a:buNone/>
            </a:pPr>
            <a:r>
              <a:rPr lang="en-US" altLang="zh-CN" sz="2400" b="1" dirty="0">
                <a:solidFill>
                  <a:srgbClr val="C00000"/>
                </a:solidFill>
              </a:rPr>
              <a:t>Hub</a:t>
            </a:r>
            <a:r>
              <a:rPr lang="en-US" altLang="zh-CN" sz="2400" b="1" dirty="0"/>
              <a:t>     </a:t>
            </a:r>
            <a:r>
              <a:rPr lang="en-US" altLang="zh-CN" sz="2400" b="1" dirty="0">
                <a:solidFill>
                  <a:srgbClr val="7030A0"/>
                </a:solidFill>
              </a:rPr>
              <a:t>vs   </a:t>
            </a:r>
            <a:r>
              <a:rPr lang="en-US" altLang="zh-CN" sz="2400" b="1" dirty="0"/>
              <a:t> </a:t>
            </a:r>
            <a:r>
              <a:rPr lang="en-US" altLang="zh-CN" sz="2400" b="1" dirty="0">
                <a:solidFill>
                  <a:srgbClr val="C00000"/>
                </a:solidFill>
              </a:rPr>
              <a:t>Switch</a:t>
            </a:r>
          </a:p>
          <a:p>
            <a:pPr marL="0" indent="0" algn="ctr">
              <a:buNone/>
            </a:pPr>
            <a:endParaRPr lang="en-US" altLang="zh-CN" sz="2400" b="1" dirty="0"/>
          </a:p>
          <a:p>
            <a:pPr marL="0" indent="0" algn="ctr">
              <a:buNone/>
            </a:pPr>
            <a:endParaRPr lang="en-US" altLang="zh-CN" sz="2400" b="1" dirty="0"/>
          </a:p>
          <a:p>
            <a:pPr marL="0" indent="0" algn="ctr">
              <a:buNone/>
            </a:pPr>
            <a:endParaRPr lang="en-US" altLang="zh-CN" sz="2400" b="1" dirty="0"/>
          </a:p>
          <a:p>
            <a:pPr marL="0" indent="0" algn="ctr">
              <a:buNone/>
            </a:pPr>
            <a:endParaRPr lang="en-US" altLang="zh-CN" sz="2400" b="1" dirty="0"/>
          </a:p>
          <a:p>
            <a:pPr marL="0" indent="0" algn="ctr">
              <a:buNone/>
            </a:pPr>
            <a:endParaRPr lang="en-US" altLang="zh-CN" sz="2400" b="1" dirty="0"/>
          </a:p>
          <a:p>
            <a:pPr marL="0" indent="0" algn="ctr">
              <a:buNone/>
            </a:pPr>
            <a:endParaRPr lang="zh-CN" altLang="en-US" sz="2400" b="1"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46</a:t>
            </a:fld>
            <a:endParaRPr kumimoji="1" lang="zh-CN" altLang="en-US" dirty="0"/>
          </a:p>
        </p:txBody>
      </p:sp>
      <p:sp>
        <p:nvSpPr>
          <p:cNvPr id="9" name="日期占位符 15"/>
          <p:cNvSpPr>
            <a:spLocks noGrp="1"/>
          </p:cNvSpPr>
          <p:nvPr>
            <p:ph type="dt" sz="half" idx="10"/>
          </p:nvPr>
        </p:nvSpPr>
        <p:spPr>
          <a:xfrm>
            <a:off x="197335" y="6489303"/>
            <a:ext cx="1613880" cy="365125"/>
          </a:xfrm>
        </p:spPr>
        <p:txBody>
          <a:bodyPr/>
          <a:lstStyle/>
          <a:p>
            <a:r>
              <a:rPr lang="en-US" altLang="zh-CN" dirty="0">
                <a:latin typeface="微软雅黑" panose="020B0503020204020204" pitchFamily="34" charset="-122"/>
                <a:ea typeface="微软雅黑" panose="020B0503020204020204" pitchFamily="34" charset="-122"/>
              </a:rPr>
              <a:t>4.3 </a:t>
            </a:r>
            <a:r>
              <a:rPr lang="zh-CN" altLang="en-US" dirty="0">
                <a:latin typeface="微软雅黑" panose="020B0503020204020204" pitchFamily="34" charset="-122"/>
                <a:ea typeface="微软雅黑" panose="020B0503020204020204" pitchFamily="34" charset="-122"/>
              </a:rPr>
              <a:t>以太网</a:t>
            </a:r>
          </a:p>
        </p:txBody>
      </p:sp>
      <p:grpSp>
        <p:nvGrpSpPr>
          <p:cNvPr id="17" name="组合 16"/>
          <p:cNvGrpSpPr/>
          <p:nvPr/>
        </p:nvGrpSpPr>
        <p:grpSpPr>
          <a:xfrm>
            <a:off x="3442597" y="6575687"/>
            <a:ext cx="5099987" cy="254887"/>
            <a:chOff x="-214926" y="6517848"/>
            <a:chExt cx="5099987" cy="460463"/>
          </a:xfrm>
        </p:grpSpPr>
        <p:grpSp>
          <p:nvGrpSpPr>
            <p:cNvPr id="19" name="组合 18"/>
            <p:cNvGrpSpPr/>
            <p:nvPr/>
          </p:nvGrpSpPr>
          <p:grpSpPr>
            <a:xfrm>
              <a:off x="-134143" y="6517848"/>
              <a:ext cx="5019204" cy="444808"/>
              <a:chOff x="-134143" y="6326763"/>
              <a:chExt cx="5019204" cy="444808"/>
            </a:xfrm>
          </p:grpSpPr>
          <p:cxnSp>
            <p:nvCxnSpPr>
              <p:cNvPr id="21" name="直接连接符 20"/>
              <p:cNvCxnSpPr/>
              <p:nvPr/>
            </p:nvCxnSpPr>
            <p:spPr>
              <a:xfrm>
                <a:off x="-134143" y="6356350"/>
                <a:ext cx="3617495" cy="0"/>
              </a:xfrm>
              <a:prstGeom prst="line">
                <a:avLst/>
              </a:prstGeom>
            </p:spPr>
            <p:style>
              <a:lnRef idx="1">
                <a:schemeClr val="accent1"/>
              </a:lnRef>
              <a:fillRef idx="0">
                <a:schemeClr val="accent1"/>
              </a:fillRef>
              <a:effectRef idx="0">
                <a:schemeClr val="accent1"/>
              </a:effectRef>
              <a:fontRef idx="minor">
                <a:schemeClr val="tx1"/>
              </a:fontRef>
            </p:style>
          </p:cxnSp>
          <p:sp>
            <p:nvSpPr>
              <p:cNvPr id="22" name="文本框 21"/>
              <p:cNvSpPr txBox="1"/>
              <p:nvPr/>
            </p:nvSpPr>
            <p:spPr>
              <a:xfrm>
                <a:off x="466864" y="6326763"/>
                <a:ext cx="4418197" cy="444808"/>
              </a:xfrm>
              <a:prstGeom prst="rect">
                <a:avLst/>
              </a:prstGeom>
              <a:noFill/>
            </p:spPr>
            <p:txBody>
              <a:bodyPr wrap="none" rtlCol="0">
                <a:spAutoFit/>
              </a:bodyPr>
              <a:lstStyle/>
              <a:p>
                <a:r>
                  <a:rPr lang="en-US" altLang="zh-CN" sz="1000" dirty="0">
                    <a:solidFill>
                      <a:schemeClr val="bg1">
                        <a:lumMod val="50000"/>
                      </a:schemeClr>
                    </a:solidFill>
                    <a:latin typeface="微软雅黑" panose="020B0503020204020204" pitchFamily="34" charset="-122"/>
                    <a:ea typeface="微软雅黑" panose="020B0503020204020204" pitchFamily="34" charset="-122"/>
                  </a:rPr>
                  <a:t>Andrew </a:t>
                </a:r>
                <a:r>
                  <a:rPr lang="en-US" altLang="zh-CN" sz="1000" dirty="0" err="1">
                    <a:solidFill>
                      <a:schemeClr val="bg1">
                        <a:lumMod val="50000"/>
                      </a:schemeClr>
                    </a:solidFill>
                    <a:latin typeface="微软雅黑" panose="020B0503020204020204" pitchFamily="34" charset="-122"/>
                    <a:ea typeface="微软雅黑" panose="020B0503020204020204" pitchFamily="34" charset="-122"/>
                  </a:rPr>
                  <a:t>S.Tanenbaum</a:t>
                </a:r>
                <a:r>
                  <a:rPr lang="en-US" altLang="zh-CN" sz="1000" dirty="0">
                    <a:solidFill>
                      <a:schemeClr val="bg1">
                        <a:lumMod val="50000"/>
                      </a:schemeClr>
                    </a:solidFill>
                    <a:latin typeface="微软雅黑" panose="020B0503020204020204" pitchFamily="34" charset="-122"/>
                    <a:ea typeface="微软雅黑" panose="020B0503020204020204" pitchFamily="34" charset="-122"/>
                  </a:rPr>
                  <a:t>, </a:t>
                </a:r>
                <a:r>
                  <a:rPr lang="zh-CN" altLang="en-US" sz="1000" dirty="0">
                    <a:solidFill>
                      <a:schemeClr val="bg1">
                        <a:lumMod val="50000"/>
                      </a:schemeClr>
                    </a:solidFill>
                    <a:latin typeface="微软雅黑" panose="020B0503020204020204" pitchFamily="34" charset="-122"/>
                    <a:ea typeface="微软雅黑" panose="020B0503020204020204" pitchFamily="34" charset="-122"/>
                  </a:rPr>
                  <a:t>潘爱民</a:t>
                </a:r>
                <a:r>
                  <a:rPr lang="en-US" altLang="zh-CN" sz="1000" dirty="0">
                    <a:solidFill>
                      <a:schemeClr val="bg1">
                        <a:lumMod val="50000"/>
                      </a:schemeClr>
                    </a:solidFill>
                    <a:latin typeface="微软雅黑" panose="020B0503020204020204" pitchFamily="34" charset="-122"/>
                    <a:ea typeface="微软雅黑" panose="020B0503020204020204" pitchFamily="34" charset="-122"/>
                  </a:rPr>
                  <a:t>. </a:t>
                </a:r>
                <a:r>
                  <a:rPr lang="zh-CN" altLang="en-US" sz="1000" dirty="0">
                    <a:solidFill>
                      <a:schemeClr val="bg1">
                        <a:lumMod val="50000"/>
                      </a:schemeClr>
                    </a:solidFill>
                    <a:latin typeface="微软雅黑" panose="020B0503020204020204" pitchFamily="34" charset="-122"/>
                    <a:ea typeface="微软雅黑" panose="020B0503020204020204" pitchFamily="34" charset="-122"/>
                  </a:rPr>
                  <a:t>计算机网络</a:t>
                </a:r>
                <a:r>
                  <a:rPr lang="en-US" altLang="zh-CN" sz="1000" dirty="0">
                    <a:solidFill>
                      <a:schemeClr val="bg1">
                        <a:lumMod val="50000"/>
                      </a:schemeClr>
                    </a:solidFill>
                    <a:latin typeface="微软雅黑" panose="020B0503020204020204" pitchFamily="34" charset="-122"/>
                    <a:ea typeface="微软雅黑" panose="020B0503020204020204" pitchFamily="34" charset="-122"/>
                  </a:rPr>
                  <a:t>[M]. </a:t>
                </a:r>
                <a:r>
                  <a:rPr lang="zh-CN" altLang="en-US" sz="1000" dirty="0">
                    <a:solidFill>
                      <a:schemeClr val="bg1">
                        <a:lumMod val="50000"/>
                      </a:schemeClr>
                    </a:solidFill>
                    <a:latin typeface="微软雅黑" panose="020B0503020204020204" pitchFamily="34" charset="-122"/>
                    <a:ea typeface="微软雅黑" panose="020B0503020204020204" pitchFamily="34" charset="-122"/>
                  </a:rPr>
                  <a:t>清华大学出版社</a:t>
                </a:r>
                <a:r>
                  <a:rPr lang="en-US" altLang="zh-CN" sz="1000" dirty="0">
                    <a:solidFill>
                      <a:schemeClr val="bg1">
                        <a:lumMod val="50000"/>
                      </a:schemeClr>
                    </a:solidFill>
                    <a:latin typeface="微软雅黑" panose="020B0503020204020204" pitchFamily="34" charset="-122"/>
                    <a:ea typeface="微软雅黑" panose="020B0503020204020204" pitchFamily="34" charset="-122"/>
                  </a:rPr>
                  <a:t>, 2012.</a:t>
                </a:r>
              </a:p>
            </p:txBody>
          </p:sp>
        </p:grpSp>
        <p:sp>
          <p:nvSpPr>
            <p:cNvPr id="20" name="文本框 19"/>
            <p:cNvSpPr txBox="1"/>
            <p:nvPr/>
          </p:nvSpPr>
          <p:spPr>
            <a:xfrm>
              <a:off x="-214926" y="6519602"/>
              <a:ext cx="840644" cy="458709"/>
            </a:xfrm>
            <a:prstGeom prst="rect">
              <a:avLst/>
            </a:prstGeom>
            <a:noFill/>
          </p:spPr>
          <p:txBody>
            <a:bodyPr wrap="square">
              <a:spAutoFit/>
            </a:bodyPr>
            <a:lstStyle/>
            <a:p>
              <a:r>
                <a:rPr lang="zh-CN" altLang="en-US" sz="1050" dirty="0">
                  <a:solidFill>
                    <a:schemeClr val="bg1">
                      <a:lumMod val="50000"/>
                    </a:schemeClr>
                  </a:solidFill>
                  <a:latin typeface="微软雅黑" panose="020B0503020204020204" pitchFamily="34" charset="-122"/>
                  <a:ea typeface="微软雅黑" panose="020B0503020204020204" pitchFamily="34" charset="-122"/>
                </a:rPr>
                <a:t>图片来源</a:t>
              </a:r>
            </a:p>
          </p:txBody>
        </p:sp>
      </p:grpSp>
      <p:pic>
        <p:nvPicPr>
          <p:cNvPr id="6" name="图片 5"/>
          <p:cNvPicPr>
            <a:picLocks noChangeAspect="1"/>
          </p:cNvPicPr>
          <p:nvPr/>
        </p:nvPicPr>
        <p:blipFill>
          <a:blip r:embed="rId4"/>
          <a:stretch>
            <a:fillRect/>
          </a:stretch>
        </p:blipFill>
        <p:spPr>
          <a:xfrm>
            <a:off x="7381650" y="502835"/>
            <a:ext cx="2460171" cy="1263258"/>
          </a:xfrm>
          <a:prstGeom prst="rect">
            <a:avLst/>
          </a:prstGeom>
        </p:spPr>
      </p:pic>
      <p:sp>
        <p:nvSpPr>
          <p:cNvPr id="23" name="文本框 22"/>
          <p:cNvSpPr txBox="1"/>
          <p:nvPr/>
        </p:nvSpPr>
        <p:spPr>
          <a:xfrm>
            <a:off x="402771" y="4864555"/>
            <a:ext cx="5421088" cy="1538370"/>
          </a:xfrm>
          <a:prstGeom prst="rect">
            <a:avLst/>
          </a:prstGeom>
          <a:noFill/>
        </p:spPr>
        <p:txBody>
          <a:bodyPr wrap="square">
            <a:spAutoFit/>
          </a:bodyPr>
          <a:lstStyle/>
          <a:p>
            <a:pPr marL="228600" marR="0" lvl="0" indent="-228600" algn="l" defTabSz="914400" rtl="0" eaLnBrk="1" fontAlgn="auto" latinLnBrk="0" hangingPunct="1">
              <a:lnSpc>
                <a:spcPct val="120000"/>
              </a:lnSpc>
              <a:spcAft>
                <a:spcPts val="0"/>
              </a:spcAft>
              <a:buClrTx/>
              <a:buSzTx/>
              <a:buFont typeface="Wingdings" panose="05000000000000000000" pitchFamily="2" charset="2"/>
              <a:buChar char="Ø"/>
              <a:defRPr/>
            </a:pP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内部连接所有线缆，逻辑上等同于</a:t>
            </a:r>
            <a:r>
              <a:rPr kumimoji="0" lang="zh-CN" altLang="en-US" sz="20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单根总线</a:t>
            </a: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的经典以太网</a:t>
            </a:r>
            <a:endPar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228600" marR="0" lvl="0" indent="-228600" algn="l" defTabSz="914400" rtl="0" eaLnBrk="1" fontAlgn="auto" latinLnBrk="0" hangingPunct="1">
              <a:lnSpc>
                <a:spcPct val="120000"/>
              </a:lnSpc>
              <a:spcAft>
                <a:spcPts val="0"/>
              </a:spcAft>
              <a:buClrTx/>
              <a:buSzTx/>
              <a:buFont typeface="Wingdings" panose="05000000000000000000" pitchFamily="2" charset="2"/>
              <a:buChar char="Ø"/>
              <a:defRPr/>
            </a:pPr>
            <a:r>
              <a:rPr lang="zh-CN" altLang="en-US" sz="2000" dirty="0">
                <a:latin typeface="微软雅黑" panose="020B0503020204020204" pitchFamily="34" charset="-122"/>
                <a:ea typeface="微软雅黑" panose="020B0503020204020204" pitchFamily="34" charset="-122"/>
              </a:rPr>
              <a:t>所有站都位于</a:t>
            </a:r>
            <a:r>
              <a:rPr lang="zh-CN" altLang="en-US" sz="2000" dirty="0">
                <a:solidFill>
                  <a:srgbClr val="C00000"/>
                </a:solidFill>
                <a:latin typeface="微软雅黑" panose="020B0503020204020204" pitchFamily="34" charset="-122"/>
                <a:ea typeface="微软雅黑" panose="020B0503020204020204" pitchFamily="34" charset="-122"/>
              </a:rPr>
              <a:t>同一个冲突域</a:t>
            </a:r>
            <a:r>
              <a:rPr lang="zh-CN" altLang="en-US" sz="2000" dirty="0">
                <a:latin typeface="微软雅黑" panose="020B0503020204020204" pitchFamily="34" charset="-122"/>
                <a:ea typeface="微软雅黑" panose="020B0503020204020204" pitchFamily="34" charset="-122"/>
              </a:rPr>
              <a:t>，必须使用</a:t>
            </a:r>
            <a:r>
              <a:rPr lang="en-US" altLang="zh-CN" sz="2000" dirty="0">
                <a:latin typeface="微软雅黑" panose="020B0503020204020204" pitchFamily="34" charset="-122"/>
                <a:ea typeface="微软雅黑" panose="020B0503020204020204" pitchFamily="34" charset="-122"/>
              </a:rPr>
              <a:t>CSMA/CD</a:t>
            </a:r>
            <a:r>
              <a:rPr lang="zh-CN" altLang="en-US" sz="2000" dirty="0">
                <a:latin typeface="微软雅黑" panose="020B0503020204020204" pitchFamily="34" charset="-122"/>
                <a:ea typeface="微软雅黑" panose="020B0503020204020204" pitchFamily="34" charset="-122"/>
              </a:rPr>
              <a:t>协议</a:t>
            </a:r>
            <a:endParaRPr lang="en-US" altLang="zh-CN" sz="2000" dirty="0">
              <a:latin typeface="微软雅黑" panose="020B0503020204020204" pitchFamily="34" charset="-122"/>
              <a:ea typeface="微软雅黑" panose="020B0503020204020204" pitchFamily="34" charset="-122"/>
            </a:endParaRPr>
          </a:p>
        </p:txBody>
      </p:sp>
      <p:sp>
        <p:nvSpPr>
          <p:cNvPr id="24" name="文本框 23"/>
          <p:cNvSpPr txBox="1"/>
          <p:nvPr/>
        </p:nvSpPr>
        <p:spPr>
          <a:xfrm>
            <a:off x="6230486" y="4881022"/>
            <a:ext cx="5667598" cy="1538370"/>
          </a:xfrm>
          <a:prstGeom prst="rect">
            <a:avLst/>
          </a:prstGeom>
          <a:noFill/>
        </p:spPr>
        <p:txBody>
          <a:bodyPr wrap="square">
            <a:spAutoFit/>
          </a:bodyPr>
          <a:lstStyle>
            <a:defPPr>
              <a:defRPr lang="zh-CN"/>
            </a:defPPr>
            <a:lvl1pPr marL="228600" marR="0" lvl="0" indent="-228600" fontAlgn="auto">
              <a:lnSpc>
                <a:spcPct val="120000"/>
              </a:lnSpc>
              <a:spcAft>
                <a:spcPts val="0"/>
              </a:spcAft>
              <a:buClrTx/>
              <a:buSzTx/>
              <a:buFont typeface="Wingdings" panose="05000000000000000000" pitchFamily="2" charset="2"/>
              <a:buChar char="Ø"/>
              <a:defRPr kumimoji="0" sz="2000" b="0" i="0" u="none" strike="noStrike" cap="none" spc="0" normalizeH="0" baseline="0">
                <a:ln>
                  <a:noFill/>
                </a:ln>
                <a:solidFill>
                  <a:prstClr val="black"/>
                </a:solidFill>
                <a:effectLst/>
                <a:uLnTx/>
                <a:uFillTx/>
                <a:latin typeface="微软雅黑" panose="020B0503020204020204" pitchFamily="34" charset="-122"/>
                <a:ea typeface="微软雅黑" panose="020B0503020204020204" pitchFamily="34" charset="-122"/>
              </a:defRPr>
            </a:lvl1pPr>
          </a:lstStyle>
          <a:p>
            <a:r>
              <a:rPr lang="zh-CN" altLang="en-US" dirty="0"/>
              <a:t>内部通过</a:t>
            </a:r>
            <a:r>
              <a:rPr lang="zh-CN" altLang="en-US" dirty="0">
                <a:solidFill>
                  <a:srgbClr val="C00000"/>
                </a:solidFill>
              </a:rPr>
              <a:t>高速背板</a:t>
            </a:r>
            <a:r>
              <a:rPr lang="zh-CN" altLang="en-US" dirty="0"/>
              <a:t>连接所有端口</a:t>
            </a:r>
            <a:endParaRPr lang="en-US" altLang="zh-CN" dirty="0"/>
          </a:p>
          <a:p>
            <a:r>
              <a:rPr lang="zh-CN" altLang="en-US" dirty="0"/>
              <a:t>每个端口都有独立的冲突域，在</a:t>
            </a:r>
            <a:r>
              <a:rPr lang="zh-CN" altLang="en-US" dirty="0">
                <a:solidFill>
                  <a:srgbClr val="C00000"/>
                </a:solidFill>
              </a:rPr>
              <a:t>全双工</a:t>
            </a:r>
            <a:r>
              <a:rPr lang="zh-CN" altLang="en-US" dirty="0"/>
              <a:t>模式下端口可以同时收发，则不需要</a:t>
            </a:r>
            <a:r>
              <a:rPr lang="en-US" altLang="zh-CN" dirty="0"/>
              <a:t>CSMA/CD</a:t>
            </a:r>
          </a:p>
          <a:p>
            <a:r>
              <a:rPr lang="zh-CN" altLang="en-US" dirty="0"/>
              <a:t>可以实现</a:t>
            </a:r>
            <a:r>
              <a:rPr lang="zh-CN" altLang="en-US" dirty="0">
                <a:solidFill>
                  <a:srgbClr val="C00000"/>
                </a:solidFill>
              </a:rPr>
              <a:t>并行</a:t>
            </a:r>
            <a:r>
              <a:rPr lang="zh-CN" altLang="en-US" dirty="0"/>
              <a:t>传输</a:t>
            </a:r>
            <a:endParaRPr lang="en-US" altLang="zh-CN" dirty="0"/>
          </a:p>
        </p:txBody>
      </p:sp>
      <p:cxnSp>
        <p:nvCxnSpPr>
          <p:cNvPr id="10" name="直接连接符 9"/>
          <p:cNvCxnSpPr/>
          <p:nvPr/>
        </p:nvCxnSpPr>
        <p:spPr>
          <a:xfrm>
            <a:off x="5826046" y="2713945"/>
            <a:ext cx="0" cy="2931284"/>
          </a:xfrm>
          <a:prstGeom prst="line">
            <a:avLst/>
          </a:prstGeom>
        </p:spPr>
        <p:style>
          <a:lnRef idx="1">
            <a:schemeClr val="accent1"/>
          </a:lnRef>
          <a:fillRef idx="0">
            <a:schemeClr val="accent1"/>
          </a:fillRef>
          <a:effectRef idx="0">
            <a:schemeClr val="accent1"/>
          </a:effectRef>
          <a:fontRef idx="minor">
            <a:schemeClr val="tx1"/>
          </a:fontRef>
        </p:style>
      </p:cxnSp>
      <p:sp>
        <p:nvSpPr>
          <p:cNvPr id="11" name="矩形 10"/>
          <p:cNvSpPr/>
          <p:nvPr/>
        </p:nvSpPr>
        <p:spPr>
          <a:xfrm>
            <a:off x="1328149" y="2113245"/>
            <a:ext cx="162063" cy="10885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p:cNvSpPr/>
          <p:nvPr/>
        </p:nvSpPr>
        <p:spPr>
          <a:xfrm>
            <a:off x="3962324" y="3009357"/>
            <a:ext cx="162063" cy="10885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25"/>
          <p:cNvSpPr/>
          <p:nvPr/>
        </p:nvSpPr>
        <p:spPr>
          <a:xfrm>
            <a:off x="3962324" y="3016836"/>
            <a:ext cx="162063" cy="10885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矩形 26"/>
          <p:cNvSpPr/>
          <p:nvPr/>
        </p:nvSpPr>
        <p:spPr>
          <a:xfrm>
            <a:off x="3961690" y="3016836"/>
            <a:ext cx="162063" cy="10885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27"/>
          <p:cNvSpPr/>
          <p:nvPr/>
        </p:nvSpPr>
        <p:spPr>
          <a:xfrm>
            <a:off x="3962007" y="3009357"/>
            <a:ext cx="162063" cy="10885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28"/>
          <p:cNvSpPr/>
          <p:nvPr/>
        </p:nvSpPr>
        <p:spPr>
          <a:xfrm>
            <a:off x="6641192" y="2247771"/>
            <a:ext cx="162063" cy="10885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矩形 29"/>
          <p:cNvSpPr/>
          <p:nvPr/>
        </p:nvSpPr>
        <p:spPr>
          <a:xfrm>
            <a:off x="6644480" y="2605088"/>
            <a:ext cx="162063" cy="108857"/>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grpId="0" nodeType="clickEffect">
                                  <p:stCondLst>
                                    <p:cond delay="0"/>
                                  </p:stCondLst>
                                  <p:childTnLst>
                                    <p:animMotion origin="layout" path="M 0.00586 0.00116 L 0.00586 0.00116 C 0.00795 0.00139 0.01016 0.00209 0.01224 0.00209 C 0.06446 0.00209 0.02149 0.00162 0.05027 0.00023 L 0.08178 -0.00046 L 0.11133 0.00023 C 0.11237 0.00047 0.11329 0.00093 0.11433 0.00116 C 0.11485 0.00139 0.11719 0.00232 0.11784 0.00301 C 0.11836 0.00347 0.11876 0.00417 0.11928 0.00486 C 0.12045 0.00787 0.12084 0.00949 0.12331 0.01088 C 0.12383 0.01134 0.12435 0.01134 0.12474 0.01181 C 0.12579 0.01297 0.12683 0.01412 0.12774 0.01551 C 0.12826 0.01597 0.12878 0.0169 0.1293 0.01713 C 0.12982 0.01759 0.13034 0.01759 0.13086 0.01806 C 0.13191 0.01922 0.13386 0.02153 0.13386 0.02153 C 0.13412 0.02246 0.13438 0.02361 0.13477 0.02431 C 0.13516 0.025 0.13594 0.02523 0.13633 0.02616 C 0.13907 0.03218 0.13399 0.02547 0.13829 0.03056 C 0.13868 0.03148 0.13881 0.03241 0.13933 0.0331 C 0.14024 0.03449 0.14232 0.03681 0.14232 0.03681 C 0.14519 0.04445 0.14141 0.03542 0.1448 0.04028 C 0.14532 0.04097 0.14532 0.04213 0.14584 0.04306 C 0.14675 0.04468 0.14753 0.04491 0.14883 0.0456 C 0.1517 0.05324 0.14701 0.04144 0.15274 0.05185 C 0.15326 0.05278 0.15365 0.05394 0.1543 0.05463 C 0.15521 0.05533 0.15639 0.05533 0.1573 0.05625 C 0.15925 0.05857 0.15821 0.05764 0.16029 0.05903 C 0.16081 0.05996 0.1612 0.06088 0.16185 0.06158 C 0.16224 0.06227 0.1629 0.06273 0.16329 0.06343 C 0.16368 0.06412 0.16381 0.06551 0.16433 0.06597 C 0.16524 0.06713 0.16641 0.0669 0.16732 0.06783 L 0.17331 0.075 C 0.17383 0.07547 0.17422 0.07639 0.17474 0.07662 C 0.17527 0.07709 0.17579 0.07709 0.17631 0.07755 C 0.17735 0.07871 0.17826 0.08009 0.1793 0.08125 C 0.17982 0.08172 0.18021 0.08264 0.18086 0.08287 C 0.18451 0.08519 0.17995 0.08218 0.18386 0.08565 C 0.18425 0.08611 0.18477 0.08611 0.18529 0.08658 C 0.18711 0.09144 0.18529 0.0875 0.18777 0.09005 C 0.18881 0.09121 0.18985 0.09236 0.19076 0.09352 C 0.19128 0.09422 0.19167 0.09514 0.19232 0.09537 L 0.19376 0.0963 L 0.19675 0.10162 C 0.19727 0.10255 0.19766 0.10347 0.19831 0.10417 C 0.19883 0.10486 0.19935 0.10533 0.19974 0.10602 C 0.2004 0.10695 0.20079 0.10787 0.20131 0.1088 C 0.20222 0.10996 0.2043 0.11227 0.2043 0.11227 C 0.20717 0.11991 0.20339 0.11088 0.20678 0.11574 C 0.2073 0.11644 0.2073 0.11783 0.20782 0.11852 C 0.20873 0.11991 0.20977 0.12084 0.21081 0.12199 C 0.21133 0.12269 0.21185 0.12315 0.21224 0.12384 C 0.21277 0.12477 0.21329 0.12547 0.21381 0.12639 C 0.2142 0.12732 0.21433 0.12847 0.21485 0.12917 C 0.21524 0.12986 0.21589 0.12963 0.21628 0.13009 C 0.2168 0.13056 0.21784 0.13195 0.21784 0.13195 L 0.21836 0.13195 " pathEditMode="relative" ptsTypes="AAAAAAAAAAAAAAAAAAAAAAAAAAAAAAAAAAAAAAAAAAAAAAAAAAAAAAAA">
                                      <p:cBhvr>
                                        <p:cTn id="6" dur="2000" fill="hold"/>
                                        <p:tgtEl>
                                          <p:spTgt spid="11"/>
                                        </p:tgtEl>
                                        <p:attrNameLst>
                                          <p:attrName>ppt_x</p:attrName>
                                          <p:attrName>ppt_y</p:attrName>
                                        </p:attrNameLst>
                                      </p:cBhvr>
                                    </p:animMotion>
                                  </p:childTnLst>
                                </p:cTn>
                              </p:par>
                            </p:childTnLst>
                          </p:cTn>
                        </p:par>
                        <p:par>
                          <p:cTn id="7" fill="hold">
                            <p:stCondLst>
                              <p:cond delay="2000"/>
                            </p:stCondLst>
                            <p:childTnLst>
                              <p:par>
                                <p:cTn id="8" presetID="1" presetClass="exit" presetSubtype="0" fill="hold" grpId="1" nodeType="afterEffect">
                                  <p:stCondLst>
                                    <p:cond delay="0"/>
                                  </p:stCondLst>
                                  <p:childTnLst>
                                    <p:set>
                                      <p:cBhvr>
                                        <p:cTn id="9" dur="1" fill="hold">
                                          <p:stCondLst>
                                            <p:cond delay="0"/>
                                          </p:stCondLst>
                                        </p:cTn>
                                        <p:tgtEl>
                                          <p:spTgt spid="11"/>
                                        </p:tgtEl>
                                        <p:attrNameLst>
                                          <p:attrName>style.visibility</p:attrName>
                                        </p:attrNameLst>
                                      </p:cBhvr>
                                      <p:to>
                                        <p:strVal val="hidden"/>
                                      </p:to>
                                    </p:set>
                                  </p:childTnLst>
                                </p:cTn>
                              </p:par>
                              <p:par>
                                <p:cTn id="10" presetID="1" presetClass="entr" presetSubtype="0" fill="hold" grpId="1" nodeType="withEffect">
                                  <p:stCondLst>
                                    <p:cond delay="0"/>
                                  </p:stCondLst>
                                  <p:childTnLst>
                                    <p:set>
                                      <p:cBhvr>
                                        <p:cTn id="11" dur="1" fill="hold">
                                          <p:stCondLst>
                                            <p:cond delay="9"/>
                                          </p:stCondLst>
                                        </p:cTn>
                                        <p:tgtEl>
                                          <p:spTgt spid="25"/>
                                        </p:tgtEl>
                                        <p:attrNameLst>
                                          <p:attrName>style.visibility</p:attrName>
                                        </p:attrNameLst>
                                      </p:cBhvr>
                                      <p:to>
                                        <p:strVal val="visible"/>
                                      </p:to>
                                    </p:set>
                                  </p:childTnLst>
                                </p:cTn>
                              </p:par>
                              <p:par>
                                <p:cTn id="12" presetID="1" presetClass="entr" presetSubtype="0" fill="hold" grpId="1" nodeType="withEffect">
                                  <p:stCondLst>
                                    <p:cond delay="0"/>
                                  </p:stCondLst>
                                  <p:childTnLst>
                                    <p:set>
                                      <p:cBhvr>
                                        <p:cTn id="13" dur="1" fill="hold">
                                          <p:stCondLst>
                                            <p:cond delay="9"/>
                                          </p:stCondLst>
                                        </p:cTn>
                                        <p:tgtEl>
                                          <p:spTgt spid="28"/>
                                        </p:tgtEl>
                                        <p:attrNameLst>
                                          <p:attrName>style.visibility</p:attrName>
                                        </p:attrNameLst>
                                      </p:cBhvr>
                                      <p:to>
                                        <p:strVal val="visible"/>
                                      </p:to>
                                    </p:set>
                                  </p:childTnLst>
                                </p:cTn>
                              </p:par>
                              <p:par>
                                <p:cTn id="14" presetID="1" presetClass="entr" presetSubtype="0" fill="hold" grpId="1" nodeType="withEffect">
                                  <p:stCondLst>
                                    <p:cond delay="0"/>
                                  </p:stCondLst>
                                  <p:childTnLst>
                                    <p:set>
                                      <p:cBhvr>
                                        <p:cTn id="15" dur="1" fill="hold">
                                          <p:stCondLst>
                                            <p:cond delay="9"/>
                                          </p:stCondLst>
                                        </p:cTn>
                                        <p:tgtEl>
                                          <p:spTgt spid="27"/>
                                        </p:tgtEl>
                                        <p:attrNameLst>
                                          <p:attrName>style.visibility</p:attrName>
                                        </p:attrNameLst>
                                      </p:cBhvr>
                                      <p:to>
                                        <p:strVal val="visible"/>
                                      </p:to>
                                    </p:set>
                                  </p:childTnLst>
                                </p:cTn>
                              </p:par>
                              <p:par>
                                <p:cTn id="16" presetID="1" presetClass="entr" presetSubtype="0" fill="hold" grpId="1" nodeType="withEffect">
                                  <p:stCondLst>
                                    <p:cond delay="0"/>
                                  </p:stCondLst>
                                  <p:childTnLst>
                                    <p:set>
                                      <p:cBhvr>
                                        <p:cTn id="17" dur="1" fill="hold">
                                          <p:stCondLst>
                                            <p:cond delay="9"/>
                                          </p:stCondLst>
                                        </p:cTn>
                                        <p:tgtEl>
                                          <p:spTgt spid="26"/>
                                        </p:tgtEl>
                                        <p:attrNameLst>
                                          <p:attrName>style.visibility</p:attrName>
                                        </p:attrNameLst>
                                      </p:cBhvr>
                                      <p:to>
                                        <p:strVal val="visible"/>
                                      </p:to>
                                    </p:set>
                                  </p:childTnLst>
                                </p:cTn>
                              </p:par>
                            </p:childTnLst>
                          </p:cTn>
                        </p:par>
                        <p:par>
                          <p:cTn id="18" fill="hold">
                            <p:stCondLst>
                              <p:cond delay="2000"/>
                            </p:stCondLst>
                            <p:childTnLst>
                              <p:par>
                                <p:cTn id="19" presetID="0" presetClass="path" presetSubtype="0" accel="50000" decel="50000" fill="hold" grpId="0" nodeType="afterEffect">
                                  <p:stCondLst>
                                    <p:cond delay="0"/>
                                  </p:stCondLst>
                                  <p:childTnLst>
                                    <p:animMotion origin="layout" path="M -0.0082 -0.00579 L -0.0082 -0.00579 C -0.01146 -0.00949 -0.0112 -0.00995 -0.0138 -0.01134 C -0.01445 -0.01157 -0.0151 -0.01181 -0.01575 -0.01204 L -0.02031 -0.01482 L -0.02174 -0.01574 C -0.02226 -0.01597 -0.02279 -0.01597 -0.02331 -0.01667 C -0.0276 -0.02176 -0.02213 -0.01551 -0.0263 -0.01921 C -0.02682 -0.01968 -0.02721 -0.0206 -0.02773 -0.02107 C -0.02825 -0.02153 -0.02878 -0.02153 -0.0293 -0.02199 C -0.02982 -0.02245 -0.03021 -0.02315 -0.03073 -0.02361 C -0.03151 -0.02431 -0.03359 -0.02523 -0.03424 -0.02546 C -0.03476 -0.02639 -0.03516 -0.02755 -0.03581 -0.02824 C -0.03633 -0.0287 -0.03711 -0.0287 -0.03776 -0.02894 L -0.04219 -0.03171 C -0.04271 -0.03195 -0.04336 -0.03218 -0.04375 -0.03264 C -0.04427 -0.0331 -0.04466 -0.03403 -0.04531 -0.03426 C -0.04622 -0.03519 -0.04726 -0.03565 -0.04831 -0.03611 C -0.0487 -0.03634 -0.04935 -0.03657 -0.04974 -0.03704 L -0.05273 -0.04051 C -0.05325 -0.0412 -0.05365 -0.04213 -0.0543 -0.04236 L -0.05573 -0.04329 C -0.06042 -0.05162 -0.05286 -0.03912 -0.06029 -0.04769 C -0.06263 -0.05046 -0.0612 -0.04907 -0.06471 -0.05139 C -0.06523 -0.05162 -0.06575 -0.05162 -0.06628 -0.05208 C -0.0668 -0.05278 -0.06719 -0.05347 -0.06771 -0.05394 C -0.06875 -0.05463 -0.06979 -0.05509 -0.0707 -0.05579 C -0.07122 -0.05602 -0.07174 -0.05602 -0.07226 -0.05671 C -0.07461 -0.05949 -0.07318 -0.0581 -0.07669 -0.06019 L -0.07825 -0.06111 L -0.07969 -0.06204 C -0.08034 -0.06273 -0.08099 -0.06389 -0.08177 -0.06458 C -0.08268 -0.06551 -0.08476 -0.06644 -0.08476 -0.06644 C -0.08529 -0.06736 -0.08555 -0.06852 -0.0862 -0.06898 C -0.08815 -0.07107 -0.08971 -0.07083 -0.09167 -0.07176 C -0.09271 -0.07222 -0.09375 -0.07292 -0.09466 -0.07361 L -0.09779 -0.07523 C -0.09818 -0.0757 -0.0987 -0.07616 -0.09922 -0.07616 L -0.10469 -0.07708 C -0.10638 -0.07732 -0.10807 -0.07801 -0.10976 -0.07801 L -0.18216 -0.07894 C -0.19831 -0.08056 -0.1875 -0.07986 -0.21471 -0.07986 L -0.22109 -0.07894 " pathEditMode="relative" ptsTypes="AAAAAAAAAAAAAAAAAAAAAAAAAAAAAAAAAAAAAAAAAAA">
                                      <p:cBhvr>
                                        <p:cTn id="20" dur="2000" fill="hold"/>
                                        <p:tgtEl>
                                          <p:spTgt spid="25"/>
                                        </p:tgtEl>
                                        <p:attrNameLst>
                                          <p:attrName>ppt_x</p:attrName>
                                          <p:attrName>ppt_y</p:attrName>
                                        </p:attrNameLst>
                                      </p:cBhvr>
                                    </p:animMotion>
                                  </p:childTnLst>
                                </p:cTn>
                              </p:par>
                              <p:par>
                                <p:cTn id="21" presetID="0" presetClass="path" presetSubtype="0" accel="50000" decel="50000" fill="hold" grpId="0" nodeType="withEffect">
                                  <p:stCondLst>
                                    <p:cond delay="0"/>
                                  </p:stCondLst>
                                  <p:childTnLst>
                                    <p:animMotion origin="layout" path="M -0.00169 0.00046 L -0.00169 0.00046 C -0.00338 7.40741E-7 -0.00508 -0.00023 -0.00677 -0.00046 C -0.00742 -0.0007 -0.00807 -0.00116 -0.00872 -0.00139 C -0.01432 -0.00301 -0.01107 -0.00162 -0.01575 -0.00324 C -0.01641 -0.00347 -0.01706 -0.0037 -0.01771 -0.00417 C -0.01823 -0.0044 -0.01875 -0.00486 -0.01927 -0.00509 C -0.02018 -0.00532 -0.02122 -0.00556 -0.02226 -0.00602 C -0.02305 -0.00625 -0.02396 -0.00671 -0.02474 -0.00671 C -0.02695 -0.00718 -0.02904 -0.00741 -0.03125 -0.00764 C -0.03633 -0.00857 -0.03646 -0.00857 -0.04128 -0.00949 C -0.04193 -0.00972 -0.04258 -0.01019 -0.04323 -0.01042 C -0.04622 -0.01111 -0.04974 -0.01111 -0.05273 -0.01227 C -0.05417 -0.01273 -0.05547 -0.01343 -0.05677 -0.01389 L -0.05924 -0.01482 C -0.06029 -0.01528 -0.0612 -0.01528 -0.06224 -0.01574 C -0.06289 -0.01597 -0.06354 -0.01644 -0.06419 -0.01667 C -0.0651 -0.0169 -0.06588 -0.01713 -0.0668 -0.01759 C -0.06745 -0.01782 -0.0681 -0.01829 -0.06875 -0.01852 C -0.07213 -0.01921 -0.07878 -0.02014 -0.07878 -0.02014 C -0.08359 -0.02245 -0.07825 -0.02014 -0.08776 -0.02199 C -0.08854 -0.02222 -0.08945 -0.02269 -0.09023 -0.02292 C -0.09193 -0.02338 -0.09362 -0.02338 -0.09531 -0.02384 C -0.09596 -0.02407 -0.09909 -0.02546 -0.09974 -0.02546 C -0.10208 -0.02546 -0.10443 -0.025 -0.10677 -0.02477 C -0.13841 -0.00579 -0.17344 -0.02315 -0.20677 -0.02292 L -0.22018 -0.02292 L -0.21628 -0.02107 " pathEditMode="relative" ptsTypes="AAAAAAAAAAAAAAAAAAAAAAAAAAAA">
                                      <p:cBhvr>
                                        <p:cTn id="22" dur="2000" fill="hold"/>
                                        <p:tgtEl>
                                          <p:spTgt spid="28"/>
                                        </p:tgtEl>
                                        <p:attrNameLst>
                                          <p:attrName>ppt_x</p:attrName>
                                          <p:attrName>ppt_y</p:attrName>
                                        </p:attrNameLst>
                                      </p:cBhvr>
                                    </p:animMotion>
                                  </p:childTnLst>
                                </p:cTn>
                              </p:par>
                              <p:par>
                                <p:cTn id="23" presetID="0" presetClass="path" presetSubtype="0" accel="50000" decel="50000" fill="hold" grpId="0" nodeType="withEffect">
                                  <p:stCondLst>
                                    <p:cond delay="0"/>
                                  </p:stCondLst>
                                  <p:childTnLst>
                                    <p:animMotion origin="layout" path="M -4.375E-6 3.33333E-6 L -4.375E-6 3.33333E-6 C -0.0026 3.33333E-6 -0.00507 3.33333E-6 -0.00755 0.00023 C -0.00872 0.00069 -0.00989 0.00115 -0.01106 0.00139 C -0.01276 0.00208 -0.01445 0.00231 -0.01601 0.00254 C -0.01875 0.00439 -0.0164 0.00301 -0.02005 0.00463 C -0.0207 0.00509 -0.02135 0.00532 -0.02213 0.00578 C -0.02291 0.00625 -0.02369 0.00625 -0.0246 0.00648 C -0.02812 0.00856 -0.02487 0.00717 -0.02903 0.00879 C -0.03007 0.00926 -0.03112 0.00949 -0.03203 0.00972 C -0.03255 0.01018 -0.03307 0.01064 -0.03359 0.01088 C -0.03502 0.01157 -0.03658 0.01157 -0.03802 0.01203 C -0.04283 0.01458 -0.03854 0.0125 -0.04804 0.01389 C -0.05247 0.01481 -0.05182 0.01504 -0.05559 0.01597 C -0.05677 0.01643 -0.05794 0.01666 -0.05911 0.01713 C -0.05989 0.01759 -0.06067 0.01805 -0.06158 0.01828 C -0.06523 0.01944 -0.06562 0.01875 -0.06862 0.02014 C -0.06927 0.0206 -0.06966 0.02106 -0.07018 0.02129 C -0.07083 0.02199 -0.07148 0.02199 -0.07213 0.02245 C -0.07304 0.02291 -0.07408 0.0243 -0.07526 0.02453 C -0.08776 0.02801 -0.07213 0.02338 -0.08203 0.02639 C -0.08359 0.02708 -0.08476 0.02731 -0.08606 0.02754 C -0.08697 0.02801 -0.08776 0.02847 -0.08854 0.0287 C -0.08958 0.02893 -0.09062 0.02939 -0.09153 0.02963 C -0.10039 0.03217 -0.0914 0.02916 -0.09856 0.03217 L -0.12005 0.03078 C -0.12421 0.03055 -0.12838 0.02963 -0.13255 0.02963 C -0.14622 0.02963 -0.15989 0.03032 -0.17356 0.03078 C -0.17994 0.03032 -0.18632 0.02963 -0.19257 0.02963 C -0.19726 0.02963 -0.20195 0.03055 -0.20664 0.03078 C -0.20976 0.03078 -0.21289 0.03078 -0.21614 0.03078 L -0.21705 0.03217 " pathEditMode="relative" rAng="0" ptsTypes="AAAAAAAAAAAAAAAAAAAAAAAAAAAAAAAA">
                                      <p:cBhvr>
                                        <p:cTn id="24" dur="2000" fill="hold"/>
                                        <p:tgtEl>
                                          <p:spTgt spid="27"/>
                                        </p:tgtEl>
                                        <p:attrNameLst>
                                          <p:attrName>ppt_x</p:attrName>
                                          <p:attrName>ppt_y</p:attrName>
                                        </p:attrNameLst>
                                      </p:cBhvr>
                                      <p:rCtr x="-10859" y="1597"/>
                                    </p:animMotion>
                                  </p:childTnLst>
                                </p:cTn>
                              </p:par>
                              <p:par>
                                <p:cTn id="25" presetID="0" presetClass="path" presetSubtype="0" accel="50000" decel="50000" fill="hold" grpId="0" nodeType="withEffect">
                                  <p:stCondLst>
                                    <p:cond delay="0"/>
                                  </p:stCondLst>
                                  <p:childTnLst>
                                    <p:animMotion origin="layout" path="M -0.00013 0.00023 L -0.00013 0.00023 C -0.00026 0.00046 -0.00365 0.00671 -0.00417 0.00902 C -0.00469 0.01064 -0.00482 0.0125 -0.00521 0.01435 C -0.00534 0.01527 -0.00521 0.01666 -0.00573 0.01712 L -0.00716 0.01782 C -0.00807 0.02037 -0.00807 0.02106 -0.00963 0.02245 C -0.01068 0.02314 -0.01172 0.02361 -0.01276 0.02407 C -0.01315 0.02453 -0.0138 0.02453 -0.01419 0.025 C -0.01628 0.02754 -0.0151 0.02662 -0.01771 0.02777 L -0.02213 0.0331 L -0.0237 0.03472 C -0.02422 0.03541 -0.02474 0.03587 -0.02526 0.03657 C -0.02708 0.04004 -0.02617 0.03865 -0.02825 0.04097 C -0.02851 0.04189 -0.02865 0.04305 -0.02917 0.04375 C -0.03008 0.04467 -0.03216 0.0456 -0.03216 0.0456 C -0.03268 0.04629 -0.03307 0.04745 -0.03372 0.04814 C -0.03463 0.04907 -0.03568 0.0493 -0.03672 0.05 C -0.03724 0.05023 -0.03776 0.05023 -0.03815 0.05092 C -0.04245 0.05601 -0.03711 0.04976 -0.04115 0.05347 C -0.0418 0.05393 -0.04219 0.05486 -0.04271 0.05532 C -0.04336 0.05601 -0.04401 0.05648 -0.04466 0.05717 C -0.04896 0.06157 -0.04622 0.05972 -0.04922 0.06157 C -0.05208 0.06921 -0.04831 0.06018 -0.05169 0.06504 C -0.05221 0.06574 -0.05221 0.06712 -0.05273 0.06782 C -0.05312 0.06828 -0.05378 0.06828 -0.05417 0.06851 C -0.05469 0.06921 -0.05521 0.06967 -0.05573 0.07037 C -0.05638 0.07129 -0.0569 0.07245 -0.05768 0.07314 C -0.05833 0.07361 -0.05898 0.07361 -0.05963 0.07407 C -0.06393 0.07916 -0.05859 0.07291 -0.06276 0.07662 C -0.06328 0.07708 -0.06367 0.07777 -0.06419 0.07847 C -0.06601 0.08333 -0.06419 0.07916 -0.06667 0.08287 C -0.06719 0.08356 -0.06771 0.08449 -0.06823 0.08564 C -0.06862 0.08634 -0.06875 0.0875 -0.06914 0.08819 C -0.06966 0.08888 -0.07018 0.08888 -0.0707 0.08912 C -0.0724 0.09351 -0.07122 0.0912 -0.07474 0.09537 L -0.07617 0.09699 C -0.07669 0.09768 -0.07708 0.09861 -0.07773 0.09884 C -0.07825 0.09907 -0.07878 0.0993 -0.07917 0.09976 C -0.07969 0.10023 -0.08021 0.10115 -0.08073 0.10162 C -0.08164 0.10231 -0.08281 0.10231 -0.08372 0.10324 C -0.08802 0.10833 -0.08255 0.10231 -0.08672 0.10601 C -0.08724 0.10648 -0.08763 0.10717 -0.08815 0.10787 C -0.09544 0.11527 -0.08607 0.10555 -0.09167 0.11041 C -0.09219 0.11087 -0.09271 0.1118 -0.09323 0.11226 C -0.09362 0.11273 -0.09427 0.11273 -0.09466 0.11319 C -0.0957 0.11412 -0.09661 0.11597 -0.09766 0.11666 L -0.10065 0.11851 C -0.10117 0.11875 -0.10182 0.11875 -0.10221 0.11944 C -0.10273 0.1199 -0.10312 0.12106 -0.10365 0.12106 C -0.10898 0.12199 -0.11432 0.12152 -0.11966 0.12199 C -0.1224 0.12222 -0.125 0.12291 -0.12773 0.12291 L -0.18568 0.12384 L -0.19075 0.12476 C -0.19206 0.125 -0.19336 0.12569 -0.19466 0.12569 C -0.2 0.12569 -0.20534 0.125 -0.21068 0.12476 L -0.21719 0.12384 L -0.21914 0.12291 " pathEditMode="relative" ptsTypes="AAAAAAAAAAAAAAAAAAAAAAAAAAAAAAAAAAAAAAAAAAAAAAAAAAAAAAAAAA">
                                      <p:cBhvr>
                                        <p:cTn id="26" dur="2000" fill="hold"/>
                                        <p:tgtEl>
                                          <p:spTgt spid="26"/>
                                        </p:tgtEl>
                                        <p:attrNameLst>
                                          <p:attrName>ppt_x</p:attrName>
                                          <p:attrName>ppt_y</p:attrName>
                                        </p:attrNameLst>
                                      </p:cBhvr>
                                    </p:animMotion>
                                  </p:childTnLst>
                                </p:cTn>
                              </p:par>
                            </p:childTnLst>
                          </p:cTn>
                        </p:par>
                      </p:childTnLst>
                    </p:cTn>
                  </p:par>
                  <p:par>
                    <p:cTn id="27" fill="hold">
                      <p:stCondLst>
                        <p:cond delay="indefinite"/>
                      </p:stCondLst>
                      <p:childTnLst>
                        <p:par>
                          <p:cTn id="28" fill="hold">
                            <p:stCondLst>
                              <p:cond delay="0"/>
                            </p:stCondLst>
                            <p:childTnLst>
                              <p:par>
                                <p:cTn id="29" presetID="0" presetClass="path" presetSubtype="0" repeatCount="indefinite" accel="50000" decel="50000" fill="hold" grpId="0" nodeType="clickEffect">
                                  <p:stCondLst>
                                    <p:cond delay="0"/>
                                  </p:stCondLst>
                                  <p:childTnLst>
                                    <p:animMotion origin="layout" path="M 0.00886 -0.00185 L 0.00886 -0.00185 L 0.03047 -0.00116 C 0.03229 -0.00116 0.03412 -0.00069 0.03594 -0.00046 C 0.03815 -0.00023 0.04037 -1.48148E-6 0.04258 0.00023 C 0.04636 0.00093 0.04662 0.00162 0.05091 0.00185 L 0.12136 0.00255 C 0.12071 0.01783 0.12045 0.02107 0.12045 0.04097 C 0.12045 0.04375 0.12071 0.04653 0.12084 0.04931 C 0.12005 0.05533 0.1211 0.05208 0.11511 0.05139 C 0.10729 0.05046 0.10768 0.05093 0.10052 0.05 C 0.09896 0.04977 0.0974 0.04954 0.09584 0.04931 C 0.07331 0.05371 0.10104 0.04838 0.03672 0.04838 L -0.00195 0.04838 L -0.00078 0.05 " pathEditMode="relative" ptsTypes="AAAAAAAAAAAAAAA">
                                      <p:cBhvr>
                                        <p:cTn id="30" dur="3000" fill="hold"/>
                                        <p:tgtEl>
                                          <p:spTgt spid="30"/>
                                        </p:tgtEl>
                                        <p:attrNameLst>
                                          <p:attrName>ppt_x</p:attrName>
                                          <p:attrName>ppt_y</p:attrName>
                                        </p:attrNameLst>
                                      </p:cBhvr>
                                    </p:animMotion>
                                  </p:childTnLst>
                                </p:cTn>
                              </p:par>
                              <p:par>
                                <p:cTn id="31" presetID="0" presetClass="path" presetSubtype="0" repeatCount="indefinite" accel="50000" decel="50000" fill="hold" grpId="0" nodeType="withEffect">
                                  <p:stCondLst>
                                    <p:cond delay="0"/>
                                  </p:stCondLst>
                                  <p:childTnLst>
                                    <p:animMotion origin="layout" path="M 0.00703 -0.00023 L 0.00703 -0.00023 C 0.00886 -0.00023 0.01055 -0.00046 0.01237 -0.0007 C 0.01276 -0.0007 0.01315 -0.00116 0.01367 -0.00116 L 0.05052 -0.0007 C 0.05222 -0.00046 0.05378 -0.00023 0.05547 -0.00023 C 0.07253 0.00092 0.07748 0.00092 0.09362 0.00162 C 0.10651 0.00069 0.10938 0.00046 0.12578 0.00046 C 0.1336 0.00046 0.14141 0.00069 0.14922 0.00092 C 0.14922 0.00555 0.14909 0.01018 0.14896 0.01481 C 0.14896 0.01597 0.1487 0.01713 0.1487 0.01829 C 0.14857 0.02037 0.14844 0.02268 0.14831 0.02477 C 0.14844 0.02847 0.14844 0.03194 0.1487 0.03541 C 0.1487 0.03588 0.14896 0.03657 0.14896 0.03704 C 0.14961 0.05694 0.14844 0.04791 0.14961 0.05602 C 0.15026 0.06991 0.14948 0.06504 0.15052 0.07106 C 0.15039 0.07685 0.15039 0.08287 0.15026 0.08866 C 0.15013 0.09028 0.15 0.09166 0.14987 0.09329 C 0.14896 0.13171 0.15013 0.10254 0.14922 0.12268 C 0.14948 0.12801 0.14948 0.1331 0.14987 0.13819 C 0.15 0.13889 0.15013 0.13958 0.15026 0.14051 C 0.15026 0.14282 0.15039 0.14537 0.15052 0.14768 C 0.15052 0.14815 0.15091 0.14884 0.15091 0.1493 C 0.15091 0.15208 0.15065 0.15486 0.15052 0.15764 L 0.14427 0.15648 L 0.14089 0.15602 C 0.13906 0.15625 0.13724 0.15648 0.13555 0.15648 L 0.12461 0.15717 C 0.12084 0.15741 0.11979 0.15764 0.11641 0.15833 C 0.11042 0.1581 0.08919 0.1581 0.07839 0.15717 C 0.07735 0.15694 0.07643 0.15671 0.07552 0.15648 C 0.07396 0.15625 0.0724 0.15625 0.07084 0.15602 C 0.06992 0.15579 0.06914 0.15555 0.06836 0.15532 C 0.0668 0.15532 0.04597 0.1544 0.04518 0.1544 L 0.00117 0.1544 L 0.00117 0.1544 " pathEditMode="relative" ptsTypes="AAAAAAAAAAAAAAAAAAAAAAAAAAAAAAAAAAAA">
                                      <p:cBhvr>
                                        <p:cTn id="32" dur="3000" fill="hold"/>
                                        <p:tgtEl>
                                          <p:spTgt spid="29"/>
                                        </p:tgtEl>
                                        <p:attrNameLst>
                                          <p:attrName>ppt_x</p:attrName>
                                          <p:attrName>ppt_y</p:attrName>
                                        </p:attrNameLst>
                                      </p:cBhvr>
                                    </p:animMotion>
                                  </p:childTnLst>
                                </p:cTn>
                              </p:par>
                            </p:childTnLst>
                          </p:cTn>
                        </p:par>
                      </p:childTnLst>
                    </p:cTn>
                  </p:par>
                  <p:par>
                    <p:cTn id="33" fill="hold">
                      <p:stCondLst>
                        <p:cond delay="indefinite"/>
                      </p:stCondLst>
                      <p:childTnLst>
                        <p:par>
                          <p:cTn id="34" fill="hold">
                            <p:stCondLst>
                              <p:cond delay="0"/>
                            </p:stCondLst>
                            <p:childTnLst>
                              <p:par>
                                <p:cTn id="35" presetID="53" presetClass="entr" presetSubtype="16" fill="hold" nodeType="clickEffect">
                                  <p:stCondLst>
                                    <p:cond delay="0"/>
                                  </p:stCondLst>
                                  <p:childTnLst>
                                    <p:set>
                                      <p:cBhvr>
                                        <p:cTn id="36" dur="1" fill="hold">
                                          <p:stCondLst>
                                            <p:cond delay="0"/>
                                          </p:stCondLst>
                                        </p:cTn>
                                        <p:tgtEl>
                                          <p:spTgt spid="6"/>
                                        </p:tgtEl>
                                        <p:attrNameLst>
                                          <p:attrName>style.visibility</p:attrName>
                                        </p:attrNameLst>
                                      </p:cBhvr>
                                      <p:to>
                                        <p:strVal val="visible"/>
                                      </p:to>
                                    </p:set>
                                    <p:anim calcmode="lin" valueType="num">
                                      <p:cBhvr>
                                        <p:cTn id="37" dur="500" fill="hold"/>
                                        <p:tgtEl>
                                          <p:spTgt spid="6"/>
                                        </p:tgtEl>
                                        <p:attrNameLst>
                                          <p:attrName>ppt_w</p:attrName>
                                        </p:attrNameLst>
                                      </p:cBhvr>
                                      <p:tavLst>
                                        <p:tav tm="0">
                                          <p:val>
                                            <p:fltVal val="0"/>
                                          </p:val>
                                        </p:tav>
                                        <p:tav tm="100000">
                                          <p:val>
                                            <p:strVal val="#ppt_w"/>
                                          </p:val>
                                        </p:tav>
                                      </p:tavLst>
                                    </p:anim>
                                    <p:anim calcmode="lin" valueType="num">
                                      <p:cBhvr>
                                        <p:cTn id="38" dur="500" fill="hold"/>
                                        <p:tgtEl>
                                          <p:spTgt spid="6"/>
                                        </p:tgtEl>
                                        <p:attrNameLst>
                                          <p:attrName>ppt_h</p:attrName>
                                        </p:attrNameLst>
                                      </p:cBhvr>
                                      <p:tavLst>
                                        <p:tav tm="0">
                                          <p:val>
                                            <p:fltVal val="0"/>
                                          </p:val>
                                        </p:tav>
                                        <p:tav tm="100000">
                                          <p:val>
                                            <p:strVal val="#ppt_h"/>
                                          </p:val>
                                        </p:tav>
                                      </p:tavLst>
                                    </p:anim>
                                    <p:animEffect transition="in" filter="fade">
                                      <p:cBhvr>
                                        <p:cTn id="3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1" grpId="1" animBg="1"/>
      <p:bldP spid="25" grpId="0" animBg="1"/>
      <p:bldP spid="25" grpId="1" animBg="1"/>
      <p:bldP spid="26" grpId="0" animBg="1"/>
      <p:bldP spid="26" grpId="1" animBg="1"/>
      <p:bldP spid="27" grpId="0" animBg="1"/>
      <p:bldP spid="27" grpId="1" animBg="1"/>
      <p:bldP spid="28" grpId="0" animBg="1"/>
      <p:bldP spid="28" grpId="1" animBg="1"/>
      <p:bldP spid="29" grpId="0" animBg="1"/>
      <p:bldP spid="30"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对话气泡: 矩形 6"/>
          <p:cNvSpPr/>
          <p:nvPr/>
        </p:nvSpPr>
        <p:spPr>
          <a:xfrm>
            <a:off x="6096000" y="3548362"/>
            <a:ext cx="3868616" cy="541216"/>
          </a:xfrm>
          <a:prstGeom prst="wedgeRectCallout">
            <a:avLst>
              <a:gd name="adj1" fmla="val -90133"/>
              <a:gd name="adj2" fmla="val -195270"/>
            </a:avLst>
          </a:prstGeom>
          <a:ln>
            <a:solidFill>
              <a:srgbClr val="C00000"/>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2000" dirty="0">
                <a:solidFill>
                  <a:srgbClr val="C00000"/>
                </a:solidFill>
                <a:latin typeface="微软雅黑" panose="020B0503020204020204" pitchFamily="34" charset="-122"/>
                <a:ea typeface="微软雅黑" panose="020B0503020204020204" pitchFamily="34" charset="-122"/>
              </a:rPr>
              <a:t>电缆的最大长度降低到十分之一</a:t>
            </a:r>
          </a:p>
        </p:txBody>
      </p:sp>
      <p:sp>
        <p:nvSpPr>
          <p:cNvPr id="2" name="标题 1"/>
          <p:cNvSpPr>
            <a:spLocks noGrp="1"/>
          </p:cNvSpPr>
          <p:nvPr>
            <p:ph type="title"/>
          </p:nvPr>
        </p:nvSpPr>
        <p:spPr/>
        <p:txBody>
          <a:bodyPr/>
          <a:lstStyle/>
          <a:p>
            <a:r>
              <a:rPr lang="zh-CN" altLang="en-US" dirty="0"/>
              <a:t>快速以太网</a:t>
            </a:r>
          </a:p>
        </p:txBody>
      </p:sp>
      <p:sp>
        <p:nvSpPr>
          <p:cNvPr id="3" name="内容占位符 2"/>
          <p:cNvSpPr>
            <a:spLocks noGrp="1"/>
          </p:cNvSpPr>
          <p:nvPr>
            <p:ph idx="1"/>
          </p:nvPr>
        </p:nvSpPr>
        <p:spPr>
          <a:xfrm>
            <a:off x="838200" y="1510758"/>
            <a:ext cx="10515600" cy="2897119"/>
          </a:xfrm>
        </p:spPr>
        <p:txBody>
          <a:bodyPr>
            <a:normAutofit/>
          </a:bodyPr>
          <a:lstStyle/>
          <a:p>
            <a:pPr>
              <a:lnSpc>
                <a:spcPct val="125000"/>
              </a:lnSpc>
            </a:pPr>
            <a:r>
              <a:rPr lang="en-US" altLang="zh-CN" sz="2200" dirty="0">
                <a:solidFill>
                  <a:srgbClr val="C00000"/>
                </a:solidFill>
              </a:rPr>
              <a:t>fast Ethernet</a:t>
            </a:r>
            <a:r>
              <a:rPr lang="en-US" altLang="zh-CN" sz="2200" dirty="0"/>
              <a:t>( IEEE 802.3u, 1995 )</a:t>
            </a:r>
          </a:p>
          <a:p>
            <a:pPr lvl="1">
              <a:lnSpc>
                <a:spcPct val="125000"/>
              </a:lnSpc>
            </a:pPr>
            <a:r>
              <a:rPr lang="zh-CN" altLang="en-US" sz="2000" dirty="0"/>
              <a:t>带宽 </a:t>
            </a:r>
            <a:r>
              <a:rPr lang="en-US" altLang="zh-CN" sz="2000" dirty="0"/>
              <a:t>10Mbps </a:t>
            </a:r>
            <a:r>
              <a:rPr lang="en-US" altLang="zh-CN" sz="2000" dirty="0">
                <a:sym typeface="Wingdings" panose="05000000000000000000" pitchFamily="2" charset="2"/>
              </a:rPr>
              <a:t> </a:t>
            </a:r>
            <a:r>
              <a:rPr lang="en-US" altLang="zh-CN" sz="2000" dirty="0">
                <a:solidFill>
                  <a:srgbClr val="C00000"/>
                </a:solidFill>
                <a:sym typeface="Wingdings" panose="05000000000000000000" pitchFamily="2" charset="2"/>
              </a:rPr>
              <a:t>100Mbps</a:t>
            </a:r>
          </a:p>
          <a:p>
            <a:pPr lvl="1">
              <a:lnSpc>
                <a:spcPct val="125000"/>
              </a:lnSpc>
            </a:pPr>
            <a:r>
              <a:rPr lang="zh-CN" altLang="en-US" sz="2000" dirty="0"/>
              <a:t>比特时间 </a:t>
            </a:r>
            <a:r>
              <a:rPr lang="en-US" altLang="zh-CN" sz="2000" dirty="0"/>
              <a:t>100ns </a:t>
            </a:r>
            <a:r>
              <a:rPr lang="en-US" altLang="zh-CN" sz="2000" dirty="0">
                <a:sym typeface="Wingdings" panose="05000000000000000000" pitchFamily="2" charset="2"/>
              </a:rPr>
              <a:t> </a:t>
            </a:r>
            <a:r>
              <a:rPr lang="en-US" altLang="zh-CN" sz="2000" dirty="0">
                <a:solidFill>
                  <a:srgbClr val="C00000"/>
                </a:solidFill>
                <a:sym typeface="Wingdings" panose="05000000000000000000" pitchFamily="2" charset="2"/>
              </a:rPr>
              <a:t>10ns</a:t>
            </a:r>
            <a:endParaRPr lang="en-US" altLang="zh-CN" sz="2000" dirty="0">
              <a:solidFill>
                <a:srgbClr val="C00000"/>
              </a:solidFill>
            </a:endParaRPr>
          </a:p>
          <a:p>
            <a:pPr lvl="1">
              <a:lnSpc>
                <a:spcPct val="125000"/>
              </a:lnSpc>
            </a:pPr>
            <a:r>
              <a:rPr lang="zh-CN" altLang="en-US" sz="2000" dirty="0">
                <a:solidFill>
                  <a:srgbClr val="7030A0"/>
                </a:solidFill>
                <a:sym typeface="Wingdings" panose="05000000000000000000" pitchFamily="2" charset="2"/>
              </a:rPr>
              <a:t>保留原来的工作方式</a:t>
            </a:r>
            <a:r>
              <a:rPr lang="zh-CN" altLang="en-US" sz="2000" dirty="0">
                <a:sym typeface="Wingdings" panose="05000000000000000000" pitchFamily="2" charset="2"/>
              </a:rPr>
              <a:t>（帧格式、接口、过程规则）</a:t>
            </a:r>
            <a:endParaRPr lang="en-US" altLang="zh-CN" sz="2000" dirty="0">
              <a:sym typeface="Wingdings" panose="05000000000000000000" pitchFamily="2" charset="2"/>
            </a:endParaRPr>
          </a:p>
          <a:p>
            <a:pPr lvl="1">
              <a:lnSpc>
                <a:spcPct val="125000"/>
              </a:lnSpc>
            </a:pPr>
            <a:r>
              <a:rPr lang="zh-CN" altLang="en-US" sz="2000" dirty="0">
                <a:sym typeface="Wingdings" panose="05000000000000000000" pitchFamily="2" charset="2"/>
              </a:rPr>
              <a:t> 自动协商（</a:t>
            </a:r>
            <a:r>
              <a:rPr lang="en-US" altLang="zh-CN" sz="2000" dirty="0" err="1">
                <a:sym typeface="Wingdings" panose="05000000000000000000" pitchFamily="2" charset="2"/>
              </a:rPr>
              <a:t>autonegotiation</a:t>
            </a:r>
            <a:r>
              <a:rPr lang="zh-CN" altLang="en-US" sz="2000" dirty="0">
                <a:sym typeface="Wingdings" panose="05000000000000000000" pitchFamily="2" charset="2"/>
              </a:rPr>
              <a:t>）</a:t>
            </a:r>
            <a:endParaRPr lang="en-US" altLang="zh-CN" sz="2000" dirty="0">
              <a:sym typeface="Wingdings" panose="05000000000000000000" pitchFamily="2" charset="2"/>
            </a:endParaRPr>
          </a:p>
          <a:p>
            <a:pPr lvl="1">
              <a:lnSpc>
                <a:spcPct val="125000"/>
              </a:lnSpc>
            </a:pPr>
            <a:r>
              <a:rPr lang="zh-CN" altLang="en-US" sz="2000" dirty="0">
                <a:sym typeface="Wingdings" panose="05000000000000000000" pitchFamily="2" charset="2"/>
              </a:rPr>
              <a:t> 线缆类型</a:t>
            </a:r>
            <a:r>
              <a:rPr lang="en-US" altLang="zh-CN" sz="2000" dirty="0"/>
              <a:t> 	</a:t>
            </a:r>
            <a:endParaRPr lang="zh-CN" altLang="en-US" sz="2000"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47</a:t>
            </a:fld>
            <a:endParaRPr kumimoji="1" lang="zh-CN" altLang="en-US" dirty="0"/>
          </a:p>
        </p:txBody>
      </p:sp>
      <p:graphicFrame>
        <p:nvGraphicFramePr>
          <p:cNvPr id="5" name="表格 8"/>
          <p:cNvGraphicFramePr>
            <a:graphicFrameLocks noGrp="1"/>
          </p:cNvGraphicFramePr>
          <p:nvPr/>
        </p:nvGraphicFramePr>
        <p:xfrm>
          <a:off x="1960879" y="4548829"/>
          <a:ext cx="8857796" cy="1584960"/>
        </p:xfrm>
        <a:graphic>
          <a:graphicData uri="http://schemas.openxmlformats.org/drawingml/2006/table">
            <a:tbl>
              <a:tblPr firstRow="1" bandRow="1">
                <a:tableStyleId>{6E25E649-3F16-4E02-A733-19D2CDBF48F0}</a:tableStyleId>
              </a:tblPr>
              <a:tblGrid>
                <a:gridCol w="1519168">
                  <a:extLst>
                    <a:ext uri="{9D8B030D-6E8A-4147-A177-3AD203B41FA5}">
                      <a16:colId xmlns:a16="http://schemas.microsoft.com/office/drawing/2014/main" val="20000"/>
                    </a:ext>
                  </a:extLst>
                </a:gridCol>
                <a:gridCol w="1014730">
                  <a:extLst>
                    <a:ext uri="{9D8B030D-6E8A-4147-A177-3AD203B41FA5}">
                      <a16:colId xmlns:a16="http://schemas.microsoft.com/office/drawing/2014/main" val="20001"/>
                    </a:ext>
                  </a:extLst>
                </a:gridCol>
                <a:gridCol w="1337852">
                  <a:extLst>
                    <a:ext uri="{9D8B030D-6E8A-4147-A177-3AD203B41FA5}">
                      <a16:colId xmlns:a16="http://schemas.microsoft.com/office/drawing/2014/main" val="20002"/>
                    </a:ext>
                  </a:extLst>
                </a:gridCol>
                <a:gridCol w="1251752">
                  <a:extLst>
                    <a:ext uri="{9D8B030D-6E8A-4147-A177-3AD203B41FA5}">
                      <a16:colId xmlns:a16="http://schemas.microsoft.com/office/drawing/2014/main" val="20003"/>
                    </a:ext>
                  </a:extLst>
                </a:gridCol>
                <a:gridCol w="3734294">
                  <a:extLst>
                    <a:ext uri="{9D8B030D-6E8A-4147-A177-3AD203B41FA5}">
                      <a16:colId xmlns:a16="http://schemas.microsoft.com/office/drawing/2014/main" val="20004"/>
                    </a:ext>
                  </a:extLst>
                </a:gridCol>
              </a:tblGrid>
              <a:tr h="299075">
                <a:tc>
                  <a:txBody>
                    <a:bodyPr/>
                    <a:lstStyle/>
                    <a:p>
                      <a:r>
                        <a:rPr lang="zh-CN" altLang="en-US" sz="2000" dirty="0"/>
                        <a:t>名称</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sz="2000" dirty="0"/>
                        <a:t>线缆</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sz="2000" dirty="0"/>
                        <a:t>最大长度</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sz="2000" dirty="0"/>
                        <a:t>编码方式</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sz="2000" dirty="0"/>
                        <a:t>优点</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99075">
                <a:tc>
                  <a:txBody>
                    <a:bodyPr/>
                    <a:lstStyle/>
                    <a:p>
                      <a:r>
                        <a:rPr lang="en-US" altLang="zh-CN" sz="2000" dirty="0"/>
                        <a:t>100Base-T4</a:t>
                      </a:r>
                      <a:endParaRPr lang="zh-CN" alt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sz="2000" dirty="0"/>
                        <a:t>双绞线</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2000" dirty="0"/>
                        <a:t>100</a:t>
                      </a:r>
                      <a:r>
                        <a:rPr lang="zh-CN" altLang="en-US" sz="2000" dirty="0"/>
                        <a:t>米</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2000" dirty="0"/>
                        <a:t>8B6T</a:t>
                      </a:r>
                      <a:endParaRPr lang="zh-CN" alt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sz="2000" dirty="0"/>
                        <a:t>可用</a:t>
                      </a:r>
                      <a:r>
                        <a:rPr lang="en-US" altLang="zh-CN" sz="2000" dirty="0"/>
                        <a:t>3</a:t>
                      </a:r>
                      <a:r>
                        <a:rPr lang="zh-CN" altLang="en-US" sz="2000" dirty="0"/>
                        <a:t>类</a:t>
                      </a:r>
                      <a:r>
                        <a:rPr lang="en-US" altLang="zh-CN" sz="2000" dirty="0"/>
                        <a:t>UTP</a:t>
                      </a:r>
                      <a:endParaRPr lang="zh-CN" alt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299075">
                <a:tc>
                  <a:txBody>
                    <a:bodyPr/>
                    <a:lstStyle/>
                    <a:p>
                      <a:r>
                        <a:rPr lang="en-US" altLang="zh-CN" sz="2000" dirty="0"/>
                        <a:t>100Base-TX</a:t>
                      </a:r>
                      <a:endParaRPr lang="zh-CN" alt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sz="2000" dirty="0"/>
                        <a:t>双绞线</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2000" dirty="0"/>
                        <a:t>100</a:t>
                      </a:r>
                      <a:r>
                        <a:rPr lang="zh-CN" altLang="en-US" sz="2000" dirty="0"/>
                        <a:t>米</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2000" dirty="0"/>
                        <a:t>4b/5b</a:t>
                      </a:r>
                      <a:endParaRPr lang="zh-CN" alt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sz="2000" dirty="0"/>
                        <a:t>全双工速率</a:t>
                      </a:r>
                      <a:r>
                        <a:rPr lang="en-US" altLang="zh-CN" sz="2000" dirty="0"/>
                        <a:t>100Mbps(5</a:t>
                      </a:r>
                      <a:r>
                        <a:rPr lang="zh-CN" altLang="en-US" sz="2000" dirty="0"/>
                        <a:t>类</a:t>
                      </a:r>
                      <a:r>
                        <a:rPr lang="en-US" altLang="zh-CN" sz="2000" dirty="0"/>
                        <a:t>UTP)</a:t>
                      </a:r>
                      <a:endParaRPr lang="zh-CN" alt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33740">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2000" dirty="0"/>
                        <a:t>100Base-FX</a:t>
                      </a:r>
                      <a:endParaRPr lang="zh-CN" alt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sz="2000" dirty="0"/>
                        <a:t>光纤</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2000" dirty="0"/>
                        <a:t>2000</a:t>
                      </a:r>
                      <a:r>
                        <a:rPr lang="zh-CN" altLang="en-US" sz="2000" dirty="0"/>
                        <a:t>米</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2000" b="0" i="0" kern="1200" dirty="0">
                          <a:solidFill>
                            <a:schemeClr val="dk1"/>
                          </a:solidFill>
                          <a:effectLst/>
                          <a:latin typeface="+mn-lt"/>
                          <a:ea typeface="+mn-ea"/>
                          <a:cs typeface="+mn-cs"/>
                        </a:rPr>
                        <a:t>4b/5b</a:t>
                      </a:r>
                      <a:endParaRPr lang="zh-CN" alt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sz="2000" dirty="0"/>
                        <a:t>全双工速率</a:t>
                      </a:r>
                      <a:r>
                        <a:rPr lang="en-US" altLang="zh-CN" sz="2000" dirty="0"/>
                        <a:t>100Mbps</a:t>
                      </a:r>
                      <a:r>
                        <a:rPr lang="zh-CN" altLang="en-US" sz="2000" dirty="0"/>
                        <a:t>，距离长</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9" name="日期占位符 15"/>
          <p:cNvSpPr>
            <a:spLocks noGrp="1"/>
          </p:cNvSpPr>
          <p:nvPr>
            <p:ph type="dt" sz="half" idx="10"/>
          </p:nvPr>
        </p:nvSpPr>
        <p:spPr>
          <a:xfrm>
            <a:off x="197335" y="6489303"/>
            <a:ext cx="1763544" cy="365125"/>
          </a:xfrm>
        </p:spPr>
        <p:txBody>
          <a:bodyPr/>
          <a:lstStyle/>
          <a:p>
            <a:r>
              <a:rPr lang="en-US" altLang="zh-CN" dirty="0">
                <a:latin typeface="微软雅黑" panose="020B0503020204020204" pitchFamily="34" charset="-122"/>
                <a:ea typeface="微软雅黑" panose="020B0503020204020204" pitchFamily="34" charset="-122"/>
              </a:rPr>
              <a:t>4.3 </a:t>
            </a:r>
            <a:r>
              <a:rPr lang="zh-CN" altLang="en-US" dirty="0">
                <a:latin typeface="微软雅黑" panose="020B0503020204020204" pitchFamily="34" charset="-122"/>
                <a:ea typeface="微软雅黑" panose="020B0503020204020204" pitchFamily="34" charset="-122"/>
              </a:rPr>
              <a:t>以太网</a:t>
            </a:r>
          </a:p>
        </p:txBody>
      </p:sp>
      <p:sp>
        <p:nvSpPr>
          <p:cNvPr id="8" name="对话气泡: 矩形 7"/>
          <p:cNvSpPr/>
          <p:nvPr/>
        </p:nvSpPr>
        <p:spPr>
          <a:xfrm>
            <a:off x="6433457" y="1510758"/>
            <a:ext cx="5468047" cy="1384841"/>
          </a:xfrm>
          <a:prstGeom prst="wedgeRectCallout">
            <a:avLst>
              <a:gd name="adj1" fmla="val -77475"/>
              <a:gd name="adj2" fmla="val -1448"/>
            </a:avLst>
          </a:prstGeom>
          <a:ln>
            <a:solidFill>
              <a:srgbClr val="C00000"/>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2000" dirty="0">
                <a:latin typeface="微软雅黑" panose="020B0503020204020204" pitchFamily="34" charset="-122"/>
                <a:ea typeface="微软雅黑" panose="020B0503020204020204" pitchFamily="34" charset="-122"/>
              </a:rPr>
              <a:t>与之前</a:t>
            </a:r>
            <a:r>
              <a:rPr lang="en-US" altLang="zh-CN" sz="2000" dirty="0">
                <a:latin typeface="微软雅黑" panose="020B0503020204020204" pitchFamily="34" charset="-122"/>
                <a:ea typeface="微软雅黑" panose="020B0503020204020204" pitchFamily="34" charset="-122"/>
              </a:rPr>
              <a:t>10Mbps</a:t>
            </a:r>
            <a:r>
              <a:rPr lang="zh-CN" altLang="en-US" sz="2000" dirty="0">
                <a:latin typeface="微软雅黑" panose="020B0503020204020204" pitchFamily="34" charset="-122"/>
                <a:ea typeface="微软雅黑" panose="020B0503020204020204" pitchFamily="34" charset="-122"/>
              </a:rPr>
              <a:t>版本的以太网相比，</a:t>
            </a:r>
            <a:r>
              <a:rPr lang="en-US" altLang="zh-CN" sz="2000" dirty="0">
                <a:latin typeface="微软雅黑" panose="020B0503020204020204" pitchFamily="34" charset="-122"/>
                <a:ea typeface="微软雅黑" panose="020B0503020204020204" pitchFamily="34" charset="-122"/>
              </a:rPr>
              <a:t>10</a:t>
            </a:r>
            <a:r>
              <a:rPr lang="zh-CN" altLang="en-US" sz="2000" dirty="0">
                <a:latin typeface="微软雅黑" panose="020B0503020204020204" pitchFamily="34" charset="-122"/>
                <a:ea typeface="微软雅黑" panose="020B0503020204020204" pitchFamily="34" charset="-122"/>
              </a:rPr>
              <a:t>倍的速度非常快。千兆以太网诞生后，</a:t>
            </a:r>
            <a:r>
              <a:rPr lang="en-US" altLang="zh-CN" sz="2000" dirty="0">
                <a:latin typeface="微软雅黑" panose="020B0503020204020204" pitchFamily="34" charset="-122"/>
                <a:ea typeface="微软雅黑" panose="020B0503020204020204" pitchFamily="34" charset="-122"/>
              </a:rPr>
              <a:t>100Mbps</a:t>
            </a:r>
            <a:r>
              <a:rPr lang="zh-CN" altLang="en-US" sz="2000" dirty="0">
                <a:latin typeface="微软雅黑" panose="020B0503020204020204" pitchFamily="34" charset="-122"/>
                <a:ea typeface="微软雅黑" panose="020B0503020204020204" pitchFamily="34" charset="-122"/>
              </a:rPr>
              <a:t>就不再是最快的以太网了，但人们仍习惯于称</a:t>
            </a:r>
            <a:r>
              <a:rPr lang="en-US" altLang="zh-CN" sz="2000" dirty="0">
                <a:latin typeface="微软雅黑" panose="020B0503020204020204" pitchFamily="34" charset="-122"/>
                <a:ea typeface="微软雅黑" panose="020B0503020204020204" pitchFamily="34" charset="-122"/>
              </a:rPr>
              <a:t>100Mbps</a:t>
            </a:r>
            <a:r>
              <a:rPr lang="zh-CN" altLang="en-US" sz="2000" dirty="0">
                <a:latin typeface="微软雅黑" panose="020B0503020204020204" pitchFamily="34" charset="-122"/>
                <a:ea typeface="微软雅黑" panose="020B0503020204020204" pitchFamily="34" charset="-122"/>
              </a:rPr>
              <a:t>以太网为“快速以太网”。</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linds(horizontal)">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par>
                                <p:cTn id="18" presetID="3" presetClass="entr" presetSubtype="10" fill="hold" grpId="0" nodeType="with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blinds(horizontal)">
                                      <p:cBhvr>
                                        <p:cTn id="20" dur="500"/>
                                        <p:tgtEl>
                                          <p:spTgt spid="3">
                                            <p:txEl>
                                              <p:pRg st="3" end="3"/>
                                            </p:txEl>
                                          </p:spTgt>
                                        </p:tgtEl>
                                      </p:cBhvr>
                                    </p:animEffect>
                                  </p:childTnLst>
                                </p:cTn>
                              </p:par>
                              <p:par>
                                <p:cTn id="21" presetID="3" presetClass="entr" presetSubtype="10" fill="hold" grpId="0"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blinds(horizontal)">
                                      <p:cBhvr>
                                        <p:cTn id="23" dur="500"/>
                                        <p:tgtEl>
                                          <p:spTgt spid="3">
                                            <p:txEl>
                                              <p:pRg st="4" end="4"/>
                                            </p:txEl>
                                          </p:spTgt>
                                        </p:tgtEl>
                                      </p:cBhvr>
                                    </p:animEffect>
                                  </p:childTnLst>
                                </p:cTn>
                              </p:par>
                              <p:par>
                                <p:cTn id="24" presetID="3" presetClass="entr" presetSubtype="10" fill="hold" grpId="0" nodeType="with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blinds(horizontal)">
                                      <p:cBhvr>
                                        <p:cTn id="26" dur="500"/>
                                        <p:tgtEl>
                                          <p:spTgt spid="3">
                                            <p:txEl>
                                              <p:pRg st="5" end="5"/>
                                            </p:txEl>
                                          </p:spTgt>
                                        </p:tgtEl>
                                      </p:cBhvr>
                                    </p:animEffect>
                                  </p:childTnLst>
                                </p:cTn>
                              </p:par>
                              <p:par>
                                <p:cTn id="27" presetID="3" presetClass="entr" presetSubtype="10" fill="hold" nodeType="withEffect">
                                  <p:stCondLst>
                                    <p:cond delay="0"/>
                                  </p:stCondLst>
                                  <p:childTnLst>
                                    <p:set>
                                      <p:cBhvr>
                                        <p:cTn id="28" dur="1" fill="hold">
                                          <p:stCondLst>
                                            <p:cond delay="0"/>
                                          </p:stCondLst>
                                        </p:cTn>
                                        <p:tgtEl>
                                          <p:spTgt spid="5"/>
                                        </p:tgtEl>
                                        <p:attrNameLst>
                                          <p:attrName>style.visibility</p:attrName>
                                        </p:attrNameLst>
                                      </p:cBhvr>
                                      <p:to>
                                        <p:strVal val="visible"/>
                                      </p:to>
                                    </p:set>
                                    <p:animEffect transition="in" filter="blinds(horizontal)">
                                      <p:cBhvr>
                                        <p:cTn id="29" dur="500"/>
                                        <p:tgtEl>
                                          <p:spTgt spid="5"/>
                                        </p:tgtEl>
                                      </p:cBhvr>
                                    </p:animEffect>
                                  </p:childTnLst>
                                </p:cTn>
                              </p:par>
                            </p:childTnLst>
                          </p:cTn>
                        </p:par>
                      </p:childTnLst>
                    </p:cTn>
                  </p:par>
                  <p:par>
                    <p:cTn id="30" fill="hold">
                      <p:stCondLst>
                        <p:cond delay="indefinite"/>
                      </p:stCondLst>
                      <p:childTnLst>
                        <p:par>
                          <p:cTn id="31" fill="hold">
                            <p:stCondLst>
                              <p:cond delay="0"/>
                            </p:stCondLst>
                            <p:childTnLst>
                              <p:par>
                                <p:cTn id="32" presetID="3" presetClass="entr" presetSubtype="10" fill="hold" grpId="0" nodeType="click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blinds(horizontal)">
                                      <p:cBhvr>
                                        <p:cTn id="34"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3" grpId="0" uiExpand="1" build="p"/>
      <p:bldP spid="8"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千兆以太网</a:t>
            </a:r>
          </a:p>
        </p:txBody>
      </p:sp>
      <p:sp>
        <p:nvSpPr>
          <p:cNvPr id="3" name="内容占位符 2"/>
          <p:cNvSpPr>
            <a:spLocks noGrp="1"/>
          </p:cNvSpPr>
          <p:nvPr>
            <p:ph idx="1"/>
          </p:nvPr>
        </p:nvSpPr>
        <p:spPr>
          <a:xfrm>
            <a:off x="838200" y="1510758"/>
            <a:ext cx="10515600" cy="3706362"/>
          </a:xfrm>
        </p:spPr>
        <p:txBody>
          <a:bodyPr>
            <a:normAutofit/>
          </a:bodyPr>
          <a:lstStyle/>
          <a:p>
            <a:pPr>
              <a:lnSpc>
                <a:spcPct val="120000"/>
              </a:lnSpc>
            </a:pPr>
            <a:r>
              <a:rPr lang="en-US" altLang="zh-CN" sz="2200" dirty="0">
                <a:solidFill>
                  <a:srgbClr val="C00000"/>
                </a:solidFill>
              </a:rPr>
              <a:t>gigabit Ethernet</a:t>
            </a:r>
            <a:r>
              <a:rPr lang="en-US" altLang="zh-CN" sz="2200" dirty="0"/>
              <a:t>( IEEE 802.3ab, 1998 )</a:t>
            </a:r>
          </a:p>
          <a:p>
            <a:pPr lvl="1">
              <a:lnSpc>
                <a:spcPct val="120000"/>
              </a:lnSpc>
            </a:pPr>
            <a:r>
              <a:rPr lang="en-US" altLang="zh-CN" sz="2000" dirty="0"/>
              <a:t> 100Mbps </a:t>
            </a:r>
            <a:r>
              <a:rPr lang="en-US" altLang="zh-CN" sz="2000" dirty="0">
                <a:sym typeface="Wingdings" panose="05000000000000000000" pitchFamily="2" charset="2"/>
              </a:rPr>
              <a:t> 1000Mbps( 1Gbps )</a:t>
            </a:r>
          </a:p>
          <a:p>
            <a:pPr lvl="1">
              <a:lnSpc>
                <a:spcPct val="120000"/>
              </a:lnSpc>
            </a:pPr>
            <a:r>
              <a:rPr lang="en-US" altLang="zh-CN" sz="2000" dirty="0">
                <a:solidFill>
                  <a:srgbClr val="7030A0"/>
                </a:solidFill>
                <a:sym typeface="Wingdings" panose="05000000000000000000" pitchFamily="2" charset="2"/>
              </a:rPr>
              <a:t> </a:t>
            </a:r>
            <a:r>
              <a:rPr lang="zh-CN" altLang="en-US" sz="2000" dirty="0">
                <a:solidFill>
                  <a:srgbClr val="7030A0"/>
                </a:solidFill>
                <a:sym typeface="Wingdings" panose="05000000000000000000" pitchFamily="2" charset="2"/>
              </a:rPr>
              <a:t>保留原来的工作方式</a:t>
            </a:r>
            <a:r>
              <a:rPr lang="zh-CN" altLang="en-US" sz="2000" dirty="0">
                <a:sym typeface="Wingdings" panose="05000000000000000000" pitchFamily="2" charset="2"/>
              </a:rPr>
              <a:t>（帧格式、接口、过程规则）</a:t>
            </a:r>
            <a:endParaRPr lang="en-US" altLang="zh-CN" sz="2000" dirty="0">
              <a:sym typeface="Wingdings" panose="05000000000000000000" pitchFamily="2" charset="2"/>
            </a:endParaRPr>
          </a:p>
          <a:p>
            <a:pPr lvl="1">
              <a:lnSpc>
                <a:spcPct val="120000"/>
              </a:lnSpc>
            </a:pPr>
            <a:r>
              <a:rPr lang="zh-CN" altLang="en-US" sz="2000" dirty="0"/>
              <a:t> 全双工和半双工两种方式工作。</a:t>
            </a:r>
            <a:endParaRPr lang="en-US" altLang="zh-CN" sz="2000" dirty="0"/>
          </a:p>
          <a:p>
            <a:pPr lvl="2">
              <a:lnSpc>
                <a:spcPct val="120000"/>
              </a:lnSpc>
            </a:pPr>
            <a:r>
              <a:rPr lang="zh-CN" altLang="en-US" dirty="0"/>
              <a:t>在半双工方式下使用 </a:t>
            </a:r>
            <a:r>
              <a:rPr lang="en-US" altLang="zh-CN" dirty="0"/>
              <a:t>CSMA/CD </a:t>
            </a:r>
            <a:r>
              <a:rPr lang="zh-CN" altLang="en-US" dirty="0">
                <a:solidFill>
                  <a:srgbClr val="C00000"/>
                </a:solidFill>
                <a:sym typeface="Wingdings" panose="05000000000000000000" pitchFamily="2" charset="2"/>
              </a:rPr>
              <a:t>（为了向后兼容）</a:t>
            </a:r>
            <a:r>
              <a:rPr lang="zh-CN" altLang="en-US" dirty="0"/>
              <a:t>，增加</a:t>
            </a:r>
            <a:r>
              <a:rPr lang="zh-CN" altLang="en-US" dirty="0">
                <a:solidFill>
                  <a:srgbClr val="0070C0"/>
                </a:solidFill>
                <a:sym typeface="Wingdings" panose="05000000000000000000" pitchFamily="2" charset="2"/>
              </a:rPr>
              <a:t>载波扩充</a:t>
            </a:r>
            <a:r>
              <a:rPr lang="zh-CN" altLang="en-US" dirty="0">
                <a:sym typeface="Wingdings" panose="05000000000000000000" pitchFamily="2" charset="2"/>
              </a:rPr>
              <a:t>和</a:t>
            </a:r>
            <a:r>
              <a:rPr lang="zh-CN" altLang="en-US" dirty="0">
                <a:solidFill>
                  <a:srgbClr val="0070C0"/>
                </a:solidFill>
                <a:sym typeface="Wingdings" panose="05000000000000000000" pitchFamily="2" charset="2"/>
              </a:rPr>
              <a:t>帧突发</a:t>
            </a:r>
            <a:endParaRPr lang="en-US" altLang="zh-CN" dirty="0">
              <a:solidFill>
                <a:srgbClr val="0070C0"/>
              </a:solidFill>
              <a:sym typeface="Wingdings" panose="05000000000000000000" pitchFamily="2" charset="2"/>
            </a:endParaRPr>
          </a:p>
          <a:p>
            <a:pPr lvl="2">
              <a:lnSpc>
                <a:spcPct val="120000"/>
              </a:lnSpc>
            </a:pPr>
            <a:r>
              <a:rPr lang="zh-CN" altLang="en-US" dirty="0"/>
              <a:t>全双工方式不需要使用</a:t>
            </a:r>
            <a:r>
              <a:rPr lang="en-US" altLang="zh-CN" dirty="0"/>
              <a:t>CSMA/CD</a:t>
            </a:r>
            <a:r>
              <a:rPr lang="zh-CN" altLang="en-US" dirty="0">
                <a:solidFill>
                  <a:srgbClr val="C00000"/>
                </a:solidFill>
              </a:rPr>
              <a:t>（缺省方式）</a:t>
            </a:r>
            <a:endParaRPr lang="en-US" altLang="zh-CN" dirty="0">
              <a:solidFill>
                <a:srgbClr val="C00000"/>
              </a:solidFill>
            </a:endParaRPr>
          </a:p>
          <a:p>
            <a:pPr lvl="1">
              <a:lnSpc>
                <a:spcPct val="120000"/>
              </a:lnSpc>
            </a:pPr>
            <a:r>
              <a:rPr lang="zh-CN" altLang="en-US" sz="2000" dirty="0">
                <a:sym typeface="Wingdings" panose="05000000000000000000" pitchFamily="2" charset="2"/>
              </a:rPr>
              <a:t>流量控制和巨型帧（</a:t>
            </a:r>
            <a:r>
              <a:rPr lang="en-US" altLang="zh-CN" sz="2000" dirty="0">
                <a:sym typeface="Wingdings" panose="05000000000000000000" pitchFamily="2" charset="2"/>
              </a:rPr>
              <a:t>Jumbo frame</a:t>
            </a:r>
            <a:r>
              <a:rPr lang="zh-CN" altLang="en-US" sz="2000" dirty="0">
                <a:sym typeface="Wingdings" panose="05000000000000000000" pitchFamily="2" charset="2"/>
              </a:rPr>
              <a:t>）</a:t>
            </a:r>
            <a:endParaRPr lang="en-US" altLang="zh-CN" sz="2000" dirty="0">
              <a:sym typeface="Wingdings" panose="05000000000000000000" pitchFamily="2" charset="2"/>
            </a:endParaRPr>
          </a:p>
          <a:p>
            <a:pPr lvl="1">
              <a:lnSpc>
                <a:spcPct val="120000"/>
              </a:lnSpc>
            </a:pPr>
            <a:r>
              <a:rPr lang="zh-CN" altLang="en-US" sz="2000" dirty="0">
                <a:sym typeface="Wingdings" panose="05000000000000000000" pitchFamily="2" charset="2"/>
              </a:rPr>
              <a:t>线缆类型</a:t>
            </a:r>
            <a:endParaRPr lang="en-US" altLang="zh-CN" sz="2000" dirty="0">
              <a:sym typeface="Wingdings" panose="05000000000000000000" pitchFamily="2" charset="2"/>
            </a:endParaRPr>
          </a:p>
          <a:p>
            <a:pPr lvl="1">
              <a:lnSpc>
                <a:spcPct val="110000"/>
              </a:lnSpc>
            </a:pPr>
            <a:endParaRPr lang="zh-CN" altLang="en-US" sz="2000"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48</a:t>
            </a:fld>
            <a:endParaRPr kumimoji="1" lang="zh-CN" altLang="en-US" dirty="0"/>
          </a:p>
        </p:txBody>
      </p:sp>
      <p:sp>
        <p:nvSpPr>
          <p:cNvPr id="5" name="对话气泡: 矩形 4"/>
          <p:cNvSpPr/>
          <p:nvPr/>
        </p:nvSpPr>
        <p:spPr>
          <a:xfrm>
            <a:off x="7594012" y="1510758"/>
            <a:ext cx="3868616" cy="1031630"/>
          </a:xfrm>
          <a:prstGeom prst="wedgeRectCallout">
            <a:avLst>
              <a:gd name="adj1" fmla="val -73199"/>
              <a:gd name="adj2" fmla="val 46947"/>
            </a:avLst>
          </a:prstGeom>
          <a:ln>
            <a:solidFill>
              <a:srgbClr val="7030A0"/>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2000" dirty="0">
                <a:solidFill>
                  <a:schemeClr val="tx1"/>
                </a:solidFill>
                <a:latin typeface="微软雅黑" panose="020B0503020204020204" pitchFamily="34" charset="-122"/>
                <a:ea typeface="微软雅黑" panose="020B0503020204020204" pitchFamily="34" charset="-122"/>
              </a:rPr>
              <a:t>为保证</a:t>
            </a:r>
            <a:r>
              <a:rPr lang="en-US" altLang="zh-CN" sz="2000" dirty="0">
                <a:solidFill>
                  <a:schemeClr val="tx1"/>
                </a:solidFill>
                <a:latin typeface="微软雅黑" panose="020B0503020204020204" pitchFamily="34" charset="-122"/>
                <a:ea typeface="微软雅黑" panose="020B0503020204020204" pitchFamily="34" charset="-122"/>
              </a:rPr>
              <a:t>CSMA/CD</a:t>
            </a:r>
            <a:r>
              <a:rPr lang="zh-CN" altLang="en-US" sz="2000" dirty="0">
                <a:solidFill>
                  <a:schemeClr val="tx1"/>
                </a:solidFill>
                <a:latin typeface="微软雅黑" panose="020B0503020204020204" pitchFamily="34" charset="-122"/>
                <a:ea typeface="微软雅黑" panose="020B0503020204020204" pitchFamily="34" charset="-122"/>
              </a:rPr>
              <a:t>继续工作，电缆的最大长度再降低到快速以太网的十分之一？</a:t>
            </a:r>
          </a:p>
        </p:txBody>
      </p:sp>
      <p:graphicFrame>
        <p:nvGraphicFramePr>
          <p:cNvPr id="13" name="表格 8"/>
          <p:cNvGraphicFramePr>
            <a:graphicFrameLocks noGrp="1"/>
          </p:cNvGraphicFramePr>
          <p:nvPr/>
        </p:nvGraphicFramePr>
        <p:xfrm>
          <a:off x="2780466" y="4618355"/>
          <a:ext cx="8143336" cy="2103120"/>
        </p:xfrm>
        <a:graphic>
          <a:graphicData uri="http://schemas.openxmlformats.org/drawingml/2006/table">
            <a:tbl>
              <a:tblPr firstRow="1" bandRow="1">
                <a:tableStyleId>{6E25E649-3F16-4E02-A733-19D2CDBF48F0}</a:tableStyleId>
              </a:tblPr>
              <a:tblGrid>
                <a:gridCol w="1710451">
                  <a:extLst>
                    <a:ext uri="{9D8B030D-6E8A-4147-A177-3AD203B41FA5}">
                      <a16:colId xmlns:a16="http://schemas.microsoft.com/office/drawing/2014/main" val="20000"/>
                    </a:ext>
                  </a:extLst>
                </a:gridCol>
                <a:gridCol w="938463">
                  <a:extLst>
                    <a:ext uri="{9D8B030D-6E8A-4147-A177-3AD203B41FA5}">
                      <a16:colId xmlns:a16="http://schemas.microsoft.com/office/drawing/2014/main" val="20001"/>
                    </a:ext>
                  </a:extLst>
                </a:gridCol>
                <a:gridCol w="1283369">
                  <a:extLst>
                    <a:ext uri="{9D8B030D-6E8A-4147-A177-3AD203B41FA5}">
                      <a16:colId xmlns:a16="http://schemas.microsoft.com/office/drawing/2014/main" val="20002"/>
                    </a:ext>
                  </a:extLst>
                </a:gridCol>
                <a:gridCol w="1251284">
                  <a:extLst>
                    <a:ext uri="{9D8B030D-6E8A-4147-A177-3AD203B41FA5}">
                      <a16:colId xmlns:a16="http://schemas.microsoft.com/office/drawing/2014/main" val="20003"/>
                    </a:ext>
                  </a:extLst>
                </a:gridCol>
                <a:gridCol w="2959769">
                  <a:extLst>
                    <a:ext uri="{9D8B030D-6E8A-4147-A177-3AD203B41FA5}">
                      <a16:colId xmlns:a16="http://schemas.microsoft.com/office/drawing/2014/main" val="20004"/>
                    </a:ext>
                  </a:extLst>
                </a:gridCol>
              </a:tblGrid>
              <a:tr h="299075">
                <a:tc>
                  <a:txBody>
                    <a:bodyPr/>
                    <a:lstStyle/>
                    <a:p>
                      <a:r>
                        <a:rPr lang="zh-CN" altLang="en-US" sz="1800" dirty="0"/>
                        <a:t>名称</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sz="1800" dirty="0"/>
                        <a:t>线缆</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sz="1800" dirty="0"/>
                        <a:t>最大长度</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sz="1800" dirty="0"/>
                        <a:t>编码方式</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sz="1800" dirty="0"/>
                        <a:t>优点</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99075">
                <a:tc>
                  <a:txBody>
                    <a:bodyPr/>
                    <a:lstStyle/>
                    <a:p>
                      <a:r>
                        <a:rPr lang="en-US" altLang="zh-CN" sz="1800" dirty="0"/>
                        <a:t>1000Base-SX</a:t>
                      </a:r>
                      <a:endParaRPr lang="zh-CN" altLang="en-US"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sz="1800" dirty="0"/>
                        <a:t>光纤</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800" dirty="0"/>
                        <a:t>550</a:t>
                      </a:r>
                      <a:r>
                        <a:rPr lang="zh-CN" altLang="en-US" sz="1800" dirty="0"/>
                        <a:t>米</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800" dirty="0"/>
                        <a:t>8b/10b</a:t>
                      </a:r>
                      <a:endParaRPr lang="zh-CN" altLang="en-US"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sz="1800" dirty="0"/>
                        <a:t>多模光纤（</a:t>
                      </a:r>
                      <a:r>
                        <a:rPr lang="en-US" altLang="zh-CN" sz="1800" dirty="0"/>
                        <a:t>50</a:t>
                      </a:r>
                      <a:r>
                        <a:rPr lang="zh-CN" altLang="en-US" sz="1800" dirty="0"/>
                        <a:t>、</a:t>
                      </a:r>
                      <a:r>
                        <a:rPr lang="en-US" altLang="zh-CN" sz="1800" dirty="0"/>
                        <a:t>62.5</a:t>
                      </a:r>
                      <a:r>
                        <a:rPr lang="zh-CN" altLang="en-US" sz="1800" dirty="0"/>
                        <a:t>微米）</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299075">
                <a:tc>
                  <a:txBody>
                    <a:bodyPr/>
                    <a:lstStyle/>
                    <a:p>
                      <a:r>
                        <a:rPr lang="en-US" altLang="zh-CN" sz="1800" dirty="0"/>
                        <a:t>1000Base-LX</a:t>
                      </a:r>
                      <a:endParaRPr lang="zh-CN" altLang="en-US"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sz="1800" dirty="0"/>
                        <a:t>光纤</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800" dirty="0"/>
                        <a:t>5000</a:t>
                      </a:r>
                      <a:r>
                        <a:rPr lang="zh-CN" altLang="en-US" sz="1800" dirty="0"/>
                        <a:t>米</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800" dirty="0"/>
                        <a:t>8b/10b</a:t>
                      </a:r>
                      <a:endParaRPr lang="zh-CN" altLang="en-US"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sz="1800" dirty="0"/>
                        <a:t>单模光纤（</a:t>
                      </a:r>
                      <a:r>
                        <a:rPr lang="en-US" altLang="zh-CN" sz="1800" dirty="0"/>
                        <a:t>10</a:t>
                      </a:r>
                      <a:r>
                        <a:rPr lang="zh-CN" altLang="en-US" sz="1800" dirty="0"/>
                        <a:t>微米）</a:t>
                      </a:r>
                      <a:endParaRPr lang="en-US" altLang="zh-CN" sz="1800" dirty="0"/>
                    </a:p>
                    <a:p>
                      <a:r>
                        <a:rPr lang="zh-CN" altLang="en-US" sz="1800" dirty="0"/>
                        <a:t>或多模光纤（</a:t>
                      </a:r>
                      <a:r>
                        <a:rPr lang="en-US" altLang="zh-CN" sz="1800" dirty="0"/>
                        <a:t>50</a:t>
                      </a:r>
                      <a:r>
                        <a:rPr lang="zh-CN" altLang="en-US" sz="1800" dirty="0"/>
                        <a:t>、</a:t>
                      </a:r>
                      <a:r>
                        <a:rPr lang="en-US" altLang="zh-CN" sz="1800" dirty="0"/>
                        <a:t>62.5</a:t>
                      </a:r>
                      <a:r>
                        <a:rPr lang="zh-CN" altLang="en-US" sz="1800" dirty="0"/>
                        <a:t>微米）</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33740">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800" dirty="0"/>
                        <a:t>1000Base-CX</a:t>
                      </a:r>
                      <a:endParaRPr lang="zh-CN" altLang="en-US"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800" dirty="0"/>
                        <a:t>2</a:t>
                      </a:r>
                      <a:r>
                        <a:rPr lang="zh-CN" altLang="en-US" sz="1800" dirty="0"/>
                        <a:t>对</a:t>
                      </a:r>
                      <a:r>
                        <a:rPr lang="en-US" altLang="zh-CN" sz="1800" dirty="0"/>
                        <a:t>STP</a:t>
                      </a:r>
                      <a:endParaRPr lang="zh-CN" altLang="en-US"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800" dirty="0"/>
                        <a:t>25</a:t>
                      </a:r>
                      <a:r>
                        <a:rPr lang="zh-CN" altLang="en-US" sz="1800" dirty="0"/>
                        <a:t>米</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800" dirty="0"/>
                        <a:t>8b/10b</a:t>
                      </a:r>
                      <a:endParaRPr lang="zh-CN" altLang="en-US"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sz="1800" dirty="0"/>
                        <a:t>屏蔽双绞线</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33740">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800" dirty="0"/>
                        <a:t>1000Base-T</a:t>
                      </a:r>
                      <a:endParaRPr lang="zh-CN" altLang="en-US"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800" dirty="0"/>
                        <a:t>2</a:t>
                      </a:r>
                      <a:r>
                        <a:rPr lang="zh-CN" altLang="en-US" sz="1800" dirty="0"/>
                        <a:t>对</a:t>
                      </a:r>
                      <a:r>
                        <a:rPr lang="en-US" altLang="zh-CN" sz="1800" dirty="0"/>
                        <a:t>UTP</a:t>
                      </a:r>
                      <a:endParaRPr lang="zh-CN" altLang="en-US"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800" dirty="0"/>
                        <a:t>100</a:t>
                      </a:r>
                      <a:r>
                        <a:rPr lang="zh-CN" altLang="en-US" sz="1800" dirty="0"/>
                        <a:t>米</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800" dirty="0"/>
                        <a:t>4D-PAM5</a:t>
                      </a:r>
                      <a:endParaRPr lang="zh-CN" altLang="en-US"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sz="1800" dirty="0"/>
                        <a:t>标准</a:t>
                      </a:r>
                      <a:r>
                        <a:rPr lang="en-US" altLang="zh-CN" sz="1800" dirty="0"/>
                        <a:t>5</a:t>
                      </a:r>
                      <a:r>
                        <a:rPr lang="zh-CN" altLang="en-US" sz="1800" dirty="0"/>
                        <a:t>类</a:t>
                      </a:r>
                      <a:r>
                        <a:rPr lang="en-US" altLang="zh-CN" sz="1800" dirty="0"/>
                        <a:t>UTP</a:t>
                      </a:r>
                      <a:endParaRPr lang="zh-CN" altLang="en-US"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8" name="日期占位符 15"/>
          <p:cNvSpPr>
            <a:spLocks noGrp="1"/>
          </p:cNvSpPr>
          <p:nvPr>
            <p:ph type="dt" sz="half" idx="10"/>
          </p:nvPr>
        </p:nvSpPr>
        <p:spPr>
          <a:xfrm>
            <a:off x="197335" y="6489303"/>
            <a:ext cx="1367696" cy="365125"/>
          </a:xfrm>
        </p:spPr>
        <p:txBody>
          <a:bodyPr/>
          <a:lstStyle/>
          <a:p>
            <a:r>
              <a:rPr lang="en-US" altLang="zh-CN" dirty="0">
                <a:latin typeface="微软雅黑" panose="020B0503020204020204" pitchFamily="34" charset="-122"/>
                <a:ea typeface="微软雅黑" panose="020B0503020204020204" pitchFamily="34" charset="-122"/>
              </a:rPr>
              <a:t>4.3 </a:t>
            </a:r>
            <a:r>
              <a:rPr lang="zh-CN" altLang="en-US" dirty="0">
                <a:latin typeface="微软雅黑" panose="020B0503020204020204" pitchFamily="34" charset="-122"/>
                <a:ea typeface="微软雅黑" panose="020B0503020204020204" pitchFamily="34" charset="-122"/>
              </a:rPr>
              <a:t>以太网</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blinds(horizontal)">
                                      <p:cBhvr>
                                        <p:cTn id="10" dur="500"/>
                                        <p:tgtEl>
                                          <p:spTgt spid="3">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blinds(horizontal)">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blinds(horizontal)">
                                      <p:cBhvr>
                                        <p:cTn id="20" dur="500"/>
                                        <p:tgtEl>
                                          <p:spTgt spid="3">
                                            <p:txEl>
                                              <p:pRg st="3" end="3"/>
                                            </p:txEl>
                                          </p:spTgt>
                                        </p:tgtEl>
                                      </p:cBhvr>
                                    </p:animEffect>
                                  </p:childTnLst>
                                </p:cTn>
                              </p:par>
                              <p:par>
                                <p:cTn id="21" presetID="3" presetClass="entr" presetSubtype="10" fill="hold"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blinds(horizontal)">
                                      <p:cBhvr>
                                        <p:cTn id="23" dur="500"/>
                                        <p:tgtEl>
                                          <p:spTgt spid="3">
                                            <p:txEl>
                                              <p:pRg st="4" end="4"/>
                                            </p:txEl>
                                          </p:spTgt>
                                        </p:tgtEl>
                                      </p:cBhvr>
                                    </p:animEffect>
                                  </p:childTnLst>
                                </p:cTn>
                              </p:par>
                              <p:par>
                                <p:cTn id="24" presetID="3" presetClass="entr" presetSubtype="10" fill="hold" nodeType="with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blinds(horizontal)">
                                      <p:cBhvr>
                                        <p:cTn id="26" dur="500"/>
                                        <p:tgtEl>
                                          <p:spTgt spid="3">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Effect transition="in" filter="blinds(horizontal)">
                                      <p:cBhvr>
                                        <p:cTn id="31" dur="500"/>
                                        <p:tgtEl>
                                          <p:spTgt spid="3">
                                            <p:txEl>
                                              <p:pRg st="6" end="6"/>
                                            </p:txEl>
                                          </p:spTgt>
                                        </p:tgtEl>
                                      </p:cBhvr>
                                    </p:animEffect>
                                  </p:childTnLst>
                                </p:cTn>
                              </p:par>
                              <p:par>
                                <p:cTn id="32" presetID="3" presetClass="entr" presetSubtype="10" fill="hold" nodeType="withEffect">
                                  <p:stCondLst>
                                    <p:cond delay="0"/>
                                  </p:stCondLst>
                                  <p:childTnLst>
                                    <p:set>
                                      <p:cBhvr>
                                        <p:cTn id="33" dur="1" fill="hold">
                                          <p:stCondLst>
                                            <p:cond delay="0"/>
                                          </p:stCondLst>
                                        </p:cTn>
                                        <p:tgtEl>
                                          <p:spTgt spid="3">
                                            <p:txEl>
                                              <p:pRg st="7" end="7"/>
                                            </p:txEl>
                                          </p:spTgt>
                                        </p:tgtEl>
                                        <p:attrNameLst>
                                          <p:attrName>style.visibility</p:attrName>
                                        </p:attrNameLst>
                                      </p:cBhvr>
                                      <p:to>
                                        <p:strVal val="visible"/>
                                      </p:to>
                                    </p:set>
                                    <p:animEffect transition="in" filter="blinds(horizontal)">
                                      <p:cBhvr>
                                        <p:cTn id="34" dur="500"/>
                                        <p:tgtEl>
                                          <p:spTgt spid="3">
                                            <p:txEl>
                                              <p:pRg st="7" end="7"/>
                                            </p:txEl>
                                          </p:spTgt>
                                        </p:tgtEl>
                                      </p:cBhvr>
                                    </p:animEffect>
                                  </p:childTnLst>
                                </p:cTn>
                              </p:par>
                              <p:par>
                                <p:cTn id="35" presetID="3" presetClass="entr" presetSubtype="10" fill="hold" nodeType="with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blinds(horizontal)">
                                      <p:cBhvr>
                                        <p:cTn id="3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p:cNvGrpSpPr/>
          <p:nvPr/>
        </p:nvGrpSpPr>
        <p:grpSpPr>
          <a:xfrm>
            <a:off x="7040880" y="1363435"/>
            <a:ext cx="4465320" cy="2566416"/>
            <a:chOff x="7040880" y="1363435"/>
            <a:chExt cx="4465320" cy="2566416"/>
          </a:xfrm>
        </p:grpSpPr>
        <p:pic>
          <p:nvPicPr>
            <p:cNvPr id="8" name="图片 7"/>
            <p:cNvPicPr>
              <a:picLocks noChangeAspect="1"/>
            </p:cNvPicPr>
            <p:nvPr/>
          </p:nvPicPr>
          <p:blipFill>
            <a:blip r:embed="rId3"/>
            <a:stretch>
              <a:fillRect/>
            </a:stretch>
          </p:blipFill>
          <p:spPr>
            <a:xfrm>
              <a:off x="7040880" y="1363435"/>
              <a:ext cx="4023360" cy="2566416"/>
            </a:xfrm>
            <a:prstGeom prst="rect">
              <a:avLst/>
            </a:prstGeom>
          </p:spPr>
        </p:pic>
        <p:sp>
          <p:nvSpPr>
            <p:cNvPr id="10" name="文本框 9"/>
            <p:cNvSpPr txBox="1"/>
            <p:nvPr/>
          </p:nvSpPr>
          <p:spPr>
            <a:xfrm>
              <a:off x="8534400" y="3383989"/>
              <a:ext cx="2971800" cy="369332"/>
            </a:xfrm>
            <a:prstGeom prst="rect">
              <a:avLst/>
            </a:prstGeom>
            <a:noFill/>
          </p:spPr>
          <p:txBody>
            <a:bodyPr wrap="square">
              <a:spAutoFit/>
            </a:bodyPr>
            <a:lstStyle/>
            <a:p>
              <a:r>
                <a:rPr lang="zh-CN" altLang="en-US" dirty="0"/>
                <a:t>10GBASE-SR SFP +收发器</a:t>
              </a:r>
            </a:p>
          </p:txBody>
        </p:sp>
      </p:grpSp>
      <p:sp>
        <p:nvSpPr>
          <p:cNvPr id="2" name="标题 1"/>
          <p:cNvSpPr>
            <a:spLocks noGrp="1"/>
          </p:cNvSpPr>
          <p:nvPr>
            <p:ph type="title"/>
          </p:nvPr>
        </p:nvSpPr>
        <p:spPr/>
        <p:txBody>
          <a:bodyPr/>
          <a:lstStyle/>
          <a:p>
            <a:r>
              <a:rPr lang="zh-CN" altLang="en-US" dirty="0"/>
              <a:t>万兆以太网</a:t>
            </a:r>
          </a:p>
        </p:txBody>
      </p:sp>
      <p:sp>
        <p:nvSpPr>
          <p:cNvPr id="3" name="内容占位符 2"/>
          <p:cNvSpPr>
            <a:spLocks noGrp="1"/>
          </p:cNvSpPr>
          <p:nvPr>
            <p:ph idx="1"/>
          </p:nvPr>
        </p:nvSpPr>
        <p:spPr>
          <a:xfrm>
            <a:off x="838200" y="1510758"/>
            <a:ext cx="6569149" cy="2538316"/>
          </a:xfrm>
        </p:spPr>
        <p:txBody>
          <a:bodyPr>
            <a:normAutofit/>
          </a:bodyPr>
          <a:lstStyle/>
          <a:p>
            <a:r>
              <a:rPr lang="en-US" altLang="zh-CN" sz="2200" dirty="0">
                <a:solidFill>
                  <a:srgbClr val="C00000"/>
                </a:solidFill>
              </a:rPr>
              <a:t>10-Gigabit Ethernet</a:t>
            </a:r>
            <a:r>
              <a:rPr lang="en-US" altLang="zh-CN" sz="2200" dirty="0"/>
              <a:t>( IEEE 802.3ae,</a:t>
            </a:r>
            <a:r>
              <a:rPr lang="zh-CN" altLang="en-US" sz="2200" dirty="0"/>
              <a:t> </a:t>
            </a:r>
            <a:r>
              <a:rPr lang="en-US" altLang="zh-CN" sz="2200" dirty="0"/>
              <a:t>2002 )</a:t>
            </a:r>
          </a:p>
          <a:p>
            <a:pPr lvl="1"/>
            <a:r>
              <a:rPr lang="en-US" altLang="zh-CN" sz="2000" dirty="0"/>
              <a:t>1Gbps </a:t>
            </a:r>
            <a:r>
              <a:rPr lang="en-US" altLang="zh-CN" sz="2000" dirty="0">
                <a:sym typeface="Wingdings" panose="05000000000000000000" pitchFamily="2" charset="2"/>
              </a:rPr>
              <a:t> </a:t>
            </a:r>
            <a:r>
              <a:rPr lang="en-US" altLang="zh-CN" sz="2000" dirty="0">
                <a:solidFill>
                  <a:srgbClr val="C00000"/>
                </a:solidFill>
                <a:sym typeface="Wingdings" panose="05000000000000000000" pitchFamily="2" charset="2"/>
              </a:rPr>
              <a:t>10Gbps</a:t>
            </a:r>
            <a:endParaRPr lang="en-US" altLang="zh-CN" sz="2000" dirty="0">
              <a:solidFill>
                <a:srgbClr val="C00000"/>
              </a:solidFill>
            </a:endParaRPr>
          </a:p>
          <a:p>
            <a:pPr lvl="1"/>
            <a:r>
              <a:rPr lang="zh-CN" altLang="en-US" sz="2000" dirty="0"/>
              <a:t>常记为</a:t>
            </a:r>
            <a:r>
              <a:rPr lang="en-US" altLang="zh-CN" sz="2000" dirty="0"/>
              <a:t>10GE, 10GbE </a:t>
            </a:r>
            <a:r>
              <a:rPr lang="zh-CN" altLang="en-US" sz="2000" dirty="0"/>
              <a:t>或</a:t>
            </a:r>
            <a:r>
              <a:rPr lang="en-US" altLang="zh-CN" sz="2000" dirty="0"/>
              <a:t> 10 GigE</a:t>
            </a:r>
          </a:p>
          <a:p>
            <a:pPr lvl="1"/>
            <a:r>
              <a:rPr lang="zh-CN" altLang="en-US" sz="2000" dirty="0">
                <a:solidFill>
                  <a:srgbClr val="7030A0"/>
                </a:solidFill>
              </a:rPr>
              <a:t>只支持全双工，不再使用</a:t>
            </a:r>
            <a:r>
              <a:rPr lang="en-US" altLang="zh-CN" sz="2000" dirty="0">
                <a:solidFill>
                  <a:srgbClr val="7030A0"/>
                </a:solidFill>
              </a:rPr>
              <a:t>CSMA/CD</a:t>
            </a:r>
          </a:p>
          <a:p>
            <a:pPr lvl="1"/>
            <a:r>
              <a:rPr lang="zh-CN" altLang="en-US" sz="2000" dirty="0">
                <a:solidFill>
                  <a:srgbClr val="C00000"/>
                </a:solidFill>
              </a:rPr>
              <a:t>保持兼容性</a:t>
            </a:r>
            <a:endParaRPr lang="en-US" altLang="zh-CN" sz="2000" dirty="0">
              <a:solidFill>
                <a:srgbClr val="C00000"/>
              </a:solidFill>
            </a:endParaRPr>
          </a:p>
          <a:p>
            <a:pPr lvl="1"/>
            <a:r>
              <a:rPr lang="zh-CN" altLang="en-US" sz="2000" dirty="0"/>
              <a:t>重点是超高速的物理层</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49</a:t>
            </a:fld>
            <a:endParaRPr kumimoji="1" lang="zh-CN" altLang="en-US" dirty="0"/>
          </a:p>
        </p:txBody>
      </p:sp>
      <p:graphicFrame>
        <p:nvGraphicFramePr>
          <p:cNvPr id="20" name="表格 8"/>
          <p:cNvGraphicFramePr>
            <a:graphicFrameLocks noGrp="1"/>
          </p:cNvGraphicFramePr>
          <p:nvPr/>
        </p:nvGraphicFramePr>
        <p:xfrm>
          <a:off x="1500769" y="3987273"/>
          <a:ext cx="9303588" cy="2194560"/>
        </p:xfrm>
        <a:graphic>
          <a:graphicData uri="http://schemas.openxmlformats.org/drawingml/2006/table">
            <a:tbl>
              <a:tblPr firstRow="1" bandRow="1">
                <a:tableStyleId>{6E25E649-3F16-4E02-A733-19D2CDBF48F0}</a:tableStyleId>
              </a:tblPr>
              <a:tblGrid>
                <a:gridCol w="1582516">
                  <a:extLst>
                    <a:ext uri="{9D8B030D-6E8A-4147-A177-3AD203B41FA5}">
                      <a16:colId xmlns:a16="http://schemas.microsoft.com/office/drawing/2014/main" val="20000"/>
                    </a:ext>
                  </a:extLst>
                </a:gridCol>
                <a:gridCol w="1153010">
                  <a:extLst>
                    <a:ext uri="{9D8B030D-6E8A-4147-A177-3AD203B41FA5}">
                      <a16:colId xmlns:a16="http://schemas.microsoft.com/office/drawing/2014/main" val="20001"/>
                    </a:ext>
                  </a:extLst>
                </a:gridCol>
                <a:gridCol w="1502159">
                  <a:extLst>
                    <a:ext uri="{9D8B030D-6E8A-4147-A177-3AD203B41FA5}">
                      <a16:colId xmlns:a16="http://schemas.microsoft.com/office/drawing/2014/main" val="20002"/>
                    </a:ext>
                  </a:extLst>
                </a:gridCol>
                <a:gridCol w="1511972">
                  <a:extLst>
                    <a:ext uri="{9D8B030D-6E8A-4147-A177-3AD203B41FA5}">
                      <a16:colId xmlns:a16="http://schemas.microsoft.com/office/drawing/2014/main" val="20003"/>
                    </a:ext>
                  </a:extLst>
                </a:gridCol>
                <a:gridCol w="3553931">
                  <a:extLst>
                    <a:ext uri="{9D8B030D-6E8A-4147-A177-3AD203B41FA5}">
                      <a16:colId xmlns:a16="http://schemas.microsoft.com/office/drawing/2014/main" val="20004"/>
                    </a:ext>
                  </a:extLst>
                </a:gridCol>
              </a:tblGrid>
              <a:tr h="299075">
                <a:tc>
                  <a:txBody>
                    <a:bodyPr/>
                    <a:lstStyle/>
                    <a:p>
                      <a:r>
                        <a:rPr lang="zh-CN" altLang="en-US" sz="1800" dirty="0"/>
                        <a:t>名称</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sz="1800" dirty="0"/>
                        <a:t>线缆</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sz="1800" dirty="0"/>
                        <a:t>最大长度</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sz="1800" dirty="0"/>
                        <a:t>编码方式</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sz="1800" dirty="0"/>
                        <a:t>优点</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99075">
                <a:tc>
                  <a:txBody>
                    <a:bodyPr/>
                    <a:lstStyle/>
                    <a:p>
                      <a:r>
                        <a:rPr lang="en-US" altLang="zh-CN" sz="1800" dirty="0"/>
                        <a:t>10GBase-SR</a:t>
                      </a:r>
                      <a:endParaRPr lang="zh-CN" altLang="en-US"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sz="1800" dirty="0"/>
                        <a:t>光纤</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sz="1800" dirty="0"/>
                        <a:t>最多</a:t>
                      </a:r>
                      <a:r>
                        <a:rPr lang="en-US" altLang="zh-CN" sz="1800" dirty="0"/>
                        <a:t>300</a:t>
                      </a:r>
                      <a:r>
                        <a:rPr lang="zh-CN" altLang="en-US" sz="1800" dirty="0"/>
                        <a:t>米</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800" dirty="0"/>
                        <a:t>64b/66b</a:t>
                      </a:r>
                      <a:endParaRPr lang="zh-CN" altLang="en-US"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sz="1800" dirty="0"/>
                        <a:t>多模光纤（</a:t>
                      </a:r>
                      <a:r>
                        <a:rPr lang="en-US" altLang="zh-CN" sz="1800" dirty="0"/>
                        <a:t>0.85</a:t>
                      </a:r>
                      <a:r>
                        <a:rPr lang="zh-CN" altLang="en-US" sz="1800" dirty="0"/>
                        <a:t>微米）</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299075">
                <a:tc>
                  <a:txBody>
                    <a:bodyPr/>
                    <a:lstStyle/>
                    <a:p>
                      <a:r>
                        <a:rPr lang="en-US" altLang="zh-CN" sz="1800" dirty="0"/>
                        <a:t>10GBase-LR</a:t>
                      </a:r>
                      <a:endParaRPr lang="zh-CN" altLang="en-US"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sz="1800" dirty="0"/>
                        <a:t>光纤</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800" dirty="0"/>
                        <a:t>10</a:t>
                      </a:r>
                      <a:r>
                        <a:rPr lang="zh-CN" altLang="en-US" sz="1800" dirty="0"/>
                        <a:t>千米</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800" dirty="0"/>
                        <a:t>64b/66b</a:t>
                      </a:r>
                      <a:endParaRPr lang="zh-CN" altLang="en-US"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sz="1800" dirty="0"/>
                        <a:t>单模光纤（</a:t>
                      </a:r>
                      <a:r>
                        <a:rPr lang="en-US" altLang="zh-CN" sz="1800" dirty="0"/>
                        <a:t>1.3</a:t>
                      </a:r>
                      <a:r>
                        <a:rPr lang="zh-CN" altLang="en-US" sz="1800" dirty="0"/>
                        <a:t>微米）</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33740">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800" dirty="0"/>
                        <a:t>10GBase-ER</a:t>
                      </a:r>
                      <a:endParaRPr lang="zh-CN" altLang="en-US"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sz="1800" dirty="0"/>
                        <a:t>光纤</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800" dirty="0"/>
                        <a:t>40</a:t>
                      </a:r>
                      <a:r>
                        <a:rPr lang="zh-CN" altLang="en-US" sz="1800" dirty="0"/>
                        <a:t>千米</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800" dirty="0"/>
                        <a:t>64b/66b</a:t>
                      </a:r>
                      <a:endParaRPr lang="zh-CN" altLang="en-US"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800" dirty="0"/>
                        <a:t>单模光纤（</a:t>
                      </a:r>
                      <a:r>
                        <a:rPr lang="en-US" altLang="zh-CN" sz="1800" dirty="0"/>
                        <a:t>1.5</a:t>
                      </a:r>
                      <a:r>
                        <a:rPr lang="zh-CN" altLang="en-US" sz="1800" dirty="0"/>
                        <a:t>微米）</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33740">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800" dirty="0"/>
                        <a:t>10GBase-CX4</a:t>
                      </a:r>
                      <a:endParaRPr lang="zh-CN" altLang="en-US"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800" dirty="0"/>
                        <a:t>4</a:t>
                      </a:r>
                      <a:r>
                        <a:rPr lang="zh-CN" altLang="en-US" sz="1800" dirty="0"/>
                        <a:t>对双轴</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800" dirty="0"/>
                        <a:t>15</a:t>
                      </a:r>
                      <a:r>
                        <a:rPr lang="zh-CN" altLang="en-US" sz="1800" dirty="0"/>
                        <a:t>米</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800" dirty="0"/>
                        <a:t>8b/10b</a:t>
                      </a:r>
                      <a:endParaRPr lang="zh-CN" altLang="en-US"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sz="1800" dirty="0"/>
                        <a:t>双轴铜缆</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33740">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800" dirty="0"/>
                        <a:t>10GBase-T</a:t>
                      </a:r>
                      <a:endParaRPr lang="zh-CN" altLang="en-US"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800" dirty="0"/>
                        <a:t>4</a:t>
                      </a:r>
                      <a:r>
                        <a:rPr lang="zh-CN" altLang="en-US" sz="1800" dirty="0"/>
                        <a:t>对</a:t>
                      </a:r>
                      <a:r>
                        <a:rPr lang="en-US" altLang="zh-CN" sz="1800" dirty="0"/>
                        <a:t>UTP</a:t>
                      </a:r>
                      <a:endParaRPr lang="zh-CN" altLang="en-US"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800" dirty="0"/>
                        <a:t>100</a:t>
                      </a:r>
                      <a:r>
                        <a:rPr lang="zh-CN" altLang="en-US" sz="1800" dirty="0"/>
                        <a:t>米</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800" dirty="0"/>
                        <a:t>64b/65b</a:t>
                      </a:r>
                      <a:endParaRPr lang="zh-CN" altLang="en-US"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800" dirty="0"/>
                        <a:t>6a</a:t>
                      </a:r>
                      <a:r>
                        <a:rPr lang="zh-CN" altLang="en-US" sz="1800" dirty="0"/>
                        <a:t>类</a:t>
                      </a:r>
                      <a:r>
                        <a:rPr lang="en-US" altLang="zh-CN" sz="1800" dirty="0"/>
                        <a:t>UTP</a:t>
                      </a:r>
                      <a:endParaRPr lang="zh-CN" altLang="en-US"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21" name="日期占位符 15"/>
          <p:cNvSpPr>
            <a:spLocks noGrp="1"/>
          </p:cNvSpPr>
          <p:nvPr>
            <p:ph type="dt" sz="half" idx="10"/>
          </p:nvPr>
        </p:nvSpPr>
        <p:spPr>
          <a:xfrm>
            <a:off x="197335" y="6489303"/>
            <a:ext cx="1552334" cy="365125"/>
          </a:xfrm>
        </p:spPr>
        <p:txBody>
          <a:bodyPr/>
          <a:lstStyle/>
          <a:p>
            <a:r>
              <a:rPr lang="en-US" altLang="zh-CN" dirty="0">
                <a:latin typeface="微软雅黑" panose="020B0503020204020204" pitchFamily="34" charset="-122"/>
                <a:ea typeface="微软雅黑" panose="020B0503020204020204" pitchFamily="34" charset="-122"/>
              </a:rPr>
              <a:t>4.3 </a:t>
            </a:r>
            <a:r>
              <a:rPr lang="zh-CN" altLang="en-US" dirty="0">
                <a:latin typeface="微软雅黑" panose="020B0503020204020204" pitchFamily="34" charset="-122"/>
                <a:ea typeface="微软雅黑" panose="020B0503020204020204" pitchFamily="34" charset="-122"/>
              </a:rPr>
              <a:t>以太网</a:t>
            </a:r>
          </a:p>
        </p:txBody>
      </p:sp>
      <p:grpSp>
        <p:nvGrpSpPr>
          <p:cNvPr id="22" name="组合 21"/>
          <p:cNvGrpSpPr/>
          <p:nvPr/>
        </p:nvGrpSpPr>
        <p:grpSpPr>
          <a:xfrm>
            <a:off x="4145529" y="6594031"/>
            <a:ext cx="3900941" cy="254887"/>
            <a:chOff x="-214926" y="6517848"/>
            <a:chExt cx="3900941" cy="460463"/>
          </a:xfrm>
        </p:grpSpPr>
        <p:grpSp>
          <p:nvGrpSpPr>
            <p:cNvPr id="23" name="组合 22"/>
            <p:cNvGrpSpPr/>
            <p:nvPr/>
          </p:nvGrpSpPr>
          <p:grpSpPr>
            <a:xfrm>
              <a:off x="-134143" y="6517848"/>
              <a:ext cx="3820158" cy="444808"/>
              <a:chOff x="-134143" y="6326763"/>
              <a:chExt cx="3820158" cy="444808"/>
            </a:xfrm>
          </p:grpSpPr>
          <p:cxnSp>
            <p:nvCxnSpPr>
              <p:cNvPr id="25" name="直接连接符 24"/>
              <p:cNvCxnSpPr/>
              <p:nvPr/>
            </p:nvCxnSpPr>
            <p:spPr>
              <a:xfrm>
                <a:off x="-134143" y="6356350"/>
                <a:ext cx="3617495" cy="0"/>
              </a:xfrm>
              <a:prstGeom prst="line">
                <a:avLst/>
              </a:prstGeom>
            </p:spPr>
            <p:style>
              <a:lnRef idx="1">
                <a:schemeClr val="accent1"/>
              </a:lnRef>
              <a:fillRef idx="0">
                <a:schemeClr val="accent1"/>
              </a:fillRef>
              <a:effectRef idx="0">
                <a:schemeClr val="accent1"/>
              </a:effectRef>
              <a:fontRef idx="minor">
                <a:schemeClr val="tx1"/>
              </a:fontRef>
            </p:style>
          </p:cxnSp>
          <p:sp>
            <p:nvSpPr>
              <p:cNvPr id="26" name="文本框 25"/>
              <p:cNvSpPr txBox="1"/>
              <p:nvPr/>
            </p:nvSpPr>
            <p:spPr>
              <a:xfrm>
                <a:off x="466864" y="6326763"/>
                <a:ext cx="3219151" cy="444808"/>
              </a:xfrm>
              <a:prstGeom prst="rect">
                <a:avLst/>
              </a:prstGeom>
              <a:noFill/>
            </p:spPr>
            <p:txBody>
              <a:bodyPr wrap="none" rtlCol="0">
                <a:spAutoFit/>
              </a:bodyPr>
              <a:lstStyle/>
              <a:p>
                <a:r>
                  <a:rPr lang="en-US" altLang="zh-CN" sz="1000" dirty="0">
                    <a:solidFill>
                      <a:schemeClr val="bg1">
                        <a:lumMod val="50000"/>
                      </a:schemeClr>
                    </a:solidFill>
                    <a:latin typeface="微软雅黑" panose="020B0503020204020204" pitchFamily="34" charset="-122"/>
                    <a:ea typeface="微软雅黑" panose="020B0503020204020204" pitchFamily="34" charset="-122"/>
                  </a:rPr>
                  <a:t>https://en.wikipedia.org/wiki/10_Gigabit_Ethernet</a:t>
                </a:r>
              </a:p>
            </p:txBody>
          </p:sp>
        </p:grpSp>
        <p:sp>
          <p:nvSpPr>
            <p:cNvPr id="24" name="文本框 23"/>
            <p:cNvSpPr txBox="1"/>
            <p:nvPr/>
          </p:nvSpPr>
          <p:spPr>
            <a:xfrm>
              <a:off x="-214926" y="6519602"/>
              <a:ext cx="840644" cy="458709"/>
            </a:xfrm>
            <a:prstGeom prst="rect">
              <a:avLst/>
            </a:prstGeom>
            <a:noFill/>
          </p:spPr>
          <p:txBody>
            <a:bodyPr wrap="square">
              <a:spAutoFit/>
            </a:bodyPr>
            <a:lstStyle/>
            <a:p>
              <a:r>
                <a:rPr lang="zh-CN" altLang="en-US" sz="1050" dirty="0">
                  <a:solidFill>
                    <a:schemeClr val="bg1">
                      <a:lumMod val="50000"/>
                    </a:schemeClr>
                  </a:solidFill>
                  <a:latin typeface="微软雅黑" panose="020B0503020204020204" pitchFamily="34" charset="-122"/>
                  <a:ea typeface="微软雅黑" panose="020B0503020204020204" pitchFamily="34" charset="-122"/>
                </a:rPr>
                <a:t>图片来源</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blinds(horizontal)">
                                      <p:cBhvr>
                                        <p:cTn id="10" dur="500"/>
                                        <p:tgtEl>
                                          <p:spTgt spid="3">
                                            <p:txEl>
                                              <p:pRg st="2" end="2"/>
                                            </p:txEl>
                                          </p:spTgt>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blinds(horizontal)">
                                      <p:cBhvr>
                                        <p:cTn id="13" dur="500"/>
                                        <p:tgtEl>
                                          <p:spTgt spid="3">
                                            <p:txEl>
                                              <p:pRg st="3" end="3"/>
                                            </p:txEl>
                                          </p:spTgt>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3">
                                            <p:txEl>
                                              <p:pRg st="4" end="4"/>
                                            </p:txEl>
                                          </p:spTgt>
                                        </p:tgtEl>
                                        <p:attrNameLst>
                                          <p:attrName>style.visibility</p:attrName>
                                        </p:attrNameLst>
                                      </p:cBhvr>
                                      <p:to>
                                        <p:strVal val="visible"/>
                                      </p:to>
                                    </p:set>
                                    <p:animEffect transition="in" filter="blinds(horizontal)">
                                      <p:cBhvr>
                                        <p:cTn id="16" dur="500"/>
                                        <p:tgtEl>
                                          <p:spTgt spid="3">
                                            <p:txEl>
                                              <p:pRg st="4" end="4"/>
                                            </p:txEl>
                                          </p:spTgt>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animEffect transition="in" filter="blinds(horizontal)">
                                      <p:cBhvr>
                                        <p:cTn id="19" dur="500"/>
                                        <p:tgtEl>
                                          <p:spTgt spid="3">
                                            <p:txEl>
                                              <p:pRg st="5" end="5"/>
                                            </p:txEl>
                                          </p:spTgt>
                                        </p:tgtEl>
                                      </p:cBhvr>
                                    </p:animEffect>
                                  </p:childTnLst>
                                </p:cTn>
                              </p:par>
                              <p:par>
                                <p:cTn id="20" presetID="3" presetClass="entr" presetSubtype="10" fill="hold"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blinds(horizontal)">
                                      <p:cBhvr>
                                        <p:cTn id="22" dur="500"/>
                                        <p:tgtEl>
                                          <p:spTgt spid="11"/>
                                        </p:tgtEl>
                                      </p:cBhvr>
                                    </p:animEffect>
                                  </p:childTnLst>
                                </p:cTn>
                              </p:par>
                              <p:par>
                                <p:cTn id="23" presetID="3" presetClass="entr" presetSubtype="10" fill="hold" nodeType="withEffect">
                                  <p:stCondLst>
                                    <p:cond delay="0"/>
                                  </p:stCondLst>
                                  <p:childTnLst>
                                    <p:set>
                                      <p:cBhvr>
                                        <p:cTn id="24" dur="1" fill="hold">
                                          <p:stCondLst>
                                            <p:cond delay="0"/>
                                          </p:stCondLst>
                                        </p:cTn>
                                        <p:tgtEl>
                                          <p:spTgt spid="20"/>
                                        </p:tgtEl>
                                        <p:attrNameLst>
                                          <p:attrName>style.visibility</p:attrName>
                                        </p:attrNameLst>
                                      </p:cBhvr>
                                      <p:to>
                                        <p:strVal val="visible"/>
                                      </p:to>
                                    </p:set>
                                    <p:animEffect transition="in" filter="blinds(horizontal)">
                                      <p:cBhvr>
                                        <p:cTn id="25"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40G-100G</a:t>
            </a:r>
            <a:r>
              <a:rPr lang="zh-CN" altLang="en-US" dirty="0"/>
              <a:t>以太网</a:t>
            </a:r>
          </a:p>
        </p:txBody>
      </p:sp>
      <p:sp>
        <p:nvSpPr>
          <p:cNvPr id="3" name="内容占位符 2"/>
          <p:cNvSpPr>
            <a:spLocks noGrp="1"/>
          </p:cNvSpPr>
          <p:nvPr>
            <p:ph idx="1"/>
          </p:nvPr>
        </p:nvSpPr>
        <p:spPr>
          <a:xfrm>
            <a:off x="838200" y="1295299"/>
            <a:ext cx="10816590" cy="2923409"/>
          </a:xfrm>
        </p:spPr>
        <p:txBody>
          <a:bodyPr>
            <a:normAutofit/>
          </a:bodyPr>
          <a:lstStyle/>
          <a:p>
            <a:pPr>
              <a:lnSpc>
                <a:spcPct val="120000"/>
              </a:lnSpc>
              <a:spcBef>
                <a:spcPts val="0"/>
              </a:spcBef>
              <a:spcAft>
                <a:spcPts val="600"/>
              </a:spcAft>
            </a:pPr>
            <a:r>
              <a:rPr lang="en-US" altLang="zh-CN" sz="2200" dirty="0"/>
              <a:t>40 Gigabit Ethernet (</a:t>
            </a:r>
            <a:r>
              <a:rPr lang="en-US" altLang="zh-CN" sz="2200" dirty="0">
                <a:solidFill>
                  <a:srgbClr val="C00000"/>
                </a:solidFill>
              </a:rPr>
              <a:t>40GbE</a:t>
            </a:r>
            <a:r>
              <a:rPr lang="en-US" altLang="zh-CN" sz="2200" dirty="0"/>
              <a:t>) and 100 Gigabit Ethernet (</a:t>
            </a:r>
            <a:r>
              <a:rPr lang="en-US" altLang="zh-CN" sz="2200" dirty="0">
                <a:solidFill>
                  <a:srgbClr val="C00000"/>
                </a:solidFill>
              </a:rPr>
              <a:t>100GbE</a:t>
            </a:r>
            <a:r>
              <a:rPr lang="en-US" altLang="zh-CN" sz="2200" dirty="0"/>
              <a:t>), 2010</a:t>
            </a:r>
          </a:p>
          <a:p>
            <a:pPr lvl="1">
              <a:lnSpc>
                <a:spcPct val="120000"/>
              </a:lnSpc>
              <a:spcBef>
                <a:spcPts val="0"/>
              </a:spcBef>
              <a:spcAft>
                <a:spcPts val="600"/>
              </a:spcAft>
            </a:pPr>
            <a:r>
              <a:rPr lang="en-US" altLang="zh-CN" sz="2000" dirty="0"/>
              <a:t>10Gbps </a:t>
            </a:r>
            <a:r>
              <a:rPr lang="en-US" altLang="zh-CN" sz="2000" dirty="0">
                <a:sym typeface="Wingdings" panose="05000000000000000000" pitchFamily="2" charset="2"/>
              </a:rPr>
              <a:t> </a:t>
            </a:r>
            <a:r>
              <a:rPr lang="en-US" altLang="zh-CN" sz="2000" dirty="0">
                <a:solidFill>
                  <a:srgbClr val="C00000"/>
                </a:solidFill>
              </a:rPr>
              <a:t>40Gbps</a:t>
            </a:r>
            <a:r>
              <a:rPr lang="en-US" altLang="zh-CN" sz="2000" dirty="0"/>
              <a:t> &amp; </a:t>
            </a:r>
            <a:r>
              <a:rPr lang="en-US" altLang="zh-CN" sz="2000" dirty="0">
                <a:solidFill>
                  <a:srgbClr val="C00000"/>
                </a:solidFill>
              </a:rPr>
              <a:t>100Gbps</a:t>
            </a:r>
          </a:p>
          <a:p>
            <a:pPr lvl="1">
              <a:lnSpc>
                <a:spcPct val="120000"/>
              </a:lnSpc>
              <a:spcBef>
                <a:spcPts val="0"/>
              </a:spcBef>
              <a:spcAft>
                <a:spcPts val="600"/>
              </a:spcAft>
            </a:pPr>
            <a:r>
              <a:rPr lang="zh-CN" altLang="en-US" sz="2000" b="0" i="0" dirty="0">
                <a:solidFill>
                  <a:srgbClr val="C00000"/>
                </a:solidFill>
                <a:effectLst/>
                <a:latin typeface="Roboto" panose="02000000000000000000" pitchFamily="2" charset="0"/>
              </a:rPr>
              <a:t>只支持全双工</a:t>
            </a:r>
            <a:endParaRPr lang="en-US" altLang="zh-CN" sz="2000" b="0" i="0" dirty="0">
              <a:solidFill>
                <a:srgbClr val="C00000"/>
              </a:solidFill>
              <a:effectLst/>
              <a:latin typeface="Roboto" panose="02000000000000000000" pitchFamily="2" charset="0"/>
            </a:endParaRPr>
          </a:p>
          <a:p>
            <a:pPr lvl="1">
              <a:lnSpc>
                <a:spcPct val="120000"/>
              </a:lnSpc>
              <a:spcBef>
                <a:spcPts val="0"/>
              </a:spcBef>
              <a:spcAft>
                <a:spcPts val="600"/>
              </a:spcAft>
            </a:pPr>
            <a:r>
              <a:rPr lang="zh-CN" altLang="en-US" sz="2000" dirty="0">
                <a:solidFill>
                  <a:srgbClr val="C00000"/>
                </a:solidFill>
              </a:rPr>
              <a:t>保留</a:t>
            </a:r>
            <a:r>
              <a:rPr lang="zh-CN" altLang="en-US" sz="2000" dirty="0"/>
              <a:t>以太网</a:t>
            </a:r>
            <a:r>
              <a:rPr lang="zh-CN" altLang="en-US" sz="2000" dirty="0">
                <a:solidFill>
                  <a:srgbClr val="7030A0"/>
                </a:solidFill>
              </a:rPr>
              <a:t>帧格式</a:t>
            </a:r>
            <a:r>
              <a:rPr lang="zh-CN" altLang="en-US" sz="2000" dirty="0"/>
              <a:t>和</a:t>
            </a:r>
            <a:r>
              <a:rPr lang="en-US" altLang="zh-CN" sz="2000" dirty="0">
                <a:solidFill>
                  <a:srgbClr val="7030A0"/>
                </a:solidFill>
              </a:rPr>
              <a:t>MAC</a:t>
            </a:r>
            <a:r>
              <a:rPr lang="zh-CN" altLang="en-US" sz="2000" dirty="0">
                <a:solidFill>
                  <a:srgbClr val="7030A0"/>
                </a:solidFill>
              </a:rPr>
              <a:t>方法</a:t>
            </a:r>
            <a:endParaRPr lang="en-US" altLang="zh-CN" sz="2000" dirty="0"/>
          </a:p>
          <a:p>
            <a:pPr lvl="1">
              <a:lnSpc>
                <a:spcPct val="120000"/>
              </a:lnSpc>
              <a:spcBef>
                <a:spcPts val="0"/>
              </a:spcBef>
              <a:spcAft>
                <a:spcPts val="600"/>
              </a:spcAft>
            </a:pPr>
            <a:r>
              <a:rPr lang="zh-CN" altLang="en-US" sz="2000" dirty="0">
                <a:solidFill>
                  <a:srgbClr val="C00000"/>
                </a:solidFill>
              </a:rPr>
              <a:t>保留</a:t>
            </a:r>
            <a:r>
              <a:rPr lang="zh-CN" altLang="en-US" sz="2000" dirty="0"/>
              <a:t>当前</a:t>
            </a:r>
            <a:r>
              <a:rPr lang="en-US" altLang="zh-CN" sz="2000" dirty="0"/>
              <a:t>802.3</a:t>
            </a:r>
            <a:r>
              <a:rPr lang="zh-CN" altLang="en-US" sz="2000" dirty="0"/>
              <a:t>标准的</a:t>
            </a:r>
            <a:r>
              <a:rPr lang="zh-CN" altLang="en-US" sz="2000" dirty="0">
                <a:solidFill>
                  <a:srgbClr val="7030A0"/>
                </a:solidFill>
              </a:rPr>
              <a:t>最小帧</a:t>
            </a:r>
            <a:r>
              <a:rPr lang="zh-CN" altLang="en-US" sz="2000" dirty="0"/>
              <a:t>和</a:t>
            </a:r>
            <a:r>
              <a:rPr lang="zh-CN" altLang="en-US" sz="2000" dirty="0">
                <a:solidFill>
                  <a:srgbClr val="7030A0"/>
                </a:solidFill>
              </a:rPr>
              <a:t>最大帧大小</a:t>
            </a:r>
            <a:endParaRPr lang="en-US" altLang="zh-CN" sz="2000" dirty="0">
              <a:solidFill>
                <a:srgbClr val="7030A0"/>
              </a:solidFill>
            </a:endParaRPr>
          </a:p>
          <a:p>
            <a:pPr lvl="1">
              <a:lnSpc>
                <a:spcPct val="120000"/>
              </a:lnSpc>
              <a:spcBef>
                <a:spcPts val="0"/>
              </a:spcBef>
              <a:spcAft>
                <a:spcPts val="600"/>
              </a:spcAft>
            </a:pPr>
            <a:r>
              <a:rPr lang="zh-CN" altLang="en-US" sz="2000" b="0" i="0" dirty="0">
                <a:solidFill>
                  <a:srgbClr val="202122"/>
                </a:solidFill>
                <a:effectLst/>
                <a:latin typeface="Arial" panose="020B0604020202090204" pitchFamily="34" charset="0"/>
              </a:rPr>
              <a:t>联网设备可以通过</a:t>
            </a:r>
            <a:r>
              <a:rPr lang="zh-CN" altLang="en-US" sz="2000" b="0" i="0" dirty="0">
                <a:solidFill>
                  <a:srgbClr val="7030A0"/>
                </a:solidFill>
                <a:effectLst/>
                <a:latin typeface="Arial" panose="020B0604020202090204" pitchFamily="34" charset="0"/>
              </a:rPr>
              <a:t>可插拔模块</a:t>
            </a:r>
            <a:r>
              <a:rPr lang="zh-CN" altLang="en-US" sz="2000" b="0" i="0" dirty="0">
                <a:solidFill>
                  <a:srgbClr val="202122"/>
                </a:solidFill>
                <a:effectLst/>
                <a:latin typeface="Arial" panose="020B0604020202090204" pitchFamily="34" charset="0"/>
              </a:rPr>
              <a:t>支持不同的物理层类型</a:t>
            </a:r>
            <a:endParaRPr lang="en-US" altLang="zh-CN" sz="2000" b="0" i="0" dirty="0">
              <a:solidFill>
                <a:srgbClr val="202122"/>
              </a:solidFill>
              <a:effectLst/>
              <a:latin typeface="Arial" panose="020B0604020202090204" pitchFamily="34" charset="0"/>
            </a:endParaRPr>
          </a:p>
          <a:p>
            <a:pPr lvl="1">
              <a:lnSpc>
                <a:spcPct val="120000"/>
              </a:lnSpc>
              <a:spcBef>
                <a:spcPts val="0"/>
              </a:spcBef>
            </a:pPr>
            <a:endParaRPr lang="en-US" altLang="zh-CN" sz="2000"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50</a:t>
            </a:fld>
            <a:endParaRPr kumimoji="1" lang="zh-CN" altLang="en-US" dirty="0"/>
          </a:p>
        </p:txBody>
      </p:sp>
      <p:pic>
        <p:nvPicPr>
          <p:cNvPr id="9" name="图片 8"/>
          <p:cNvPicPr>
            <a:picLocks noChangeAspect="1"/>
          </p:cNvPicPr>
          <p:nvPr/>
        </p:nvPicPr>
        <p:blipFill>
          <a:blip r:embed="rId3"/>
          <a:stretch>
            <a:fillRect/>
          </a:stretch>
        </p:blipFill>
        <p:spPr>
          <a:xfrm>
            <a:off x="7635240" y="1974858"/>
            <a:ext cx="3392776" cy="1955035"/>
          </a:xfrm>
          <a:prstGeom prst="rect">
            <a:avLst/>
          </a:prstGeom>
        </p:spPr>
      </p:pic>
      <p:grpSp>
        <p:nvGrpSpPr>
          <p:cNvPr id="7" name="组合 6"/>
          <p:cNvGrpSpPr/>
          <p:nvPr/>
        </p:nvGrpSpPr>
        <p:grpSpPr>
          <a:xfrm>
            <a:off x="1144821" y="3980980"/>
            <a:ext cx="3667645" cy="2428349"/>
            <a:chOff x="1146810" y="3980981"/>
            <a:chExt cx="3667645" cy="2428349"/>
          </a:xfrm>
        </p:grpSpPr>
        <p:pic>
          <p:nvPicPr>
            <p:cNvPr id="3074" name="Picture 2" descr="Do Not Buy 40G Ethernet. It's Obsolete - Packet Pushers"/>
            <p:cNvPicPr>
              <a:picLocks noChangeAspect="1" noChangeArrowheads="1"/>
            </p:cNvPicPr>
            <p:nvPr/>
          </p:nvPicPr>
          <p:blipFill rotWithShape="1">
            <a:blip r:embed="rId4">
              <a:extLst>
                <a:ext uri="{28A0092B-C50C-407E-A947-70E740481C1C}">
                  <a14:useLocalDpi xmlns:a14="http://schemas.microsoft.com/office/drawing/2010/main" val="0"/>
                </a:ext>
              </a:extLst>
            </a:blip>
            <a:srcRect t="18583"/>
            <a:stretch>
              <a:fillRect/>
            </a:stretch>
          </p:blipFill>
          <p:spPr bwMode="auto">
            <a:xfrm>
              <a:off x="1146810" y="3980981"/>
              <a:ext cx="3667645" cy="2180937"/>
            </a:xfrm>
            <a:prstGeom prst="rect">
              <a:avLst/>
            </a:prstGeom>
            <a:noFill/>
            <a:extLst>
              <a:ext uri="{909E8E84-426E-40DD-AFC4-6F175D3DCCD1}">
                <a14:hiddenFill xmlns:a14="http://schemas.microsoft.com/office/drawing/2010/main">
                  <a:solidFill>
                    <a:srgbClr val="FFFFFF"/>
                  </a:solidFill>
                </a14:hiddenFill>
              </a:ext>
            </a:extLst>
          </p:spPr>
        </p:pic>
        <p:sp>
          <p:nvSpPr>
            <p:cNvPr id="12" name="文本框 11"/>
            <p:cNvSpPr txBox="1"/>
            <p:nvPr/>
          </p:nvSpPr>
          <p:spPr>
            <a:xfrm>
              <a:off x="2286000" y="6039998"/>
              <a:ext cx="1576072" cy="369332"/>
            </a:xfrm>
            <a:prstGeom prst="rect">
              <a:avLst/>
            </a:prstGeom>
            <a:noFill/>
          </p:spPr>
          <p:txBody>
            <a:bodyPr wrap="none" rtlCol="0">
              <a:spAutoFit/>
            </a:bodyPr>
            <a:lstStyle/>
            <a:p>
              <a:r>
                <a:rPr lang="en-US" altLang="zh-CN" b="1" dirty="0">
                  <a:solidFill>
                    <a:srgbClr val="0070C0"/>
                  </a:solidFill>
                </a:rPr>
                <a:t>4 x 10G</a:t>
              </a:r>
              <a:r>
                <a:rPr lang="zh-CN" altLang="en-US" b="1" dirty="0">
                  <a:solidFill>
                    <a:srgbClr val="0070C0"/>
                  </a:solidFill>
                </a:rPr>
                <a:t> </a:t>
              </a:r>
              <a:r>
                <a:rPr lang="en-US" altLang="zh-CN" b="1" dirty="0">
                  <a:solidFill>
                    <a:srgbClr val="0070C0"/>
                  </a:solidFill>
                </a:rPr>
                <a:t>lanes</a:t>
              </a:r>
            </a:p>
          </p:txBody>
        </p:sp>
      </p:grpSp>
      <p:grpSp>
        <p:nvGrpSpPr>
          <p:cNvPr id="8" name="组合 7"/>
          <p:cNvGrpSpPr/>
          <p:nvPr/>
        </p:nvGrpSpPr>
        <p:grpSpPr>
          <a:xfrm>
            <a:off x="6096000" y="3980980"/>
            <a:ext cx="5375987" cy="2489224"/>
            <a:chOff x="5591116" y="3980980"/>
            <a:chExt cx="5375987" cy="2489224"/>
          </a:xfrm>
        </p:grpSpPr>
        <p:pic>
          <p:nvPicPr>
            <p:cNvPr id="11" name="图片 10"/>
            <p:cNvPicPr>
              <a:picLocks noChangeAspect="1"/>
            </p:cNvPicPr>
            <p:nvPr/>
          </p:nvPicPr>
          <p:blipFill>
            <a:blip r:embed="rId5"/>
            <a:stretch>
              <a:fillRect/>
            </a:stretch>
          </p:blipFill>
          <p:spPr>
            <a:xfrm>
              <a:off x="5591116" y="3980980"/>
              <a:ext cx="5375987" cy="2267689"/>
            </a:xfrm>
            <a:prstGeom prst="rect">
              <a:avLst/>
            </a:prstGeom>
          </p:spPr>
        </p:pic>
        <p:sp>
          <p:nvSpPr>
            <p:cNvPr id="14" name="文本框 13"/>
            <p:cNvSpPr txBox="1"/>
            <p:nvPr/>
          </p:nvSpPr>
          <p:spPr>
            <a:xfrm>
              <a:off x="7555530" y="6100872"/>
              <a:ext cx="1704313" cy="369332"/>
            </a:xfrm>
            <a:prstGeom prst="rect">
              <a:avLst/>
            </a:prstGeom>
            <a:noFill/>
          </p:spPr>
          <p:txBody>
            <a:bodyPr wrap="none" rtlCol="0">
              <a:spAutoFit/>
            </a:bodyPr>
            <a:lstStyle/>
            <a:p>
              <a:r>
                <a:rPr lang="en-US" altLang="zh-CN" b="1" dirty="0">
                  <a:solidFill>
                    <a:srgbClr val="0070C0"/>
                  </a:solidFill>
                </a:rPr>
                <a:t>10 x 10G</a:t>
              </a:r>
              <a:r>
                <a:rPr lang="zh-CN" altLang="en-US" b="1" dirty="0">
                  <a:solidFill>
                    <a:srgbClr val="0070C0"/>
                  </a:solidFill>
                </a:rPr>
                <a:t> </a:t>
              </a:r>
              <a:r>
                <a:rPr lang="en-US" altLang="zh-CN" b="1" dirty="0">
                  <a:solidFill>
                    <a:srgbClr val="0070C0"/>
                  </a:solidFill>
                </a:rPr>
                <a:t>lanes</a:t>
              </a:r>
            </a:p>
          </p:txBody>
        </p:sp>
      </p:grpSp>
      <p:grpSp>
        <p:nvGrpSpPr>
          <p:cNvPr id="24" name="组合 23"/>
          <p:cNvGrpSpPr/>
          <p:nvPr/>
        </p:nvGrpSpPr>
        <p:grpSpPr>
          <a:xfrm>
            <a:off x="3967988" y="6298686"/>
            <a:ext cx="4250396" cy="553998"/>
            <a:chOff x="-214926" y="6517848"/>
            <a:chExt cx="4250396" cy="1000819"/>
          </a:xfrm>
        </p:grpSpPr>
        <p:grpSp>
          <p:nvGrpSpPr>
            <p:cNvPr id="25" name="组合 24"/>
            <p:cNvGrpSpPr/>
            <p:nvPr/>
          </p:nvGrpSpPr>
          <p:grpSpPr>
            <a:xfrm>
              <a:off x="-134143" y="6517848"/>
              <a:ext cx="4169613" cy="1000819"/>
              <a:chOff x="-134143" y="6326763"/>
              <a:chExt cx="4169613" cy="1000819"/>
            </a:xfrm>
          </p:grpSpPr>
          <p:cxnSp>
            <p:nvCxnSpPr>
              <p:cNvPr id="27" name="直接连接符 26"/>
              <p:cNvCxnSpPr/>
              <p:nvPr/>
            </p:nvCxnSpPr>
            <p:spPr>
              <a:xfrm>
                <a:off x="-134143" y="6356350"/>
                <a:ext cx="3617495" cy="0"/>
              </a:xfrm>
              <a:prstGeom prst="line">
                <a:avLst/>
              </a:prstGeom>
            </p:spPr>
            <p:style>
              <a:lnRef idx="1">
                <a:schemeClr val="accent1"/>
              </a:lnRef>
              <a:fillRef idx="0">
                <a:schemeClr val="accent1"/>
              </a:fillRef>
              <a:effectRef idx="0">
                <a:schemeClr val="accent1"/>
              </a:effectRef>
              <a:fontRef idx="minor">
                <a:schemeClr val="tx1"/>
              </a:fontRef>
            </p:style>
          </p:cxnSp>
          <p:sp>
            <p:nvSpPr>
              <p:cNvPr id="28" name="文本框 27"/>
              <p:cNvSpPr txBox="1"/>
              <p:nvPr/>
            </p:nvSpPr>
            <p:spPr>
              <a:xfrm>
                <a:off x="466864" y="6326763"/>
                <a:ext cx="3568606" cy="1000819"/>
              </a:xfrm>
              <a:prstGeom prst="rect">
                <a:avLst/>
              </a:prstGeom>
              <a:noFill/>
            </p:spPr>
            <p:txBody>
              <a:bodyPr wrap="none" rtlCol="0">
                <a:spAutoFit/>
              </a:bodyPr>
              <a:lstStyle/>
              <a:p>
                <a:r>
                  <a:rPr lang="en-US" altLang="zh-CN" sz="1000" dirty="0">
                    <a:solidFill>
                      <a:schemeClr val="bg1">
                        <a:lumMod val="50000"/>
                      </a:schemeClr>
                    </a:solidFill>
                    <a:latin typeface="微软雅黑" panose="020B0503020204020204" pitchFamily="34" charset="-122"/>
                    <a:ea typeface="微软雅黑" panose="020B0503020204020204" pitchFamily="34" charset="-122"/>
                  </a:rPr>
                  <a:t>https://fmad.io/blog-100g-ethernet.html</a:t>
                </a:r>
              </a:p>
              <a:p>
                <a:r>
                  <a:rPr lang="en-US" altLang="zh-CN" sz="1000" dirty="0">
                    <a:solidFill>
                      <a:schemeClr val="bg1">
                        <a:lumMod val="50000"/>
                      </a:schemeClr>
                    </a:solidFill>
                    <a:latin typeface="微软雅黑" panose="020B0503020204020204" pitchFamily="34" charset="-122"/>
                    <a:ea typeface="微软雅黑" panose="020B0503020204020204" pitchFamily="34" charset="-122"/>
                  </a:rPr>
                  <a:t>https://packetpushers.net/buy-40g-ethernet-obsolete/</a:t>
                </a:r>
              </a:p>
              <a:p>
                <a:r>
                  <a:rPr lang="en-US" altLang="zh-CN" sz="1000" dirty="0">
                    <a:solidFill>
                      <a:schemeClr val="bg1">
                        <a:lumMod val="50000"/>
                      </a:schemeClr>
                    </a:solidFill>
                    <a:latin typeface="微软雅黑" panose="020B0503020204020204" pitchFamily="34" charset="-122"/>
                    <a:ea typeface="微软雅黑" panose="020B0503020204020204" pitchFamily="34" charset="-122"/>
                  </a:rPr>
                  <a:t>https://www.optcore.net/understanding-100g-ethernet</a:t>
                </a:r>
              </a:p>
            </p:txBody>
          </p:sp>
        </p:grpSp>
        <p:sp>
          <p:nvSpPr>
            <p:cNvPr id="26" name="文本框 25"/>
            <p:cNvSpPr txBox="1"/>
            <p:nvPr/>
          </p:nvSpPr>
          <p:spPr>
            <a:xfrm>
              <a:off x="-214926" y="6519602"/>
              <a:ext cx="840644" cy="458709"/>
            </a:xfrm>
            <a:prstGeom prst="rect">
              <a:avLst/>
            </a:prstGeom>
            <a:noFill/>
          </p:spPr>
          <p:txBody>
            <a:bodyPr wrap="square">
              <a:spAutoFit/>
            </a:bodyPr>
            <a:lstStyle/>
            <a:p>
              <a:r>
                <a:rPr lang="zh-CN" altLang="en-US" sz="1050" dirty="0">
                  <a:solidFill>
                    <a:schemeClr val="bg1">
                      <a:lumMod val="50000"/>
                    </a:schemeClr>
                  </a:solidFill>
                  <a:latin typeface="微软雅黑" panose="020B0503020204020204" pitchFamily="34" charset="-122"/>
                  <a:ea typeface="微软雅黑" panose="020B0503020204020204" pitchFamily="34" charset="-122"/>
                </a:rPr>
                <a:t>图片来源</a:t>
              </a:r>
            </a:p>
          </p:txBody>
        </p:sp>
      </p:grpSp>
      <p:sp>
        <p:nvSpPr>
          <p:cNvPr id="18" name="日期占位符 15"/>
          <p:cNvSpPr>
            <a:spLocks noGrp="1"/>
          </p:cNvSpPr>
          <p:nvPr>
            <p:ph type="dt" sz="half" idx="10"/>
          </p:nvPr>
        </p:nvSpPr>
        <p:spPr>
          <a:xfrm>
            <a:off x="197335" y="6489303"/>
            <a:ext cx="1411657" cy="332605"/>
          </a:xfrm>
        </p:spPr>
        <p:txBody>
          <a:bodyPr/>
          <a:lstStyle/>
          <a:p>
            <a:r>
              <a:rPr lang="en-US" altLang="zh-CN" dirty="0">
                <a:latin typeface="微软雅黑" panose="020B0503020204020204" pitchFamily="34" charset="-122"/>
                <a:ea typeface="微软雅黑" panose="020B0503020204020204" pitchFamily="34" charset="-122"/>
              </a:rPr>
              <a:t>4.3 </a:t>
            </a:r>
            <a:r>
              <a:rPr lang="zh-CN" altLang="en-US" dirty="0">
                <a:latin typeface="微软雅黑" panose="020B0503020204020204" pitchFamily="34" charset="-122"/>
                <a:ea typeface="微软雅黑" panose="020B0503020204020204" pitchFamily="34" charset="-122"/>
              </a:rPr>
              <a:t>以太网</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blinds(horizontal)">
                                      <p:cBhvr>
                                        <p:cTn id="10" dur="500"/>
                                        <p:tgtEl>
                                          <p:spTgt spid="3">
                                            <p:txEl>
                                              <p:pRg st="2" end="2"/>
                                            </p:txEl>
                                          </p:spTgt>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blinds(horizontal)">
                                      <p:cBhvr>
                                        <p:cTn id="13" dur="500"/>
                                        <p:tgtEl>
                                          <p:spTgt spid="3">
                                            <p:txEl>
                                              <p:pRg st="3" end="3"/>
                                            </p:txEl>
                                          </p:spTgt>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3">
                                            <p:txEl>
                                              <p:pRg st="4" end="4"/>
                                            </p:txEl>
                                          </p:spTgt>
                                        </p:tgtEl>
                                        <p:attrNameLst>
                                          <p:attrName>style.visibility</p:attrName>
                                        </p:attrNameLst>
                                      </p:cBhvr>
                                      <p:to>
                                        <p:strVal val="visible"/>
                                      </p:to>
                                    </p:set>
                                    <p:animEffect transition="in" filter="blinds(horizontal)">
                                      <p:cBhvr>
                                        <p:cTn id="16" dur="500"/>
                                        <p:tgtEl>
                                          <p:spTgt spid="3">
                                            <p:txEl>
                                              <p:pRg st="4" end="4"/>
                                            </p:txEl>
                                          </p:spTgt>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animEffect transition="in" filter="blinds(horizontal)">
                                      <p:cBhvr>
                                        <p:cTn id="19" dur="500"/>
                                        <p:tgtEl>
                                          <p:spTgt spid="3">
                                            <p:txEl>
                                              <p:pRg st="5" end="5"/>
                                            </p:txEl>
                                          </p:spTgt>
                                        </p:tgtEl>
                                      </p:cBhvr>
                                    </p:animEffect>
                                  </p:childTnLst>
                                </p:cTn>
                              </p:par>
                              <p:par>
                                <p:cTn id="20" presetID="3" presetClass="entr" presetSubtype="10" fill="hold"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blinds(horizontal)">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blinds(horizontal)">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blinds(horizontal)">
                                      <p:cBhvr>
                                        <p:cTn id="3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40G-100G</a:t>
            </a:r>
            <a:r>
              <a:rPr lang="zh-CN" altLang="en-US" dirty="0"/>
              <a:t>以太网</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51</a:t>
            </a:fld>
            <a:endParaRPr kumimoji="1" lang="zh-CN" altLang="en-US" dirty="0"/>
          </a:p>
        </p:txBody>
      </p:sp>
      <p:sp>
        <p:nvSpPr>
          <p:cNvPr id="9" name="文本框 8"/>
          <p:cNvSpPr txBox="1"/>
          <p:nvPr/>
        </p:nvSpPr>
        <p:spPr>
          <a:xfrm>
            <a:off x="204470" y="1702733"/>
            <a:ext cx="4762501" cy="4172104"/>
          </a:xfrm>
          <a:prstGeom prst="rect">
            <a:avLst/>
          </a:prstGeom>
          <a:noFill/>
        </p:spPr>
        <p:txBody>
          <a:bodyPr wrap="square">
            <a:spAutoFit/>
          </a:bodyPr>
          <a:lstStyle/>
          <a:p>
            <a:pPr marL="228600" marR="0" lvl="0" indent="-228600" algn="l" defTabSz="914400" rtl="0" eaLnBrk="1" fontAlgn="auto" latinLnBrk="0" hangingPunct="1">
              <a:lnSpc>
                <a:spcPct val="150000"/>
              </a:lnSpc>
              <a:spcBef>
                <a:spcPts val="600"/>
              </a:spcBef>
              <a:spcAft>
                <a:spcPts val="0"/>
              </a:spcAft>
              <a:buClrTx/>
              <a:buSzTx/>
              <a:buFont typeface="Wingdings" panose="05000000000000000000" pitchFamily="2" charset="2"/>
              <a:buChar char="Ø"/>
              <a:defRPr/>
            </a:pPr>
            <a:r>
              <a:rPr kumimoji="0" lang="en-US" altLang="zh-CN" sz="2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40 Gigabit Ethernet (</a:t>
            </a:r>
            <a:r>
              <a:rPr kumimoji="0" lang="en-US" altLang="zh-CN" sz="22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40GbE</a:t>
            </a:r>
            <a:r>
              <a:rPr kumimoji="0" lang="en-US" altLang="zh-CN" sz="2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a:t>
            </a:r>
            <a:r>
              <a:rPr kumimoji="0" lang="zh-CN" altLang="en-US" sz="2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与</a:t>
            </a:r>
            <a:r>
              <a:rPr kumimoji="0" lang="en-US" altLang="zh-CN" sz="2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100 Gigabit Ethernet (</a:t>
            </a:r>
            <a:r>
              <a:rPr kumimoji="0" lang="en-US" altLang="zh-CN" sz="22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100GbE</a:t>
            </a:r>
            <a:r>
              <a:rPr kumimoji="0" lang="en-US" altLang="zh-CN" sz="2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endParaRPr lang="en-US" altLang="zh-CN" sz="2200" dirty="0">
              <a:latin typeface="微软雅黑" panose="020B0503020204020204" pitchFamily="34" charset="-122"/>
              <a:ea typeface="微软雅黑" panose="020B0503020204020204" pitchFamily="34" charset="-122"/>
            </a:endParaRPr>
          </a:p>
          <a:p>
            <a:pPr marL="742950" lvl="1" indent="-285750">
              <a:lnSpc>
                <a:spcPct val="150000"/>
              </a:lnSpc>
              <a:spcBef>
                <a:spcPts val="600"/>
              </a:spcBef>
              <a:buFont typeface="Arial" panose="020B0604020202090204" pitchFamily="34" charset="0"/>
              <a:buChar char="•"/>
            </a:pPr>
            <a:r>
              <a:rPr lang="en-US" altLang="zh-CN" sz="2200" dirty="0">
                <a:latin typeface="微软雅黑" panose="020B0503020204020204" pitchFamily="34" charset="-122"/>
                <a:ea typeface="微软雅黑" panose="020B0503020204020204" pitchFamily="34" charset="-122"/>
              </a:rPr>
              <a:t>40/100 </a:t>
            </a:r>
            <a:r>
              <a:rPr lang="en-US" altLang="zh-CN" sz="2200" dirty="0" err="1">
                <a:latin typeface="微软雅黑" panose="020B0503020204020204" pitchFamily="34" charset="-122"/>
                <a:ea typeface="微软雅黑" panose="020B0503020204020204" pitchFamily="34" charset="-122"/>
              </a:rPr>
              <a:t>GbE</a:t>
            </a:r>
            <a:r>
              <a:rPr lang="zh-CN" altLang="en-US" sz="2200" dirty="0">
                <a:latin typeface="微软雅黑" panose="020B0503020204020204" pitchFamily="34" charset="-122"/>
                <a:ea typeface="微软雅黑" panose="020B0503020204020204" pitchFamily="34" charset="-122"/>
              </a:rPr>
              <a:t>提供物多种物理层规范（</a:t>
            </a:r>
            <a:r>
              <a:rPr lang="en-US" altLang="zh-CN" sz="2200" dirty="0">
                <a:latin typeface="微软雅黑" panose="020B0503020204020204" pitchFamily="34" charset="-122"/>
                <a:ea typeface="微软雅黑" panose="020B0503020204020204" pitchFamily="34" charset="-122"/>
              </a:rPr>
              <a:t>PHY</a:t>
            </a:r>
            <a:r>
              <a:rPr lang="zh-CN" altLang="en-US" sz="2200" dirty="0">
                <a:latin typeface="微软雅黑" panose="020B0503020204020204" pitchFamily="34" charset="-122"/>
                <a:ea typeface="微软雅黑" panose="020B0503020204020204" pitchFamily="34" charset="-122"/>
              </a:rPr>
              <a:t>），定义了许多端口类型，具有不同的光学和电气接口，以便在</a:t>
            </a:r>
            <a:r>
              <a:rPr lang="zh-CN" altLang="en-US" sz="2200" dirty="0">
                <a:solidFill>
                  <a:srgbClr val="7030A0"/>
                </a:solidFill>
                <a:latin typeface="微软雅黑" panose="020B0503020204020204" pitchFamily="34" charset="-122"/>
                <a:ea typeface="微软雅黑" panose="020B0503020204020204" pitchFamily="34" charset="-122"/>
              </a:rPr>
              <a:t>单模光纤</a:t>
            </a:r>
            <a:r>
              <a:rPr lang="zh-CN" altLang="en-US" sz="2200" dirty="0">
                <a:latin typeface="微软雅黑" panose="020B0503020204020204" pitchFamily="34" charset="-122"/>
                <a:ea typeface="微软雅黑" panose="020B0503020204020204" pitchFamily="34" charset="-122"/>
              </a:rPr>
              <a:t>、</a:t>
            </a:r>
            <a:r>
              <a:rPr lang="zh-CN" altLang="en-US" sz="2200" dirty="0">
                <a:solidFill>
                  <a:srgbClr val="7030A0"/>
                </a:solidFill>
                <a:latin typeface="微软雅黑" panose="020B0503020204020204" pitchFamily="34" charset="-122"/>
                <a:ea typeface="微软雅黑" panose="020B0503020204020204" pitchFamily="34" charset="-122"/>
              </a:rPr>
              <a:t>多模光纤</a:t>
            </a:r>
            <a:r>
              <a:rPr lang="zh-CN" altLang="en-US" sz="2200" dirty="0">
                <a:latin typeface="微软雅黑" panose="020B0503020204020204" pitchFamily="34" charset="-122"/>
                <a:ea typeface="微软雅黑" panose="020B0503020204020204" pitchFamily="34" charset="-122"/>
              </a:rPr>
              <a:t>、</a:t>
            </a:r>
            <a:r>
              <a:rPr lang="zh-CN" altLang="en-US" sz="2200" dirty="0">
                <a:solidFill>
                  <a:srgbClr val="7030A0"/>
                </a:solidFill>
                <a:latin typeface="微软雅黑" panose="020B0503020204020204" pitchFamily="34" charset="-122"/>
                <a:ea typeface="微软雅黑" panose="020B0503020204020204" pitchFamily="34" charset="-122"/>
              </a:rPr>
              <a:t>双芯铜缆</a:t>
            </a:r>
            <a:r>
              <a:rPr lang="zh-CN" altLang="en-US" sz="2200" dirty="0">
                <a:latin typeface="微软雅黑" panose="020B0503020204020204" pitchFamily="34" charset="-122"/>
                <a:ea typeface="微软雅黑" panose="020B0503020204020204" pitchFamily="34" charset="-122"/>
              </a:rPr>
              <a:t>、</a:t>
            </a:r>
            <a:r>
              <a:rPr lang="zh-CN" altLang="en-US" sz="2200" dirty="0">
                <a:solidFill>
                  <a:srgbClr val="7030A0"/>
                </a:solidFill>
                <a:latin typeface="微软雅黑" panose="020B0503020204020204" pitchFamily="34" charset="-122"/>
                <a:ea typeface="微软雅黑" panose="020B0503020204020204" pitchFamily="34" charset="-122"/>
              </a:rPr>
              <a:t>双绞线</a:t>
            </a:r>
            <a:r>
              <a:rPr lang="zh-CN" altLang="en-US" sz="2200" dirty="0">
                <a:latin typeface="微软雅黑" panose="020B0503020204020204" pitchFamily="34" charset="-122"/>
                <a:ea typeface="微软雅黑" panose="020B0503020204020204" pitchFamily="34" charset="-122"/>
              </a:rPr>
              <a:t>和网络设备</a:t>
            </a:r>
            <a:r>
              <a:rPr lang="zh-CN" altLang="en-US" sz="2200" dirty="0">
                <a:solidFill>
                  <a:srgbClr val="7030A0"/>
                </a:solidFill>
                <a:latin typeface="微软雅黑" panose="020B0503020204020204" pitchFamily="34" charset="-122"/>
                <a:ea typeface="微软雅黑" panose="020B0503020204020204" pitchFamily="34" charset="-122"/>
              </a:rPr>
              <a:t>背板</a:t>
            </a:r>
            <a:r>
              <a:rPr lang="zh-CN" altLang="en-US" sz="2200" dirty="0">
                <a:latin typeface="微软雅黑" panose="020B0503020204020204" pitchFamily="34" charset="-122"/>
                <a:ea typeface="微软雅黑" panose="020B0503020204020204" pitchFamily="34" charset="-122"/>
              </a:rPr>
              <a:t>上运行。</a:t>
            </a:r>
            <a:endParaRPr lang="en-US" altLang="zh-CN" sz="2200" dirty="0">
              <a:latin typeface="微软雅黑" panose="020B0503020204020204" pitchFamily="34" charset="-122"/>
              <a:ea typeface="微软雅黑" panose="020B0503020204020204" pitchFamily="34" charset="-122"/>
            </a:endParaRPr>
          </a:p>
        </p:txBody>
      </p:sp>
      <p:graphicFrame>
        <p:nvGraphicFramePr>
          <p:cNvPr id="8" name="表格 8"/>
          <p:cNvGraphicFramePr>
            <a:graphicFrameLocks noGrp="1"/>
          </p:cNvGraphicFramePr>
          <p:nvPr/>
        </p:nvGraphicFramePr>
        <p:xfrm>
          <a:off x="4966971" y="1387624"/>
          <a:ext cx="6929120" cy="5303520"/>
        </p:xfrm>
        <a:graphic>
          <a:graphicData uri="http://schemas.openxmlformats.org/drawingml/2006/table">
            <a:tbl>
              <a:tblPr firstRow="1" bandRow="1">
                <a:tableStyleId>{6E25E649-3F16-4E02-A733-19D2CDBF48F0}</a:tableStyleId>
              </a:tblPr>
              <a:tblGrid>
                <a:gridCol w="1503680">
                  <a:extLst>
                    <a:ext uri="{9D8B030D-6E8A-4147-A177-3AD203B41FA5}">
                      <a16:colId xmlns:a16="http://schemas.microsoft.com/office/drawing/2014/main" val="20000"/>
                    </a:ext>
                  </a:extLst>
                </a:gridCol>
                <a:gridCol w="1686560">
                  <a:extLst>
                    <a:ext uri="{9D8B030D-6E8A-4147-A177-3AD203B41FA5}">
                      <a16:colId xmlns:a16="http://schemas.microsoft.com/office/drawing/2014/main" val="20001"/>
                    </a:ext>
                  </a:extLst>
                </a:gridCol>
                <a:gridCol w="1747520">
                  <a:extLst>
                    <a:ext uri="{9D8B030D-6E8A-4147-A177-3AD203B41FA5}">
                      <a16:colId xmlns:a16="http://schemas.microsoft.com/office/drawing/2014/main" val="20002"/>
                    </a:ext>
                  </a:extLst>
                </a:gridCol>
                <a:gridCol w="1991360">
                  <a:extLst>
                    <a:ext uri="{9D8B030D-6E8A-4147-A177-3AD203B41FA5}">
                      <a16:colId xmlns:a16="http://schemas.microsoft.com/office/drawing/2014/main" val="20003"/>
                    </a:ext>
                  </a:extLst>
                </a:gridCol>
              </a:tblGrid>
              <a:tr h="299075">
                <a:tc>
                  <a:txBody>
                    <a:bodyPr/>
                    <a:lstStyle/>
                    <a:p>
                      <a:r>
                        <a:rPr lang="zh-CN" altLang="en-US" sz="1800" dirty="0"/>
                        <a:t>名称</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sz="1800" dirty="0"/>
                        <a:t>最大长度</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800" dirty="0"/>
                        <a:t>40G</a:t>
                      </a:r>
                      <a:r>
                        <a:rPr lang="zh-CN" altLang="en-US" sz="1800" dirty="0"/>
                        <a:t>以太网</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800" dirty="0"/>
                        <a:t>100G</a:t>
                      </a:r>
                      <a:r>
                        <a:rPr lang="zh-CN" altLang="en-US" sz="1800" dirty="0"/>
                        <a:t>以太网</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119277">
                <a:tc>
                  <a:txBody>
                    <a:bodyPr/>
                    <a:lstStyle/>
                    <a:p>
                      <a:r>
                        <a:rPr lang="zh-CN" altLang="en-US" sz="1800" dirty="0"/>
                        <a:t>改进的背板</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800" dirty="0"/>
                        <a:t>1</a:t>
                      </a:r>
                      <a:r>
                        <a:rPr lang="zh-CN" altLang="en-US" sz="1800" dirty="0"/>
                        <a:t>米</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800" dirty="0">
                          <a:effectLst/>
                        </a:rPr>
                        <a:t>40GBASE-KR4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800" dirty="0">
                          <a:effectLst/>
                        </a:rPr>
                        <a:t>100GBASE-KR4</a:t>
                      </a:r>
                      <a:br>
                        <a:rPr lang="en-US" altLang="zh-CN" sz="1800" dirty="0">
                          <a:effectLst/>
                        </a:rPr>
                      </a:br>
                      <a:r>
                        <a:rPr lang="en-US" altLang="zh-CN" sz="1800" dirty="0">
                          <a:effectLst/>
                        </a:rPr>
                        <a:t>100GBASE-KR2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299075">
                <a:tc>
                  <a:txBody>
                    <a:bodyPr/>
                    <a:lstStyle/>
                    <a:p>
                      <a:r>
                        <a:rPr lang="zh-CN" altLang="en-US" sz="1800" dirty="0"/>
                        <a:t>双芯铜缆</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800" dirty="0"/>
                        <a:t>7</a:t>
                      </a:r>
                      <a:r>
                        <a:rPr lang="zh-CN" altLang="en-US" sz="1800" dirty="0"/>
                        <a:t>米</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800" b="0" i="0" kern="1200" dirty="0">
                          <a:solidFill>
                            <a:schemeClr val="dk1"/>
                          </a:solidFill>
                          <a:effectLst/>
                          <a:latin typeface="+mn-lt"/>
                          <a:ea typeface="+mn-ea"/>
                          <a:cs typeface="+mn-cs"/>
                        </a:rPr>
                        <a:t>40GBASE-CR4</a:t>
                      </a:r>
                      <a:endParaRPr lang="zh-CN"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800" b="0" i="0" kern="1200" dirty="0">
                          <a:solidFill>
                            <a:schemeClr val="dk1"/>
                          </a:solidFill>
                          <a:effectLst/>
                          <a:latin typeface="+mn-lt"/>
                          <a:ea typeface="+mn-ea"/>
                          <a:cs typeface="+mn-cs"/>
                        </a:rPr>
                        <a:t>100GBASE-CR10</a:t>
                      </a:r>
                      <a:br>
                        <a:rPr lang="en-US" altLang="zh-CN" dirty="0"/>
                      </a:br>
                      <a:r>
                        <a:rPr lang="en-US" altLang="zh-CN" sz="1800" b="0" i="0" kern="1200" dirty="0">
                          <a:solidFill>
                            <a:schemeClr val="dk1"/>
                          </a:solidFill>
                          <a:effectLst/>
                          <a:latin typeface="+mn-lt"/>
                          <a:ea typeface="+mn-ea"/>
                          <a:cs typeface="+mn-cs"/>
                        </a:rPr>
                        <a:t>100GBASE-CR4</a:t>
                      </a:r>
                      <a:br>
                        <a:rPr lang="en-US" altLang="zh-CN" dirty="0"/>
                      </a:br>
                      <a:r>
                        <a:rPr lang="en-US" altLang="zh-CN" sz="1800" b="0" i="0" kern="1200" dirty="0">
                          <a:solidFill>
                            <a:schemeClr val="dk1"/>
                          </a:solidFill>
                          <a:effectLst/>
                          <a:latin typeface="+mn-lt"/>
                          <a:ea typeface="+mn-ea"/>
                          <a:cs typeface="+mn-cs"/>
                        </a:rPr>
                        <a:t>100GBASE-CR2</a:t>
                      </a:r>
                      <a:endParaRPr lang="zh-CN"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33740">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800" dirty="0"/>
                        <a:t>8</a:t>
                      </a:r>
                      <a:r>
                        <a:rPr lang="zh-CN" altLang="en-US" sz="1800" dirty="0"/>
                        <a:t>类双绞线</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800" dirty="0"/>
                        <a:t>30</a:t>
                      </a:r>
                      <a:r>
                        <a:rPr lang="zh-CN" altLang="en-US" sz="1800" dirty="0"/>
                        <a:t>米</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800" b="0" i="0" kern="1200" dirty="0">
                          <a:solidFill>
                            <a:schemeClr val="dk1"/>
                          </a:solidFill>
                          <a:effectLst/>
                          <a:latin typeface="+mn-lt"/>
                          <a:ea typeface="+mn-ea"/>
                          <a:cs typeface="+mn-cs"/>
                        </a:rPr>
                        <a:t>40GBASE-T</a:t>
                      </a:r>
                      <a:endParaRPr lang="zh-CN"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800" dirty="0"/>
                        <a:t>-</a:t>
                      </a:r>
                      <a:endParaRPr lang="zh-CN"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33740">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800" dirty="0"/>
                        <a:t>多模光纤</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800" dirty="0"/>
                        <a:t>100</a:t>
                      </a:r>
                      <a:r>
                        <a:rPr lang="zh-CN" altLang="en-US" sz="1800" dirty="0"/>
                        <a:t>米</a:t>
                      </a:r>
                      <a:r>
                        <a:rPr lang="en-US" altLang="zh-CN" sz="1800" dirty="0"/>
                        <a:t>/OM3</a:t>
                      </a:r>
                      <a:r>
                        <a:rPr lang="zh-CN" altLang="en-US" sz="1800" dirty="0"/>
                        <a:t>，</a:t>
                      </a:r>
                      <a:r>
                        <a:rPr lang="en-US" altLang="zh-CN" sz="1800" dirty="0"/>
                        <a:t>125</a:t>
                      </a:r>
                      <a:r>
                        <a:rPr lang="zh-CN" altLang="en-US" sz="1800" dirty="0"/>
                        <a:t>米</a:t>
                      </a:r>
                      <a:r>
                        <a:rPr lang="en-US" altLang="zh-CN" sz="1800" dirty="0"/>
                        <a:t>/OM4</a:t>
                      </a:r>
                      <a:endParaRPr lang="zh-CN"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800" b="0" i="0" kern="1200" dirty="0">
                          <a:solidFill>
                            <a:schemeClr val="dk1"/>
                          </a:solidFill>
                          <a:effectLst/>
                          <a:latin typeface="+mn-lt"/>
                          <a:ea typeface="+mn-ea"/>
                          <a:cs typeface="+mn-cs"/>
                        </a:rPr>
                        <a:t>40GBASE-SR4</a:t>
                      </a:r>
                      <a:endParaRPr lang="zh-CN"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800" b="0" i="0" kern="1200" dirty="0">
                          <a:solidFill>
                            <a:schemeClr val="dk1"/>
                          </a:solidFill>
                          <a:effectLst/>
                          <a:latin typeface="+mn-lt"/>
                          <a:ea typeface="+mn-ea"/>
                          <a:cs typeface="+mn-cs"/>
                        </a:rPr>
                        <a:t>100GBASE-SR10</a:t>
                      </a:r>
                      <a:br>
                        <a:rPr lang="en-US" altLang="zh-CN" dirty="0"/>
                      </a:br>
                      <a:r>
                        <a:rPr lang="en-US" altLang="zh-CN" sz="1800" b="0" i="0" kern="1200" dirty="0">
                          <a:solidFill>
                            <a:schemeClr val="dk1"/>
                          </a:solidFill>
                          <a:effectLst/>
                          <a:latin typeface="+mn-lt"/>
                          <a:ea typeface="+mn-ea"/>
                          <a:cs typeface="+mn-cs"/>
                        </a:rPr>
                        <a:t>100GBASE-SR4</a:t>
                      </a:r>
                      <a:br>
                        <a:rPr lang="en-US" altLang="zh-CN" dirty="0"/>
                      </a:br>
                      <a:r>
                        <a:rPr lang="en-US" altLang="zh-CN" sz="1800" b="0" i="0" kern="1200" dirty="0">
                          <a:solidFill>
                            <a:schemeClr val="dk1"/>
                          </a:solidFill>
                          <a:effectLst/>
                          <a:latin typeface="+mn-lt"/>
                          <a:ea typeface="+mn-ea"/>
                          <a:cs typeface="+mn-cs"/>
                        </a:rPr>
                        <a:t>100GBASE-SR2</a:t>
                      </a:r>
                      <a:endParaRPr lang="zh-CN"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33740">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800" dirty="0"/>
                        <a:t>单模光纤</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800" dirty="0"/>
                        <a:t>500</a:t>
                      </a:r>
                      <a:r>
                        <a:rPr lang="zh-CN" altLang="en-US" sz="1800" dirty="0"/>
                        <a:t>米</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800" dirty="0"/>
                        <a:t>-</a:t>
                      </a:r>
                      <a:endParaRPr lang="zh-CN"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800" b="0" i="0" kern="1200" dirty="0">
                          <a:solidFill>
                            <a:schemeClr val="dk1"/>
                          </a:solidFill>
                          <a:effectLst/>
                          <a:latin typeface="+mn-lt"/>
                          <a:ea typeface="+mn-ea"/>
                          <a:cs typeface="+mn-cs"/>
                        </a:rPr>
                        <a:t>100GBASE-DR</a:t>
                      </a:r>
                      <a:endParaRPr lang="zh-CN"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333740">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800" dirty="0"/>
                        <a:t>单模光纤</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800" dirty="0"/>
                        <a:t>2</a:t>
                      </a:r>
                      <a:r>
                        <a:rPr lang="zh-CN" altLang="en-US" sz="1800" dirty="0"/>
                        <a:t>千米</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800" b="0" i="0" kern="1200" dirty="0">
                          <a:solidFill>
                            <a:schemeClr val="dk1"/>
                          </a:solidFill>
                          <a:effectLst/>
                          <a:latin typeface="+mn-lt"/>
                          <a:ea typeface="+mn-ea"/>
                          <a:cs typeface="+mn-cs"/>
                        </a:rPr>
                        <a:t>40GBASE-FR</a:t>
                      </a:r>
                      <a:endParaRPr lang="zh-CN"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800" b="0" i="0" kern="1200" dirty="0">
                          <a:solidFill>
                            <a:schemeClr val="dk1"/>
                          </a:solidFill>
                          <a:effectLst/>
                          <a:latin typeface="+mn-lt"/>
                          <a:ea typeface="+mn-ea"/>
                          <a:cs typeface="+mn-cs"/>
                        </a:rPr>
                        <a:t>100GBASE-FR1</a:t>
                      </a:r>
                      <a:endParaRPr lang="zh-CN"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333740">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800" dirty="0"/>
                        <a:t>单模光纤</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800" dirty="0"/>
                        <a:t>10</a:t>
                      </a:r>
                      <a:r>
                        <a:rPr lang="zh-CN" altLang="en-US" sz="1800" dirty="0"/>
                        <a:t>千米</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800" b="0" i="0" kern="1200" dirty="0">
                          <a:solidFill>
                            <a:schemeClr val="dk1"/>
                          </a:solidFill>
                          <a:effectLst/>
                          <a:latin typeface="+mn-lt"/>
                          <a:ea typeface="+mn-ea"/>
                          <a:cs typeface="+mn-cs"/>
                        </a:rPr>
                        <a:t>40GBASE-LR4</a:t>
                      </a:r>
                      <a:endParaRPr lang="zh-CN"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800" b="0" i="0" kern="1200" dirty="0">
                          <a:solidFill>
                            <a:schemeClr val="dk1"/>
                          </a:solidFill>
                          <a:effectLst/>
                          <a:latin typeface="+mn-lt"/>
                          <a:ea typeface="+mn-ea"/>
                          <a:cs typeface="+mn-cs"/>
                        </a:rPr>
                        <a:t>100GBASE-LR4</a:t>
                      </a:r>
                      <a:br>
                        <a:rPr lang="en-US" altLang="zh-CN" dirty="0"/>
                      </a:br>
                      <a:r>
                        <a:rPr lang="en-US" altLang="zh-CN" sz="1800" b="0" i="0" kern="1200" dirty="0">
                          <a:solidFill>
                            <a:schemeClr val="dk1"/>
                          </a:solidFill>
                          <a:effectLst/>
                          <a:latin typeface="+mn-lt"/>
                          <a:ea typeface="+mn-ea"/>
                          <a:cs typeface="+mn-cs"/>
                        </a:rPr>
                        <a:t>100GBASE-LR1</a:t>
                      </a:r>
                      <a:endParaRPr lang="zh-CN"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333740">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800" dirty="0"/>
                        <a:t>单模光纤</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800" dirty="0"/>
                        <a:t>40</a:t>
                      </a:r>
                      <a:r>
                        <a:rPr lang="zh-CN" altLang="en-US" sz="1800" dirty="0"/>
                        <a:t>千米</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800" b="0" i="0" kern="1200" dirty="0">
                          <a:solidFill>
                            <a:schemeClr val="dk1"/>
                          </a:solidFill>
                          <a:effectLst/>
                          <a:latin typeface="+mn-lt"/>
                          <a:ea typeface="+mn-ea"/>
                          <a:cs typeface="+mn-cs"/>
                        </a:rPr>
                        <a:t>40GBASE-ER4</a:t>
                      </a:r>
                      <a:endParaRPr lang="zh-CN"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800" b="0" i="0" kern="1200" dirty="0">
                          <a:solidFill>
                            <a:schemeClr val="dk1"/>
                          </a:solidFill>
                          <a:effectLst/>
                          <a:latin typeface="+mn-lt"/>
                          <a:ea typeface="+mn-ea"/>
                          <a:cs typeface="+mn-cs"/>
                        </a:rPr>
                        <a:t>100GBASE-ER4</a:t>
                      </a:r>
                      <a:endParaRPr lang="zh-CN"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r h="333740">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800" dirty="0"/>
                        <a:t>单模光纤</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800" dirty="0"/>
                        <a:t>80</a:t>
                      </a:r>
                      <a:r>
                        <a:rPr lang="zh-CN" altLang="en-US" sz="1800" dirty="0"/>
                        <a:t>千米</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800" dirty="0"/>
                        <a:t>-</a:t>
                      </a:r>
                      <a:endParaRPr lang="zh-CN"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800" b="0" i="0" kern="1200" dirty="0">
                          <a:solidFill>
                            <a:schemeClr val="dk1"/>
                          </a:solidFill>
                          <a:effectLst/>
                          <a:latin typeface="+mn-lt"/>
                          <a:ea typeface="+mn-ea"/>
                          <a:cs typeface="+mn-cs"/>
                        </a:rPr>
                        <a:t>100GBASE-ZR</a:t>
                      </a:r>
                      <a:endParaRPr lang="zh-CN"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sp>
        <p:nvSpPr>
          <p:cNvPr id="10" name="日期占位符 15"/>
          <p:cNvSpPr>
            <a:spLocks noGrp="1"/>
          </p:cNvSpPr>
          <p:nvPr>
            <p:ph type="dt" sz="half" idx="10"/>
          </p:nvPr>
        </p:nvSpPr>
        <p:spPr>
          <a:xfrm>
            <a:off x="197335" y="6489303"/>
            <a:ext cx="1358903" cy="365125"/>
          </a:xfrm>
        </p:spPr>
        <p:txBody>
          <a:bodyPr/>
          <a:lstStyle/>
          <a:p>
            <a:r>
              <a:rPr lang="en-US" altLang="zh-CN" dirty="0">
                <a:latin typeface="微软雅黑" panose="020B0503020204020204" pitchFamily="34" charset="-122"/>
                <a:ea typeface="微软雅黑" panose="020B0503020204020204" pitchFamily="34" charset="-122"/>
              </a:rPr>
              <a:t>4.3 </a:t>
            </a:r>
            <a:r>
              <a:rPr lang="zh-CN" altLang="en-US" dirty="0">
                <a:latin typeface="微软雅黑" panose="020B0503020204020204" pitchFamily="34" charset="-122"/>
                <a:ea typeface="微软雅黑" panose="020B0503020204020204" pitchFamily="34" charset="-122"/>
              </a:rPr>
              <a:t>以太网</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以太网的未来</a:t>
            </a:r>
          </a:p>
        </p:txBody>
      </p:sp>
      <p:sp>
        <p:nvSpPr>
          <p:cNvPr id="3" name="内容占位符 2"/>
          <p:cNvSpPr>
            <a:spLocks noGrp="1"/>
          </p:cNvSpPr>
          <p:nvPr>
            <p:ph idx="1"/>
          </p:nvPr>
        </p:nvSpPr>
        <p:spPr>
          <a:xfrm>
            <a:off x="838200" y="1510758"/>
            <a:ext cx="10515600" cy="2472424"/>
          </a:xfrm>
        </p:spPr>
        <p:txBody>
          <a:bodyPr>
            <a:normAutofit/>
          </a:bodyPr>
          <a:lstStyle/>
          <a:p>
            <a:pPr>
              <a:lnSpc>
                <a:spcPct val="125000"/>
              </a:lnSpc>
              <a:spcBef>
                <a:spcPts val="0"/>
              </a:spcBef>
              <a:spcAft>
                <a:spcPts val="600"/>
              </a:spcAft>
            </a:pPr>
            <a:r>
              <a:rPr lang="en-US" altLang="zh-CN" sz="2200" kern="100" dirty="0">
                <a:effectLst/>
                <a:latin typeface="微软雅黑" panose="020B0503020204020204" pitchFamily="34" charset="-122"/>
                <a:ea typeface="微软雅黑" panose="020B0503020204020204" pitchFamily="34" charset="-122"/>
              </a:rPr>
              <a:t>25/50G</a:t>
            </a:r>
            <a:r>
              <a:rPr lang="zh-CN" altLang="en-US" sz="2200" kern="100" dirty="0">
                <a:effectLst/>
                <a:latin typeface="微软雅黑" panose="020B0503020204020204" pitchFamily="34" charset="-122"/>
                <a:ea typeface="微软雅黑" panose="020B0503020204020204" pitchFamily="34" charset="-122"/>
              </a:rPr>
              <a:t>和第二代</a:t>
            </a:r>
            <a:r>
              <a:rPr lang="en-US" altLang="zh-CN" sz="2200" kern="100" dirty="0">
                <a:effectLst/>
                <a:latin typeface="微软雅黑" panose="020B0503020204020204" pitchFamily="34" charset="-122"/>
                <a:ea typeface="微软雅黑" panose="020B0503020204020204" pitchFamily="34" charset="-122"/>
              </a:rPr>
              <a:t>100G</a:t>
            </a:r>
            <a:r>
              <a:rPr lang="zh-CN" altLang="en-US" sz="2200" kern="100" dirty="0">
                <a:effectLst/>
                <a:latin typeface="微软雅黑" panose="020B0503020204020204" pitchFamily="34" charset="-122"/>
                <a:ea typeface="微软雅黑" panose="020B0503020204020204" pitchFamily="34" charset="-122"/>
              </a:rPr>
              <a:t>以太网</a:t>
            </a:r>
            <a:endParaRPr lang="en-US" altLang="zh-CN" sz="2200" kern="100" dirty="0">
              <a:effectLst/>
              <a:latin typeface="微软雅黑" panose="020B0503020204020204" pitchFamily="34" charset="-122"/>
              <a:ea typeface="微软雅黑" panose="020B0503020204020204" pitchFamily="34" charset="-122"/>
            </a:endParaRPr>
          </a:p>
          <a:p>
            <a:pPr lvl="1">
              <a:lnSpc>
                <a:spcPct val="150000"/>
              </a:lnSpc>
              <a:spcBef>
                <a:spcPts val="0"/>
              </a:spcBef>
              <a:spcAft>
                <a:spcPts val="600"/>
              </a:spcAft>
            </a:pPr>
            <a:r>
              <a:rPr lang="en-US" altLang="zh-CN" sz="2000" kern="100" dirty="0">
                <a:effectLst/>
                <a:latin typeface="微软雅黑" panose="020B0503020204020204" pitchFamily="34" charset="-122"/>
                <a:ea typeface="微软雅黑" panose="020B0503020204020204" pitchFamily="34" charset="-122"/>
              </a:rPr>
              <a:t>25G</a:t>
            </a:r>
            <a:r>
              <a:rPr lang="zh-CN" altLang="en-US" sz="2000" kern="100" dirty="0">
                <a:effectLst/>
                <a:latin typeface="微软雅黑" panose="020B0503020204020204" pitchFamily="34" charset="-122"/>
                <a:ea typeface="微软雅黑" panose="020B0503020204020204" pitchFamily="34" charset="-122"/>
              </a:rPr>
              <a:t>以太网标准（</a:t>
            </a:r>
            <a:r>
              <a:rPr lang="en-US" altLang="zh-CN" sz="2000" kern="100" dirty="0">
                <a:effectLst/>
                <a:latin typeface="微软雅黑" panose="020B0503020204020204" pitchFamily="34" charset="-122"/>
                <a:ea typeface="微软雅黑" panose="020B0503020204020204" pitchFamily="34" charset="-122"/>
              </a:rPr>
              <a:t>IEEE 802.3by</a:t>
            </a:r>
            <a:r>
              <a:rPr lang="zh-CN" altLang="en-US" sz="2000" kern="100" dirty="0">
                <a:effectLst/>
                <a:latin typeface="微软雅黑" panose="020B0503020204020204" pitchFamily="34" charset="-122"/>
                <a:ea typeface="微软雅黑" panose="020B0503020204020204" pitchFamily="34" charset="-122"/>
              </a:rPr>
              <a:t>）是由</a:t>
            </a:r>
            <a:r>
              <a:rPr lang="en-US" altLang="zh-CN" sz="2000" kern="100" dirty="0">
                <a:effectLst/>
                <a:latin typeface="微软雅黑" panose="020B0503020204020204" pitchFamily="34" charset="-122"/>
                <a:ea typeface="微软雅黑" panose="020B0503020204020204" pitchFamily="34" charset="-122"/>
              </a:rPr>
              <a:t>IEEE</a:t>
            </a:r>
            <a:r>
              <a:rPr lang="zh-CN" altLang="en-US" sz="2000" kern="100" dirty="0">
                <a:effectLst/>
                <a:latin typeface="微软雅黑" panose="020B0503020204020204" pitchFamily="34" charset="-122"/>
                <a:ea typeface="微软雅黑" panose="020B0503020204020204" pitchFamily="34" charset="-122"/>
              </a:rPr>
              <a:t>和</a:t>
            </a:r>
            <a:r>
              <a:rPr lang="en-US" altLang="zh-CN" sz="2000" kern="100" dirty="0">
                <a:effectLst/>
                <a:latin typeface="微软雅黑" panose="020B0503020204020204" pitchFamily="34" charset="-122"/>
                <a:ea typeface="微软雅黑" panose="020B0503020204020204" pitchFamily="34" charset="-122"/>
              </a:rPr>
              <a:t>IEEE-SA</a:t>
            </a:r>
            <a:r>
              <a:rPr lang="zh-CN" altLang="en-US" sz="2000" kern="100" dirty="0">
                <a:effectLst/>
                <a:latin typeface="微软雅黑" panose="020B0503020204020204" pitchFamily="34" charset="-122"/>
                <a:ea typeface="微软雅黑" panose="020B0503020204020204" pitchFamily="34" charset="-122"/>
              </a:rPr>
              <a:t>于</a:t>
            </a:r>
            <a:r>
              <a:rPr lang="en-US" altLang="zh-CN" sz="2000" kern="100" dirty="0">
                <a:effectLst/>
                <a:latin typeface="微软雅黑" panose="020B0503020204020204" pitchFamily="34" charset="-122"/>
                <a:ea typeface="微软雅黑" panose="020B0503020204020204" pitchFamily="34" charset="-122"/>
              </a:rPr>
              <a:t>2014</a:t>
            </a:r>
            <a:r>
              <a:rPr lang="zh-CN" altLang="en-US" sz="2000" kern="100" dirty="0">
                <a:effectLst/>
                <a:latin typeface="微软雅黑" panose="020B0503020204020204" pitchFamily="34" charset="-122"/>
                <a:ea typeface="微软雅黑" panose="020B0503020204020204" pitchFamily="34" charset="-122"/>
              </a:rPr>
              <a:t>年发布，该标准弥补了</a:t>
            </a:r>
            <a:r>
              <a:rPr lang="en-US" altLang="zh-CN" sz="2000" kern="100" dirty="0">
                <a:effectLst/>
                <a:latin typeface="微软雅黑" panose="020B0503020204020204" pitchFamily="34" charset="-122"/>
                <a:ea typeface="微软雅黑" panose="020B0503020204020204" pitchFamily="34" charset="-122"/>
              </a:rPr>
              <a:t>10G</a:t>
            </a:r>
            <a:r>
              <a:rPr lang="zh-CN" altLang="en-US" sz="2000" kern="100" dirty="0">
                <a:effectLst/>
                <a:latin typeface="微软雅黑" panose="020B0503020204020204" pitchFamily="34" charset="-122"/>
                <a:ea typeface="微软雅黑" panose="020B0503020204020204" pitchFamily="34" charset="-122"/>
              </a:rPr>
              <a:t>以太网的低带宽和</a:t>
            </a:r>
            <a:r>
              <a:rPr lang="en-US" altLang="zh-CN" sz="2000" kern="100" dirty="0">
                <a:effectLst/>
                <a:latin typeface="微软雅黑" panose="020B0503020204020204" pitchFamily="34" charset="-122"/>
                <a:ea typeface="微软雅黑" panose="020B0503020204020204" pitchFamily="34" charset="-122"/>
              </a:rPr>
              <a:t>40G</a:t>
            </a:r>
            <a:r>
              <a:rPr lang="zh-CN" altLang="en-US" sz="2000" kern="100" dirty="0">
                <a:effectLst/>
                <a:latin typeface="微软雅黑" panose="020B0503020204020204" pitchFamily="34" charset="-122"/>
                <a:ea typeface="微软雅黑" panose="020B0503020204020204" pitchFamily="34" charset="-122"/>
              </a:rPr>
              <a:t>以太网的高成本缺陷。</a:t>
            </a:r>
            <a:r>
              <a:rPr lang="en-US" altLang="zh-CN" sz="2000" kern="100" dirty="0">
                <a:effectLst/>
                <a:latin typeface="微软雅黑" panose="020B0503020204020204" pitchFamily="34" charset="-122"/>
                <a:ea typeface="微软雅黑" panose="020B0503020204020204" pitchFamily="34" charset="-122"/>
              </a:rPr>
              <a:t>25G</a:t>
            </a:r>
            <a:r>
              <a:rPr lang="zh-CN" altLang="en-US" sz="2000" kern="100" dirty="0">
                <a:effectLst/>
                <a:latin typeface="微软雅黑" panose="020B0503020204020204" pitchFamily="34" charset="-122"/>
                <a:ea typeface="微软雅黑" panose="020B0503020204020204" pitchFamily="34" charset="-122"/>
              </a:rPr>
              <a:t>以太网采用了</a:t>
            </a:r>
            <a:r>
              <a:rPr lang="en-US" altLang="zh-CN" sz="2000" kern="100" dirty="0">
                <a:effectLst/>
                <a:latin typeface="微软雅黑" panose="020B0503020204020204" pitchFamily="34" charset="-122"/>
                <a:ea typeface="微软雅黑" panose="020B0503020204020204" pitchFamily="34" charset="-122"/>
              </a:rPr>
              <a:t>25Gb/s</a:t>
            </a:r>
            <a:r>
              <a:rPr lang="zh-CN" altLang="en-US" sz="2000" kern="100" dirty="0">
                <a:effectLst/>
                <a:latin typeface="微软雅黑" panose="020B0503020204020204" pitchFamily="34" charset="-122"/>
                <a:ea typeface="微软雅黑" panose="020B0503020204020204" pitchFamily="34" charset="-122"/>
              </a:rPr>
              <a:t>单通道物理层技术，可基于</a:t>
            </a:r>
            <a:r>
              <a:rPr lang="en-US" altLang="zh-CN" sz="2000" kern="100" dirty="0">
                <a:effectLst/>
                <a:latin typeface="微软雅黑" panose="020B0503020204020204" pitchFamily="34" charset="-122"/>
                <a:ea typeface="微软雅黑" panose="020B0503020204020204" pitchFamily="34" charset="-122"/>
              </a:rPr>
              <a:t>4</a:t>
            </a:r>
            <a:r>
              <a:rPr lang="zh-CN" altLang="en-US" sz="2000" kern="100" dirty="0">
                <a:effectLst/>
                <a:latin typeface="微软雅黑" panose="020B0503020204020204" pitchFamily="34" charset="-122"/>
                <a:ea typeface="微软雅黑" panose="020B0503020204020204" pitchFamily="34" charset="-122"/>
              </a:rPr>
              <a:t>个</a:t>
            </a:r>
            <a:r>
              <a:rPr lang="en-US" altLang="zh-CN" sz="2000" kern="100" dirty="0">
                <a:effectLst/>
                <a:latin typeface="微软雅黑" panose="020B0503020204020204" pitchFamily="34" charset="-122"/>
                <a:ea typeface="微软雅黑" panose="020B0503020204020204" pitchFamily="34" charset="-122"/>
              </a:rPr>
              <a:t>25Gbps</a:t>
            </a:r>
            <a:r>
              <a:rPr lang="zh-CN" altLang="en-US" sz="2000" kern="100" dirty="0">
                <a:effectLst/>
                <a:latin typeface="微软雅黑" panose="020B0503020204020204" pitchFamily="34" charset="-122"/>
                <a:ea typeface="微软雅黑" panose="020B0503020204020204" pitchFamily="34" charset="-122"/>
              </a:rPr>
              <a:t>光纤通道实现</a:t>
            </a:r>
            <a:r>
              <a:rPr lang="en-US" altLang="zh-CN" sz="2000" kern="100" dirty="0">
                <a:effectLst/>
                <a:latin typeface="微软雅黑" panose="020B0503020204020204" pitchFamily="34" charset="-122"/>
                <a:ea typeface="微软雅黑" panose="020B0503020204020204" pitchFamily="34" charset="-122"/>
              </a:rPr>
              <a:t>100G</a:t>
            </a:r>
            <a:r>
              <a:rPr lang="zh-CN" altLang="en-US" sz="2000" kern="100" dirty="0">
                <a:effectLst/>
                <a:latin typeface="微软雅黑" panose="020B0503020204020204" pitchFamily="34" charset="-122"/>
                <a:ea typeface="微软雅黑" panose="020B0503020204020204" pitchFamily="34" charset="-122"/>
              </a:rPr>
              <a:t>传输。</a:t>
            </a:r>
            <a:endParaRPr lang="en-US" altLang="zh-CN" sz="2000" kern="100" dirty="0">
              <a:effectLst/>
              <a:latin typeface="微软雅黑" panose="020B0503020204020204" pitchFamily="34" charset="-122"/>
              <a:ea typeface="微软雅黑" panose="020B0503020204020204" pitchFamily="34" charset="-122"/>
            </a:endParaRPr>
          </a:p>
          <a:p>
            <a:pPr lvl="1"/>
            <a:endParaRPr lang="en-US" altLang="zh-CN" sz="1600" kern="100" dirty="0">
              <a:latin typeface="微软雅黑" panose="020B0503020204020204" pitchFamily="34" charset="-122"/>
              <a:ea typeface="微软雅黑" panose="020B0503020204020204" pitchFamily="34" charset="-122"/>
            </a:endParaRPr>
          </a:p>
          <a:p>
            <a:pPr lvl="1"/>
            <a:endParaRPr lang="en-US" altLang="zh-CN" sz="1600" kern="100" dirty="0">
              <a:effectLst/>
              <a:latin typeface="微软雅黑" panose="020B0503020204020204" pitchFamily="34" charset="-122"/>
              <a:ea typeface="微软雅黑" panose="020B0503020204020204" pitchFamily="34" charset="-122"/>
            </a:endParaRPr>
          </a:p>
          <a:p>
            <a:pPr lvl="1"/>
            <a:endParaRPr lang="en-US" altLang="zh-CN" sz="1600" kern="100" dirty="0">
              <a:latin typeface="微软雅黑" panose="020B0503020204020204" pitchFamily="34" charset="-122"/>
              <a:ea typeface="微软雅黑" panose="020B0503020204020204" pitchFamily="34" charset="-122"/>
            </a:endParaRPr>
          </a:p>
          <a:p>
            <a:pPr lvl="1"/>
            <a:endParaRPr lang="en-US" altLang="zh-CN" sz="1600" kern="100" dirty="0">
              <a:effectLst/>
              <a:latin typeface="微软雅黑" panose="020B0503020204020204" pitchFamily="34" charset="-122"/>
              <a:ea typeface="微软雅黑" panose="020B0503020204020204" pitchFamily="34" charset="-122"/>
            </a:endParaRPr>
          </a:p>
          <a:p>
            <a:pPr lvl="1"/>
            <a:endParaRPr lang="zh-CN" altLang="en-US" sz="1600" kern="100" dirty="0">
              <a:effectLst/>
              <a:latin typeface="微软雅黑" panose="020B0503020204020204" pitchFamily="34" charset="-122"/>
              <a:ea typeface="微软雅黑" panose="020B0503020204020204" pitchFamily="34" charset="-122"/>
            </a:endParaRPr>
          </a:p>
          <a:p>
            <a:pPr lvl="1"/>
            <a:endParaRPr lang="en-US" altLang="zh-CN" sz="1600" kern="100" dirty="0">
              <a:effectLst/>
              <a:latin typeface="Times New Roman" panose="02020503050405090304" pitchFamily="18" charset="0"/>
              <a:ea typeface="宋体" panose="02010600030101010101" pitchFamily="2" charset="-122"/>
            </a:endParaRPr>
          </a:p>
          <a:p>
            <a:endParaRPr lang="zh-CN" altLang="en-US" sz="3200"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52</a:t>
            </a:fld>
            <a:endParaRPr kumimoji="1" lang="zh-CN" altLang="en-US" dirty="0"/>
          </a:p>
        </p:txBody>
      </p:sp>
      <p:pic>
        <p:nvPicPr>
          <p:cNvPr id="11" name="图片 10"/>
          <p:cNvPicPr>
            <a:picLocks noChangeAspect="1"/>
          </p:cNvPicPr>
          <p:nvPr/>
        </p:nvPicPr>
        <p:blipFill>
          <a:blip r:embed="rId3"/>
          <a:stretch>
            <a:fillRect/>
          </a:stretch>
        </p:blipFill>
        <p:spPr>
          <a:xfrm>
            <a:off x="1684597" y="3429000"/>
            <a:ext cx="8822805" cy="2846754"/>
          </a:xfrm>
          <a:prstGeom prst="rect">
            <a:avLst/>
          </a:prstGeom>
        </p:spPr>
      </p:pic>
      <p:sp>
        <p:nvSpPr>
          <p:cNvPr id="15" name="日期占位符 15"/>
          <p:cNvSpPr>
            <a:spLocks noGrp="1"/>
          </p:cNvSpPr>
          <p:nvPr>
            <p:ph type="dt" sz="half" idx="10"/>
          </p:nvPr>
        </p:nvSpPr>
        <p:spPr>
          <a:xfrm>
            <a:off x="197335" y="6489303"/>
            <a:ext cx="1487262" cy="365125"/>
          </a:xfrm>
        </p:spPr>
        <p:txBody>
          <a:bodyPr/>
          <a:lstStyle/>
          <a:p>
            <a:r>
              <a:rPr lang="en-US" altLang="zh-CN" dirty="0">
                <a:latin typeface="微软雅黑" panose="020B0503020204020204" pitchFamily="34" charset="-122"/>
                <a:ea typeface="微软雅黑" panose="020B0503020204020204" pitchFamily="34" charset="-122"/>
              </a:rPr>
              <a:t>4.3 </a:t>
            </a:r>
            <a:r>
              <a:rPr lang="zh-CN" altLang="en-US" dirty="0">
                <a:latin typeface="微软雅黑" panose="020B0503020204020204" pitchFamily="34" charset="-122"/>
                <a:ea typeface="微软雅黑" panose="020B0503020204020204" pitchFamily="34" charset="-122"/>
              </a:rPr>
              <a:t>以太网</a:t>
            </a:r>
          </a:p>
        </p:txBody>
      </p:sp>
      <p:grpSp>
        <p:nvGrpSpPr>
          <p:cNvPr id="17" name="组合 16"/>
          <p:cNvGrpSpPr/>
          <p:nvPr/>
        </p:nvGrpSpPr>
        <p:grpSpPr>
          <a:xfrm>
            <a:off x="2088875" y="6575687"/>
            <a:ext cx="8014247" cy="254887"/>
            <a:chOff x="-214926" y="6517848"/>
            <a:chExt cx="8014247" cy="460463"/>
          </a:xfrm>
        </p:grpSpPr>
        <p:grpSp>
          <p:nvGrpSpPr>
            <p:cNvPr id="18" name="组合 17"/>
            <p:cNvGrpSpPr/>
            <p:nvPr/>
          </p:nvGrpSpPr>
          <p:grpSpPr>
            <a:xfrm>
              <a:off x="-134143" y="6517848"/>
              <a:ext cx="7933464" cy="444808"/>
              <a:chOff x="-134143" y="6326763"/>
              <a:chExt cx="7933464" cy="444808"/>
            </a:xfrm>
          </p:grpSpPr>
          <p:cxnSp>
            <p:nvCxnSpPr>
              <p:cNvPr id="20" name="直接连接符 19"/>
              <p:cNvCxnSpPr/>
              <p:nvPr/>
            </p:nvCxnSpPr>
            <p:spPr>
              <a:xfrm>
                <a:off x="-134143" y="6356350"/>
                <a:ext cx="3617495" cy="0"/>
              </a:xfrm>
              <a:prstGeom prst="line">
                <a:avLst/>
              </a:prstGeom>
            </p:spPr>
            <p:style>
              <a:lnRef idx="1">
                <a:schemeClr val="accent1"/>
              </a:lnRef>
              <a:fillRef idx="0">
                <a:schemeClr val="accent1"/>
              </a:fillRef>
              <a:effectRef idx="0">
                <a:schemeClr val="accent1"/>
              </a:effectRef>
              <a:fontRef idx="minor">
                <a:schemeClr val="tx1"/>
              </a:fontRef>
            </p:style>
          </p:cxnSp>
          <p:sp>
            <p:nvSpPr>
              <p:cNvPr id="21" name="文本框 20"/>
              <p:cNvSpPr txBox="1"/>
              <p:nvPr/>
            </p:nvSpPr>
            <p:spPr>
              <a:xfrm>
                <a:off x="466864" y="6326763"/>
                <a:ext cx="7332457" cy="444808"/>
              </a:xfrm>
              <a:prstGeom prst="rect">
                <a:avLst/>
              </a:prstGeom>
              <a:noFill/>
            </p:spPr>
            <p:txBody>
              <a:bodyPr wrap="none" rtlCol="0">
                <a:spAutoFit/>
              </a:bodyPr>
              <a:lstStyle/>
              <a:p>
                <a:r>
                  <a:rPr lang="en-US" altLang="zh-CN" sz="1000" dirty="0">
                    <a:solidFill>
                      <a:schemeClr val="bg1">
                        <a:lumMod val="50000"/>
                      </a:schemeClr>
                    </a:solidFill>
                    <a:latin typeface="微软雅黑" panose="020B0503020204020204" pitchFamily="34" charset="-122"/>
                    <a:ea typeface="微软雅黑" panose="020B0503020204020204" pitchFamily="34" charset="-122"/>
                  </a:rPr>
                  <a:t>https://blogs.arubanetworks.com/solutions/accelerate-network-performance-and-lower-costs-with-hpe-25-100gbe/</a:t>
                </a:r>
              </a:p>
            </p:txBody>
          </p:sp>
        </p:grpSp>
        <p:sp>
          <p:nvSpPr>
            <p:cNvPr id="19" name="文本框 18"/>
            <p:cNvSpPr txBox="1"/>
            <p:nvPr/>
          </p:nvSpPr>
          <p:spPr>
            <a:xfrm>
              <a:off x="-214926" y="6519602"/>
              <a:ext cx="840644" cy="458709"/>
            </a:xfrm>
            <a:prstGeom prst="rect">
              <a:avLst/>
            </a:prstGeom>
            <a:noFill/>
          </p:spPr>
          <p:txBody>
            <a:bodyPr wrap="square">
              <a:spAutoFit/>
            </a:bodyPr>
            <a:lstStyle/>
            <a:p>
              <a:r>
                <a:rPr lang="zh-CN" altLang="en-US" sz="1050" dirty="0">
                  <a:solidFill>
                    <a:schemeClr val="bg1">
                      <a:lumMod val="50000"/>
                    </a:schemeClr>
                  </a:solidFill>
                  <a:latin typeface="微软雅黑" panose="020B0503020204020204" pitchFamily="34" charset="-122"/>
                  <a:ea typeface="微软雅黑" panose="020B0503020204020204" pitchFamily="34" charset="-122"/>
                </a:rPr>
                <a:t>图片来源</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linds(horizontal)">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以太网的未来</a:t>
            </a:r>
          </a:p>
        </p:txBody>
      </p:sp>
      <p:sp>
        <p:nvSpPr>
          <p:cNvPr id="3" name="内容占位符 2"/>
          <p:cNvSpPr>
            <a:spLocks noGrp="1"/>
          </p:cNvSpPr>
          <p:nvPr>
            <p:ph idx="1"/>
          </p:nvPr>
        </p:nvSpPr>
        <p:spPr>
          <a:xfrm>
            <a:off x="838200" y="1531621"/>
            <a:ext cx="10515599" cy="5064564"/>
          </a:xfrm>
        </p:spPr>
        <p:txBody>
          <a:bodyPr>
            <a:normAutofit/>
          </a:bodyPr>
          <a:lstStyle/>
          <a:p>
            <a:pPr>
              <a:lnSpc>
                <a:spcPct val="120000"/>
              </a:lnSpc>
              <a:spcAft>
                <a:spcPts val="600"/>
              </a:spcAft>
            </a:pPr>
            <a:r>
              <a:rPr lang="en-US" altLang="zh-CN" sz="2400" dirty="0">
                <a:solidFill>
                  <a:srgbClr val="19191A"/>
                </a:solidFill>
                <a:latin typeface="微软雅黑" panose="020B0503020204020204" pitchFamily="34" charset="-122"/>
                <a:ea typeface="微软雅黑" panose="020B0503020204020204" pitchFamily="34" charset="-122"/>
              </a:rPr>
              <a:t>2017</a:t>
            </a:r>
            <a:r>
              <a:rPr lang="zh-CN" altLang="en-US" sz="2400" dirty="0">
                <a:solidFill>
                  <a:srgbClr val="19191A"/>
                </a:solidFill>
                <a:latin typeface="微软雅黑" panose="020B0503020204020204" pitchFamily="34" charset="-122"/>
                <a:ea typeface="微软雅黑" panose="020B0503020204020204" pitchFamily="34" charset="-122"/>
              </a:rPr>
              <a:t>年，由</a:t>
            </a:r>
            <a:r>
              <a:rPr lang="en-US" altLang="zh-CN" sz="2400" dirty="0">
                <a:solidFill>
                  <a:srgbClr val="19191A"/>
                </a:solidFill>
                <a:latin typeface="微软雅黑" panose="020B0503020204020204" pitchFamily="34" charset="-122"/>
                <a:ea typeface="微软雅黑" panose="020B0503020204020204" pitchFamily="34" charset="-122"/>
              </a:rPr>
              <a:t>IEEE P802.3bs</a:t>
            </a:r>
            <a:r>
              <a:rPr lang="zh-CN" altLang="en-US" sz="2400" dirty="0">
                <a:solidFill>
                  <a:srgbClr val="19191A"/>
                </a:solidFill>
                <a:latin typeface="微软雅黑" panose="020B0503020204020204" pitchFamily="34" charset="-122"/>
                <a:ea typeface="微软雅黑" panose="020B0503020204020204" pitchFamily="34" charset="-122"/>
              </a:rPr>
              <a:t>工作组使用与</a:t>
            </a:r>
            <a:r>
              <a:rPr lang="en-US" altLang="zh-CN" sz="2400" dirty="0">
                <a:solidFill>
                  <a:srgbClr val="19191A"/>
                </a:solidFill>
                <a:latin typeface="微软雅黑" panose="020B0503020204020204" pitchFamily="34" charset="-122"/>
                <a:ea typeface="微软雅黑" panose="020B0503020204020204" pitchFamily="34" charset="-122"/>
              </a:rPr>
              <a:t>100GbE</a:t>
            </a:r>
            <a:r>
              <a:rPr lang="zh-CN" altLang="en-US" sz="2400" dirty="0">
                <a:solidFill>
                  <a:srgbClr val="19191A"/>
                </a:solidFill>
                <a:latin typeface="微软雅黑" panose="020B0503020204020204" pitchFamily="34" charset="-122"/>
                <a:ea typeface="微软雅黑" panose="020B0503020204020204" pitchFamily="34" charset="-122"/>
              </a:rPr>
              <a:t>大致相似的技术开发的</a:t>
            </a:r>
            <a:endParaRPr lang="en-US" altLang="zh-CN" sz="2400" dirty="0">
              <a:solidFill>
                <a:srgbClr val="19191A"/>
              </a:solidFill>
              <a:latin typeface="微软雅黑" panose="020B0503020204020204" pitchFamily="34" charset="-122"/>
              <a:ea typeface="微软雅黑" panose="020B0503020204020204" pitchFamily="34" charset="-122"/>
            </a:endParaRPr>
          </a:p>
          <a:p>
            <a:pPr marL="0" indent="0">
              <a:lnSpc>
                <a:spcPct val="120000"/>
              </a:lnSpc>
              <a:spcBef>
                <a:spcPts val="0"/>
              </a:spcBef>
              <a:spcAft>
                <a:spcPts val="600"/>
              </a:spcAft>
              <a:buNone/>
            </a:pPr>
            <a:r>
              <a:rPr lang="en-US" altLang="zh-CN" sz="2400" dirty="0">
                <a:solidFill>
                  <a:srgbClr val="C00000"/>
                </a:solidFill>
                <a:latin typeface="微软雅黑" panose="020B0503020204020204" pitchFamily="34" charset="-122"/>
                <a:ea typeface="微软雅黑" panose="020B0503020204020204" pitchFamily="34" charset="-122"/>
              </a:rPr>
              <a:t>400GbE</a:t>
            </a:r>
            <a:r>
              <a:rPr lang="zh-CN" altLang="en-US" sz="2400" dirty="0">
                <a:solidFill>
                  <a:srgbClr val="19191A"/>
                </a:solidFill>
                <a:latin typeface="微软雅黑" panose="020B0503020204020204" pitchFamily="34" charset="-122"/>
                <a:ea typeface="微软雅黑" panose="020B0503020204020204" pitchFamily="34" charset="-122"/>
              </a:rPr>
              <a:t>和</a:t>
            </a:r>
            <a:r>
              <a:rPr lang="en-US" altLang="zh-CN" sz="2400" dirty="0">
                <a:solidFill>
                  <a:srgbClr val="C00000"/>
                </a:solidFill>
                <a:latin typeface="微软雅黑" panose="020B0503020204020204" pitchFamily="34" charset="-122"/>
                <a:ea typeface="微软雅黑" panose="020B0503020204020204" pitchFamily="34" charset="-122"/>
              </a:rPr>
              <a:t>200GbE</a:t>
            </a:r>
            <a:r>
              <a:rPr lang="zh-CN" altLang="en-US" sz="2400" dirty="0">
                <a:solidFill>
                  <a:srgbClr val="19191A"/>
                </a:solidFill>
                <a:latin typeface="微软雅黑" panose="020B0503020204020204" pitchFamily="34" charset="-122"/>
                <a:ea typeface="微软雅黑" panose="020B0503020204020204" pitchFamily="34" charset="-122"/>
              </a:rPr>
              <a:t>标准获得批准。 </a:t>
            </a:r>
            <a:endParaRPr lang="en-US" altLang="zh-CN" sz="2400" dirty="0">
              <a:solidFill>
                <a:srgbClr val="19191A"/>
              </a:solidFill>
              <a:latin typeface="微软雅黑" panose="020B0503020204020204" pitchFamily="34" charset="-122"/>
              <a:ea typeface="微软雅黑" panose="020B0503020204020204" pitchFamily="34" charset="-122"/>
            </a:endParaRPr>
          </a:p>
          <a:p>
            <a:pPr lvl="1">
              <a:lnSpc>
                <a:spcPct val="120000"/>
              </a:lnSpc>
              <a:spcBef>
                <a:spcPts val="0"/>
              </a:spcBef>
              <a:spcAft>
                <a:spcPts val="600"/>
              </a:spcAft>
            </a:pPr>
            <a:r>
              <a:rPr lang="zh-CN" altLang="en-US" dirty="0">
                <a:solidFill>
                  <a:srgbClr val="7030A0"/>
                </a:solidFill>
                <a:latin typeface="Open Sans" panose="020B0606030504020204" pitchFamily="34" charset="0"/>
              </a:rPr>
              <a:t>保留以太网帧格式</a:t>
            </a:r>
            <a:r>
              <a:rPr lang="en-US" altLang="zh-CN" dirty="0">
                <a:solidFill>
                  <a:srgbClr val="7030A0"/>
                </a:solidFill>
                <a:latin typeface="Open Sans" panose="020B0606030504020204" pitchFamily="34" charset="0"/>
              </a:rPr>
              <a:t>	</a:t>
            </a:r>
          </a:p>
          <a:p>
            <a:pPr lvl="1">
              <a:lnSpc>
                <a:spcPct val="120000"/>
              </a:lnSpc>
              <a:spcBef>
                <a:spcPts val="0"/>
              </a:spcBef>
              <a:spcAft>
                <a:spcPts val="600"/>
              </a:spcAft>
            </a:pPr>
            <a:r>
              <a:rPr lang="zh-CN" altLang="en-US" dirty="0">
                <a:solidFill>
                  <a:srgbClr val="7030A0"/>
                </a:solidFill>
                <a:latin typeface="Open Sans" panose="020B0606030504020204" pitchFamily="34" charset="0"/>
              </a:rPr>
              <a:t>保留以太网最小帧长和最大帧长</a:t>
            </a:r>
            <a:endParaRPr lang="en-US" altLang="zh-CN" dirty="0">
              <a:solidFill>
                <a:srgbClr val="7030A0"/>
              </a:solidFill>
              <a:latin typeface="Open Sans" panose="020B0606030504020204" pitchFamily="34" charset="0"/>
            </a:endParaRPr>
          </a:p>
          <a:p>
            <a:pPr>
              <a:lnSpc>
                <a:spcPct val="120000"/>
              </a:lnSpc>
              <a:spcBef>
                <a:spcPts val="1200"/>
              </a:spcBef>
              <a:spcAft>
                <a:spcPts val="600"/>
              </a:spcAft>
            </a:pPr>
            <a:r>
              <a:rPr lang="en-US" altLang="zh-CN" sz="2400" dirty="0">
                <a:solidFill>
                  <a:srgbClr val="19191A"/>
                </a:solidFill>
                <a:latin typeface="Open Sans" panose="020B0606030504020204" pitchFamily="34" charset="0"/>
              </a:rPr>
              <a:t>2020</a:t>
            </a:r>
            <a:r>
              <a:rPr lang="zh-CN" altLang="en-US" sz="2400" dirty="0">
                <a:solidFill>
                  <a:srgbClr val="19191A"/>
                </a:solidFill>
                <a:latin typeface="Open Sans" panose="020B0606030504020204" pitchFamily="34" charset="0"/>
              </a:rPr>
              <a:t>年，以太网技术联盟（</a:t>
            </a:r>
            <a:r>
              <a:rPr lang="en-US" altLang="zh-CN" sz="2400" dirty="0">
                <a:solidFill>
                  <a:srgbClr val="19191A"/>
                </a:solidFill>
                <a:latin typeface="Open Sans" panose="020B0606030504020204" pitchFamily="34" charset="0"/>
              </a:rPr>
              <a:t>Ethernet Technology Consortium</a:t>
            </a:r>
            <a:r>
              <a:rPr lang="zh-CN" altLang="en-US" sz="2400" dirty="0">
                <a:solidFill>
                  <a:srgbClr val="19191A"/>
                </a:solidFill>
                <a:latin typeface="Open Sans" panose="020B0606030504020204" pitchFamily="34" charset="0"/>
              </a:rPr>
              <a:t>）宣布开发</a:t>
            </a:r>
            <a:r>
              <a:rPr lang="en-US" altLang="zh-CN" sz="2400" dirty="0">
                <a:solidFill>
                  <a:srgbClr val="C00000"/>
                </a:solidFill>
                <a:latin typeface="Open Sans" panose="020B0606030504020204" pitchFamily="34" charset="0"/>
              </a:rPr>
              <a:t>800G</a:t>
            </a:r>
            <a:r>
              <a:rPr lang="zh-CN" altLang="en-US" sz="2400" dirty="0">
                <a:solidFill>
                  <a:srgbClr val="C00000"/>
                </a:solidFill>
                <a:latin typeface="Open Sans" panose="020B0606030504020204" pitchFamily="34" charset="0"/>
              </a:rPr>
              <a:t>以太网</a:t>
            </a:r>
            <a:r>
              <a:rPr lang="zh-CN" altLang="en-US" sz="2400" dirty="0">
                <a:solidFill>
                  <a:srgbClr val="19191A"/>
                </a:solidFill>
                <a:latin typeface="Open Sans" panose="020B0606030504020204" pitchFamily="34" charset="0"/>
              </a:rPr>
              <a:t>规范，以满足数据中心网络不断增长的性能需求。</a:t>
            </a:r>
            <a:endParaRPr lang="en-US" altLang="zh-CN" sz="2400" dirty="0">
              <a:solidFill>
                <a:srgbClr val="19191A"/>
              </a:solidFill>
              <a:latin typeface="Open Sans" panose="020B0606030504020204" pitchFamily="34" charset="0"/>
            </a:endParaRP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53</a:t>
            </a:fld>
            <a:endParaRPr kumimoji="1" lang="zh-CN" altLang="en-US" dirty="0"/>
          </a:p>
        </p:txBody>
      </p:sp>
      <p:sp>
        <p:nvSpPr>
          <p:cNvPr id="7" name="日期占位符 15"/>
          <p:cNvSpPr>
            <a:spLocks noGrp="1"/>
          </p:cNvSpPr>
          <p:nvPr>
            <p:ph type="dt" sz="half" idx="10"/>
          </p:nvPr>
        </p:nvSpPr>
        <p:spPr>
          <a:xfrm>
            <a:off x="197335" y="6489303"/>
            <a:ext cx="1411657" cy="332605"/>
          </a:xfrm>
        </p:spPr>
        <p:txBody>
          <a:bodyPr/>
          <a:lstStyle/>
          <a:p>
            <a:r>
              <a:rPr lang="en-US" altLang="zh-CN" dirty="0">
                <a:latin typeface="微软雅黑" panose="020B0503020204020204" pitchFamily="34" charset="-122"/>
                <a:ea typeface="微软雅黑" panose="020B0503020204020204" pitchFamily="34" charset="-122"/>
              </a:rPr>
              <a:t>4.3 </a:t>
            </a:r>
            <a:r>
              <a:rPr lang="zh-CN" altLang="en-US" dirty="0">
                <a:latin typeface="微软雅黑" panose="020B0503020204020204" pitchFamily="34" charset="-122"/>
                <a:ea typeface="微软雅黑" panose="020B0503020204020204" pitchFamily="34" charset="-122"/>
              </a:rPr>
              <a:t>以太网</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blinds(horizontal)">
                                      <p:cBhvr>
                                        <p:cTn id="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以太网的未来</a:t>
            </a:r>
          </a:p>
        </p:txBody>
      </p:sp>
      <p:sp>
        <p:nvSpPr>
          <p:cNvPr id="3" name="内容占位符 2"/>
          <p:cNvSpPr>
            <a:spLocks noGrp="1"/>
          </p:cNvSpPr>
          <p:nvPr>
            <p:ph idx="1"/>
          </p:nvPr>
        </p:nvSpPr>
        <p:spPr>
          <a:xfrm>
            <a:off x="834188" y="1446533"/>
            <a:ext cx="10234865" cy="1098158"/>
          </a:xfrm>
        </p:spPr>
        <p:txBody>
          <a:bodyPr>
            <a:noAutofit/>
          </a:bodyPr>
          <a:lstStyle/>
          <a:p>
            <a:pPr>
              <a:lnSpc>
                <a:spcPct val="130000"/>
              </a:lnSpc>
            </a:pPr>
            <a:r>
              <a:rPr lang="zh-CN" altLang="en-US" sz="2200" dirty="0">
                <a:solidFill>
                  <a:srgbClr val="19191A"/>
                </a:solidFill>
                <a:latin typeface="Open Sans" panose="020B0606030504020204" pitchFamily="34" charset="0"/>
              </a:rPr>
              <a:t>以太网联盟的</a:t>
            </a:r>
            <a:r>
              <a:rPr lang="en-US" altLang="zh-CN" sz="2200" dirty="0">
                <a:solidFill>
                  <a:srgbClr val="19191A"/>
                </a:solidFill>
                <a:latin typeface="Open Sans" panose="020B0606030504020204" pitchFamily="34" charset="0"/>
              </a:rPr>
              <a:t>2020</a:t>
            </a:r>
            <a:r>
              <a:rPr lang="zh-CN" altLang="en-US" sz="2200" dirty="0">
                <a:solidFill>
                  <a:srgbClr val="19191A"/>
                </a:solidFill>
                <a:latin typeface="Open Sans" panose="020B0606030504020204" pitchFamily="34" charset="0"/>
              </a:rPr>
              <a:t>技术路线图预计</a:t>
            </a:r>
            <a:r>
              <a:rPr lang="en-US" altLang="zh-CN" sz="2200" dirty="0">
                <a:solidFill>
                  <a:srgbClr val="19191A"/>
                </a:solidFill>
                <a:latin typeface="Open Sans" panose="020B0606030504020204" pitchFamily="34" charset="0"/>
              </a:rPr>
              <a:t>2020</a:t>
            </a:r>
            <a:r>
              <a:rPr lang="zh-CN" altLang="en-US" sz="2200" dirty="0">
                <a:solidFill>
                  <a:srgbClr val="19191A"/>
                </a:solidFill>
                <a:latin typeface="Open Sans" panose="020B0606030504020204" pitchFamily="34" charset="0"/>
              </a:rPr>
              <a:t>年</a:t>
            </a:r>
            <a:r>
              <a:rPr lang="en-US" altLang="zh-CN" sz="2200" dirty="0">
                <a:solidFill>
                  <a:srgbClr val="19191A"/>
                </a:solidFill>
                <a:latin typeface="Open Sans" panose="020B0606030504020204" pitchFamily="34" charset="0"/>
              </a:rPr>
              <a:t>-2030</a:t>
            </a:r>
            <a:r>
              <a:rPr lang="zh-CN" altLang="en-US" sz="2200" dirty="0">
                <a:solidFill>
                  <a:srgbClr val="19191A"/>
                </a:solidFill>
                <a:latin typeface="Open Sans" panose="020B0606030504020204" pitchFamily="34" charset="0"/>
              </a:rPr>
              <a:t>年之间，</a:t>
            </a:r>
            <a:r>
              <a:rPr lang="en-US" altLang="zh-CN" sz="2200" dirty="0">
                <a:solidFill>
                  <a:srgbClr val="C00000"/>
                </a:solidFill>
                <a:latin typeface="Open Sans" panose="020B0606030504020204" pitchFamily="34" charset="0"/>
              </a:rPr>
              <a:t>800Gbps</a:t>
            </a:r>
            <a:r>
              <a:rPr lang="zh-CN" altLang="en-US" sz="2200" dirty="0">
                <a:solidFill>
                  <a:srgbClr val="19191A"/>
                </a:solidFill>
                <a:latin typeface="Open Sans" panose="020B0606030504020204" pitchFamily="34" charset="0"/>
              </a:rPr>
              <a:t>和</a:t>
            </a:r>
            <a:r>
              <a:rPr lang="en-US" altLang="zh-CN" sz="2200" dirty="0">
                <a:solidFill>
                  <a:srgbClr val="C00000"/>
                </a:solidFill>
                <a:latin typeface="Open Sans" panose="020B0606030504020204" pitchFamily="34" charset="0"/>
              </a:rPr>
              <a:t>1.6Tbps</a:t>
            </a:r>
            <a:r>
              <a:rPr lang="zh-CN" altLang="en-US" sz="2200" dirty="0">
                <a:solidFill>
                  <a:srgbClr val="19191A"/>
                </a:solidFill>
                <a:latin typeface="Open Sans" panose="020B0606030504020204" pitchFamily="34" charset="0"/>
              </a:rPr>
              <a:t>的速度将成为</a:t>
            </a:r>
            <a:r>
              <a:rPr lang="en-US" altLang="zh-CN" sz="2200" dirty="0">
                <a:solidFill>
                  <a:srgbClr val="19191A"/>
                </a:solidFill>
                <a:latin typeface="Open Sans" panose="020B0606030504020204" pitchFamily="34" charset="0"/>
              </a:rPr>
              <a:t>IEEE</a:t>
            </a:r>
            <a:r>
              <a:rPr lang="zh-CN" altLang="en-US" sz="2200" dirty="0">
                <a:solidFill>
                  <a:srgbClr val="19191A"/>
                </a:solidFill>
                <a:latin typeface="Open Sans" panose="020B0606030504020204" pitchFamily="34" charset="0"/>
              </a:rPr>
              <a:t>标准。</a:t>
            </a:r>
            <a:endParaRPr lang="zh-CN" altLang="en-US" sz="2200"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54</a:t>
            </a:fld>
            <a:endParaRPr kumimoji="1" lang="zh-CN" altLang="en-US" dirty="0"/>
          </a:p>
        </p:txBody>
      </p:sp>
      <p:pic>
        <p:nvPicPr>
          <p:cNvPr id="6" name="Picture 6" descr="200903212491240273246718">
            <a:hlinkClick r:id="rId3"/>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3543" t="6592" r="3236" b="6394"/>
          <a:stretch>
            <a:fillRect/>
          </a:stretch>
        </p:blipFill>
        <p:spPr bwMode="auto">
          <a:xfrm>
            <a:off x="1194094" y="2448706"/>
            <a:ext cx="4493216" cy="3595077"/>
          </a:xfrm>
          <a:prstGeom prst="rect">
            <a:avLst/>
          </a:prstGeom>
        </p:spPr>
        <p:style>
          <a:lnRef idx="0">
            <a:schemeClr val="accent2"/>
          </a:lnRef>
          <a:fillRef idx="3">
            <a:schemeClr val="accent2"/>
          </a:fillRef>
          <a:effectRef idx="3">
            <a:schemeClr val="accent2"/>
          </a:effectRef>
          <a:fontRef idx="minor">
            <a:schemeClr val="lt1"/>
          </a:fontRef>
        </p:style>
      </p:pic>
      <p:pic>
        <p:nvPicPr>
          <p:cNvPr id="9" name="图片 8"/>
          <p:cNvPicPr>
            <a:picLocks noChangeAspect="1"/>
          </p:cNvPicPr>
          <p:nvPr/>
        </p:nvPicPr>
        <p:blipFill rotWithShape="1">
          <a:blip r:embed="rId5">
            <a:extLst>
              <a:ext uri="{28A0092B-C50C-407E-A947-70E740481C1C}">
                <a14:useLocalDpi xmlns:a14="http://schemas.microsoft.com/office/drawing/2010/main" val="0"/>
              </a:ext>
            </a:extLst>
          </a:blip>
          <a:srcRect b="12023"/>
          <a:stretch>
            <a:fillRect/>
          </a:stretch>
        </p:blipFill>
        <p:spPr>
          <a:xfrm>
            <a:off x="6096000" y="2149159"/>
            <a:ext cx="5455138" cy="4194169"/>
          </a:xfrm>
          <a:prstGeom prst="rect">
            <a:avLst/>
          </a:prstGeom>
        </p:spPr>
      </p:pic>
      <p:sp>
        <p:nvSpPr>
          <p:cNvPr id="17" name="日期占位符 15"/>
          <p:cNvSpPr>
            <a:spLocks noGrp="1"/>
          </p:cNvSpPr>
          <p:nvPr>
            <p:ph type="dt" sz="half" idx="10"/>
          </p:nvPr>
        </p:nvSpPr>
        <p:spPr>
          <a:xfrm>
            <a:off x="197335" y="6489303"/>
            <a:ext cx="1499580" cy="365125"/>
          </a:xfrm>
        </p:spPr>
        <p:txBody>
          <a:bodyPr/>
          <a:lstStyle/>
          <a:p>
            <a:r>
              <a:rPr lang="en-US" altLang="zh-CN" dirty="0">
                <a:latin typeface="微软雅黑" panose="020B0503020204020204" pitchFamily="34" charset="-122"/>
                <a:ea typeface="微软雅黑" panose="020B0503020204020204" pitchFamily="34" charset="-122"/>
              </a:rPr>
              <a:t>4.3 </a:t>
            </a:r>
            <a:r>
              <a:rPr lang="zh-CN" altLang="en-US" dirty="0">
                <a:latin typeface="微软雅黑" panose="020B0503020204020204" pitchFamily="34" charset="-122"/>
                <a:ea typeface="微软雅黑" panose="020B0503020204020204" pitchFamily="34" charset="-122"/>
              </a:rPr>
              <a:t>以太网</a:t>
            </a:r>
          </a:p>
        </p:txBody>
      </p:sp>
      <p:grpSp>
        <p:nvGrpSpPr>
          <p:cNvPr id="18" name="组合 17"/>
          <p:cNvGrpSpPr/>
          <p:nvPr/>
        </p:nvGrpSpPr>
        <p:grpSpPr>
          <a:xfrm>
            <a:off x="3454525" y="6426076"/>
            <a:ext cx="4994189" cy="400110"/>
            <a:chOff x="-214926" y="6517848"/>
            <a:chExt cx="4994189" cy="722813"/>
          </a:xfrm>
        </p:grpSpPr>
        <p:grpSp>
          <p:nvGrpSpPr>
            <p:cNvPr id="19" name="组合 18"/>
            <p:cNvGrpSpPr/>
            <p:nvPr/>
          </p:nvGrpSpPr>
          <p:grpSpPr>
            <a:xfrm>
              <a:off x="-134143" y="6517848"/>
              <a:ext cx="4913406" cy="722813"/>
              <a:chOff x="-134143" y="6326763"/>
              <a:chExt cx="4913406" cy="722813"/>
            </a:xfrm>
          </p:grpSpPr>
          <p:cxnSp>
            <p:nvCxnSpPr>
              <p:cNvPr id="21" name="直接连接符 20"/>
              <p:cNvCxnSpPr/>
              <p:nvPr/>
            </p:nvCxnSpPr>
            <p:spPr>
              <a:xfrm>
                <a:off x="-134143" y="6356350"/>
                <a:ext cx="3617495" cy="0"/>
              </a:xfrm>
              <a:prstGeom prst="line">
                <a:avLst/>
              </a:prstGeom>
            </p:spPr>
            <p:style>
              <a:lnRef idx="1">
                <a:schemeClr val="accent1"/>
              </a:lnRef>
              <a:fillRef idx="0">
                <a:schemeClr val="accent1"/>
              </a:fillRef>
              <a:effectRef idx="0">
                <a:schemeClr val="accent1"/>
              </a:effectRef>
              <a:fontRef idx="minor">
                <a:schemeClr val="tx1"/>
              </a:fontRef>
            </p:style>
          </p:cxnSp>
          <p:sp>
            <p:nvSpPr>
              <p:cNvPr id="22" name="文本框 21"/>
              <p:cNvSpPr txBox="1"/>
              <p:nvPr/>
            </p:nvSpPr>
            <p:spPr>
              <a:xfrm>
                <a:off x="466864" y="6326763"/>
                <a:ext cx="4312399" cy="722813"/>
              </a:xfrm>
              <a:prstGeom prst="rect">
                <a:avLst/>
              </a:prstGeom>
              <a:noFill/>
            </p:spPr>
            <p:txBody>
              <a:bodyPr wrap="none" rtlCol="0">
                <a:spAutoFit/>
              </a:bodyPr>
              <a:lstStyle/>
              <a:p>
                <a:r>
                  <a:rPr lang="en-US" altLang="zh-CN" sz="1000" dirty="0">
                    <a:solidFill>
                      <a:schemeClr val="bg1">
                        <a:lumMod val="50000"/>
                      </a:schemeClr>
                    </a:solidFill>
                    <a:latin typeface="微软雅黑" panose="020B0503020204020204" pitchFamily="34" charset="-122"/>
                    <a:ea typeface="微软雅黑" panose="020B0503020204020204" pitchFamily="34" charset="-122"/>
                  </a:rPr>
                  <a:t>https://www.slideshare.net/citizenearth/bridge-to-tera-bit-ethernet</a:t>
                </a:r>
              </a:p>
              <a:p>
                <a:r>
                  <a:rPr lang="en-US" altLang="zh-CN" sz="1000" dirty="0">
                    <a:solidFill>
                      <a:schemeClr val="bg1">
                        <a:lumMod val="50000"/>
                      </a:schemeClr>
                    </a:solidFill>
                    <a:latin typeface="微软雅黑" panose="020B0503020204020204" pitchFamily="34" charset="-122"/>
                    <a:ea typeface="微软雅黑" panose="020B0503020204020204" pitchFamily="34" charset="-122"/>
                  </a:rPr>
                  <a:t>https://ethernetalliance.org/technology/2020-roadmap/</a:t>
                </a:r>
              </a:p>
            </p:txBody>
          </p:sp>
        </p:grpSp>
        <p:sp>
          <p:nvSpPr>
            <p:cNvPr id="20" name="文本框 19"/>
            <p:cNvSpPr txBox="1"/>
            <p:nvPr/>
          </p:nvSpPr>
          <p:spPr>
            <a:xfrm>
              <a:off x="-214926" y="6519602"/>
              <a:ext cx="840644" cy="458709"/>
            </a:xfrm>
            <a:prstGeom prst="rect">
              <a:avLst/>
            </a:prstGeom>
            <a:noFill/>
          </p:spPr>
          <p:txBody>
            <a:bodyPr wrap="square">
              <a:spAutoFit/>
            </a:bodyPr>
            <a:lstStyle/>
            <a:p>
              <a:r>
                <a:rPr lang="zh-CN" altLang="en-US" sz="1050" dirty="0">
                  <a:solidFill>
                    <a:schemeClr val="bg1">
                      <a:lumMod val="50000"/>
                    </a:schemeClr>
                  </a:solidFill>
                  <a:latin typeface="微软雅黑" panose="020B0503020204020204" pitchFamily="34" charset="-122"/>
                  <a:ea typeface="微软雅黑" panose="020B0503020204020204" pitchFamily="34" charset="-122"/>
                </a:rPr>
                <a:t>图片来源</a:t>
              </a:r>
            </a:p>
          </p:txBody>
        </p:sp>
      </p:gr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以太网的未来</a:t>
            </a:r>
          </a:p>
        </p:txBody>
      </p:sp>
      <p:sp>
        <p:nvSpPr>
          <p:cNvPr id="3" name="内容占位符 2"/>
          <p:cNvSpPr>
            <a:spLocks noGrp="1"/>
          </p:cNvSpPr>
          <p:nvPr>
            <p:ph idx="1"/>
          </p:nvPr>
        </p:nvSpPr>
        <p:spPr>
          <a:xfrm>
            <a:off x="838200" y="1510758"/>
            <a:ext cx="7917180" cy="4586694"/>
          </a:xfrm>
        </p:spPr>
        <p:txBody>
          <a:bodyPr>
            <a:normAutofit/>
          </a:bodyPr>
          <a:lstStyle/>
          <a:p>
            <a:pPr>
              <a:spcAft>
                <a:spcPts val="600"/>
              </a:spcAft>
            </a:pPr>
            <a:r>
              <a:rPr lang="zh-CN" altLang="en-US" sz="2200" kern="100" dirty="0">
                <a:effectLst/>
                <a:latin typeface="微软雅黑" panose="020B0503020204020204" pitchFamily="34" charset="-122"/>
                <a:ea typeface="微软雅黑" panose="020B0503020204020204" pitchFamily="34" charset="-122"/>
                <a:cs typeface="Times New Roman" panose="02020503050405090304" pitchFamily="18" charset="0"/>
              </a:rPr>
              <a:t>为什么以太网能够持续发展</a:t>
            </a:r>
            <a:r>
              <a:rPr lang="en-US" altLang="zh-CN" sz="2200" kern="100" dirty="0">
                <a:effectLst/>
                <a:latin typeface="微软雅黑" panose="020B0503020204020204" pitchFamily="34" charset="-122"/>
                <a:ea typeface="微软雅黑" panose="020B0503020204020204" pitchFamily="34" charset="-122"/>
                <a:cs typeface="Times New Roman" panose="02020503050405090304" pitchFamily="18" charset="0"/>
              </a:rPr>
              <a:t>30</a:t>
            </a:r>
            <a:r>
              <a:rPr lang="zh-CN" altLang="en-US" sz="2200" kern="100" dirty="0">
                <a:effectLst/>
                <a:latin typeface="微软雅黑" panose="020B0503020204020204" pitchFamily="34" charset="-122"/>
                <a:ea typeface="微软雅黑" panose="020B0503020204020204" pitchFamily="34" charset="-122"/>
                <a:cs typeface="Times New Roman" panose="02020503050405090304" pitchFamily="18" charset="0"/>
              </a:rPr>
              <a:t>多年，独占鳌头屹立不倒？</a:t>
            </a:r>
            <a:endParaRPr lang="en-US" altLang="zh-CN" sz="2200" kern="100" dirty="0">
              <a:effectLst/>
              <a:latin typeface="微软雅黑" panose="020B0503020204020204" pitchFamily="34" charset="-122"/>
              <a:ea typeface="微软雅黑" panose="020B0503020204020204" pitchFamily="34" charset="-122"/>
              <a:cs typeface="Times New Roman" panose="02020503050405090304" pitchFamily="18" charset="0"/>
            </a:endParaRPr>
          </a:p>
          <a:p>
            <a:pPr>
              <a:spcAft>
                <a:spcPts val="600"/>
              </a:spcAft>
            </a:pPr>
            <a:r>
              <a:rPr lang="zh-CN" altLang="en-US" sz="2200" kern="100" dirty="0">
                <a:effectLst/>
                <a:latin typeface="微软雅黑" panose="020B0503020204020204" pitchFamily="34" charset="-122"/>
                <a:ea typeface="微软雅黑" panose="020B0503020204020204" pitchFamily="34" charset="-122"/>
                <a:cs typeface="Times New Roman" panose="02020503050405090304" pitchFamily="18" charset="0"/>
              </a:rPr>
              <a:t>不断增长的以太网生态系统</a:t>
            </a:r>
            <a:endParaRPr lang="en-US" altLang="zh-CN" sz="2200" kern="100" dirty="0">
              <a:effectLst/>
              <a:latin typeface="微软雅黑" panose="020B0503020204020204" pitchFamily="34" charset="-122"/>
              <a:ea typeface="微软雅黑" panose="020B0503020204020204" pitchFamily="34" charset="-122"/>
              <a:cs typeface="Times New Roman" panose="02020503050405090304" pitchFamily="18" charset="0"/>
            </a:endParaRP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55</a:t>
            </a:fld>
            <a:endParaRPr kumimoji="1" lang="zh-CN" altLang="en-US" dirty="0"/>
          </a:p>
        </p:txBody>
      </p:sp>
      <p:pic>
        <p:nvPicPr>
          <p:cNvPr id="6" name="图片 5"/>
          <p:cNvPicPr>
            <a:picLocks noChangeAspect="1"/>
          </p:cNvPicPr>
          <p:nvPr/>
        </p:nvPicPr>
        <p:blipFill>
          <a:blip r:embed="rId3"/>
          <a:stretch>
            <a:fillRect/>
          </a:stretch>
        </p:blipFill>
        <p:spPr>
          <a:xfrm>
            <a:off x="8831580" y="1510758"/>
            <a:ext cx="2866329" cy="2750820"/>
          </a:xfrm>
          <a:prstGeom prst="rect">
            <a:avLst/>
          </a:prstGeom>
        </p:spPr>
      </p:pic>
      <p:pic>
        <p:nvPicPr>
          <p:cNvPr id="7" name="图片 6"/>
          <p:cNvPicPr>
            <a:picLocks noChangeAspect="1"/>
          </p:cNvPicPr>
          <p:nvPr/>
        </p:nvPicPr>
        <p:blipFill rotWithShape="1">
          <a:blip r:embed="rId4">
            <a:extLst>
              <a:ext uri="{28A0092B-C50C-407E-A947-70E740481C1C}">
                <a14:useLocalDpi xmlns:a14="http://schemas.microsoft.com/office/drawing/2010/main" val="0"/>
              </a:ext>
            </a:extLst>
          </a:blip>
          <a:srcRect b="4934"/>
          <a:stretch>
            <a:fillRect/>
          </a:stretch>
        </p:blipFill>
        <p:spPr>
          <a:xfrm>
            <a:off x="1009797" y="2412657"/>
            <a:ext cx="8081021" cy="4152900"/>
          </a:xfrm>
          <a:prstGeom prst="rect">
            <a:avLst/>
          </a:prstGeom>
        </p:spPr>
      </p:pic>
      <p:grpSp>
        <p:nvGrpSpPr>
          <p:cNvPr id="11" name="组合 10"/>
          <p:cNvGrpSpPr/>
          <p:nvPr/>
        </p:nvGrpSpPr>
        <p:grpSpPr>
          <a:xfrm>
            <a:off x="3442597" y="6575687"/>
            <a:ext cx="4306500" cy="254887"/>
            <a:chOff x="-214926" y="6517848"/>
            <a:chExt cx="4306500" cy="460463"/>
          </a:xfrm>
        </p:grpSpPr>
        <p:grpSp>
          <p:nvGrpSpPr>
            <p:cNvPr id="12" name="组合 11"/>
            <p:cNvGrpSpPr/>
            <p:nvPr/>
          </p:nvGrpSpPr>
          <p:grpSpPr>
            <a:xfrm>
              <a:off x="-134143" y="6517848"/>
              <a:ext cx="4225717" cy="444808"/>
              <a:chOff x="-134143" y="6326763"/>
              <a:chExt cx="4225717" cy="444808"/>
            </a:xfrm>
          </p:grpSpPr>
          <p:cxnSp>
            <p:nvCxnSpPr>
              <p:cNvPr id="14" name="直接连接符 13"/>
              <p:cNvCxnSpPr/>
              <p:nvPr/>
            </p:nvCxnSpPr>
            <p:spPr>
              <a:xfrm>
                <a:off x="-134143" y="6356350"/>
                <a:ext cx="3617495" cy="0"/>
              </a:xfrm>
              <a:prstGeom prst="line">
                <a:avLst/>
              </a:prstGeom>
            </p:spPr>
            <p:style>
              <a:lnRef idx="1">
                <a:schemeClr val="accent1"/>
              </a:lnRef>
              <a:fillRef idx="0">
                <a:schemeClr val="accent1"/>
              </a:fillRef>
              <a:effectRef idx="0">
                <a:schemeClr val="accent1"/>
              </a:effectRef>
              <a:fontRef idx="minor">
                <a:schemeClr val="tx1"/>
              </a:fontRef>
            </p:style>
          </p:cxnSp>
          <p:sp>
            <p:nvSpPr>
              <p:cNvPr id="15" name="文本框 14"/>
              <p:cNvSpPr txBox="1"/>
              <p:nvPr/>
            </p:nvSpPr>
            <p:spPr>
              <a:xfrm>
                <a:off x="466864" y="6326763"/>
                <a:ext cx="3624710" cy="444808"/>
              </a:xfrm>
              <a:prstGeom prst="rect">
                <a:avLst/>
              </a:prstGeom>
              <a:noFill/>
            </p:spPr>
            <p:txBody>
              <a:bodyPr wrap="none" rtlCol="0">
                <a:spAutoFit/>
              </a:bodyPr>
              <a:lstStyle/>
              <a:p>
                <a:r>
                  <a:rPr lang="en-US" altLang="zh-CN" sz="1000" dirty="0">
                    <a:solidFill>
                      <a:schemeClr val="bg1">
                        <a:lumMod val="50000"/>
                      </a:schemeClr>
                    </a:solidFill>
                    <a:latin typeface="微软雅黑" panose="020B0503020204020204" pitchFamily="34" charset="-122"/>
                    <a:ea typeface="微软雅黑" panose="020B0503020204020204" pitchFamily="34" charset="-122"/>
                  </a:rPr>
                  <a:t>https://ethernetalliance.org/technology/2020-roadmap/</a:t>
                </a:r>
              </a:p>
            </p:txBody>
          </p:sp>
        </p:grpSp>
        <p:sp>
          <p:nvSpPr>
            <p:cNvPr id="13" name="文本框 12"/>
            <p:cNvSpPr txBox="1"/>
            <p:nvPr/>
          </p:nvSpPr>
          <p:spPr>
            <a:xfrm>
              <a:off x="-214926" y="6519602"/>
              <a:ext cx="840644" cy="458709"/>
            </a:xfrm>
            <a:prstGeom prst="rect">
              <a:avLst/>
            </a:prstGeom>
            <a:noFill/>
          </p:spPr>
          <p:txBody>
            <a:bodyPr wrap="square">
              <a:spAutoFit/>
            </a:bodyPr>
            <a:lstStyle/>
            <a:p>
              <a:r>
                <a:rPr lang="zh-CN" altLang="en-US" sz="1050" dirty="0">
                  <a:solidFill>
                    <a:schemeClr val="bg1">
                      <a:lumMod val="50000"/>
                    </a:schemeClr>
                  </a:solidFill>
                  <a:latin typeface="微软雅黑" panose="020B0503020204020204" pitchFamily="34" charset="-122"/>
                  <a:ea typeface="微软雅黑" panose="020B0503020204020204" pitchFamily="34" charset="-122"/>
                </a:rPr>
                <a:t>图片来源</a:t>
              </a:r>
            </a:p>
          </p:txBody>
        </p:sp>
      </p:grpSp>
      <p:sp>
        <p:nvSpPr>
          <p:cNvPr id="16" name="日期占位符 15"/>
          <p:cNvSpPr>
            <a:spLocks noGrp="1"/>
          </p:cNvSpPr>
          <p:nvPr>
            <p:ph type="dt" sz="half" idx="10"/>
          </p:nvPr>
        </p:nvSpPr>
        <p:spPr>
          <a:xfrm>
            <a:off x="197335" y="6489303"/>
            <a:ext cx="1411657" cy="332605"/>
          </a:xfrm>
        </p:spPr>
        <p:txBody>
          <a:bodyPr/>
          <a:lstStyle/>
          <a:p>
            <a:r>
              <a:rPr lang="en-US" altLang="zh-CN" dirty="0">
                <a:latin typeface="微软雅黑" panose="020B0503020204020204" pitchFamily="34" charset="-122"/>
                <a:ea typeface="微软雅黑" panose="020B0503020204020204" pitchFamily="34" charset="-122"/>
              </a:rPr>
              <a:t>4.3 </a:t>
            </a:r>
            <a:r>
              <a:rPr lang="zh-CN" altLang="en-US" dirty="0">
                <a:latin typeface="微软雅黑" panose="020B0503020204020204" pitchFamily="34" charset="-122"/>
                <a:ea typeface="微软雅黑" panose="020B0503020204020204" pitchFamily="34" charset="-122"/>
              </a:rPr>
              <a:t>以太网</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par>
                          <p:cTn id="13" fill="hold">
                            <p:stCondLst>
                              <p:cond delay="500"/>
                            </p:stCondLst>
                            <p:childTnLst>
                              <p:par>
                                <p:cTn id="14" presetID="3" presetClass="entr" presetSubtype="10" fill="hold" nodeType="after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blinds(horizontal)">
                                      <p:cBhvr>
                                        <p:cTn id="16"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本章内容</a:t>
            </a:r>
          </a:p>
        </p:txBody>
      </p:sp>
      <p:sp>
        <p:nvSpPr>
          <p:cNvPr id="3" name="内容占位符 2"/>
          <p:cNvSpPr>
            <a:spLocks noGrp="1"/>
          </p:cNvSpPr>
          <p:nvPr>
            <p:ph idx="1"/>
          </p:nvPr>
        </p:nvSpPr>
        <p:spPr/>
        <p:txBody>
          <a:bodyPr>
            <a:normAutofit/>
          </a:bodyPr>
          <a:lstStyle/>
          <a:p>
            <a:pPr>
              <a:lnSpc>
                <a:spcPct val="130000"/>
              </a:lnSpc>
            </a:pPr>
            <a:r>
              <a:rPr kumimoji="1" lang="en-US" altLang="zh-CN" dirty="0"/>
              <a:t>4.1 </a:t>
            </a:r>
            <a:r>
              <a:rPr kumimoji="1" lang="zh-CN" altLang="en-US" dirty="0"/>
              <a:t>信道分配问题 （</a:t>
            </a:r>
            <a:r>
              <a:rPr kumimoji="1" lang="en-US" altLang="zh-CN" dirty="0"/>
              <a:t>P4</a:t>
            </a:r>
            <a:r>
              <a:rPr kumimoji="1" lang="zh-CN" altLang="en-US" dirty="0"/>
              <a:t>）</a:t>
            </a:r>
            <a:endParaRPr kumimoji="1" lang="en-US" altLang="zh-CN" dirty="0"/>
          </a:p>
          <a:p>
            <a:pPr>
              <a:lnSpc>
                <a:spcPct val="130000"/>
              </a:lnSpc>
            </a:pPr>
            <a:r>
              <a:rPr kumimoji="1" lang="en-US" altLang="zh-CN" dirty="0"/>
              <a:t>4.2 </a:t>
            </a:r>
            <a:r>
              <a:rPr kumimoji="1" lang="zh-CN" altLang="en-US" dirty="0"/>
              <a:t>多路访问协议 （</a:t>
            </a:r>
            <a:r>
              <a:rPr kumimoji="1" lang="en-US" altLang="zh-CN" dirty="0"/>
              <a:t>P11</a:t>
            </a:r>
            <a:r>
              <a:rPr kumimoji="1" lang="zh-CN" altLang="en-US" dirty="0"/>
              <a:t>）</a:t>
            </a:r>
            <a:endParaRPr kumimoji="1" lang="en-US" altLang="zh-CN" dirty="0"/>
          </a:p>
          <a:p>
            <a:pPr>
              <a:lnSpc>
                <a:spcPct val="130000"/>
              </a:lnSpc>
            </a:pPr>
            <a:r>
              <a:rPr kumimoji="1" lang="en-US" altLang="zh-CN" dirty="0"/>
              <a:t>4.3 </a:t>
            </a:r>
            <a:r>
              <a:rPr kumimoji="1" lang="zh-CN" altLang="en-US" dirty="0"/>
              <a:t>以太网 （</a:t>
            </a:r>
            <a:r>
              <a:rPr kumimoji="1" lang="en-US" altLang="zh-CN" dirty="0"/>
              <a:t>P44</a:t>
            </a:r>
            <a:r>
              <a:rPr kumimoji="1" lang="zh-CN" altLang="en-US" dirty="0"/>
              <a:t>）</a:t>
            </a:r>
            <a:endParaRPr kumimoji="1" lang="en-US" altLang="zh-CN" dirty="0"/>
          </a:p>
          <a:p>
            <a:pPr>
              <a:lnSpc>
                <a:spcPct val="130000"/>
              </a:lnSpc>
            </a:pPr>
            <a:r>
              <a:rPr kumimoji="1" lang="en-US" altLang="zh-CN" dirty="0">
                <a:solidFill>
                  <a:srgbClr val="C00000"/>
                </a:solidFill>
              </a:rPr>
              <a:t>4.4 </a:t>
            </a:r>
            <a:r>
              <a:rPr kumimoji="1" lang="zh-CN" altLang="en-US" dirty="0">
                <a:solidFill>
                  <a:srgbClr val="C00000"/>
                </a:solidFill>
              </a:rPr>
              <a:t>数据链路层交换（</a:t>
            </a:r>
            <a:r>
              <a:rPr kumimoji="1" lang="en-US" altLang="zh-CN" dirty="0">
                <a:solidFill>
                  <a:srgbClr val="C00000"/>
                </a:solidFill>
              </a:rPr>
              <a:t>P73</a:t>
            </a:r>
            <a:r>
              <a:rPr kumimoji="1" lang="zh-CN" altLang="en-US" dirty="0">
                <a:solidFill>
                  <a:srgbClr val="C00000"/>
                </a:solidFill>
              </a:rPr>
              <a:t>）</a:t>
            </a:r>
            <a:endParaRPr kumimoji="1" lang="en-US" altLang="zh-CN" dirty="0">
              <a:solidFill>
                <a:srgbClr val="C00000"/>
              </a:solidFill>
            </a:endParaRPr>
          </a:p>
          <a:p>
            <a:pPr>
              <a:lnSpc>
                <a:spcPct val="130000"/>
              </a:lnSpc>
            </a:pPr>
            <a:r>
              <a:rPr kumimoji="1" lang="en-US" altLang="zh-CN" dirty="0"/>
              <a:t>4.5 </a:t>
            </a:r>
            <a:r>
              <a:rPr kumimoji="1" lang="zh-CN" altLang="en-US" dirty="0"/>
              <a:t>无线局域网（</a:t>
            </a:r>
            <a:r>
              <a:rPr kumimoji="1" lang="en-US" altLang="zh-CN" dirty="0"/>
              <a:t>P133</a:t>
            </a:r>
            <a:r>
              <a:rPr kumimoji="1" lang="zh-CN" altLang="en-US" dirty="0"/>
              <a:t>）</a:t>
            </a:r>
          </a:p>
        </p:txBody>
      </p:sp>
      <p:sp>
        <p:nvSpPr>
          <p:cNvPr id="5" name="矩形标注 6"/>
          <p:cNvSpPr/>
          <p:nvPr/>
        </p:nvSpPr>
        <p:spPr>
          <a:xfrm>
            <a:off x="6605755" y="2305836"/>
            <a:ext cx="4313561" cy="2148185"/>
          </a:xfrm>
          <a:prstGeom prst="wedgeRectCallout">
            <a:avLst>
              <a:gd name="adj1" fmla="val -70108"/>
              <a:gd name="adj2" fmla="val 16159"/>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lnSpc>
                <a:spcPct val="130000"/>
              </a:lnSpc>
              <a:buFont typeface="+mj-lt"/>
              <a:buAutoNum type="arabicPeriod"/>
            </a:pPr>
            <a:r>
              <a:rPr kumimoji="1" lang="zh-CN" altLang="zh-CN" sz="2400" b="1" dirty="0">
                <a:solidFill>
                  <a:schemeClr val="tx1"/>
                </a:solidFill>
                <a:latin typeface="+mn-ea"/>
              </a:rPr>
              <a:t>数据链路层交换原理</a:t>
            </a:r>
            <a:endParaRPr kumimoji="1" lang="en-US" altLang="zh-CN" sz="2400" b="1" dirty="0">
              <a:solidFill>
                <a:schemeClr val="tx1"/>
              </a:solidFill>
              <a:latin typeface="+mn-ea"/>
            </a:endParaRPr>
          </a:p>
          <a:p>
            <a:pPr marL="457200" indent="-457200">
              <a:lnSpc>
                <a:spcPct val="130000"/>
              </a:lnSpc>
              <a:buFont typeface="+mj-lt"/>
              <a:buAutoNum type="arabicPeriod"/>
            </a:pPr>
            <a:r>
              <a:rPr kumimoji="1" lang="zh-CN" altLang="zh-CN" sz="2400" b="1" dirty="0">
                <a:solidFill>
                  <a:schemeClr val="tx1"/>
                </a:solidFill>
                <a:latin typeface="+mn-ea"/>
              </a:rPr>
              <a:t>链路层交换机</a:t>
            </a:r>
            <a:endParaRPr kumimoji="1" lang="zh-CN" altLang="en-US" sz="2400" b="1" dirty="0">
              <a:solidFill>
                <a:schemeClr val="tx1"/>
              </a:solidFill>
              <a:latin typeface="+mn-ea"/>
            </a:endParaRPr>
          </a:p>
          <a:p>
            <a:pPr marL="457200" indent="-457200">
              <a:lnSpc>
                <a:spcPct val="130000"/>
              </a:lnSpc>
              <a:buFont typeface="+mj-lt"/>
              <a:buAutoNum type="arabicPeriod"/>
            </a:pPr>
            <a:r>
              <a:rPr kumimoji="1" lang="zh-CN" altLang="zh-CN" sz="2400" b="1" dirty="0">
                <a:solidFill>
                  <a:schemeClr val="tx1"/>
                </a:solidFill>
                <a:latin typeface="+mn-ea"/>
              </a:rPr>
              <a:t>生成树协议</a:t>
            </a:r>
            <a:endParaRPr kumimoji="1" lang="en-US" altLang="zh-CN" sz="2400" b="1" dirty="0">
              <a:solidFill>
                <a:schemeClr val="tx1"/>
              </a:solidFill>
              <a:latin typeface="+mn-ea"/>
            </a:endParaRPr>
          </a:p>
          <a:p>
            <a:pPr marL="457200" indent="-457200">
              <a:lnSpc>
                <a:spcPct val="130000"/>
              </a:lnSpc>
              <a:buFont typeface="+mj-lt"/>
              <a:buAutoNum type="arabicPeriod"/>
            </a:pPr>
            <a:r>
              <a:rPr kumimoji="1" lang="zh-CN" altLang="zh-CN" sz="2400" b="1" dirty="0">
                <a:solidFill>
                  <a:schemeClr val="tx1"/>
                </a:solidFill>
                <a:latin typeface="+mn-ea"/>
              </a:rPr>
              <a:t>虚拟局域网</a:t>
            </a:r>
            <a:endParaRPr kumimoji="1" lang="zh-CN" altLang="en-US" sz="2400" b="1" dirty="0">
              <a:solidFill>
                <a:schemeClr val="tx1"/>
              </a:solidFill>
              <a:latin typeface="+mn-ea"/>
            </a:endParaRPr>
          </a:p>
        </p:txBody>
      </p:sp>
      <p:sp>
        <p:nvSpPr>
          <p:cNvPr id="6" name="灯片编号占位符 3"/>
          <p:cNvSpPr>
            <a:spLocks noGrp="1"/>
          </p:cNvSpPr>
          <p:nvPr>
            <p:ph type="sldNum" sz="quarter" idx="12"/>
          </p:nvPr>
        </p:nvSpPr>
        <p:spPr>
          <a:xfrm>
            <a:off x="8686810" y="6489303"/>
            <a:ext cx="3319670" cy="365125"/>
          </a:xfrm>
        </p:spPr>
        <p:txBody>
          <a:bodyPr/>
          <a:lstStyle/>
          <a:p>
            <a:fld id="{339BF64F-B44A-4670-AF2C-07375CE66113}" type="slidenum">
              <a:rPr kumimoji="1" lang="zh-CN" altLang="en-US" smtClean="0"/>
              <a:t>56</a:t>
            </a:fld>
            <a:endParaRPr kumimoji="1" lang="zh-CN" altLang="en-US"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AutoShape 48"/>
          <p:cNvSpPr>
            <a:spLocks noChangeArrowheads="1"/>
          </p:cNvSpPr>
          <p:nvPr/>
        </p:nvSpPr>
        <p:spPr bwMode="auto">
          <a:xfrm>
            <a:off x="1567743" y="3786878"/>
            <a:ext cx="2560638" cy="2354340"/>
          </a:xfrm>
          <a:prstGeom prst="roundRect">
            <a:avLst>
              <a:gd name="adj" fmla="val 16667"/>
            </a:avLst>
          </a:prstGeom>
          <a:solidFill>
            <a:schemeClr val="bg1">
              <a:lumMod val="85000"/>
            </a:schemeClr>
          </a:solidFill>
          <a:ln>
            <a:noFill/>
          </a:ln>
        </p:spPr>
        <p:txBody>
          <a:bodyPr wrap="none" anchor="ctr"/>
          <a:lstStyle>
            <a:lvl1pPr>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eaLnBrk="1" hangingPunct="1">
              <a:lnSpc>
                <a:spcPts val="3100"/>
              </a:lnSpc>
              <a:buFont typeface="Wingdings" panose="05000000000000000000" pitchFamily="2" charset="2"/>
              <a:buNone/>
            </a:pPr>
            <a:endParaRPr kumimoji="0" lang="zh-CN" altLang="en-US">
              <a:solidFill>
                <a:srgbClr val="020202"/>
              </a:solidFill>
              <a:latin typeface="Tahoma" panose="020B0604030504040204" pitchFamily="34" charset="0"/>
            </a:endParaRPr>
          </a:p>
        </p:txBody>
      </p:sp>
      <p:sp>
        <p:nvSpPr>
          <p:cNvPr id="2" name="标题 1"/>
          <p:cNvSpPr>
            <a:spLocks noGrp="1"/>
          </p:cNvSpPr>
          <p:nvPr>
            <p:ph type="title"/>
          </p:nvPr>
        </p:nvSpPr>
        <p:spPr/>
        <p:txBody>
          <a:bodyPr>
            <a:normAutofit/>
          </a:bodyPr>
          <a:lstStyle/>
          <a:p>
            <a:r>
              <a:rPr kumimoji="1" lang="en-US" altLang="zh-CN" dirty="0"/>
              <a:t> </a:t>
            </a:r>
            <a:r>
              <a:rPr kumimoji="1" lang="zh-CN" altLang="zh-CN" dirty="0"/>
              <a:t>数据链路层交换原理</a:t>
            </a:r>
            <a:endParaRPr kumimoji="1" lang="zh-CN" altLang="en-US" dirty="0"/>
          </a:p>
        </p:txBody>
      </p:sp>
      <p:sp>
        <p:nvSpPr>
          <p:cNvPr id="3" name="内容占位符 2"/>
          <p:cNvSpPr>
            <a:spLocks noGrp="1"/>
          </p:cNvSpPr>
          <p:nvPr>
            <p:ph idx="1"/>
          </p:nvPr>
        </p:nvSpPr>
        <p:spPr>
          <a:xfrm>
            <a:off x="838200" y="1417272"/>
            <a:ext cx="10515600" cy="5131205"/>
          </a:xfrm>
        </p:spPr>
        <p:txBody>
          <a:bodyPr>
            <a:normAutofit/>
          </a:bodyPr>
          <a:lstStyle/>
          <a:p>
            <a:pPr>
              <a:lnSpc>
                <a:spcPct val="120000"/>
              </a:lnSpc>
            </a:pPr>
            <a:r>
              <a:rPr kumimoji="1" lang="zh-CN" altLang="en-US" dirty="0"/>
              <a:t>物理层设备扩充网络</a:t>
            </a:r>
            <a:endParaRPr kumimoji="1" lang="zh-CN" altLang="en-US" dirty="0">
              <a:solidFill>
                <a:srgbClr val="7030A0"/>
              </a:solidFill>
            </a:endParaRPr>
          </a:p>
          <a:p>
            <a:pPr marL="0" indent="0">
              <a:lnSpc>
                <a:spcPct val="120000"/>
              </a:lnSpc>
              <a:buNone/>
            </a:pPr>
            <a:endParaRPr kumimoji="1" lang="zh-CN" altLang="en-US" dirty="0"/>
          </a:p>
        </p:txBody>
      </p:sp>
      <p:sp>
        <p:nvSpPr>
          <p:cNvPr id="8" name="文本框 7"/>
          <p:cNvSpPr txBox="1"/>
          <p:nvPr/>
        </p:nvSpPr>
        <p:spPr>
          <a:xfrm>
            <a:off x="1812020" y="4434492"/>
            <a:ext cx="914400" cy="369332"/>
          </a:xfrm>
          <a:prstGeom prst="rect">
            <a:avLst/>
          </a:prstGeom>
          <a:noFill/>
        </p:spPr>
        <p:txBody>
          <a:bodyPr wrap="square" rtlCol="0">
            <a:spAutoFit/>
          </a:bodyPr>
          <a:lstStyle/>
          <a:p>
            <a:r>
              <a:rPr lang="en-US" altLang="zh-CN" dirty="0"/>
              <a:t>Hub</a:t>
            </a:r>
            <a:endParaRPr lang="zh-CN" altLang="en-US" dirty="0"/>
          </a:p>
        </p:txBody>
      </p:sp>
      <p:sp>
        <p:nvSpPr>
          <p:cNvPr id="20" name="Text Box 81"/>
          <p:cNvSpPr txBox="1">
            <a:spLocks noChangeArrowheads="1"/>
          </p:cNvSpPr>
          <p:nvPr/>
        </p:nvSpPr>
        <p:spPr bwMode="auto">
          <a:xfrm>
            <a:off x="2339964" y="3822451"/>
            <a:ext cx="954107" cy="40011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eaLnBrk="1" hangingPunct="1">
              <a:spcBef>
                <a:spcPct val="0"/>
              </a:spcBef>
              <a:buClrTx/>
              <a:buSzTx/>
              <a:buFontTx/>
              <a:buNone/>
            </a:pPr>
            <a:r>
              <a:rPr lang="zh-CN" altLang="en-US" sz="2000" b="0" dirty="0">
                <a:solidFill>
                  <a:schemeClr val="tx2"/>
                </a:solidFill>
                <a:ea typeface="黑体" panose="02010609060101010101" pitchFamily="2" charset="-122"/>
              </a:rPr>
              <a:t>冲突域</a:t>
            </a:r>
          </a:p>
        </p:txBody>
      </p:sp>
      <p:pic>
        <p:nvPicPr>
          <p:cNvPr id="21" name="Picture 40" descr="comput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21004" y="5510873"/>
            <a:ext cx="390846" cy="371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 name="Picture 40" descr="comput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15546" y="5510872"/>
            <a:ext cx="390846" cy="371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 name="Picture 40" descr="comput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10088" y="5510873"/>
            <a:ext cx="390846" cy="371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 name="Picture 40" descr="comput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04630" y="5510873"/>
            <a:ext cx="390846" cy="371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26" name="直接连接符 25"/>
          <p:cNvCxnSpPr>
            <a:stCxn id="21" idx="0"/>
          </p:cNvCxnSpPr>
          <p:nvPr/>
        </p:nvCxnSpPr>
        <p:spPr>
          <a:xfrm flipV="1">
            <a:off x="1916427" y="4765423"/>
            <a:ext cx="653265" cy="745450"/>
          </a:xfrm>
          <a:prstGeom prst="line">
            <a:avLst/>
          </a:prstGeom>
        </p:spPr>
        <p:style>
          <a:lnRef idx="3">
            <a:schemeClr val="accent1"/>
          </a:lnRef>
          <a:fillRef idx="0">
            <a:schemeClr val="accent1"/>
          </a:fillRef>
          <a:effectRef idx="2">
            <a:schemeClr val="accent1"/>
          </a:effectRef>
          <a:fontRef idx="minor">
            <a:schemeClr val="tx1"/>
          </a:fontRef>
        </p:style>
      </p:cxnSp>
      <p:cxnSp>
        <p:nvCxnSpPr>
          <p:cNvPr id="27" name="直接连接符 26"/>
          <p:cNvCxnSpPr>
            <a:stCxn id="22" idx="0"/>
          </p:cNvCxnSpPr>
          <p:nvPr/>
        </p:nvCxnSpPr>
        <p:spPr>
          <a:xfrm flipV="1">
            <a:off x="2510969" y="4765423"/>
            <a:ext cx="221444" cy="745449"/>
          </a:xfrm>
          <a:prstGeom prst="line">
            <a:avLst/>
          </a:prstGeom>
        </p:spPr>
        <p:style>
          <a:lnRef idx="3">
            <a:schemeClr val="accent1"/>
          </a:lnRef>
          <a:fillRef idx="0">
            <a:schemeClr val="accent1"/>
          </a:fillRef>
          <a:effectRef idx="2">
            <a:schemeClr val="accent1"/>
          </a:effectRef>
          <a:fontRef idx="minor">
            <a:schemeClr val="tx1"/>
          </a:fontRef>
        </p:style>
      </p:cxnSp>
      <p:cxnSp>
        <p:nvCxnSpPr>
          <p:cNvPr id="29" name="直接连接符 28"/>
          <p:cNvCxnSpPr>
            <a:stCxn id="23" idx="0"/>
          </p:cNvCxnSpPr>
          <p:nvPr/>
        </p:nvCxnSpPr>
        <p:spPr>
          <a:xfrm flipH="1" flipV="1">
            <a:off x="2923579" y="4568933"/>
            <a:ext cx="181932" cy="941940"/>
          </a:xfrm>
          <a:prstGeom prst="line">
            <a:avLst/>
          </a:prstGeom>
        </p:spPr>
        <p:style>
          <a:lnRef idx="3">
            <a:schemeClr val="accent1"/>
          </a:lnRef>
          <a:fillRef idx="0">
            <a:schemeClr val="accent1"/>
          </a:fillRef>
          <a:effectRef idx="2">
            <a:schemeClr val="accent1"/>
          </a:effectRef>
          <a:fontRef idx="minor">
            <a:schemeClr val="tx1"/>
          </a:fontRef>
        </p:style>
      </p:cxnSp>
      <p:cxnSp>
        <p:nvCxnSpPr>
          <p:cNvPr id="34" name="直接连接符 33"/>
          <p:cNvCxnSpPr>
            <a:stCxn id="24" idx="0"/>
          </p:cNvCxnSpPr>
          <p:nvPr/>
        </p:nvCxnSpPr>
        <p:spPr>
          <a:xfrm flipH="1" flipV="1">
            <a:off x="3086171" y="4676069"/>
            <a:ext cx="613882" cy="834804"/>
          </a:xfrm>
          <a:prstGeom prst="line">
            <a:avLst/>
          </a:prstGeom>
        </p:spPr>
        <p:style>
          <a:lnRef idx="3">
            <a:schemeClr val="accent1"/>
          </a:lnRef>
          <a:fillRef idx="0">
            <a:schemeClr val="accent1"/>
          </a:fillRef>
          <a:effectRef idx="2">
            <a:schemeClr val="accent1"/>
          </a:effectRef>
          <a:fontRef idx="minor">
            <a:schemeClr val="tx1"/>
          </a:fontRef>
        </p:style>
      </p:cxnSp>
      <p:pic>
        <p:nvPicPr>
          <p:cNvPr id="5" name="Picture 24" descr="集线器"/>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68206" y="4333179"/>
            <a:ext cx="914400" cy="6029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 name="AutoShape 48"/>
          <p:cNvSpPr>
            <a:spLocks noChangeArrowheads="1"/>
          </p:cNvSpPr>
          <p:nvPr/>
        </p:nvSpPr>
        <p:spPr bwMode="auto">
          <a:xfrm>
            <a:off x="4926619" y="3791244"/>
            <a:ext cx="2560638" cy="2354340"/>
          </a:xfrm>
          <a:prstGeom prst="roundRect">
            <a:avLst>
              <a:gd name="adj" fmla="val 16667"/>
            </a:avLst>
          </a:prstGeom>
          <a:solidFill>
            <a:schemeClr val="bg1">
              <a:lumMod val="85000"/>
            </a:schemeClr>
          </a:solidFill>
          <a:ln>
            <a:noFill/>
          </a:ln>
        </p:spPr>
        <p:txBody>
          <a:bodyPr wrap="none" anchor="ctr"/>
          <a:lstStyle>
            <a:lvl1pPr>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eaLnBrk="1" hangingPunct="1">
              <a:lnSpc>
                <a:spcPts val="3100"/>
              </a:lnSpc>
              <a:buFont typeface="Wingdings" panose="05000000000000000000" pitchFamily="2" charset="2"/>
              <a:buNone/>
            </a:pPr>
            <a:endParaRPr kumimoji="0" lang="zh-CN" altLang="en-US">
              <a:solidFill>
                <a:srgbClr val="020202"/>
              </a:solidFill>
              <a:latin typeface="Tahoma" panose="020B0604030504040204" pitchFamily="34" charset="0"/>
            </a:endParaRPr>
          </a:p>
        </p:txBody>
      </p:sp>
      <p:sp>
        <p:nvSpPr>
          <p:cNvPr id="42" name="文本框 41"/>
          <p:cNvSpPr txBox="1"/>
          <p:nvPr/>
        </p:nvSpPr>
        <p:spPr>
          <a:xfrm>
            <a:off x="5170896" y="4438858"/>
            <a:ext cx="914400" cy="369332"/>
          </a:xfrm>
          <a:prstGeom prst="rect">
            <a:avLst/>
          </a:prstGeom>
          <a:noFill/>
        </p:spPr>
        <p:txBody>
          <a:bodyPr wrap="square" rtlCol="0">
            <a:spAutoFit/>
          </a:bodyPr>
          <a:lstStyle/>
          <a:p>
            <a:r>
              <a:rPr lang="en-US" altLang="zh-CN" dirty="0"/>
              <a:t>Hub</a:t>
            </a:r>
            <a:endParaRPr lang="zh-CN" altLang="en-US" dirty="0"/>
          </a:p>
        </p:txBody>
      </p:sp>
      <p:sp>
        <p:nvSpPr>
          <p:cNvPr id="43" name="Text Box 81"/>
          <p:cNvSpPr txBox="1">
            <a:spLocks noChangeArrowheads="1"/>
          </p:cNvSpPr>
          <p:nvPr/>
        </p:nvSpPr>
        <p:spPr bwMode="auto">
          <a:xfrm>
            <a:off x="5698840" y="3826817"/>
            <a:ext cx="954107" cy="40011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eaLnBrk="1" hangingPunct="1">
              <a:spcBef>
                <a:spcPct val="0"/>
              </a:spcBef>
              <a:buClrTx/>
              <a:buSzTx/>
              <a:buFontTx/>
              <a:buNone/>
            </a:pPr>
            <a:r>
              <a:rPr lang="zh-CN" altLang="en-US" sz="2000" b="0" dirty="0">
                <a:solidFill>
                  <a:schemeClr val="tx2"/>
                </a:solidFill>
                <a:ea typeface="黑体" panose="02010609060101010101" pitchFamily="2" charset="-122"/>
              </a:rPr>
              <a:t>冲突域</a:t>
            </a:r>
          </a:p>
        </p:txBody>
      </p:sp>
      <p:pic>
        <p:nvPicPr>
          <p:cNvPr id="44" name="Picture 40" descr="comput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79880" y="5515239"/>
            <a:ext cx="390846" cy="371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5" name="Picture 40" descr="comput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74422" y="5515238"/>
            <a:ext cx="390846" cy="371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6" name="Picture 40" descr="comput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68964" y="5515239"/>
            <a:ext cx="390846" cy="371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7" name="Picture 40" descr="comput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63506" y="5515239"/>
            <a:ext cx="390846" cy="371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48" name="直接连接符 47"/>
          <p:cNvCxnSpPr>
            <a:stCxn id="44" idx="0"/>
          </p:cNvCxnSpPr>
          <p:nvPr/>
        </p:nvCxnSpPr>
        <p:spPr>
          <a:xfrm flipV="1">
            <a:off x="5275303" y="4769789"/>
            <a:ext cx="653265" cy="745450"/>
          </a:xfrm>
          <a:prstGeom prst="line">
            <a:avLst/>
          </a:prstGeom>
        </p:spPr>
        <p:style>
          <a:lnRef idx="3">
            <a:schemeClr val="accent1"/>
          </a:lnRef>
          <a:fillRef idx="0">
            <a:schemeClr val="accent1"/>
          </a:fillRef>
          <a:effectRef idx="2">
            <a:schemeClr val="accent1"/>
          </a:effectRef>
          <a:fontRef idx="minor">
            <a:schemeClr val="tx1"/>
          </a:fontRef>
        </p:style>
      </p:cxnSp>
      <p:cxnSp>
        <p:nvCxnSpPr>
          <p:cNvPr id="49" name="直接连接符 48"/>
          <p:cNvCxnSpPr>
            <a:stCxn id="45" idx="0"/>
          </p:cNvCxnSpPr>
          <p:nvPr/>
        </p:nvCxnSpPr>
        <p:spPr>
          <a:xfrm flipV="1">
            <a:off x="5869845" y="4769789"/>
            <a:ext cx="221444" cy="745449"/>
          </a:xfrm>
          <a:prstGeom prst="line">
            <a:avLst/>
          </a:prstGeom>
        </p:spPr>
        <p:style>
          <a:lnRef idx="3">
            <a:schemeClr val="accent1"/>
          </a:lnRef>
          <a:fillRef idx="0">
            <a:schemeClr val="accent1"/>
          </a:fillRef>
          <a:effectRef idx="2">
            <a:schemeClr val="accent1"/>
          </a:effectRef>
          <a:fontRef idx="minor">
            <a:schemeClr val="tx1"/>
          </a:fontRef>
        </p:style>
      </p:cxnSp>
      <p:cxnSp>
        <p:nvCxnSpPr>
          <p:cNvPr id="50" name="直接连接符 49"/>
          <p:cNvCxnSpPr>
            <a:stCxn id="46" idx="0"/>
          </p:cNvCxnSpPr>
          <p:nvPr/>
        </p:nvCxnSpPr>
        <p:spPr>
          <a:xfrm flipH="1" flipV="1">
            <a:off x="6282455" y="4573299"/>
            <a:ext cx="181932" cy="941940"/>
          </a:xfrm>
          <a:prstGeom prst="line">
            <a:avLst/>
          </a:prstGeom>
        </p:spPr>
        <p:style>
          <a:lnRef idx="3">
            <a:schemeClr val="accent1"/>
          </a:lnRef>
          <a:fillRef idx="0">
            <a:schemeClr val="accent1"/>
          </a:fillRef>
          <a:effectRef idx="2">
            <a:schemeClr val="accent1"/>
          </a:effectRef>
          <a:fontRef idx="minor">
            <a:schemeClr val="tx1"/>
          </a:fontRef>
        </p:style>
      </p:cxnSp>
      <p:cxnSp>
        <p:nvCxnSpPr>
          <p:cNvPr id="51" name="直接连接符 50"/>
          <p:cNvCxnSpPr>
            <a:stCxn id="47" idx="0"/>
          </p:cNvCxnSpPr>
          <p:nvPr/>
        </p:nvCxnSpPr>
        <p:spPr>
          <a:xfrm flipH="1" flipV="1">
            <a:off x="6445047" y="4680435"/>
            <a:ext cx="613882" cy="834804"/>
          </a:xfrm>
          <a:prstGeom prst="line">
            <a:avLst/>
          </a:prstGeom>
        </p:spPr>
        <p:style>
          <a:lnRef idx="3">
            <a:schemeClr val="accent1"/>
          </a:lnRef>
          <a:fillRef idx="0">
            <a:schemeClr val="accent1"/>
          </a:fillRef>
          <a:effectRef idx="2">
            <a:schemeClr val="accent1"/>
          </a:effectRef>
          <a:fontRef idx="minor">
            <a:schemeClr val="tx1"/>
          </a:fontRef>
        </p:style>
      </p:cxnSp>
      <p:pic>
        <p:nvPicPr>
          <p:cNvPr id="52" name="Picture 24" descr="集线器"/>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27082" y="4337545"/>
            <a:ext cx="914400" cy="6029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3" name="AutoShape 48"/>
          <p:cNvSpPr>
            <a:spLocks noChangeArrowheads="1"/>
          </p:cNvSpPr>
          <p:nvPr/>
        </p:nvSpPr>
        <p:spPr bwMode="auto">
          <a:xfrm>
            <a:off x="8285495" y="3798878"/>
            <a:ext cx="2560638" cy="2354340"/>
          </a:xfrm>
          <a:prstGeom prst="roundRect">
            <a:avLst>
              <a:gd name="adj" fmla="val 16667"/>
            </a:avLst>
          </a:prstGeom>
          <a:solidFill>
            <a:schemeClr val="bg1">
              <a:lumMod val="85000"/>
            </a:schemeClr>
          </a:solidFill>
          <a:ln>
            <a:noFill/>
          </a:ln>
        </p:spPr>
        <p:txBody>
          <a:bodyPr wrap="none" anchor="ctr"/>
          <a:lstStyle>
            <a:lvl1pPr>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eaLnBrk="1" hangingPunct="1">
              <a:lnSpc>
                <a:spcPts val="3100"/>
              </a:lnSpc>
              <a:buFont typeface="Wingdings" panose="05000000000000000000" pitchFamily="2" charset="2"/>
              <a:buNone/>
            </a:pPr>
            <a:endParaRPr kumimoji="0" lang="zh-CN" altLang="en-US">
              <a:solidFill>
                <a:srgbClr val="020202"/>
              </a:solidFill>
              <a:latin typeface="Tahoma" panose="020B0604030504040204" pitchFamily="34" charset="0"/>
            </a:endParaRPr>
          </a:p>
        </p:txBody>
      </p:sp>
      <p:sp>
        <p:nvSpPr>
          <p:cNvPr id="54" name="文本框 53"/>
          <p:cNvSpPr txBox="1"/>
          <p:nvPr/>
        </p:nvSpPr>
        <p:spPr>
          <a:xfrm>
            <a:off x="8529772" y="4446492"/>
            <a:ext cx="914400" cy="369332"/>
          </a:xfrm>
          <a:prstGeom prst="rect">
            <a:avLst/>
          </a:prstGeom>
          <a:noFill/>
        </p:spPr>
        <p:txBody>
          <a:bodyPr wrap="square" rtlCol="0">
            <a:spAutoFit/>
          </a:bodyPr>
          <a:lstStyle/>
          <a:p>
            <a:r>
              <a:rPr lang="en-US" altLang="zh-CN" dirty="0"/>
              <a:t>Hub</a:t>
            </a:r>
            <a:endParaRPr lang="zh-CN" altLang="en-US" dirty="0"/>
          </a:p>
        </p:txBody>
      </p:sp>
      <p:sp>
        <p:nvSpPr>
          <p:cNvPr id="55" name="Text Box 81"/>
          <p:cNvSpPr txBox="1">
            <a:spLocks noChangeArrowheads="1"/>
          </p:cNvSpPr>
          <p:nvPr/>
        </p:nvSpPr>
        <p:spPr bwMode="auto">
          <a:xfrm>
            <a:off x="9057716" y="3834451"/>
            <a:ext cx="954107" cy="40011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eaLnBrk="1" hangingPunct="1">
              <a:spcBef>
                <a:spcPct val="0"/>
              </a:spcBef>
              <a:buClrTx/>
              <a:buSzTx/>
              <a:buFontTx/>
              <a:buNone/>
            </a:pPr>
            <a:r>
              <a:rPr lang="zh-CN" altLang="en-US" sz="2000" b="0" dirty="0">
                <a:solidFill>
                  <a:schemeClr val="tx2"/>
                </a:solidFill>
                <a:ea typeface="黑体" panose="02010609060101010101" pitchFamily="2" charset="-122"/>
              </a:rPr>
              <a:t>冲突域</a:t>
            </a:r>
          </a:p>
        </p:txBody>
      </p:sp>
      <p:pic>
        <p:nvPicPr>
          <p:cNvPr id="56" name="Picture 40" descr="comput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38756" y="5522873"/>
            <a:ext cx="390846" cy="371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7" name="Picture 40" descr="comput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33298" y="5522872"/>
            <a:ext cx="390846" cy="371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8" name="Picture 40" descr="comput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27840" y="5522873"/>
            <a:ext cx="390846" cy="371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9" name="Picture 40" descr="comput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22382" y="5522873"/>
            <a:ext cx="390846" cy="371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60" name="直接连接符 59"/>
          <p:cNvCxnSpPr>
            <a:stCxn id="56" idx="0"/>
          </p:cNvCxnSpPr>
          <p:nvPr/>
        </p:nvCxnSpPr>
        <p:spPr>
          <a:xfrm flipV="1">
            <a:off x="8634179" y="4777423"/>
            <a:ext cx="653265" cy="745450"/>
          </a:xfrm>
          <a:prstGeom prst="line">
            <a:avLst/>
          </a:prstGeom>
        </p:spPr>
        <p:style>
          <a:lnRef idx="3">
            <a:schemeClr val="accent1"/>
          </a:lnRef>
          <a:fillRef idx="0">
            <a:schemeClr val="accent1"/>
          </a:fillRef>
          <a:effectRef idx="2">
            <a:schemeClr val="accent1"/>
          </a:effectRef>
          <a:fontRef idx="minor">
            <a:schemeClr val="tx1"/>
          </a:fontRef>
        </p:style>
      </p:cxnSp>
      <p:cxnSp>
        <p:nvCxnSpPr>
          <p:cNvPr id="61" name="直接连接符 60"/>
          <p:cNvCxnSpPr>
            <a:stCxn id="57" idx="0"/>
          </p:cNvCxnSpPr>
          <p:nvPr/>
        </p:nvCxnSpPr>
        <p:spPr>
          <a:xfrm flipV="1">
            <a:off x="9228721" y="4777423"/>
            <a:ext cx="221444" cy="745449"/>
          </a:xfrm>
          <a:prstGeom prst="line">
            <a:avLst/>
          </a:prstGeom>
        </p:spPr>
        <p:style>
          <a:lnRef idx="3">
            <a:schemeClr val="accent1"/>
          </a:lnRef>
          <a:fillRef idx="0">
            <a:schemeClr val="accent1"/>
          </a:fillRef>
          <a:effectRef idx="2">
            <a:schemeClr val="accent1"/>
          </a:effectRef>
          <a:fontRef idx="minor">
            <a:schemeClr val="tx1"/>
          </a:fontRef>
        </p:style>
      </p:cxnSp>
      <p:cxnSp>
        <p:nvCxnSpPr>
          <p:cNvPr id="62" name="直接连接符 61"/>
          <p:cNvCxnSpPr>
            <a:stCxn id="58" idx="0"/>
          </p:cNvCxnSpPr>
          <p:nvPr/>
        </p:nvCxnSpPr>
        <p:spPr>
          <a:xfrm flipH="1" flipV="1">
            <a:off x="9641331" y="4580933"/>
            <a:ext cx="181932" cy="941940"/>
          </a:xfrm>
          <a:prstGeom prst="line">
            <a:avLst/>
          </a:prstGeom>
        </p:spPr>
        <p:style>
          <a:lnRef idx="3">
            <a:schemeClr val="accent1"/>
          </a:lnRef>
          <a:fillRef idx="0">
            <a:schemeClr val="accent1"/>
          </a:fillRef>
          <a:effectRef idx="2">
            <a:schemeClr val="accent1"/>
          </a:effectRef>
          <a:fontRef idx="minor">
            <a:schemeClr val="tx1"/>
          </a:fontRef>
        </p:style>
      </p:cxnSp>
      <p:cxnSp>
        <p:nvCxnSpPr>
          <p:cNvPr id="63" name="直接连接符 62"/>
          <p:cNvCxnSpPr>
            <a:stCxn id="59" idx="0"/>
          </p:cNvCxnSpPr>
          <p:nvPr/>
        </p:nvCxnSpPr>
        <p:spPr>
          <a:xfrm flipH="1" flipV="1">
            <a:off x="9803923" y="4688069"/>
            <a:ext cx="613882" cy="834804"/>
          </a:xfrm>
          <a:prstGeom prst="line">
            <a:avLst/>
          </a:prstGeom>
        </p:spPr>
        <p:style>
          <a:lnRef idx="3">
            <a:schemeClr val="accent1"/>
          </a:lnRef>
          <a:fillRef idx="0">
            <a:schemeClr val="accent1"/>
          </a:fillRef>
          <a:effectRef idx="2">
            <a:schemeClr val="accent1"/>
          </a:effectRef>
          <a:fontRef idx="minor">
            <a:schemeClr val="tx1"/>
          </a:fontRef>
        </p:style>
      </p:cxnSp>
      <p:pic>
        <p:nvPicPr>
          <p:cNvPr id="64" name="Picture 24" descr="集线器"/>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85958" y="4345179"/>
            <a:ext cx="914400" cy="6029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6" name="Text Box 54"/>
          <p:cNvSpPr txBox="1">
            <a:spLocks noChangeArrowheads="1"/>
          </p:cNvSpPr>
          <p:nvPr/>
        </p:nvSpPr>
        <p:spPr bwMode="auto">
          <a:xfrm>
            <a:off x="4738696" y="2523423"/>
            <a:ext cx="305724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eaLnBrk="1" hangingPunct="1">
              <a:spcBef>
                <a:spcPct val="0"/>
              </a:spcBef>
              <a:buClrTx/>
              <a:buSzTx/>
              <a:buFontTx/>
              <a:buNone/>
            </a:pPr>
            <a:r>
              <a:rPr lang="zh-CN" altLang="en-US" sz="2800" b="0" dirty="0">
                <a:solidFill>
                  <a:srgbClr val="7030A0"/>
                </a:solidFill>
                <a:ea typeface="黑体" panose="02010609060101010101" pitchFamily="2" charset="-122"/>
              </a:rPr>
              <a:t>三个独立的冲突域</a:t>
            </a:r>
          </a:p>
        </p:txBody>
      </p:sp>
      <p:sp>
        <p:nvSpPr>
          <p:cNvPr id="67" name="箭头: 下 66"/>
          <p:cNvSpPr/>
          <p:nvPr/>
        </p:nvSpPr>
        <p:spPr>
          <a:xfrm rot="2976064">
            <a:off x="3836060" y="3125075"/>
            <a:ext cx="333382" cy="641889"/>
          </a:xfrm>
          <a:prstGeom prst="downArrow">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箭头: 下 67"/>
          <p:cNvSpPr/>
          <p:nvPr/>
        </p:nvSpPr>
        <p:spPr>
          <a:xfrm>
            <a:off x="6096882" y="3273397"/>
            <a:ext cx="340877" cy="462538"/>
          </a:xfrm>
          <a:prstGeom prst="downArrow">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箭头: 下 68"/>
          <p:cNvSpPr/>
          <p:nvPr/>
        </p:nvSpPr>
        <p:spPr>
          <a:xfrm rot="18772154">
            <a:off x="8153990" y="3118493"/>
            <a:ext cx="336150" cy="641889"/>
          </a:xfrm>
          <a:prstGeom prst="downArrow">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日期占位符 36"/>
          <p:cNvSpPr>
            <a:spLocks noGrp="1"/>
          </p:cNvSpPr>
          <p:nvPr>
            <p:ph type="dt" sz="half" idx="10"/>
          </p:nvPr>
        </p:nvSpPr>
        <p:spPr>
          <a:xfrm>
            <a:off x="197335" y="6489303"/>
            <a:ext cx="2743200" cy="365125"/>
          </a:xfrm>
        </p:spPr>
        <p:txBody>
          <a:bodyPr/>
          <a:lstStyle/>
          <a:p>
            <a:r>
              <a:rPr lang="en-US" altLang="zh-CN" dirty="0">
                <a:latin typeface="微软雅黑" panose="020B0503020204020204" pitchFamily="34" charset="-122"/>
                <a:ea typeface="微软雅黑" panose="020B0503020204020204" pitchFamily="34" charset="-122"/>
              </a:rPr>
              <a:t>4.4 </a:t>
            </a:r>
            <a:r>
              <a:rPr lang="zh-CN" altLang="en-US" dirty="0">
                <a:latin typeface="微软雅黑" panose="020B0503020204020204" pitchFamily="34" charset="-122"/>
                <a:ea typeface="微软雅黑" panose="020B0503020204020204" pitchFamily="34" charset="-122"/>
              </a:rPr>
              <a:t>数据链路层交换</a:t>
            </a:r>
          </a:p>
        </p:txBody>
      </p:sp>
      <p:sp>
        <p:nvSpPr>
          <p:cNvPr id="72" name="灯片编号占位符 38"/>
          <p:cNvSpPr>
            <a:spLocks noGrp="1"/>
          </p:cNvSpPr>
          <p:nvPr>
            <p:ph type="sldNum" sz="quarter" idx="12"/>
          </p:nvPr>
        </p:nvSpPr>
        <p:spPr>
          <a:xfrm>
            <a:off x="8686810" y="6489303"/>
            <a:ext cx="3319670" cy="365125"/>
          </a:xfrm>
        </p:spPr>
        <p:txBody>
          <a:bodyPr/>
          <a:lstStyle/>
          <a:p>
            <a:fld id="{8D4D1E41-7A09-AB4A-A4E1-09765ADA2698}" type="slidenum">
              <a:rPr kumimoji="1" lang="zh-CN" altLang="en-US" smtClean="0"/>
              <a:t>57</a:t>
            </a:fld>
            <a:endParaRPr kumimoji="1" lang="zh-CN" altLang="en-US"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1241571" y="3072853"/>
            <a:ext cx="9638950" cy="3072731"/>
            <a:chOff x="1241571" y="2862653"/>
            <a:chExt cx="9638950" cy="3072731"/>
          </a:xfrm>
        </p:grpSpPr>
        <p:sp>
          <p:nvSpPr>
            <p:cNvPr id="41" name="AutoShape 48"/>
            <p:cNvSpPr>
              <a:spLocks noChangeArrowheads="1"/>
            </p:cNvSpPr>
            <p:nvPr/>
          </p:nvSpPr>
          <p:spPr bwMode="auto">
            <a:xfrm>
              <a:off x="1241571" y="2862653"/>
              <a:ext cx="9638950" cy="3072731"/>
            </a:xfrm>
            <a:prstGeom prst="roundRect">
              <a:avLst>
                <a:gd name="adj" fmla="val 16667"/>
              </a:avLst>
            </a:prstGeom>
            <a:solidFill>
              <a:schemeClr val="bg1">
                <a:lumMod val="85000"/>
              </a:schemeClr>
            </a:solidFill>
            <a:ln>
              <a:noFill/>
            </a:ln>
          </p:spPr>
          <p:txBody>
            <a:bodyPr wrap="none" anchor="ctr"/>
            <a:lstStyle>
              <a:lvl1pPr>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marL="0" marR="0" lvl="0" indent="0" algn="l" defTabSz="914400" rtl="0" eaLnBrk="1" fontAlgn="auto" latinLnBrk="0" hangingPunct="1">
                <a:lnSpc>
                  <a:spcPts val="3100"/>
                </a:lnSpc>
                <a:spcBef>
                  <a:spcPct val="20000"/>
                </a:spcBef>
                <a:spcAft>
                  <a:spcPts val="0"/>
                </a:spcAft>
                <a:buClr>
                  <a:srgbClr val="A50021"/>
                </a:buClr>
                <a:buSzPct val="75000"/>
                <a:buFont typeface="Wingdings" panose="05000000000000000000" pitchFamily="2" charset="2"/>
                <a:buNone/>
                <a:defRPr/>
              </a:pPr>
              <a:endParaRPr kumimoji="0" lang="zh-CN" altLang="en-US" sz="3200" b="0" i="0" u="none" strike="noStrike" kern="1200" cap="none" spc="0" normalizeH="0" baseline="0" noProof="0">
                <a:ln>
                  <a:noFill/>
                </a:ln>
                <a:solidFill>
                  <a:srgbClr val="020202"/>
                </a:solidFill>
                <a:effectLst/>
                <a:uLnTx/>
                <a:uFillTx/>
                <a:latin typeface="Tahoma" panose="020B0604030504040204" pitchFamily="34" charset="0"/>
                <a:ea typeface="宋体" panose="02010600030101010101" pitchFamily="2" charset="-122"/>
                <a:cs typeface="+mn-cs"/>
              </a:endParaRPr>
            </a:p>
          </p:txBody>
        </p:sp>
        <p:sp>
          <p:nvSpPr>
            <p:cNvPr id="71" name="Text Box 81"/>
            <p:cNvSpPr txBox="1">
              <a:spLocks noChangeArrowheads="1"/>
            </p:cNvSpPr>
            <p:nvPr/>
          </p:nvSpPr>
          <p:spPr bwMode="auto">
            <a:xfrm>
              <a:off x="1723773" y="2967621"/>
              <a:ext cx="2222083" cy="40011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eaLnBrk="1" hangingPunct="1">
                <a:spcBef>
                  <a:spcPct val="0"/>
                </a:spcBef>
                <a:buClrTx/>
                <a:buSzTx/>
                <a:buFontTx/>
                <a:buNone/>
              </a:pPr>
              <a:r>
                <a:rPr lang="zh-CN" altLang="en-US" sz="2000" b="0" dirty="0">
                  <a:solidFill>
                    <a:schemeClr val="tx2"/>
                  </a:solidFill>
                  <a:ea typeface="黑体" panose="02010609060101010101" pitchFamily="2" charset="-122"/>
                </a:rPr>
                <a:t>一个更大的冲突域</a:t>
              </a:r>
            </a:p>
          </p:txBody>
        </p:sp>
      </p:grpSp>
      <p:sp>
        <p:nvSpPr>
          <p:cNvPr id="2" name="标题 1"/>
          <p:cNvSpPr>
            <a:spLocks noGrp="1"/>
          </p:cNvSpPr>
          <p:nvPr>
            <p:ph type="title"/>
          </p:nvPr>
        </p:nvSpPr>
        <p:spPr/>
        <p:txBody>
          <a:bodyPr>
            <a:normAutofit/>
          </a:bodyPr>
          <a:lstStyle/>
          <a:p>
            <a:r>
              <a:rPr kumimoji="1" lang="en-US" altLang="zh-CN" dirty="0"/>
              <a:t> </a:t>
            </a:r>
            <a:r>
              <a:rPr kumimoji="1" lang="zh-CN" altLang="zh-CN" dirty="0"/>
              <a:t>数据链路层交换原理</a:t>
            </a:r>
            <a:endParaRPr kumimoji="1" lang="zh-CN" altLang="en-US" dirty="0"/>
          </a:p>
        </p:txBody>
      </p:sp>
      <p:sp>
        <p:nvSpPr>
          <p:cNvPr id="3" name="内容占位符 2"/>
          <p:cNvSpPr>
            <a:spLocks noGrp="1"/>
          </p:cNvSpPr>
          <p:nvPr>
            <p:ph idx="1"/>
          </p:nvPr>
        </p:nvSpPr>
        <p:spPr>
          <a:xfrm>
            <a:off x="838200" y="1417272"/>
            <a:ext cx="10515600" cy="5131205"/>
          </a:xfrm>
        </p:spPr>
        <p:txBody>
          <a:bodyPr>
            <a:normAutofit/>
          </a:bodyPr>
          <a:lstStyle/>
          <a:p>
            <a:pPr>
              <a:lnSpc>
                <a:spcPct val="120000"/>
              </a:lnSpc>
            </a:pPr>
            <a:r>
              <a:rPr kumimoji="1" lang="zh-CN" altLang="en-US" dirty="0"/>
              <a:t>物理层设备扩充网络</a:t>
            </a:r>
            <a:endParaRPr kumimoji="1" lang="en-US" altLang="zh-CN" dirty="0"/>
          </a:p>
          <a:p>
            <a:pPr lvl="1">
              <a:lnSpc>
                <a:spcPct val="120000"/>
              </a:lnSpc>
            </a:pPr>
            <a:r>
              <a:rPr kumimoji="1" lang="zh-CN" altLang="en-US" sz="2800" dirty="0"/>
              <a:t>扩大了冲突域，性能降低，安全隐患</a:t>
            </a:r>
            <a:endParaRPr kumimoji="1" lang="en-US" altLang="zh-CN" sz="2800" dirty="0"/>
          </a:p>
          <a:p>
            <a:pPr>
              <a:lnSpc>
                <a:spcPct val="120000"/>
              </a:lnSpc>
            </a:pPr>
            <a:endParaRPr kumimoji="1" lang="zh-CN" altLang="en-US" dirty="0">
              <a:solidFill>
                <a:srgbClr val="7030A0"/>
              </a:solidFill>
            </a:endParaRPr>
          </a:p>
          <a:p>
            <a:pPr marL="0" indent="0">
              <a:lnSpc>
                <a:spcPct val="120000"/>
              </a:lnSpc>
              <a:buNone/>
            </a:pPr>
            <a:endParaRPr kumimoji="1" lang="zh-CN" altLang="en-US" dirty="0"/>
          </a:p>
        </p:txBody>
      </p:sp>
      <p:sp>
        <p:nvSpPr>
          <p:cNvPr id="8" name="文本框 7"/>
          <p:cNvSpPr txBox="1"/>
          <p:nvPr/>
        </p:nvSpPr>
        <p:spPr>
          <a:xfrm>
            <a:off x="1812020" y="4434492"/>
            <a:ext cx="91440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Hub</a:t>
            </a: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pic>
        <p:nvPicPr>
          <p:cNvPr id="21" name="Picture 40" descr="comput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21004" y="5510873"/>
            <a:ext cx="390846" cy="371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 name="Picture 40" descr="comput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15546" y="5510872"/>
            <a:ext cx="390846" cy="371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 name="Picture 40" descr="comput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10088" y="5510873"/>
            <a:ext cx="390846" cy="371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 name="Picture 40" descr="comput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04630" y="5510873"/>
            <a:ext cx="390846" cy="371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26" name="直接连接符 25"/>
          <p:cNvCxnSpPr>
            <a:stCxn id="21" idx="0"/>
          </p:cNvCxnSpPr>
          <p:nvPr/>
        </p:nvCxnSpPr>
        <p:spPr>
          <a:xfrm flipV="1">
            <a:off x="1916427" y="4765423"/>
            <a:ext cx="653265" cy="745450"/>
          </a:xfrm>
          <a:prstGeom prst="line">
            <a:avLst/>
          </a:prstGeom>
        </p:spPr>
        <p:style>
          <a:lnRef idx="3">
            <a:schemeClr val="accent1"/>
          </a:lnRef>
          <a:fillRef idx="0">
            <a:schemeClr val="accent1"/>
          </a:fillRef>
          <a:effectRef idx="2">
            <a:schemeClr val="accent1"/>
          </a:effectRef>
          <a:fontRef idx="minor">
            <a:schemeClr val="tx1"/>
          </a:fontRef>
        </p:style>
      </p:cxnSp>
      <p:cxnSp>
        <p:nvCxnSpPr>
          <p:cNvPr id="27" name="直接连接符 26"/>
          <p:cNvCxnSpPr>
            <a:stCxn id="22" idx="0"/>
          </p:cNvCxnSpPr>
          <p:nvPr/>
        </p:nvCxnSpPr>
        <p:spPr>
          <a:xfrm flipV="1">
            <a:off x="2510969" y="4765423"/>
            <a:ext cx="221444" cy="745449"/>
          </a:xfrm>
          <a:prstGeom prst="line">
            <a:avLst/>
          </a:prstGeom>
        </p:spPr>
        <p:style>
          <a:lnRef idx="3">
            <a:schemeClr val="accent1"/>
          </a:lnRef>
          <a:fillRef idx="0">
            <a:schemeClr val="accent1"/>
          </a:fillRef>
          <a:effectRef idx="2">
            <a:schemeClr val="accent1"/>
          </a:effectRef>
          <a:fontRef idx="minor">
            <a:schemeClr val="tx1"/>
          </a:fontRef>
        </p:style>
      </p:cxnSp>
      <p:cxnSp>
        <p:nvCxnSpPr>
          <p:cNvPr id="29" name="直接连接符 28"/>
          <p:cNvCxnSpPr>
            <a:stCxn id="23" idx="0"/>
          </p:cNvCxnSpPr>
          <p:nvPr/>
        </p:nvCxnSpPr>
        <p:spPr>
          <a:xfrm flipH="1" flipV="1">
            <a:off x="2923579" y="4568933"/>
            <a:ext cx="181932" cy="941940"/>
          </a:xfrm>
          <a:prstGeom prst="line">
            <a:avLst/>
          </a:prstGeom>
        </p:spPr>
        <p:style>
          <a:lnRef idx="3">
            <a:schemeClr val="accent1"/>
          </a:lnRef>
          <a:fillRef idx="0">
            <a:schemeClr val="accent1"/>
          </a:fillRef>
          <a:effectRef idx="2">
            <a:schemeClr val="accent1"/>
          </a:effectRef>
          <a:fontRef idx="minor">
            <a:schemeClr val="tx1"/>
          </a:fontRef>
        </p:style>
      </p:cxnSp>
      <p:cxnSp>
        <p:nvCxnSpPr>
          <p:cNvPr id="34" name="直接连接符 33"/>
          <p:cNvCxnSpPr>
            <a:stCxn id="24" idx="0"/>
          </p:cNvCxnSpPr>
          <p:nvPr/>
        </p:nvCxnSpPr>
        <p:spPr>
          <a:xfrm flipH="1" flipV="1">
            <a:off x="3086171" y="4676069"/>
            <a:ext cx="613882" cy="834804"/>
          </a:xfrm>
          <a:prstGeom prst="line">
            <a:avLst/>
          </a:prstGeom>
        </p:spPr>
        <p:style>
          <a:lnRef idx="3">
            <a:schemeClr val="accent1"/>
          </a:lnRef>
          <a:fillRef idx="0">
            <a:schemeClr val="accent1"/>
          </a:fillRef>
          <a:effectRef idx="2">
            <a:schemeClr val="accent1"/>
          </a:effectRef>
          <a:fontRef idx="minor">
            <a:schemeClr val="tx1"/>
          </a:fontRef>
        </p:style>
      </p:cxnSp>
      <p:pic>
        <p:nvPicPr>
          <p:cNvPr id="5" name="Picture 24" descr="集线器"/>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68206" y="4333179"/>
            <a:ext cx="914400" cy="6029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2" name="文本框 41"/>
          <p:cNvSpPr txBox="1"/>
          <p:nvPr/>
        </p:nvSpPr>
        <p:spPr>
          <a:xfrm>
            <a:off x="5170896" y="4438858"/>
            <a:ext cx="91440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Hub</a:t>
            </a: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pic>
        <p:nvPicPr>
          <p:cNvPr id="44" name="Picture 40" descr="comput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79880" y="5515239"/>
            <a:ext cx="390846" cy="371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5" name="Picture 40" descr="comput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74422" y="5515238"/>
            <a:ext cx="390846" cy="371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6" name="Picture 40" descr="comput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68964" y="5515239"/>
            <a:ext cx="390846" cy="371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7" name="Picture 40" descr="comput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63506" y="5515239"/>
            <a:ext cx="390846" cy="371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48" name="直接连接符 47"/>
          <p:cNvCxnSpPr>
            <a:stCxn id="44" idx="0"/>
          </p:cNvCxnSpPr>
          <p:nvPr/>
        </p:nvCxnSpPr>
        <p:spPr>
          <a:xfrm flipV="1">
            <a:off x="5275303" y="4769789"/>
            <a:ext cx="653265" cy="745450"/>
          </a:xfrm>
          <a:prstGeom prst="line">
            <a:avLst/>
          </a:prstGeom>
        </p:spPr>
        <p:style>
          <a:lnRef idx="3">
            <a:schemeClr val="accent1"/>
          </a:lnRef>
          <a:fillRef idx="0">
            <a:schemeClr val="accent1"/>
          </a:fillRef>
          <a:effectRef idx="2">
            <a:schemeClr val="accent1"/>
          </a:effectRef>
          <a:fontRef idx="minor">
            <a:schemeClr val="tx1"/>
          </a:fontRef>
        </p:style>
      </p:cxnSp>
      <p:cxnSp>
        <p:nvCxnSpPr>
          <p:cNvPr id="49" name="直接连接符 48"/>
          <p:cNvCxnSpPr>
            <a:stCxn id="45" idx="0"/>
          </p:cNvCxnSpPr>
          <p:nvPr/>
        </p:nvCxnSpPr>
        <p:spPr>
          <a:xfrm flipV="1">
            <a:off x="5869845" y="4769789"/>
            <a:ext cx="221444" cy="745449"/>
          </a:xfrm>
          <a:prstGeom prst="line">
            <a:avLst/>
          </a:prstGeom>
        </p:spPr>
        <p:style>
          <a:lnRef idx="3">
            <a:schemeClr val="accent1"/>
          </a:lnRef>
          <a:fillRef idx="0">
            <a:schemeClr val="accent1"/>
          </a:fillRef>
          <a:effectRef idx="2">
            <a:schemeClr val="accent1"/>
          </a:effectRef>
          <a:fontRef idx="minor">
            <a:schemeClr val="tx1"/>
          </a:fontRef>
        </p:style>
      </p:cxnSp>
      <p:cxnSp>
        <p:nvCxnSpPr>
          <p:cNvPr id="50" name="直接连接符 49"/>
          <p:cNvCxnSpPr>
            <a:stCxn id="46" idx="0"/>
          </p:cNvCxnSpPr>
          <p:nvPr/>
        </p:nvCxnSpPr>
        <p:spPr>
          <a:xfrm flipH="1" flipV="1">
            <a:off x="6282455" y="4573299"/>
            <a:ext cx="181932" cy="941940"/>
          </a:xfrm>
          <a:prstGeom prst="line">
            <a:avLst/>
          </a:prstGeom>
        </p:spPr>
        <p:style>
          <a:lnRef idx="3">
            <a:schemeClr val="accent1"/>
          </a:lnRef>
          <a:fillRef idx="0">
            <a:schemeClr val="accent1"/>
          </a:fillRef>
          <a:effectRef idx="2">
            <a:schemeClr val="accent1"/>
          </a:effectRef>
          <a:fontRef idx="minor">
            <a:schemeClr val="tx1"/>
          </a:fontRef>
        </p:style>
      </p:cxnSp>
      <p:cxnSp>
        <p:nvCxnSpPr>
          <p:cNvPr id="51" name="直接连接符 50"/>
          <p:cNvCxnSpPr>
            <a:stCxn id="47" idx="0"/>
          </p:cNvCxnSpPr>
          <p:nvPr/>
        </p:nvCxnSpPr>
        <p:spPr>
          <a:xfrm flipH="1" flipV="1">
            <a:off x="6445047" y="4680435"/>
            <a:ext cx="613882" cy="834804"/>
          </a:xfrm>
          <a:prstGeom prst="line">
            <a:avLst/>
          </a:prstGeom>
        </p:spPr>
        <p:style>
          <a:lnRef idx="3">
            <a:schemeClr val="accent1"/>
          </a:lnRef>
          <a:fillRef idx="0">
            <a:schemeClr val="accent1"/>
          </a:fillRef>
          <a:effectRef idx="2">
            <a:schemeClr val="accent1"/>
          </a:effectRef>
          <a:fontRef idx="minor">
            <a:schemeClr val="tx1"/>
          </a:fontRef>
        </p:style>
      </p:cxnSp>
      <p:sp>
        <p:nvSpPr>
          <p:cNvPr id="54" name="文本框 53"/>
          <p:cNvSpPr txBox="1"/>
          <p:nvPr/>
        </p:nvSpPr>
        <p:spPr>
          <a:xfrm>
            <a:off x="8529772" y="4446492"/>
            <a:ext cx="91440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Hub</a:t>
            </a: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pic>
        <p:nvPicPr>
          <p:cNvPr id="56" name="Picture 40" descr="comput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38756" y="5522873"/>
            <a:ext cx="390846" cy="371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7" name="Picture 40" descr="comput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33298" y="5522872"/>
            <a:ext cx="390846" cy="371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8" name="Picture 40" descr="comput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27840" y="5522873"/>
            <a:ext cx="390846" cy="371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9" name="Picture 40" descr="comput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22382" y="5522873"/>
            <a:ext cx="390846" cy="371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60" name="直接连接符 59"/>
          <p:cNvCxnSpPr>
            <a:stCxn id="56" idx="0"/>
          </p:cNvCxnSpPr>
          <p:nvPr/>
        </p:nvCxnSpPr>
        <p:spPr>
          <a:xfrm flipV="1">
            <a:off x="8634179" y="4777423"/>
            <a:ext cx="653265" cy="745450"/>
          </a:xfrm>
          <a:prstGeom prst="line">
            <a:avLst/>
          </a:prstGeom>
        </p:spPr>
        <p:style>
          <a:lnRef idx="3">
            <a:schemeClr val="accent1"/>
          </a:lnRef>
          <a:fillRef idx="0">
            <a:schemeClr val="accent1"/>
          </a:fillRef>
          <a:effectRef idx="2">
            <a:schemeClr val="accent1"/>
          </a:effectRef>
          <a:fontRef idx="minor">
            <a:schemeClr val="tx1"/>
          </a:fontRef>
        </p:style>
      </p:cxnSp>
      <p:cxnSp>
        <p:nvCxnSpPr>
          <p:cNvPr id="61" name="直接连接符 60"/>
          <p:cNvCxnSpPr>
            <a:stCxn id="57" idx="0"/>
          </p:cNvCxnSpPr>
          <p:nvPr/>
        </p:nvCxnSpPr>
        <p:spPr>
          <a:xfrm flipV="1">
            <a:off x="9228721" y="4777423"/>
            <a:ext cx="221444" cy="745449"/>
          </a:xfrm>
          <a:prstGeom prst="line">
            <a:avLst/>
          </a:prstGeom>
        </p:spPr>
        <p:style>
          <a:lnRef idx="3">
            <a:schemeClr val="accent1"/>
          </a:lnRef>
          <a:fillRef idx="0">
            <a:schemeClr val="accent1"/>
          </a:fillRef>
          <a:effectRef idx="2">
            <a:schemeClr val="accent1"/>
          </a:effectRef>
          <a:fontRef idx="minor">
            <a:schemeClr val="tx1"/>
          </a:fontRef>
        </p:style>
      </p:cxnSp>
      <p:cxnSp>
        <p:nvCxnSpPr>
          <p:cNvPr id="62" name="直接连接符 61"/>
          <p:cNvCxnSpPr>
            <a:stCxn id="58" idx="0"/>
          </p:cNvCxnSpPr>
          <p:nvPr/>
        </p:nvCxnSpPr>
        <p:spPr>
          <a:xfrm flipH="1" flipV="1">
            <a:off x="9641331" y="4580933"/>
            <a:ext cx="181932" cy="941940"/>
          </a:xfrm>
          <a:prstGeom prst="line">
            <a:avLst/>
          </a:prstGeom>
        </p:spPr>
        <p:style>
          <a:lnRef idx="3">
            <a:schemeClr val="accent1"/>
          </a:lnRef>
          <a:fillRef idx="0">
            <a:schemeClr val="accent1"/>
          </a:fillRef>
          <a:effectRef idx="2">
            <a:schemeClr val="accent1"/>
          </a:effectRef>
          <a:fontRef idx="minor">
            <a:schemeClr val="tx1"/>
          </a:fontRef>
        </p:style>
      </p:cxnSp>
      <p:cxnSp>
        <p:nvCxnSpPr>
          <p:cNvPr id="63" name="直接连接符 62"/>
          <p:cNvCxnSpPr>
            <a:stCxn id="59" idx="0"/>
          </p:cNvCxnSpPr>
          <p:nvPr/>
        </p:nvCxnSpPr>
        <p:spPr>
          <a:xfrm flipH="1" flipV="1">
            <a:off x="9803923" y="4688069"/>
            <a:ext cx="613882" cy="834804"/>
          </a:xfrm>
          <a:prstGeom prst="line">
            <a:avLst/>
          </a:prstGeom>
        </p:spPr>
        <p:style>
          <a:lnRef idx="3">
            <a:schemeClr val="accent1"/>
          </a:lnRef>
          <a:fillRef idx="0">
            <a:schemeClr val="accent1"/>
          </a:fillRef>
          <a:effectRef idx="2">
            <a:schemeClr val="accent1"/>
          </a:effectRef>
          <a:fontRef idx="minor">
            <a:schemeClr val="tx1"/>
          </a:fontRef>
        </p:style>
      </p:cxnSp>
      <p:pic>
        <p:nvPicPr>
          <p:cNvPr id="65" name="Picture 24" descr="集线器"/>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27082" y="3280853"/>
            <a:ext cx="914400" cy="6029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66" name="直接连接符 65"/>
          <p:cNvCxnSpPr>
            <a:endCxn id="65" idx="1"/>
          </p:cNvCxnSpPr>
          <p:nvPr/>
        </p:nvCxnSpPr>
        <p:spPr>
          <a:xfrm flipV="1">
            <a:off x="2955973" y="3582318"/>
            <a:ext cx="2771109" cy="959478"/>
          </a:xfrm>
          <a:prstGeom prst="line">
            <a:avLst/>
          </a:prstGeom>
        </p:spPr>
        <p:style>
          <a:lnRef idx="3">
            <a:schemeClr val="accent1"/>
          </a:lnRef>
          <a:fillRef idx="0">
            <a:schemeClr val="accent1"/>
          </a:fillRef>
          <a:effectRef idx="2">
            <a:schemeClr val="accent1"/>
          </a:effectRef>
          <a:fontRef idx="minor">
            <a:schemeClr val="tx1"/>
          </a:fontRef>
        </p:style>
      </p:cxnSp>
      <p:cxnSp>
        <p:nvCxnSpPr>
          <p:cNvPr id="67" name="直接连接符 66"/>
          <p:cNvCxnSpPr>
            <a:endCxn id="65" idx="3"/>
          </p:cNvCxnSpPr>
          <p:nvPr/>
        </p:nvCxnSpPr>
        <p:spPr>
          <a:xfrm flipH="1" flipV="1">
            <a:off x="6641482" y="3582318"/>
            <a:ext cx="2802690" cy="1041122"/>
          </a:xfrm>
          <a:prstGeom prst="line">
            <a:avLst/>
          </a:prstGeom>
        </p:spPr>
        <p:style>
          <a:lnRef idx="3">
            <a:schemeClr val="accent1"/>
          </a:lnRef>
          <a:fillRef idx="0">
            <a:schemeClr val="accent1"/>
          </a:fillRef>
          <a:effectRef idx="2">
            <a:schemeClr val="accent1"/>
          </a:effectRef>
          <a:fontRef idx="minor">
            <a:schemeClr val="tx1"/>
          </a:fontRef>
        </p:style>
      </p:cxnSp>
      <p:cxnSp>
        <p:nvCxnSpPr>
          <p:cNvPr id="68" name="直接连接符 67"/>
          <p:cNvCxnSpPr>
            <a:endCxn id="65" idx="2"/>
          </p:cNvCxnSpPr>
          <p:nvPr/>
        </p:nvCxnSpPr>
        <p:spPr>
          <a:xfrm flipV="1">
            <a:off x="6178862" y="3883783"/>
            <a:ext cx="5420" cy="574766"/>
          </a:xfrm>
          <a:prstGeom prst="line">
            <a:avLst/>
          </a:prstGeom>
        </p:spPr>
        <p:style>
          <a:lnRef idx="3">
            <a:schemeClr val="accent1"/>
          </a:lnRef>
          <a:fillRef idx="0">
            <a:schemeClr val="accent1"/>
          </a:fillRef>
          <a:effectRef idx="2">
            <a:schemeClr val="accent1"/>
          </a:effectRef>
          <a:fontRef idx="minor">
            <a:schemeClr val="tx1"/>
          </a:fontRef>
        </p:style>
      </p:cxnSp>
      <p:sp>
        <p:nvSpPr>
          <p:cNvPr id="69" name="文本框 68"/>
          <p:cNvSpPr txBox="1"/>
          <p:nvPr/>
        </p:nvSpPr>
        <p:spPr>
          <a:xfrm>
            <a:off x="5192935" y="3095864"/>
            <a:ext cx="91440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Hub</a:t>
            </a: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pic>
        <p:nvPicPr>
          <p:cNvPr id="52" name="Picture 24" descr="集线器"/>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27082" y="4337545"/>
            <a:ext cx="914400" cy="6029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4" name="Picture 24" descr="集线器"/>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85958" y="4345179"/>
            <a:ext cx="914400" cy="6029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5" name="日期占位符 36"/>
          <p:cNvSpPr>
            <a:spLocks noGrp="1"/>
          </p:cNvSpPr>
          <p:nvPr>
            <p:ph type="dt" sz="half" idx="10"/>
          </p:nvPr>
        </p:nvSpPr>
        <p:spPr>
          <a:xfrm>
            <a:off x="197335" y="6489303"/>
            <a:ext cx="2743200" cy="365125"/>
          </a:xfrm>
        </p:spPr>
        <p:txBody>
          <a:bodyPr/>
          <a:lstStyle/>
          <a:p>
            <a:r>
              <a:rPr lang="en-US" altLang="zh-CN" dirty="0">
                <a:latin typeface="微软雅黑" panose="020B0503020204020204" pitchFamily="34" charset="-122"/>
                <a:ea typeface="微软雅黑" panose="020B0503020204020204" pitchFamily="34" charset="-122"/>
              </a:rPr>
              <a:t>4.4 </a:t>
            </a:r>
            <a:r>
              <a:rPr lang="zh-CN" altLang="en-US" dirty="0">
                <a:latin typeface="微软雅黑" panose="020B0503020204020204" pitchFamily="34" charset="-122"/>
                <a:ea typeface="微软雅黑" panose="020B0503020204020204" pitchFamily="34" charset="-122"/>
              </a:rPr>
              <a:t>数据链路层交换</a:t>
            </a:r>
          </a:p>
        </p:txBody>
      </p:sp>
      <p:sp>
        <p:nvSpPr>
          <p:cNvPr id="70" name="灯片编号占位符 38"/>
          <p:cNvSpPr>
            <a:spLocks noGrp="1"/>
          </p:cNvSpPr>
          <p:nvPr>
            <p:ph type="sldNum" sz="quarter" idx="12"/>
          </p:nvPr>
        </p:nvSpPr>
        <p:spPr>
          <a:xfrm>
            <a:off x="8686810" y="6489303"/>
            <a:ext cx="3319670" cy="365125"/>
          </a:xfrm>
        </p:spPr>
        <p:txBody>
          <a:bodyPr/>
          <a:lstStyle/>
          <a:p>
            <a:fld id="{8D4D1E41-7A09-AB4A-A4E1-09765ADA2698}" type="slidenum">
              <a:rPr kumimoji="1" lang="zh-CN" altLang="en-US" smtClean="0"/>
              <a:t>58</a:t>
            </a:fld>
            <a:endParaRPr kumimoji="1" lang="zh-CN" altLang="en-US" dirty="0"/>
          </a:p>
        </p:txBody>
      </p:sp>
      <p:sp>
        <p:nvSpPr>
          <p:cNvPr id="4" name="思想气泡: 云 3"/>
          <p:cNvSpPr/>
          <p:nvPr/>
        </p:nvSpPr>
        <p:spPr>
          <a:xfrm>
            <a:off x="9228721" y="1471892"/>
            <a:ext cx="1891224" cy="1144942"/>
          </a:xfrm>
          <a:prstGeom prst="cloudCallout">
            <a:avLst>
              <a:gd name="adj1" fmla="val -86180"/>
              <a:gd name="adj2" fmla="val 1751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dirty="0"/>
              <a:t>有更好的解决方法？</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heel(1)">
                                      <p:cBhvr>
                                        <p:cTn id="7" dur="10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en-US" altLang="zh-CN" dirty="0"/>
              <a:t> </a:t>
            </a:r>
            <a:r>
              <a:rPr kumimoji="1" lang="zh-CN" altLang="zh-CN" dirty="0"/>
              <a:t>数据链路层交换原理</a:t>
            </a:r>
            <a:endParaRPr kumimoji="1" lang="zh-CN" altLang="en-US" dirty="0"/>
          </a:p>
        </p:txBody>
      </p:sp>
      <p:sp>
        <p:nvSpPr>
          <p:cNvPr id="91" name="内容占位符 2"/>
          <p:cNvSpPr>
            <a:spLocks noGrp="1"/>
          </p:cNvSpPr>
          <p:nvPr>
            <p:ph idx="1"/>
          </p:nvPr>
        </p:nvSpPr>
        <p:spPr>
          <a:xfrm>
            <a:off x="838200" y="1417272"/>
            <a:ext cx="6217557" cy="5131205"/>
          </a:xfrm>
        </p:spPr>
        <p:txBody>
          <a:bodyPr>
            <a:normAutofit/>
          </a:bodyPr>
          <a:lstStyle/>
          <a:p>
            <a:pPr>
              <a:lnSpc>
                <a:spcPct val="120000"/>
              </a:lnSpc>
            </a:pPr>
            <a:r>
              <a:rPr kumimoji="1" lang="zh-CN" altLang="en-US" dirty="0"/>
              <a:t>数据链路层设备扩充网络</a:t>
            </a:r>
            <a:endParaRPr kumimoji="1" lang="en-US" altLang="zh-CN" dirty="0"/>
          </a:p>
          <a:p>
            <a:pPr lvl="1">
              <a:lnSpc>
                <a:spcPct val="120000"/>
              </a:lnSpc>
            </a:pPr>
            <a:r>
              <a:rPr kumimoji="1" lang="zh-CN" altLang="en-US" dirty="0"/>
              <a:t>网桥或交换机</a:t>
            </a:r>
            <a:endParaRPr kumimoji="1" lang="en-US" altLang="zh-CN" dirty="0"/>
          </a:p>
          <a:p>
            <a:pPr lvl="1">
              <a:lnSpc>
                <a:spcPct val="120000"/>
              </a:lnSpc>
            </a:pPr>
            <a:r>
              <a:rPr kumimoji="1" lang="zh-CN" altLang="en-US" dirty="0"/>
              <a:t>分隔了冲突域</a:t>
            </a:r>
            <a:endParaRPr kumimoji="1" lang="en-US" altLang="zh-CN" dirty="0"/>
          </a:p>
        </p:txBody>
      </p:sp>
      <p:sp>
        <p:nvSpPr>
          <p:cNvPr id="115" name="日期占位符 36"/>
          <p:cNvSpPr>
            <a:spLocks noGrp="1"/>
          </p:cNvSpPr>
          <p:nvPr>
            <p:ph type="dt" sz="half" idx="10"/>
          </p:nvPr>
        </p:nvSpPr>
        <p:spPr>
          <a:xfrm>
            <a:off x="197335" y="6489303"/>
            <a:ext cx="2743200" cy="365125"/>
          </a:xfrm>
        </p:spPr>
        <p:txBody>
          <a:bodyPr/>
          <a:lstStyle/>
          <a:p>
            <a:r>
              <a:rPr lang="en-US" altLang="zh-CN" dirty="0">
                <a:latin typeface="微软雅黑" panose="020B0503020204020204" pitchFamily="34" charset="-122"/>
                <a:ea typeface="微软雅黑" panose="020B0503020204020204" pitchFamily="34" charset="-122"/>
              </a:rPr>
              <a:t>4.4 </a:t>
            </a:r>
            <a:r>
              <a:rPr lang="zh-CN" altLang="en-US" dirty="0">
                <a:latin typeface="微软雅黑" panose="020B0503020204020204" pitchFamily="34" charset="-122"/>
                <a:ea typeface="微软雅黑" panose="020B0503020204020204" pitchFamily="34" charset="-122"/>
              </a:rPr>
              <a:t>数据链路层交换</a:t>
            </a:r>
          </a:p>
        </p:txBody>
      </p:sp>
      <p:sp>
        <p:nvSpPr>
          <p:cNvPr id="116" name="灯片编号占位符 38"/>
          <p:cNvSpPr>
            <a:spLocks noGrp="1"/>
          </p:cNvSpPr>
          <p:nvPr>
            <p:ph type="sldNum" sz="quarter" idx="12"/>
          </p:nvPr>
        </p:nvSpPr>
        <p:spPr>
          <a:xfrm>
            <a:off x="8686810" y="6489303"/>
            <a:ext cx="3319670" cy="365125"/>
          </a:xfrm>
        </p:spPr>
        <p:txBody>
          <a:bodyPr/>
          <a:lstStyle/>
          <a:p>
            <a:fld id="{8D4D1E41-7A09-AB4A-A4E1-09765ADA2698}" type="slidenum">
              <a:rPr kumimoji="1" lang="zh-CN" altLang="en-US" smtClean="0"/>
              <a:t>59</a:t>
            </a:fld>
            <a:endParaRPr kumimoji="1" lang="zh-CN" altLang="en-US" dirty="0"/>
          </a:p>
        </p:txBody>
      </p:sp>
      <p:sp>
        <p:nvSpPr>
          <p:cNvPr id="231" name="AutoShape 48"/>
          <p:cNvSpPr>
            <a:spLocks noChangeArrowheads="1"/>
          </p:cNvSpPr>
          <p:nvPr/>
        </p:nvSpPr>
        <p:spPr bwMode="auto">
          <a:xfrm>
            <a:off x="1249222" y="4124932"/>
            <a:ext cx="2560638" cy="2289220"/>
          </a:xfrm>
          <a:prstGeom prst="roundRect">
            <a:avLst>
              <a:gd name="adj" fmla="val 16667"/>
            </a:avLst>
          </a:prstGeom>
          <a:solidFill>
            <a:schemeClr val="bg1">
              <a:lumMod val="85000"/>
            </a:schemeClr>
          </a:solidFill>
          <a:ln>
            <a:noFill/>
          </a:ln>
        </p:spPr>
        <p:txBody>
          <a:bodyPr wrap="none" anchor="ctr"/>
          <a:lstStyle>
            <a:lvl1pPr>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marL="0" marR="0" lvl="0" indent="0" algn="l" defTabSz="914400" rtl="0" eaLnBrk="1" fontAlgn="auto" latinLnBrk="0" hangingPunct="1">
              <a:lnSpc>
                <a:spcPts val="3100"/>
              </a:lnSpc>
              <a:spcBef>
                <a:spcPct val="20000"/>
              </a:spcBef>
              <a:spcAft>
                <a:spcPts val="0"/>
              </a:spcAft>
              <a:buClr>
                <a:srgbClr val="A50021"/>
              </a:buClr>
              <a:buSzPct val="75000"/>
              <a:buFont typeface="Wingdings" panose="05000000000000000000" pitchFamily="2" charset="2"/>
              <a:buNone/>
              <a:defRPr/>
            </a:pPr>
            <a:endParaRPr kumimoji="0" lang="zh-CN" altLang="en-US" sz="3200" b="0" i="0" u="none" strike="noStrike" kern="1200" cap="none" spc="0" normalizeH="0" baseline="0" noProof="0">
              <a:ln>
                <a:noFill/>
              </a:ln>
              <a:solidFill>
                <a:srgbClr val="020202"/>
              </a:solidFill>
              <a:effectLst/>
              <a:uLnTx/>
              <a:uFillTx/>
              <a:latin typeface="Tahoma" panose="020B0604030504040204" pitchFamily="34" charset="0"/>
              <a:ea typeface="宋体" panose="02010600030101010101" pitchFamily="2" charset="-122"/>
              <a:cs typeface="+mn-cs"/>
            </a:endParaRPr>
          </a:p>
        </p:txBody>
      </p:sp>
      <p:sp>
        <p:nvSpPr>
          <p:cNvPr id="232" name="文本框 231"/>
          <p:cNvSpPr txBox="1"/>
          <p:nvPr/>
        </p:nvSpPr>
        <p:spPr>
          <a:xfrm>
            <a:off x="1493499" y="4431736"/>
            <a:ext cx="91440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Hub</a:t>
            </a: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33" name="Text Box 81"/>
          <p:cNvSpPr txBox="1">
            <a:spLocks noChangeArrowheads="1"/>
          </p:cNvSpPr>
          <p:nvPr/>
        </p:nvSpPr>
        <p:spPr bwMode="auto">
          <a:xfrm>
            <a:off x="2052487" y="5950039"/>
            <a:ext cx="954107" cy="40011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defRPr/>
            </a:pPr>
            <a:r>
              <a:rPr kumimoji="1" lang="zh-CN" altLang="en-US" sz="2000" b="0" i="0" u="none" strike="noStrike" kern="1200" cap="none" spc="0" normalizeH="0" baseline="0" noProof="0" dirty="0">
                <a:ln>
                  <a:noFill/>
                </a:ln>
                <a:solidFill>
                  <a:srgbClr val="44546A"/>
                </a:solidFill>
                <a:effectLst/>
                <a:uLnTx/>
                <a:uFillTx/>
                <a:latin typeface="Times New Roman" panose="02020503050405090304" pitchFamily="18" charset="0"/>
                <a:ea typeface="黑体" panose="02010609060101010101" pitchFamily="2" charset="-122"/>
                <a:cs typeface="+mn-cs"/>
              </a:rPr>
              <a:t>冲突域</a:t>
            </a:r>
          </a:p>
        </p:txBody>
      </p:sp>
      <p:pic>
        <p:nvPicPr>
          <p:cNvPr id="234" name="Picture 40" descr="comput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02483" y="5508117"/>
            <a:ext cx="390846" cy="371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 name="Picture 40" descr="comput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97025" y="5508116"/>
            <a:ext cx="390846" cy="371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6" name="Picture 40" descr="comput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91567" y="5508117"/>
            <a:ext cx="390846" cy="371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7" name="Picture 40" descr="comput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86109" y="5508117"/>
            <a:ext cx="390846" cy="371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238" name="直接连接符 237"/>
          <p:cNvCxnSpPr>
            <a:stCxn id="234" idx="0"/>
          </p:cNvCxnSpPr>
          <p:nvPr/>
        </p:nvCxnSpPr>
        <p:spPr>
          <a:xfrm flipV="1">
            <a:off x="1597906" y="4762667"/>
            <a:ext cx="653265" cy="745450"/>
          </a:xfrm>
          <a:prstGeom prst="line">
            <a:avLst/>
          </a:prstGeom>
        </p:spPr>
        <p:style>
          <a:lnRef idx="3">
            <a:schemeClr val="accent1"/>
          </a:lnRef>
          <a:fillRef idx="0">
            <a:schemeClr val="accent1"/>
          </a:fillRef>
          <a:effectRef idx="2">
            <a:schemeClr val="accent1"/>
          </a:effectRef>
          <a:fontRef idx="minor">
            <a:schemeClr val="tx1"/>
          </a:fontRef>
        </p:style>
      </p:cxnSp>
      <p:cxnSp>
        <p:nvCxnSpPr>
          <p:cNvPr id="239" name="直接连接符 238"/>
          <p:cNvCxnSpPr>
            <a:stCxn id="235" idx="0"/>
          </p:cNvCxnSpPr>
          <p:nvPr/>
        </p:nvCxnSpPr>
        <p:spPr>
          <a:xfrm flipV="1">
            <a:off x="2192448" y="4762667"/>
            <a:ext cx="221444" cy="745449"/>
          </a:xfrm>
          <a:prstGeom prst="line">
            <a:avLst/>
          </a:prstGeom>
        </p:spPr>
        <p:style>
          <a:lnRef idx="3">
            <a:schemeClr val="accent1"/>
          </a:lnRef>
          <a:fillRef idx="0">
            <a:schemeClr val="accent1"/>
          </a:fillRef>
          <a:effectRef idx="2">
            <a:schemeClr val="accent1"/>
          </a:effectRef>
          <a:fontRef idx="minor">
            <a:schemeClr val="tx1"/>
          </a:fontRef>
        </p:style>
      </p:cxnSp>
      <p:cxnSp>
        <p:nvCxnSpPr>
          <p:cNvPr id="240" name="直接连接符 239"/>
          <p:cNvCxnSpPr>
            <a:stCxn id="236" idx="0"/>
          </p:cNvCxnSpPr>
          <p:nvPr/>
        </p:nvCxnSpPr>
        <p:spPr>
          <a:xfrm flipH="1" flipV="1">
            <a:off x="2605058" y="4566177"/>
            <a:ext cx="181932" cy="941940"/>
          </a:xfrm>
          <a:prstGeom prst="line">
            <a:avLst/>
          </a:prstGeom>
        </p:spPr>
        <p:style>
          <a:lnRef idx="3">
            <a:schemeClr val="accent1"/>
          </a:lnRef>
          <a:fillRef idx="0">
            <a:schemeClr val="accent1"/>
          </a:fillRef>
          <a:effectRef idx="2">
            <a:schemeClr val="accent1"/>
          </a:effectRef>
          <a:fontRef idx="minor">
            <a:schemeClr val="tx1"/>
          </a:fontRef>
        </p:style>
      </p:cxnSp>
      <p:cxnSp>
        <p:nvCxnSpPr>
          <p:cNvPr id="241" name="直接连接符 240"/>
          <p:cNvCxnSpPr>
            <a:stCxn id="237" idx="0"/>
          </p:cNvCxnSpPr>
          <p:nvPr/>
        </p:nvCxnSpPr>
        <p:spPr>
          <a:xfrm flipH="1" flipV="1">
            <a:off x="2767650" y="4673313"/>
            <a:ext cx="613882" cy="834804"/>
          </a:xfrm>
          <a:prstGeom prst="line">
            <a:avLst/>
          </a:prstGeom>
        </p:spPr>
        <p:style>
          <a:lnRef idx="3">
            <a:schemeClr val="accent1"/>
          </a:lnRef>
          <a:fillRef idx="0">
            <a:schemeClr val="accent1"/>
          </a:fillRef>
          <a:effectRef idx="2">
            <a:schemeClr val="accent1"/>
          </a:effectRef>
          <a:fontRef idx="minor">
            <a:schemeClr val="tx1"/>
          </a:fontRef>
        </p:style>
      </p:cxnSp>
      <p:pic>
        <p:nvPicPr>
          <p:cNvPr id="242" name="Picture 24" descr="集线器"/>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49685" y="4330423"/>
            <a:ext cx="914400" cy="6029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3" name="AutoShape 48"/>
          <p:cNvSpPr>
            <a:spLocks noChangeArrowheads="1"/>
          </p:cNvSpPr>
          <p:nvPr/>
        </p:nvSpPr>
        <p:spPr bwMode="auto">
          <a:xfrm>
            <a:off x="4608098" y="4124932"/>
            <a:ext cx="2560638" cy="2296854"/>
          </a:xfrm>
          <a:prstGeom prst="roundRect">
            <a:avLst>
              <a:gd name="adj" fmla="val 16667"/>
            </a:avLst>
          </a:prstGeom>
          <a:solidFill>
            <a:schemeClr val="bg1">
              <a:lumMod val="85000"/>
            </a:schemeClr>
          </a:solidFill>
          <a:ln>
            <a:noFill/>
          </a:ln>
        </p:spPr>
        <p:txBody>
          <a:bodyPr wrap="none" anchor="ctr"/>
          <a:lstStyle>
            <a:lvl1pPr>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marL="0" marR="0" lvl="0" indent="0" algn="l" defTabSz="914400" rtl="0" eaLnBrk="1" fontAlgn="auto" latinLnBrk="0" hangingPunct="1">
              <a:lnSpc>
                <a:spcPts val="3100"/>
              </a:lnSpc>
              <a:spcBef>
                <a:spcPct val="20000"/>
              </a:spcBef>
              <a:spcAft>
                <a:spcPts val="0"/>
              </a:spcAft>
              <a:buClr>
                <a:srgbClr val="A50021"/>
              </a:buClr>
              <a:buSzPct val="75000"/>
              <a:buFont typeface="Wingdings" panose="05000000000000000000" pitchFamily="2" charset="2"/>
              <a:buNone/>
              <a:defRPr/>
            </a:pPr>
            <a:endParaRPr kumimoji="0" lang="zh-CN" altLang="en-US" sz="3200" b="0" i="0" u="none" strike="noStrike" kern="1200" cap="none" spc="0" normalizeH="0" baseline="0" noProof="0">
              <a:ln>
                <a:noFill/>
              </a:ln>
              <a:solidFill>
                <a:srgbClr val="020202"/>
              </a:solidFill>
              <a:effectLst/>
              <a:uLnTx/>
              <a:uFillTx/>
              <a:latin typeface="Tahoma" panose="020B0604030504040204" pitchFamily="34" charset="0"/>
              <a:ea typeface="宋体" panose="02010600030101010101" pitchFamily="2" charset="-122"/>
              <a:cs typeface="+mn-cs"/>
            </a:endParaRPr>
          </a:p>
        </p:txBody>
      </p:sp>
      <p:sp>
        <p:nvSpPr>
          <p:cNvPr id="245" name="Text Box 81"/>
          <p:cNvSpPr txBox="1">
            <a:spLocks noChangeArrowheads="1"/>
          </p:cNvSpPr>
          <p:nvPr/>
        </p:nvSpPr>
        <p:spPr bwMode="auto">
          <a:xfrm>
            <a:off x="5411363" y="5950039"/>
            <a:ext cx="954107" cy="40011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defRPr/>
            </a:pPr>
            <a:r>
              <a:rPr kumimoji="1" lang="zh-CN" altLang="en-US" sz="2000" b="0" i="0" u="none" strike="noStrike" kern="1200" cap="none" spc="0" normalizeH="0" baseline="0" noProof="0" dirty="0">
                <a:ln>
                  <a:noFill/>
                </a:ln>
                <a:solidFill>
                  <a:srgbClr val="44546A"/>
                </a:solidFill>
                <a:effectLst/>
                <a:uLnTx/>
                <a:uFillTx/>
                <a:latin typeface="Times New Roman" panose="02020503050405090304" pitchFamily="18" charset="0"/>
                <a:ea typeface="黑体" panose="02010609060101010101" pitchFamily="2" charset="-122"/>
                <a:cs typeface="+mn-cs"/>
              </a:rPr>
              <a:t>冲突域</a:t>
            </a:r>
          </a:p>
        </p:txBody>
      </p:sp>
      <p:pic>
        <p:nvPicPr>
          <p:cNvPr id="246" name="Picture 40" descr="comput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61359" y="5515751"/>
            <a:ext cx="390846" cy="371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7" name="Picture 40" descr="comput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55901" y="5515750"/>
            <a:ext cx="390846" cy="371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8" name="Picture 40" descr="comput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50443" y="5515751"/>
            <a:ext cx="390846" cy="371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9" name="Picture 40" descr="comput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44985" y="5515751"/>
            <a:ext cx="390846" cy="371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250" name="直接连接符 249"/>
          <p:cNvCxnSpPr>
            <a:stCxn id="246" idx="0"/>
          </p:cNvCxnSpPr>
          <p:nvPr/>
        </p:nvCxnSpPr>
        <p:spPr>
          <a:xfrm flipV="1">
            <a:off x="4956782" y="4770301"/>
            <a:ext cx="653265" cy="745450"/>
          </a:xfrm>
          <a:prstGeom prst="line">
            <a:avLst/>
          </a:prstGeom>
        </p:spPr>
        <p:style>
          <a:lnRef idx="3">
            <a:schemeClr val="accent1"/>
          </a:lnRef>
          <a:fillRef idx="0">
            <a:schemeClr val="accent1"/>
          </a:fillRef>
          <a:effectRef idx="2">
            <a:schemeClr val="accent1"/>
          </a:effectRef>
          <a:fontRef idx="minor">
            <a:schemeClr val="tx1"/>
          </a:fontRef>
        </p:style>
      </p:cxnSp>
      <p:cxnSp>
        <p:nvCxnSpPr>
          <p:cNvPr id="251" name="直接连接符 250"/>
          <p:cNvCxnSpPr>
            <a:stCxn id="247" idx="0"/>
          </p:cNvCxnSpPr>
          <p:nvPr/>
        </p:nvCxnSpPr>
        <p:spPr>
          <a:xfrm flipV="1">
            <a:off x="5551324" y="4770301"/>
            <a:ext cx="221444" cy="745449"/>
          </a:xfrm>
          <a:prstGeom prst="line">
            <a:avLst/>
          </a:prstGeom>
        </p:spPr>
        <p:style>
          <a:lnRef idx="3">
            <a:schemeClr val="accent1"/>
          </a:lnRef>
          <a:fillRef idx="0">
            <a:schemeClr val="accent1"/>
          </a:fillRef>
          <a:effectRef idx="2">
            <a:schemeClr val="accent1"/>
          </a:effectRef>
          <a:fontRef idx="minor">
            <a:schemeClr val="tx1"/>
          </a:fontRef>
        </p:style>
      </p:cxnSp>
      <p:cxnSp>
        <p:nvCxnSpPr>
          <p:cNvPr id="252" name="直接连接符 251"/>
          <p:cNvCxnSpPr>
            <a:stCxn id="248" idx="0"/>
          </p:cNvCxnSpPr>
          <p:nvPr/>
        </p:nvCxnSpPr>
        <p:spPr>
          <a:xfrm flipH="1" flipV="1">
            <a:off x="5963934" y="4573811"/>
            <a:ext cx="181932" cy="941940"/>
          </a:xfrm>
          <a:prstGeom prst="line">
            <a:avLst/>
          </a:prstGeom>
        </p:spPr>
        <p:style>
          <a:lnRef idx="3">
            <a:schemeClr val="accent1"/>
          </a:lnRef>
          <a:fillRef idx="0">
            <a:schemeClr val="accent1"/>
          </a:fillRef>
          <a:effectRef idx="2">
            <a:schemeClr val="accent1"/>
          </a:effectRef>
          <a:fontRef idx="minor">
            <a:schemeClr val="tx1"/>
          </a:fontRef>
        </p:style>
      </p:cxnSp>
      <p:cxnSp>
        <p:nvCxnSpPr>
          <p:cNvPr id="253" name="直接连接符 252"/>
          <p:cNvCxnSpPr>
            <a:stCxn id="249" idx="0"/>
          </p:cNvCxnSpPr>
          <p:nvPr/>
        </p:nvCxnSpPr>
        <p:spPr>
          <a:xfrm flipH="1" flipV="1">
            <a:off x="6126526" y="4680947"/>
            <a:ext cx="613882" cy="834804"/>
          </a:xfrm>
          <a:prstGeom prst="line">
            <a:avLst/>
          </a:prstGeom>
        </p:spPr>
        <p:style>
          <a:lnRef idx="3">
            <a:schemeClr val="accent1"/>
          </a:lnRef>
          <a:fillRef idx="0">
            <a:schemeClr val="accent1"/>
          </a:fillRef>
          <a:effectRef idx="2">
            <a:schemeClr val="accent1"/>
          </a:effectRef>
          <a:fontRef idx="minor">
            <a:schemeClr val="tx1"/>
          </a:fontRef>
        </p:style>
      </p:cxnSp>
      <p:pic>
        <p:nvPicPr>
          <p:cNvPr id="254" name="Picture 24" descr="集线器"/>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08561" y="4338057"/>
            <a:ext cx="914400" cy="6029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55" name="组合 254"/>
          <p:cNvGrpSpPr/>
          <p:nvPr/>
        </p:nvGrpSpPr>
        <p:grpSpPr>
          <a:xfrm>
            <a:off x="2506885" y="3627923"/>
            <a:ext cx="3358876" cy="716138"/>
            <a:chOff x="3785724" y="3537814"/>
            <a:chExt cx="3358876" cy="607324"/>
          </a:xfrm>
        </p:grpSpPr>
        <p:cxnSp>
          <p:nvCxnSpPr>
            <p:cNvPr id="256" name="直接连接符 255"/>
            <p:cNvCxnSpPr/>
            <p:nvPr/>
          </p:nvCxnSpPr>
          <p:spPr>
            <a:xfrm flipV="1">
              <a:off x="3785724" y="3537814"/>
              <a:ext cx="0" cy="607018"/>
            </a:xfrm>
            <a:prstGeom prst="line">
              <a:avLst/>
            </a:prstGeom>
          </p:spPr>
          <p:style>
            <a:lnRef idx="3">
              <a:schemeClr val="accent1"/>
            </a:lnRef>
            <a:fillRef idx="0">
              <a:schemeClr val="accent1"/>
            </a:fillRef>
            <a:effectRef idx="2">
              <a:schemeClr val="accent1"/>
            </a:effectRef>
            <a:fontRef idx="minor">
              <a:schemeClr val="tx1"/>
            </a:fontRef>
          </p:style>
        </p:cxnSp>
        <p:cxnSp>
          <p:nvCxnSpPr>
            <p:cNvPr id="257" name="直接连接符 256"/>
            <p:cNvCxnSpPr/>
            <p:nvPr/>
          </p:nvCxnSpPr>
          <p:spPr>
            <a:xfrm>
              <a:off x="3785724" y="3538120"/>
              <a:ext cx="3358876" cy="0"/>
            </a:xfrm>
            <a:prstGeom prst="line">
              <a:avLst/>
            </a:prstGeom>
          </p:spPr>
          <p:style>
            <a:lnRef idx="3">
              <a:schemeClr val="accent1"/>
            </a:lnRef>
            <a:fillRef idx="0">
              <a:schemeClr val="accent1"/>
            </a:fillRef>
            <a:effectRef idx="2">
              <a:schemeClr val="accent1"/>
            </a:effectRef>
            <a:fontRef idx="minor">
              <a:schemeClr val="tx1"/>
            </a:fontRef>
          </p:style>
        </p:cxnSp>
        <p:cxnSp>
          <p:nvCxnSpPr>
            <p:cNvPr id="258" name="直接连接符 257"/>
            <p:cNvCxnSpPr/>
            <p:nvPr/>
          </p:nvCxnSpPr>
          <p:spPr>
            <a:xfrm flipV="1">
              <a:off x="7144600" y="3538120"/>
              <a:ext cx="0" cy="607018"/>
            </a:xfrm>
            <a:prstGeom prst="line">
              <a:avLst/>
            </a:prstGeom>
          </p:spPr>
          <p:style>
            <a:lnRef idx="3">
              <a:schemeClr val="accent1"/>
            </a:lnRef>
            <a:fillRef idx="0">
              <a:schemeClr val="accent1"/>
            </a:fillRef>
            <a:effectRef idx="2">
              <a:schemeClr val="accent1"/>
            </a:effectRef>
            <a:fontRef idx="minor">
              <a:schemeClr val="tx1"/>
            </a:fontRef>
          </p:style>
        </p:cxnSp>
      </p:grpSp>
      <p:pic>
        <p:nvPicPr>
          <p:cNvPr id="259" name="Picture 48"/>
          <p:cNvPicPr>
            <a:picLocks noChangeArrowheads="1"/>
          </p:cNvPicPr>
          <p:nvPr/>
        </p:nvPicPr>
        <p:blipFill>
          <a:blip r:embed="rId5">
            <a:duotone>
              <a:prstClr val="black"/>
              <a:schemeClr val="accent1">
                <a:tint val="45000"/>
                <a:satMod val="400000"/>
              </a:schemeClr>
            </a:duotone>
            <a:extLst>
              <a:ext uri="{28A0092B-C50C-407E-A947-70E740481C1C}">
                <a14:useLocalDpi xmlns:a14="http://schemas.microsoft.com/office/drawing/2010/main" val="0"/>
              </a:ext>
            </a:extLst>
          </a:blip>
          <a:srcRect/>
          <a:stretch>
            <a:fillRect/>
          </a:stretch>
        </p:blipFill>
        <p:spPr bwMode="auto">
          <a:xfrm>
            <a:off x="3784631" y="3240631"/>
            <a:ext cx="870272" cy="606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260" name="文本框 259"/>
          <p:cNvSpPr txBox="1"/>
          <p:nvPr/>
        </p:nvSpPr>
        <p:spPr>
          <a:xfrm>
            <a:off x="3814461" y="2972807"/>
            <a:ext cx="82747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Bridge</a:t>
            </a: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61" name="椭圆 260"/>
          <p:cNvSpPr/>
          <p:nvPr/>
        </p:nvSpPr>
        <p:spPr>
          <a:xfrm>
            <a:off x="3674207" y="3570925"/>
            <a:ext cx="135653" cy="114883"/>
          </a:xfrm>
          <a:prstGeom prst="ellipse">
            <a:avLst/>
          </a:prstGeom>
          <a:solidFill>
            <a:srgbClr val="5B30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3" name="文本框 262"/>
          <p:cNvSpPr txBox="1"/>
          <p:nvPr/>
        </p:nvSpPr>
        <p:spPr>
          <a:xfrm>
            <a:off x="3057601" y="3677384"/>
            <a:ext cx="715260" cy="338554"/>
          </a:xfrm>
          <a:prstGeom prst="rect">
            <a:avLst/>
          </a:prstGeom>
          <a:noFill/>
        </p:spPr>
        <p:txBody>
          <a:bodyPr wrap="none" rtlCol="0">
            <a:spAutoFit/>
          </a:bodyPr>
          <a:lstStyle/>
          <a:p>
            <a:r>
              <a:rPr lang="zh-CN" altLang="en-US" sz="1600" dirty="0">
                <a:latin typeface="微软雅黑" panose="020B0503020204020204" pitchFamily="34" charset="-122"/>
                <a:ea typeface="微软雅黑" panose="020B0503020204020204" pitchFamily="34" charset="-122"/>
              </a:rPr>
              <a:t>端口</a:t>
            </a:r>
            <a:r>
              <a:rPr lang="en-US" altLang="zh-CN" sz="1600" dirty="0">
                <a:latin typeface="微软雅黑" panose="020B0503020204020204" pitchFamily="34" charset="-122"/>
                <a:ea typeface="微软雅黑" panose="020B0503020204020204" pitchFamily="34" charset="-122"/>
              </a:rPr>
              <a:t>1</a:t>
            </a:r>
            <a:endParaRPr lang="zh-CN" altLang="en-US" sz="1600" dirty="0">
              <a:latin typeface="微软雅黑" panose="020B0503020204020204" pitchFamily="34" charset="-122"/>
              <a:ea typeface="微软雅黑" panose="020B0503020204020204" pitchFamily="34" charset="-122"/>
            </a:endParaRPr>
          </a:p>
        </p:txBody>
      </p:sp>
      <p:grpSp>
        <p:nvGrpSpPr>
          <p:cNvPr id="7" name="组合 6"/>
          <p:cNvGrpSpPr/>
          <p:nvPr/>
        </p:nvGrpSpPr>
        <p:grpSpPr>
          <a:xfrm>
            <a:off x="4684001" y="1235905"/>
            <a:ext cx="7299407" cy="3231756"/>
            <a:chOff x="4684001" y="1235905"/>
            <a:chExt cx="7299407" cy="3231756"/>
          </a:xfrm>
        </p:grpSpPr>
        <p:grpSp>
          <p:nvGrpSpPr>
            <p:cNvPr id="5" name="组合 4"/>
            <p:cNvGrpSpPr/>
            <p:nvPr/>
          </p:nvGrpSpPr>
          <p:grpSpPr>
            <a:xfrm>
              <a:off x="7408233" y="1235905"/>
              <a:ext cx="4575175" cy="3208338"/>
              <a:chOff x="7408233" y="1235905"/>
              <a:chExt cx="4575175" cy="3208338"/>
            </a:xfrm>
          </p:grpSpPr>
          <p:sp>
            <p:nvSpPr>
              <p:cNvPr id="61" name="Rectangle 67"/>
              <p:cNvSpPr>
                <a:spLocks noChangeArrowheads="1"/>
              </p:cNvSpPr>
              <p:nvPr/>
            </p:nvSpPr>
            <p:spPr bwMode="auto">
              <a:xfrm>
                <a:off x="7408233" y="1235905"/>
                <a:ext cx="4575175" cy="3208338"/>
              </a:xfrm>
              <a:prstGeom prst="rect">
                <a:avLst/>
              </a:prstGeom>
              <a:solidFill>
                <a:srgbClr val="E7D1E7"/>
              </a:solidFill>
              <a:ln w="9525">
                <a:solidFill>
                  <a:schemeClr val="tx2"/>
                </a:solidFill>
                <a:miter lim="800000"/>
              </a:ln>
              <a:effectLst>
                <a:outerShdw dist="28398" dir="3806097" algn="ctr" rotWithShape="0">
                  <a:schemeClr val="tx1"/>
                </a:outerShdw>
              </a:effectLst>
            </p:spPr>
            <p:txBody>
              <a:bodyPr wrap="none" anchor="ctr"/>
              <a:lstStyle>
                <a:lvl1pPr defTabSz="762000">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defTabSz="76200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defTabSz="7620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defTabSz="7620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defTabSz="7620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algn="ctr">
                  <a:spcBef>
                    <a:spcPct val="0"/>
                  </a:spcBef>
                  <a:buClrTx/>
                  <a:buSzTx/>
                  <a:buFontTx/>
                  <a:buNone/>
                </a:pPr>
                <a:endParaRPr kumimoji="0" lang="zh-CN" altLang="zh-CN" sz="1800" dirty="0">
                  <a:solidFill>
                    <a:srgbClr val="000000"/>
                  </a:solidFill>
                  <a:latin typeface="微软雅黑" panose="020B0503020204020204" pitchFamily="34" charset="-122"/>
                  <a:ea typeface="微软雅黑" panose="020B0503020204020204" pitchFamily="34" charset="-122"/>
                </a:endParaRPr>
              </a:p>
            </p:txBody>
          </p:sp>
          <p:sp>
            <p:nvSpPr>
              <p:cNvPr id="62" name="Rectangle 68"/>
              <p:cNvSpPr>
                <a:spLocks noChangeArrowheads="1"/>
              </p:cNvSpPr>
              <p:nvPr/>
            </p:nvSpPr>
            <p:spPr bwMode="auto">
              <a:xfrm>
                <a:off x="9086221" y="1626430"/>
                <a:ext cx="793750" cy="522288"/>
              </a:xfrm>
              <a:prstGeom prst="rect">
                <a:avLst/>
              </a:prstGeom>
              <a:solidFill>
                <a:schemeClr val="bg1">
                  <a:lumMod val="85000"/>
                </a:schemeClr>
              </a:solidFill>
              <a:ln w="9525">
                <a:solidFill>
                  <a:schemeClr val="tx2"/>
                </a:solidFill>
                <a:miter lim="800000"/>
              </a:ln>
              <a:effectLst>
                <a:outerShdw dist="35921" dir="2700000" algn="ctr" rotWithShape="0">
                  <a:schemeClr val="tx1"/>
                </a:outerShdw>
              </a:effectLst>
            </p:spPr>
            <p:txBody>
              <a:bodyPr wrap="none" anchor="ctr"/>
              <a:lstStyle>
                <a:lvl1pPr>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eaLnBrk="1" hangingPunct="1">
                  <a:lnSpc>
                    <a:spcPts val="3100"/>
                  </a:lnSpc>
                  <a:buFont typeface="Wingdings" panose="05000000000000000000" pitchFamily="2" charset="2"/>
                  <a:buNone/>
                </a:pPr>
                <a:endParaRPr kumimoji="0" lang="zh-CN" altLang="en-US">
                  <a:solidFill>
                    <a:srgbClr val="020202"/>
                  </a:solidFill>
                  <a:latin typeface="微软雅黑" panose="020B0503020204020204" pitchFamily="34" charset="-122"/>
                  <a:ea typeface="微软雅黑" panose="020B0503020204020204" pitchFamily="34" charset="-122"/>
                </a:endParaRPr>
              </a:p>
            </p:txBody>
          </p:sp>
          <p:sp>
            <p:nvSpPr>
              <p:cNvPr id="63" name="Rectangle 69"/>
              <p:cNvSpPr>
                <a:spLocks noChangeArrowheads="1"/>
              </p:cNvSpPr>
              <p:nvPr/>
            </p:nvSpPr>
            <p:spPr bwMode="auto">
              <a:xfrm>
                <a:off x="9058832" y="1712922"/>
                <a:ext cx="875241"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defTabSz="76200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defTabSz="7620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defTabSz="7620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defTabSz="7620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a:spcBef>
                    <a:spcPct val="0"/>
                  </a:spcBef>
                  <a:buClrTx/>
                  <a:buSzTx/>
                  <a:buFontTx/>
                  <a:buNone/>
                </a:pPr>
                <a:r>
                  <a:rPr lang="zh-CN" altLang="en-US" sz="1800" dirty="0">
                    <a:solidFill>
                      <a:srgbClr val="000000"/>
                    </a:solidFill>
                    <a:latin typeface="微软雅黑" panose="020B0503020204020204" pitchFamily="34" charset="-122"/>
                    <a:ea typeface="微软雅黑" panose="020B0503020204020204" pitchFamily="34" charset="-122"/>
                  </a:rPr>
                  <a:t>转发表</a:t>
                </a:r>
              </a:p>
            </p:txBody>
          </p:sp>
          <p:sp>
            <p:nvSpPr>
              <p:cNvPr id="64" name="Line 70"/>
              <p:cNvSpPr>
                <a:spLocks noChangeShapeType="1"/>
              </p:cNvSpPr>
              <p:nvPr/>
            </p:nvSpPr>
            <p:spPr bwMode="auto">
              <a:xfrm flipV="1">
                <a:off x="9860921" y="1416880"/>
                <a:ext cx="693737" cy="233363"/>
              </a:xfrm>
              <a:prstGeom prst="line">
                <a:avLst/>
              </a:prstGeom>
              <a:noFill/>
              <a:ln w="12700">
                <a:solidFill>
                  <a:schemeClr val="tx1"/>
                </a:solidFill>
                <a:prstDash val="dash"/>
                <a:round/>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65" name="Line 71"/>
              <p:cNvSpPr>
                <a:spLocks noChangeShapeType="1"/>
              </p:cNvSpPr>
              <p:nvPr/>
            </p:nvSpPr>
            <p:spPr bwMode="auto">
              <a:xfrm>
                <a:off x="9881558" y="2136018"/>
                <a:ext cx="682625" cy="1503362"/>
              </a:xfrm>
              <a:prstGeom prst="line">
                <a:avLst/>
              </a:prstGeom>
              <a:noFill/>
              <a:ln w="12700">
                <a:solidFill>
                  <a:schemeClr val="tx1"/>
                </a:solidFill>
                <a:prstDash val="dash"/>
                <a:round/>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66" name="Rectangle 72"/>
              <p:cNvSpPr>
                <a:spLocks noChangeArrowheads="1"/>
              </p:cNvSpPr>
              <p:nvPr/>
            </p:nvSpPr>
            <p:spPr bwMode="auto">
              <a:xfrm>
                <a:off x="7587621" y="2697993"/>
                <a:ext cx="2411412" cy="712787"/>
              </a:xfrm>
              <a:prstGeom prst="rect">
                <a:avLst/>
              </a:prstGeom>
              <a:solidFill>
                <a:schemeClr val="bg1"/>
              </a:solidFill>
              <a:ln w="9525">
                <a:solidFill>
                  <a:schemeClr val="tx2"/>
                </a:solidFill>
                <a:miter lim="800000"/>
              </a:ln>
              <a:effectLst>
                <a:outerShdw dist="35921" dir="2700000" algn="ctr" rotWithShape="0">
                  <a:schemeClr val="tx1"/>
                </a:outerShdw>
              </a:effectLst>
            </p:spPr>
            <p:txBody>
              <a:bodyPr wrap="none" anchor="ctr"/>
              <a:lstStyle>
                <a:lvl1pPr>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eaLnBrk="1" hangingPunct="1">
                  <a:lnSpc>
                    <a:spcPts val="3100"/>
                  </a:lnSpc>
                  <a:buFont typeface="Wingdings" panose="05000000000000000000" pitchFamily="2" charset="2"/>
                  <a:buNone/>
                </a:pPr>
                <a:endParaRPr kumimoji="0" lang="zh-CN" altLang="en-US">
                  <a:solidFill>
                    <a:srgbClr val="020202"/>
                  </a:solidFill>
                  <a:latin typeface="微软雅黑" panose="020B0503020204020204" pitchFamily="34" charset="-122"/>
                  <a:ea typeface="微软雅黑" panose="020B0503020204020204" pitchFamily="34" charset="-122"/>
                </a:endParaRPr>
              </a:p>
            </p:txBody>
          </p:sp>
          <p:sp>
            <p:nvSpPr>
              <p:cNvPr id="67" name="Rectangle 73"/>
              <p:cNvSpPr>
                <a:spLocks noChangeArrowheads="1"/>
              </p:cNvSpPr>
              <p:nvPr/>
            </p:nvSpPr>
            <p:spPr bwMode="auto">
              <a:xfrm>
                <a:off x="7559046" y="2751968"/>
                <a:ext cx="1101725"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defTabSz="76200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defTabSz="7620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defTabSz="7620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defTabSz="7620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a:spcBef>
                    <a:spcPct val="0"/>
                  </a:spcBef>
                  <a:buClrTx/>
                  <a:buSzTx/>
                  <a:buFontTx/>
                  <a:buNone/>
                </a:pPr>
                <a:r>
                  <a:rPr lang="zh-CN" altLang="en-US" sz="1800">
                    <a:solidFill>
                      <a:srgbClr val="000000"/>
                    </a:solidFill>
                    <a:latin typeface="微软雅黑" panose="020B0503020204020204" pitchFamily="34" charset="-122"/>
                    <a:ea typeface="微软雅黑" panose="020B0503020204020204" pitchFamily="34" charset="-122"/>
                  </a:rPr>
                  <a:t>接口管理</a:t>
                </a:r>
              </a:p>
              <a:p>
                <a:pPr>
                  <a:spcBef>
                    <a:spcPct val="0"/>
                  </a:spcBef>
                  <a:buClrTx/>
                  <a:buSzTx/>
                  <a:buFontTx/>
                  <a:buNone/>
                </a:pPr>
                <a:r>
                  <a:rPr lang="zh-CN" altLang="en-US" sz="1800">
                    <a:solidFill>
                      <a:srgbClr val="000000"/>
                    </a:solidFill>
                    <a:latin typeface="微软雅黑" panose="020B0503020204020204" pitchFamily="34" charset="-122"/>
                    <a:ea typeface="微软雅黑" panose="020B0503020204020204" pitchFamily="34" charset="-122"/>
                  </a:rPr>
                  <a:t>    软件</a:t>
                </a:r>
              </a:p>
            </p:txBody>
          </p:sp>
          <p:sp>
            <p:nvSpPr>
              <p:cNvPr id="68" name="Rectangle 74"/>
              <p:cNvSpPr>
                <a:spLocks noChangeArrowheads="1"/>
              </p:cNvSpPr>
              <p:nvPr/>
            </p:nvSpPr>
            <p:spPr bwMode="auto">
              <a:xfrm>
                <a:off x="8986208" y="2747205"/>
                <a:ext cx="1101725"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defTabSz="76200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defTabSz="7620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defTabSz="7620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defTabSz="7620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a:spcBef>
                    <a:spcPct val="0"/>
                  </a:spcBef>
                  <a:buClrTx/>
                  <a:buSzTx/>
                  <a:buFontTx/>
                  <a:buNone/>
                </a:pPr>
                <a:r>
                  <a:rPr lang="zh-CN" altLang="en-US" sz="1800">
                    <a:solidFill>
                      <a:srgbClr val="000000"/>
                    </a:solidFill>
                    <a:latin typeface="微软雅黑" panose="020B0503020204020204" pitchFamily="34" charset="-122"/>
                    <a:ea typeface="微软雅黑" panose="020B0503020204020204" pitchFamily="34" charset="-122"/>
                  </a:rPr>
                  <a:t>网桥协议</a:t>
                </a:r>
              </a:p>
              <a:p>
                <a:pPr>
                  <a:spcBef>
                    <a:spcPct val="0"/>
                  </a:spcBef>
                  <a:buClrTx/>
                  <a:buSzTx/>
                  <a:buFontTx/>
                  <a:buNone/>
                </a:pPr>
                <a:r>
                  <a:rPr lang="zh-CN" altLang="en-US" sz="1800">
                    <a:solidFill>
                      <a:srgbClr val="000000"/>
                    </a:solidFill>
                    <a:latin typeface="微软雅黑" panose="020B0503020204020204" pitchFamily="34" charset="-122"/>
                    <a:ea typeface="微软雅黑" panose="020B0503020204020204" pitchFamily="34" charset="-122"/>
                  </a:rPr>
                  <a:t>    实体</a:t>
                </a:r>
              </a:p>
            </p:txBody>
          </p:sp>
          <p:sp>
            <p:nvSpPr>
              <p:cNvPr id="69" name="Line 75"/>
              <p:cNvSpPr>
                <a:spLocks noChangeShapeType="1"/>
              </p:cNvSpPr>
              <p:nvPr/>
            </p:nvSpPr>
            <p:spPr bwMode="auto">
              <a:xfrm>
                <a:off x="8605208" y="2882143"/>
                <a:ext cx="488950" cy="0"/>
              </a:xfrm>
              <a:prstGeom prst="line">
                <a:avLst/>
              </a:prstGeom>
              <a:noFill/>
              <a:ln w="28575">
                <a:solidFill>
                  <a:srgbClr val="333399"/>
                </a:solidFill>
                <a:round/>
                <a:headEnd type="none" w="sm" len="med"/>
                <a:tailEnd type="triangle" w="med" len="lg"/>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70" name="Line 76"/>
              <p:cNvSpPr>
                <a:spLocks noChangeShapeType="1"/>
              </p:cNvSpPr>
              <p:nvPr/>
            </p:nvSpPr>
            <p:spPr bwMode="auto">
              <a:xfrm flipH="1">
                <a:off x="8567108" y="3059943"/>
                <a:ext cx="484188" cy="0"/>
              </a:xfrm>
              <a:prstGeom prst="line">
                <a:avLst/>
              </a:prstGeom>
              <a:noFill/>
              <a:ln w="28575">
                <a:solidFill>
                  <a:srgbClr val="333399"/>
                </a:solidFill>
                <a:round/>
                <a:headEnd type="none" w="sm" len="med"/>
                <a:tailEnd type="triangle" w="med" len="lg"/>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71" name="Line 77"/>
              <p:cNvSpPr>
                <a:spLocks noChangeShapeType="1"/>
              </p:cNvSpPr>
              <p:nvPr/>
            </p:nvSpPr>
            <p:spPr bwMode="auto">
              <a:xfrm>
                <a:off x="8868733" y="2682118"/>
                <a:ext cx="0" cy="728662"/>
              </a:xfrm>
              <a:prstGeom prst="line">
                <a:avLst/>
              </a:prstGeom>
              <a:noFill/>
              <a:ln w="12700">
                <a:solidFill>
                  <a:schemeClr val="tx2"/>
                </a:solidFill>
                <a:round/>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72" name="Line 78"/>
              <p:cNvSpPr>
                <a:spLocks noChangeShapeType="1"/>
              </p:cNvSpPr>
              <p:nvPr/>
            </p:nvSpPr>
            <p:spPr bwMode="auto">
              <a:xfrm>
                <a:off x="9489446" y="2156655"/>
                <a:ext cx="0" cy="546100"/>
              </a:xfrm>
              <a:prstGeom prst="line">
                <a:avLst/>
              </a:prstGeom>
              <a:noFill/>
              <a:ln w="28575">
                <a:solidFill>
                  <a:srgbClr val="333399"/>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73" name="Rectangle 79"/>
              <p:cNvSpPr>
                <a:spLocks noChangeArrowheads="1"/>
              </p:cNvSpPr>
              <p:nvPr/>
            </p:nvSpPr>
            <p:spPr bwMode="auto">
              <a:xfrm>
                <a:off x="9094158" y="3798130"/>
                <a:ext cx="725488" cy="407988"/>
              </a:xfrm>
              <a:prstGeom prst="rect">
                <a:avLst/>
              </a:prstGeom>
              <a:solidFill>
                <a:schemeClr val="bg1"/>
              </a:solidFill>
              <a:ln w="12700">
                <a:solidFill>
                  <a:schemeClr val="tx1"/>
                </a:solidFill>
                <a:miter lim="800000"/>
              </a:ln>
              <a:effectLst>
                <a:outerShdw dist="35921" dir="2700000" algn="ctr" rotWithShape="0">
                  <a:schemeClr val="tx1"/>
                </a:outerShdw>
              </a:effectLst>
            </p:spPr>
            <p:txBody>
              <a:bodyPr wrap="none" anchor="ctr"/>
              <a:lstStyle>
                <a:lvl1pPr>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algn="ctr" eaLnBrk="1" hangingPunct="1">
                  <a:spcBef>
                    <a:spcPct val="0"/>
                  </a:spcBef>
                  <a:buClrTx/>
                  <a:buSzTx/>
                  <a:buFontTx/>
                  <a:buNone/>
                </a:pPr>
                <a:r>
                  <a:rPr kumimoji="0" lang="zh-CN" altLang="en-US" sz="2000">
                    <a:solidFill>
                      <a:srgbClr val="000000"/>
                    </a:solidFill>
                    <a:latin typeface="微软雅黑" panose="020B0503020204020204" pitchFamily="34" charset="-122"/>
                    <a:ea typeface="微软雅黑" panose="020B0503020204020204" pitchFamily="34" charset="-122"/>
                  </a:rPr>
                  <a:t>缓存</a:t>
                </a:r>
              </a:p>
            </p:txBody>
          </p:sp>
          <p:sp>
            <p:nvSpPr>
              <p:cNvPr id="74" name="Rectangle 80"/>
              <p:cNvSpPr>
                <a:spLocks noChangeArrowheads="1"/>
              </p:cNvSpPr>
              <p:nvPr/>
            </p:nvSpPr>
            <p:spPr bwMode="auto">
              <a:xfrm>
                <a:off x="7604408" y="3809274"/>
                <a:ext cx="836612" cy="401638"/>
              </a:xfrm>
              <a:prstGeom prst="rect">
                <a:avLst/>
              </a:prstGeom>
              <a:solidFill>
                <a:schemeClr val="bg1"/>
              </a:solidFill>
              <a:ln w="9525">
                <a:solidFill>
                  <a:schemeClr val="tx2"/>
                </a:solidFill>
                <a:miter lim="800000"/>
              </a:ln>
              <a:effectLst>
                <a:outerShdw dist="35921" dir="2700000" algn="ctr" rotWithShape="0">
                  <a:schemeClr val="tx1"/>
                </a:outerShdw>
              </a:effectLst>
            </p:spPr>
            <p:txBody>
              <a:bodyPr wrap="none" anchor="ctr"/>
              <a:lstStyle>
                <a:lvl1pPr defTabSz="762000">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defTabSz="76200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defTabSz="7620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defTabSz="7620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defTabSz="7620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algn="ctr">
                  <a:spcBef>
                    <a:spcPct val="0"/>
                  </a:spcBef>
                  <a:buClrTx/>
                  <a:buSzTx/>
                  <a:buFontTx/>
                  <a:buNone/>
                </a:pPr>
                <a:r>
                  <a:rPr lang="zh-CN" altLang="en-US" sz="1800" dirty="0">
                    <a:solidFill>
                      <a:srgbClr val="000000"/>
                    </a:solidFill>
                    <a:latin typeface="微软雅黑" panose="020B0503020204020204" pitchFamily="34" charset="-122"/>
                    <a:ea typeface="微软雅黑" panose="020B0503020204020204" pitchFamily="34" charset="-122"/>
                  </a:rPr>
                  <a:t>端口</a:t>
                </a:r>
                <a:r>
                  <a:rPr lang="en-US" altLang="zh-CN" sz="1800" dirty="0">
                    <a:solidFill>
                      <a:srgbClr val="000000"/>
                    </a:solidFill>
                    <a:latin typeface="微软雅黑" panose="020B0503020204020204" pitchFamily="34" charset="-122"/>
                    <a:ea typeface="微软雅黑" panose="020B0503020204020204" pitchFamily="34" charset="-122"/>
                  </a:rPr>
                  <a:t>1</a:t>
                </a:r>
              </a:p>
            </p:txBody>
          </p:sp>
          <p:sp>
            <p:nvSpPr>
              <p:cNvPr id="75" name="Rectangle 81"/>
              <p:cNvSpPr>
                <a:spLocks noChangeArrowheads="1"/>
              </p:cNvSpPr>
              <p:nvPr/>
            </p:nvSpPr>
            <p:spPr bwMode="auto">
              <a:xfrm>
                <a:off x="10573708" y="3798130"/>
                <a:ext cx="835025" cy="401638"/>
              </a:xfrm>
              <a:prstGeom prst="rect">
                <a:avLst/>
              </a:prstGeom>
              <a:solidFill>
                <a:schemeClr val="bg1"/>
              </a:solidFill>
              <a:ln w="9525">
                <a:solidFill>
                  <a:schemeClr val="tx2"/>
                </a:solidFill>
                <a:miter lim="800000"/>
              </a:ln>
              <a:effectLst>
                <a:outerShdw dist="35921" dir="2700000" algn="ctr" rotWithShape="0">
                  <a:schemeClr val="tx1"/>
                </a:outerShdw>
              </a:effectLst>
            </p:spPr>
            <p:txBody>
              <a:bodyPr wrap="none" anchor="ctr"/>
              <a:lstStyle>
                <a:lvl1pPr defTabSz="762000">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defTabSz="76200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defTabSz="7620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defTabSz="7620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defTabSz="7620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algn="ctr">
                  <a:spcBef>
                    <a:spcPct val="0"/>
                  </a:spcBef>
                  <a:buClrTx/>
                  <a:buSzTx/>
                  <a:buFontTx/>
                  <a:buNone/>
                </a:pPr>
                <a:r>
                  <a:rPr lang="zh-CN" altLang="en-US" sz="1800" dirty="0">
                    <a:solidFill>
                      <a:srgbClr val="000000"/>
                    </a:solidFill>
                    <a:latin typeface="微软雅黑" panose="020B0503020204020204" pitchFamily="34" charset="-122"/>
                    <a:ea typeface="微软雅黑" panose="020B0503020204020204" pitchFamily="34" charset="-122"/>
                  </a:rPr>
                  <a:t>端口</a:t>
                </a:r>
                <a:r>
                  <a:rPr lang="en-US" altLang="zh-CN" sz="1800" dirty="0">
                    <a:solidFill>
                      <a:srgbClr val="000000"/>
                    </a:solidFill>
                    <a:latin typeface="微软雅黑" panose="020B0503020204020204" pitchFamily="34" charset="-122"/>
                    <a:ea typeface="微软雅黑" panose="020B0503020204020204" pitchFamily="34" charset="-122"/>
                  </a:rPr>
                  <a:t>2</a:t>
                </a:r>
              </a:p>
            </p:txBody>
          </p:sp>
          <p:sp>
            <p:nvSpPr>
              <p:cNvPr id="76" name="Line 82"/>
              <p:cNvSpPr>
                <a:spLocks noChangeShapeType="1"/>
              </p:cNvSpPr>
              <p:nvPr/>
            </p:nvSpPr>
            <p:spPr bwMode="auto">
              <a:xfrm>
                <a:off x="9462458" y="3398080"/>
                <a:ext cx="0" cy="412750"/>
              </a:xfrm>
              <a:prstGeom prst="line">
                <a:avLst/>
              </a:prstGeom>
              <a:noFill/>
              <a:ln w="28575">
                <a:solidFill>
                  <a:srgbClr val="333399"/>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90" name="Rectangle 96"/>
              <p:cNvSpPr>
                <a:spLocks noChangeArrowheads="1"/>
              </p:cNvSpPr>
              <p:nvPr/>
            </p:nvSpPr>
            <p:spPr bwMode="auto">
              <a:xfrm>
                <a:off x="10554658" y="1402593"/>
                <a:ext cx="1314450" cy="2227262"/>
              </a:xfrm>
              <a:prstGeom prst="rect">
                <a:avLst/>
              </a:prstGeom>
              <a:solidFill>
                <a:schemeClr val="bg2"/>
              </a:solidFill>
              <a:ln w="9525">
                <a:solidFill>
                  <a:schemeClr val="tx2"/>
                </a:solidFill>
                <a:miter lim="800000"/>
              </a:ln>
              <a:effectLst>
                <a:outerShdw dist="35921" dir="2700000" algn="ctr" rotWithShape="0">
                  <a:schemeClr val="tx1"/>
                </a:outerShdw>
              </a:effectLst>
            </p:spPr>
            <p:txBody>
              <a:bodyPr wrap="none" anchor="ctr"/>
              <a:lstStyle>
                <a:lvl1pPr>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eaLnBrk="1" hangingPunct="1">
                  <a:lnSpc>
                    <a:spcPts val="3100"/>
                  </a:lnSpc>
                  <a:buFont typeface="Wingdings" panose="05000000000000000000" pitchFamily="2" charset="2"/>
                  <a:buNone/>
                </a:pPr>
                <a:endParaRPr kumimoji="0" lang="zh-CN" altLang="en-US">
                  <a:solidFill>
                    <a:srgbClr val="020202"/>
                  </a:solidFill>
                  <a:latin typeface="微软雅黑" panose="020B0503020204020204" pitchFamily="34" charset="-122"/>
                  <a:ea typeface="微软雅黑" panose="020B0503020204020204" pitchFamily="34" charset="-122"/>
                </a:endParaRPr>
              </a:p>
            </p:txBody>
          </p:sp>
          <p:sp>
            <p:nvSpPr>
              <p:cNvPr id="92" name="Rectangle 97"/>
              <p:cNvSpPr>
                <a:spLocks noChangeArrowheads="1"/>
              </p:cNvSpPr>
              <p:nvPr/>
            </p:nvSpPr>
            <p:spPr bwMode="auto">
              <a:xfrm>
                <a:off x="11430958" y="1694693"/>
                <a:ext cx="330200"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defTabSz="76200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defTabSz="7620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defTabSz="7620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defTabSz="7620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a:spcBef>
                    <a:spcPct val="0"/>
                  </a:spcBef>
                  <a:buClrTx/>
                  <a:buSzTx/>
                  <a:buFontTx/>
                  <a:buNone/>
                </a:pPr>
                <a:r>
                  <a:rPr lang="en-US" altLang="zh-CN" sz="1800">
                    <a:solidFill>
                      <a:srgbClr val="000000"/>
                    </a:solidFill>
                    <a:latin typeface="微软雅黑" panose="020B0503020204020204" pitchFamily="34" charset="-122"/>
                    <a:ea typeface="微软雅黑" panose="020B0503020204020204" pitchFamily="34" charset="-122"/>
                  </a:rPr>
                  <a:t>1</a:t>
                </a:r>
              </a:p>
            </p:txBody>
          </p:sp>
          <p:sp>
            <p:nvSpPr>
              <p:cNvPr id="93" name="Rectangle 98"/>
              <p:cNvSpPr>
                <a:spLocks noChangeArrowheads="1"/>
              </p:cNvSpPr>
              <p:nvPr/>
            </p:nvSpPr>
            <p:spPr bwMode="auto">
              <a:xfrm>
                <a:off x="11430958" y="2021718"/>
                <a:ext cx="317396"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defTabSz="76200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defTabSz="7620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defTabSz="7620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defTabSz="7620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a:spcBef>
                    <a:spcPct val="0"/>
                  </a:spcBef>
                  <a:buClrTx/>
                  <a:buSzTx/>
                  <a:buFontTx/>
                  <a:buNone/>
                </a:pPr>
                <a:r>
                  <a:rPr lang="en-US" altLang="zh-CN" sz="1800">
                    <a:solidFill>
                      <a:srgbClr val="000000"/>
                    </a:solidFill>
                    <a:latin typeface="微软雅黑" panose="020B0503020204020204" pitchFamily="34" charset="-122"/>
                    <a:ea typeface="微软雅黑" panose="020B0503020204020204" pitchFamily="34" charset="-122"/>
                  </a:rPr>
                  <a:t>1</a:t>
                </a:r>
              </a:p>
            </p:txBody>
          </p:sp>
          <p:sp>
            <p:nvSpPr>
              <p:cNvPr id="94" name="Rectangle 99"/>
              <p:cNvSpPr>
                <a:spLocks noChangeArrowheads="1"/>
              </p:cNvSpPr>
              <p:nvPr/>
            </p:nvSpPr>
            <p:spPr bwMode="auto">
              <a:xfrm>
                <a:off x="11430958" y="2356680"/>
                <a:ext cx="330200"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defTabSz="76200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defTabSz="7620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defTabSz="7620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defTabSz="7620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a:spcBef>
                    <a:spcPct val="0"/>
                  </a:spcBef>
                  <a:buClrTx/>
                  <a:buSzTx/>
                  <a:buFontTx/>
                  <a:buNone/>
                </a:pPr>
                <a:r>
                  <a:rPr lang="en-US" altLang="zh-CN" sz="1800">
                    <a:solidFill>
                      <a:srgbClr val="000000"/>
                    </a:solidFill>
                    <a:latin typeface="微软雅黑" panose="020B0503020204020204" pitchFamily="34" charset="-122"/>
                    <a:ea typeface="微软雅黑" panose="020B0503020204020204" pitchFamily="34" charset="-122"/>
                  </a:rPr>
                  <a:t>1</a:t>
                </a:r>
              </a:p>
            </p:txBody>
          </p:sp>
          <p:sp>
            <p:nvSpPr>
              <p:cNvPr id="95" name="Rectangle 100"/>
              <p:cNvSpPr>
                <a:spLocks noChangeArrowheads="1"/>
              </p:cNvSpPr>
              <p:nvPr/>
            </p:nvSpPr>
            <p:spPr bwMode="auto">
              <a:xfrm>
                <a:off x="11430958" y="2658305"/>
                <a:ext cx="317396"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defTabSz="76200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defTabSz="7620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defTabSz="7620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defTabSz="7620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a:spcBef>
                    <a:spcPct val="0"/>
                  </a:spcBef>
                  <a:buClrTx/>
                  <a:buSzTx/>
                  <a:buFontTx/>
                  <a:buNone/>
                </a:pPr>
                <a:r>
                  <a:rPr lang="en-US" altLang="zh-CN" sz="1800">
                    <a:solidFill>
                      <a:srgbClr val="000000"/>
                    </a:solidFill>
                    <a:latin typeface="微软雅黑" panose="020B0503020204020204" pitchFamily="34" charset="-122"/>
                    <a:ea typeface="微软雅黑" panose="020B0503020204020204" pitchFamily="34" charset="-122"/>
                  </a:rPr>
                  <a:t>2</a:t>
                </a:r>
              </a:p>
            </p:txBody>
          </p:sp>
          <p:sp>
            <p:nvSpPr>
              <p:cNvPr id="96" name="Rectangle 101"/>
              <p:cNvSpPr>
                <a:spLocks noChangeArrowheads="1"/>
              </p:cNvSpPr>
              <p:nvPr/>
            </p:nvSpPr>
            <p:spPr bwMode="auto">
              <a:xfrm>
                <a:off x="10754683" y="1697868"/>
                <a:ext cx="346075"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defTabSz="76200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defTabSz="7620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defTabSz="7620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defTabSz="7620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a:spcBef>
                    <a:spcPct val="0"/>
                  </a:spcBef>
                  <a:buClrTx/>
                  <a:buSzTx/>
                  <a:buFontTx/>
                  <a:buNone/>
                </a:pPr>
                <a:r>
                  <a:rPr lang="en-US" altLang="zh-CN" sz="1800">
                    <a:solidFill>
                      <a:srgbClr val="000000"/>
                    </a:solidFill>
                    <a:latin typeface="微软雅黑" panose="020B0503020204020204" pitchFamily="34" charset="-122"/>
                    <a:ea typeface="微软雅黑" panose="020B0503020204020204" pitchFamily="34" charset="-122"/>
                  </a:rPr>
                  <a:t>A</a:t>
                </a:r>
              </a:p>
            </p:txBody>
          </p:sp>
          <p:sp>
            <p:nvSpPr>
              <p:cNvPr id="97" name="Rectangle 102"/>
              <p:cNvSpPr>
                <a:spLocks noChangeArrowheads="1"/>
              </p:cNvSpPr>
              <p:nvPr/>
            </p:nvSpPr>
            <p:spPr bwMode="auto">
              <a:xfrm>
                <a:off x="10754683" y="2340805"/>
                <a:ext cx="346075"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defTabSz="76200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defTabSz="7620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defTabSz="7620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defTabSz="7620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a:spcBef>
                    <a:spcPct val="0"/>
                  </a:spcBef>
                  <a:buClrTx/>
                  <a:buSzTx/>
                  <a:buFontTx/>
                  <a:buNone/>
                </a:pPr>
                <a:r>
                  <a:rPr lang="en-US" altLang="zh-CN" sz="1800">
                    <a:solidFill>
                      <a:srgbClr val="000000"/>
                    </a:solidFill>
                    <a:latin typeface="微软雅黑" panose="020B0503020204020204" pitchFamily="34" charset="-122"/>
                    <a:ea typeface="微软雅黑" panose="020B0503020204020204" pitchFamily="34" charset="-122"/>
                  </a:rPr>
                  <a:t>C</a:t>
                </a:r>
              </a:p>
            </p:txBody>
          </p:sp>
          <p:sp>
            <p:nvSpPr>
              <p:cNvPr id="98" name="Rectangle 103"/>
              <p:cNvSpPr>
                <a:spLocks noChangeArrowheads="1"/>
              </p:cNvSpPr>
              <p:nvPr/>
            </p:nvSpPr>
            <p:spPr bwMode="auto">
              <a:xfrm>
                <a:off x="10754683" y="2969455"/>
                <a:ext cx="309381"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defTabSz="76200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defTabSz="7620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defTabSz="7620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defTabSz="7620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a:spcBef>
                    <a:spcPct val="0"/>
                  </a:spcBef>
                  <a:buClrTx/>
                  <a:buSzTx/>
                  <a:buFontTx/>
                  <a:buNone/>
                </a:pPr>
                <a:r>
                  <a:rPr lang="en-US" altLang="zh-CN" sz="1800">
                    <a:solidFill>
                      <a:srgbClr val="000000"/>
                    </a:solidFill>
                    <a:latin typeface="微软雅黑" panose="020B0503020204020204" pitchFamily="34" charset="-122"/>
                    <a:ea typeface="微软雅黑" panose="020B0503020204020204" pitchFamily="34" charset="-122"/>
                  </a:rPr>
                  <a:t>E</a:t>
                </a:r>
              </a:p>
            </p:txBody>
          </p:sp>
          <p:sp>
            <p:nvSpPr>
              <p:cNvPr id="99" name="Rectangle 104"/>
              <p:cNvSpPr>
                <a:spLocks noChangeArrowheads="1"/>
              </p:cNvSpPr>
              <p:nvPr/>
            </p:nvSpPr>
            <p:spPr bwMode="auto">
              <a:xfrm>
                <a:off x="11430958" y="2958343"/>
                <a:ext cx="330200"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defTabSz="76200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defTabSz="7620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defTabSz="7620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defTabSz="7620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a:spcBef>
                    <a:spcPct val="0"/>
                  </a:spcBef>
                  <a:buClrTx/>
                  <a:buSzTx/>
                  <a:buFontTx/>
                  <a:buNone/>
                </a:pPr>
                <a:r>
                  <a:rPr lang="en-US" altLang="zh-CN" sz="1800">
                    <a:solidFill>
                      <a:srgbClr val="000000"/>
                    </a:solidFill>
                    <a:latin typeface="微软雅黑" panose="020B0503020204020204" pitchFamily="34" charset="-122"/>
                    <a:ea typeface="微软雅黑" panose="020B0503020204020204" pitchFamily="34" charset="-122"/>
                  </a:rPr>
                  <a:t>2</a:t>
                </a:r>
              </a:p>
            </p:txBody>
          </p:sp>
          <p:sp>
            <p:nvSpPr>
              <p:cNvPr id="100" name="Rectangle 105"/>
              <p:cNvSpPr>
                <a:spLocks noChangeArrowheads="1"/>
              </p:cNvSpPr>
              <p:nvPr/>
            </p:nvSpPr>
            <p:spPr bwMode="auto">
              <a:xfrm>
                <a:off x="10754683" y="2018543"/>
                <a:ext cx="333375"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defTabSz="76200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defTabSz="7620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defTabSz="7620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defTabSz="7620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a:spcBef>
                    <a:spcPct val="0"/>
                  </a:spcBef>
                  <a:buClrTx/>
                  <a:buSzTx/>
                  <a:buFontTx/>
                  <a:buNone/>
                </a:pPr>
                <a:r>
                  <a:rPr lang="en-US" altLang="zh-CN" sz="1800">
                    <a:solidFill>
                      <a:srgbClr val="000000"/>
                    </a:solidFill>
                    <a:latin typeface="微软雅黑" panose="020B0503020204020204" pitchFamily="34" charset="-122"/>
                    <a:ea typeface="微软雅黑" panose="020B0503020204020204" pitchFamily="34" charset="-122"/>
                  </a:rPr>
                  <a:t>B</a:t>
                </a:r>
              </a:p>
            </p:txBody>
          </p:sp>
          <p:sp>
            <p:nvSpPr>
              <p:cNvPr id="101" name="Rectangle 106"/>
              <p:cNvSpPr>
                <a:spLocks noChangeArrowheads="1"/>
              </p:cNvSpPr>
              <p:nvPr/>
            </p:nvSpPr>
            <p:spPr bwMode="auto">
              <a:xfrm>
                <a:off x="10754683" y="2653543"/>
                <a:ext cx="359074"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defTabSz="76200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defTabSz="7620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defTabSz="7620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defTabSz="7620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a:spcBef>
                    <a:spcPct val="0"/>
                  </a:spcBef>
                  <a:buClrTx/>
                  <a:buSzTx/>
                  <a:buFontTx/>
                  <a:buNone/>
                </a:pPr>
                <a:r>
                  <a:rPr lang="en-US" altLang="zh-CN" sz="1800">
                    <a:solidFill>
                      <a:srgbClr val="000000"/>
                    </a:solidFill>
                    <a:latin typeface="微软雅黑" panose="020B0503020204020204" pitchFamily="34" charset="-122"/>
                    <a:ea typeface="微软雅黑" panose="020B0503020204020204" pitchFamily="34" charset="-122"/>
                  </a:rPr>
                  <a:t>D</a:t>
                </a:r>
              </a:p>
            </p:txBody>
          </p:sp>
          <p:sp>
            <p:nvSpPr>
              <p:cNvPr id="102" name="Rectangle 107"/>
              <p:cNvSpPr>
                <a:spLocks noChangeArrowheads="1"/>
              </p:cNvSpPr>
              <p:nvPr/>
            </p:nvSpPr>
            <p:spPr bwMode="auto">
              <a:xfrm>
                <a:off x="10649908" y="3259968"/>
                <a:ext cx="584200"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8" tIns="44450" rIns="90488" bIns="44450">
                <a:spAutoFit/>
              </a:bodyPr>
              <a:lstStyle>
                <a:lvl1pPr defTabSz="762000">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defTabSz="76200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defTabSz="7620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defTabSz="7620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defTabSz="7620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a:spcBef>
                    <a:spcPct val="0"/>
                  </a:spcBef>
                  <a:buClrTx/>
                  <a:buSzTx/>
                  <a:buFontTx/>
                  <a:buNone/>
                </a:pPr>
                <a:r>
                  <a:rPr lang="en-US" altLang="zh-CN" sz="1800" dirty="0">
                    <a:solidFill>
                      <a:srgbClr val="000000"/>
                    </a:solidFill>
                    <a:latin typeface="微软雅黑" panose="020B0503020204020204" pitchFamily="34" charset="-122"/>
                    <a:ea typeface="微软雅黑" panose="020B0503020204020204" pitchFamily="34" charset="-122"/>
                  </a:rPr>
                  <a:t>……</a:t>
                </a:r>
              </a:p>
            </p:txBody>
          </p:sp>
          <p:sp>
            <p:nvSpPr>
              <p:cNvPr id="103" name="Rectangle 108"/>
              <p:cNvSpPr>
                <a:spLocks noChangeArrowheads="1"/>
              </p:cNvSpPr>
              <p:nvPr/>
            </p:nvSpPr>
            <p:spPr bwMode="auto">
              <a:xfrm>
                <a:off x="11336368" y="3253235"/>
                <a:ext cx="590550"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8" tIns="44450" rIns="90488" bIns="44450">
                <a:spAutoFit/>
              </a:bodyPr>
              <a:lstStyle>
                <a:lvl1pPr defTabSz="762000">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defTabSz="76200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defTabSz="7620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defTabSz="7620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defTabSz="7620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a:spcBef>
                    <a:spcPct val="0"/>
                  </a:spcBef>
                  <a:buClrTx/>
                  <a:buSzTx/>
                  <a:buFontTx/>
                  <a:buNone/>
                </a:pPr>
                <a:r>
                  <a:rPr lang="en-US" altLang="zh-CN" sz="1800" dirty="0">
                    <a:solidFill>
                      <a:srgbClr val="000000"/>
                    </a:solidFill>
                    <a:latin typeface="微软雅黑" panose="020B0503020204020204" pitchFamily="34" charset="-122"/>
                    <a:ea typeface="微软雅黑" panose="020B0503020204020204" pitchFamily="34" charset="-122"/>
                  </a:rPr>
                  <a:t>……</a:t>
                </a:r>
              </a:p>
            </p:txBody>
          </p:sp>
          <p:sp>
            <p:nvSpPr>
              <p:cNvPr id="104" name="Rectangle 109"/>
              <p:cNvSpPr>
                <a:spLocks noChangeArrowheads="1"/>
              </p:cNvSpPr>
              <p:nvPr/>
            </p:nvSpPr>
            <p:spPr bwMode="auto">
              <a:xfrm>
                <a:off x="10526083" y="1374018"/>
                <a:ext cx="871538"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defTabSz="76200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defTabSz="7620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defTabSz="7620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defTabSz="7620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a:spcBef>
                    <a:spcPct val="0"/>
                  </a:spcBef>
                  <a:buClrTx/>
                  <a:buSzTx/>
                  <a:buFontTx/>
                  <a:buNone/>
                </a:pPr>
                <a:r>
                  <a:rPr lang="zh-CN" altLang="en-US" sz="1800">
                    <a:solidFill>
                      <a:srgbClr val="000000"/>
                    </a:solidFill>
                    <a:latin typeface="微软雅黑" panose="020B0503020204020204" pitchFamily="34" charset="-122"/>
                    <a:ea typeface="微软雅黑" panose="020B0503020204020204" pitchFamily="34" charset="-122"/>
                  </a:rPr>
                  <a:t>站地址</a:t>
                </a:r>
              </a:p>
            </p:txBody>
          </p:sp>
          <p:sp>
            <p:nvSpPr>
              <p:cNvPr id="105" name="Rectangle 110"/>
              <p:cNvSpPr>
                <a:spLocks noChangeArrowheads="1"/>
              </p:cNvSpPr>
              <p:nvPr/>
            </p:nvSpPr>
            <p:spPr bwMode="auto">
              <a:xfrm>
                <a:off x="11280146" y="1378780"/>
                <a:ext cx="641350"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defTabSz="76200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defTabSz="7620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defTabSz="7620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defTabSz="7620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a:spcBef>
                    <a:spcPct val="0"/>
                  </a:spcBef>
                  <a:buClrTx/>
                  <a:buSzTx/>
                  <a:buFontTx/>
                  <a:buNone/>
                </a:pPr>
                <a:r>
                  <a:rPr lang="zh-CN" altLang="en-US" sz="1800">
                    <a:solidFill>
                      <a:srgbClr val="000000"/>
                    </a:solidFill>
                    <a:latin typeface="微软雅黑" panose="020B0503020204020204" pitchFamily="34" charset="-122"/>
                    <a:ea typeface="微软雅黑" panose="020B0503020204020204" pitchFamily="34" charset="-122"/>
                  </a:rPr>
                  <a:t>接口</a:t>
                </a:r>
              </a:p>
            </p:txBody>
          </p:sp>
          <p:sp>
            <p:nvSpPr>
              <p:cNvPr id="106" name="Line 111"/>
              <p:cNvSpPr>
                <a:spLocks noChangeShapeType="1"/>
              </p:cNvSpPr>
              <p:nvPr/>
            </p:nvSpPr>
            <p:spPr bwMode="auto">
              <a:xfrm>
                <a:off x="10554658" y="2036005"/>
                <a:ext cx="1328738" cy="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107" name="Line 112"/>
              <p:cNvSpPr>
                <a:spLocks noChangeShapeType="1"/>
              </p:cNvSpPr>
              <p:nvPr/>
            </p:nvSpPr>
            <p:spPr bwMode="auto">
              <a:xfrm>
                <a:off x="11318246" y="1402593"/>
                <a:ext cx="0" cy="2217737"/>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108" name="Line 113"/>
              <p:cNvSpPr>
                <a:spLocks noChangeShapeType="1"/>
              </p:cNvSpPr>
              <p:nvPr/>
            </p:nvSpPr>
            <p:spPr bwMode="auto">
              <a:xfrm>
                <a:off x="10554658" y="2353505"/>
                <a:ext cx="1338263" cy="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109" name="Line 114"/>
              <p:cNvSpPr>
                <a:spLocks noChangeShapeType="1"/>
              </p:cNvSpPr>
              <p:nvPr/>
            </p:nvSpPr>
            <p:spPr bwMode="auto">
              <a:xfrm>
                <a:off x="10554658" y="2669418"/>
                <a:ext cx="1347788" cy="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110" name="Line 115"/>
              <p:cNvSpPr>
                <a:spLocks noChangeShapeType="1"/>
              </p:cNvSpPr>
              <p:nvPr/>
            </p:nvSpPr>
            <p:spPr bwMode="auto">
              <a:xfrm>
                <a:off x="10554658" y="2986918"/>
                <a:ext cx="1328738" cy="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111" name="Line 116"/>
              <p:cNvSpPr>
                <a:spLocks noChangeShapeType="1"/>
              </p:cNvSpPr>
              <p:nvPr/>
            </p:nvSpPr>
            <p:spPr bwMode="auto">
              <a:xfrm>
                <a:off x="10554658" y="3302830"/>
                <a:ext cx="1309688" cy="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112" name="Line 117"/>
              <p:cNvSpPr>
                <a:spLocks noChangeShapeType="1"/>
              </p:cNvSpPr>
              <p:nvPr/>
            </p:nvSpPr>
            <p:spPr bwMode="auto">
              <a:xfrm>
                <a:off x="10554658" y="1720093"/>
                <a:ext cx="1328738"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113" name="Rectangle 118"/>
              <p:cNvSpPr>
                <a:spLocks noChangeArrowheads="1"/>
              </p:cNvSpPr>
              <p:nvPr/>
            </p:nvSpPr>
            <p:spPr bwMode="auto">
              <a:xfrm>
                <a:off x="7484433" y="1277180"/>
                <a:ext cx="798296"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defTabSz="76200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defTabSz="7620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defTabSz="7620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defTabSz="7620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a:spcBef>
                    <a:spcPct val="0"/>
                  </a:spcBef>
                  <a:buClrTx/>
                  <a:buSzTx/>
                  <a:buFontTx/>
                  <a:buNone/>
                </a:pPr>
                <a:r>
                  <a:rPr lang="zh-CN" altLang="en-US" sz="2400">
                    <a:solidFill>
                      <a:srgbClr val="000000"/>
                    </a:solidFill>
                    <a:latin typeface="微软雅黑" panose="020B0503020204020204" pitchFamily="34" charset="-122"/>
                    <a:ea typeface="微软雅黑" panose="020B0503020204020204" pitchFamily="34" charset="-122"/>
                  </a:rPr>
                  <a:t>网桥</a:t>
                </a:r>
              </a:p>
            </p:txBody>
          </p:sp>
          <p:cxnSp>
            <p:nvCxnSpPr>
              <p:cNvPr id="137" name="直接箭头连接符 136"/>
              <p:cNvCxnSpPr>
                <a:stCxn id="74" idx="3"/>
                <a:endCxn id="73" idx="1"/>
              </p:cNvCxnSpPr>
              <p:nvPr/>
            </p:nvCxnSpPr>
            <p:spPr>
              <a:xfrm flipV="1">
                <a:off x="8441020" y="4002124"/>
                <a:ext cx="653138" cy="7969"/>
              </a:xfrm>
              <a:prstGeom prst="straightConnector1">
                <a:avLst/>
              </a:prstGeom>
              <a:ln w="28575">
                <a:solidFill>
                  <a:srgbClr val="333399"/>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38" name="直接箭头连接符 137"/>
              <p:cNvCxnSpPr/>
              <p:nvPr/>
            </p:nvCxnSpPr>
            <p:spPr>
              <a:xfrm>
                <a:off x="9811708" y="4006918"/>
                <a:ext cx="752475" cy="3175"/>
              </a:xfrm>
              <a:prstGeom prst="straightConnector1">
                <a:avLst/>
              </a:prstGeom>
              <a:ln w="28575">
                <a:solidFill>
                  <a:srgbClr val="333399"/>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4" name="等腰三角形 3"/>
            <p:cNvSpPr/>
            <p:nvPr/>
          </p:nvSpPr>
          <p:spPr>
            <a:xfrm rot="16200000">
              <a:off x="4434392" y="1493820"/>
              <a:ext cx="3223450" cy="2724232"/>
            </a:xfrm>
            <a:prstGeom prst="triangle">
              <a:avLst>
                <a:gd name="adj" fmla="val 34641"/>
              </a:avLst>
            </a:prstGeom>
            <a:solidFill>
              <a:srgbClr val="D9A9FF">
                <a:alpha val="2509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244" name="文本框 243"/>
          <p:cNvSpPr txBox="1"/>
          <p:nvPr/>
        </p:nvSpPr>
        <p:spPr>
          <a:xfrm>
            <a:off x="4852375" y="4439370"/>
            <a:ext cx="91440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Hub</a:t>
            </a: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62" name="椭圆 261"/>
          <p:cNvSpPr/>
          <p:nvPr/>
        </p:nvSpPr>
        <p:spPr>
          <a:xfrm>
            <a:off x="4625706" y="3559221"/>
            <a:ext cx="135653" cy="114883"/>
          </a:xfrm>
          <a:prstGeom prst="ellipse">
            <a:avLst/>
          </a:prstGeom>
          <a:solidFill>
            <a:srgbClr val="5B30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4" name="文本框 263"/>
          <p:cNvSpPr txBox="1"/>
          <p:nvPr/>
        </p:nvSpPr>
        <p:spPr>
          <a:xfrm>
            <a:off x="4640641" y="3682409"/>
            <a:ext cx="715260" cy="338554"/>
          </a:xfrm>
          <a:prstGeom prst="rect">
            <a:avLst/>
          </a:prstGeom>
          <a:noFill/>
        </p:spPr>
        <p:txBody>
          <a:bodyPr wrap="none" rtlCol="0">
            <a:spAutoFit/>
          </a:bodyPr>
          <a:lstStyle/>
          <a:p>
            <a:r>
              <a:rPr lang="zh-CN" altLang="en-US" sz="1600" dirty="0">
                <a:latin typeface="微软雅黑" panose="020B0503020204020204" pitchFamily="34" charset="-122"/>
                <a:ea typeface="微软雅黑" panose="020B0503020204020204" pitchFamily="34" charset="-122"/>
              </a:rPr>
              <a:t>端口</a:t>
            </a:r>
            <a:r>
              <a:rPr lang="en-US" altLang="zh-CN" sz="1600" dirty="0">
                <a:latin typeface="微软雅黑" panose="020B0503020204020204" pitchFamily="34" charset="-122"/>
                <a:ea typeface="微软雅黑" panose="020B0503020204020204" pitchFamily="34" charset="-122"/>
              </a:rPr>
              <a:t>2</a:t>
            </a:r>
            <a:endParaRPr lang="zh-CN" altLang="en-US" sz="1600"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en-US" altLang="zh-CN" dirty="0"/>
              <a:t> </a:t>
            </a:r>
            <a:r>
              <a:rPr kumimoji="1" lang="zh-CN" altLang="zh-CN" dirty="0"/>
              <a:t>数据链路层交换原理</a:t>
            </a:r>
            <a:endParaRPr kumimoji="1" lang="zh-CN" altLang="en-US" dirty="0"/>
          </a:p>
        </p:txBody>
      </p:sp>
      <p:sp>
        <p:nvSpPr>
          <p:cNvPr id="91" name="内容占位符 2"/>
          <p:cNvSpPr>
            <a:spLocks noGrp="1"/>
          </p:cNvSpPr>
          <p:nvPr>
            <p:ph idx="1"/>
          </p:nvPr>
        </p:nvSpPr>
        <p:spPr>
          <a:xfrm>
            <a:off x="838200" y="1417272"/>
            <a:ext cx="10515600" cy="5131205"/>
          </a:xfrm>
        </p:spPr>
        <p:txBody>
          <a:bodyPr>
            <a:normAutofit/>
          </a:bodyPr>
          <a:lstStyle/>
          <a:p>
            <a:pPr>
              <a:lnSpc>
                <a:spcPct val="120000"/>
              </a:lnSpc>
            </a:pPr>
            <a:r>
              <a:rPr kumimoji="1" lang="zh-CN" altLang="en-US" dirty="0">
                <a:solidFill>
                  <a:srgbClr val="7030A0"/>
                </a:solidFill>
              </a:rPr>
              <a:t>练习：</a:t>
            </a:r>
            <a:r>
              <a:rPr kumimoji="1" lang="zh-CN" altLang="en-US" dirty="0"/>
              <a:t>图中有几个冲突域？</a:t>
            </a:r>
            <a:endParaRPr kumimoji="1" lang="en-US" altLang="zh-CN" dirty="0"/>
          </a:p>
          <a:p>
            <a:pPr marL="0" indent="0">
              <a:lnSpc>
                <a:spcPct val="120000"/>
              </a:lnSpc>
              <a:buNone/>
            </a:pPr>
            <a:endParaRPr kumimoji="1" lang="en-US" altLang="zh-CN" dirty="0"/>
          </a:p>
          <a:p>
            <a:pPr marL="0" indent="0">
              <a:lnSpc>
                <a:spcPct val="120000"/>
              </a:lnSpc>
              <a:buNone/>
            </a:pPr>
            <a:endParaRPr kumimoji="1" lang="zh-CN" altLang="en-US" dirty="0"/>
          </a:p>
        </p:txBody>
      </p:sp>
      <p:grpSp>
        <p:nvGrpSpPr>
          <p:cNvPr id="3" name="组合 2"/>
          <p:cNvGrpSpPr/>
          <p:nvPr/>
        </p:nvGrpSpPr>
        <p:grpSpPr>
          <a:xfrm>
            <a:off x="4852038" y="4482786"/>
            <a:ext cx="1943100" cy="127000"/>
            <a:chOff x="2481373" y="3431576"/>
            <a:chExt cx="1943100" cy="127000"/>
          </a:xfrm>
        </p:grpSpPr>
        <p:sp>
          <p:nvSpPr>
            <p:cNvPr id="128" name="Rectangle 87"/>
            <p:cNvSpPr>
              <a:spLocks noChangeArrowheads="1"/>
            </p:cNvSpPr>
            <p:nvPr/>
          </p:nvSpPr>
          <p:spPr bwMode="auto">
            <a:xfrm>
              <a:off x="2481373" y="3449038"/>
              <a:ext cx="104775" cy="109538"/>
            </a:xfrm>
            <a:prstGeom prst="rect">
              <a:avLst/>
            </a:prstGeom>
            <a:solidFill>
              <a:schemeClr val="tx1"/>
            </a:solidFill>
            <a:ln w="12700">
              <a:solidFill>
                <a:schemeClr val="tx1"/>
              </a:solidFill>
              <a:miter lim="800000"/>
            </a:ln>
          </p:spPr>
          <p:txBody>
            <a:bodyPr wrap="none" anchor="ctr"/>
            <a:lstStyle>
              <a:lvl1pPr>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eaLnBrk="1" hangingPunct="1">
                <a:lnSpc>
                  <a:spcPts val="3100"/>
                </a:lnSpc>
                <a:buFont typeface="Wingdings" panose="05000000000000000000" pitchFamily="2" charset="2"/>
                <a:buNone/>
              </a:pPr>
              <a:endParaRPr kumimoji="0" lang="zh-CN" altLang="en-US" sz="2000">
                <a:solidFill>
                  <a:srgbClr val="020202"/>
                </a:solidFill>
                <a:latin typeface="微软雅黑" panose="020B0503020204020204" pitchFamily="34" charset="-122"/>
                <a:ea typeface="微软雅黑" panose="020B0503020204020204" pitchFamily="34" charset="-122"/>
              </a:endParaRPr>
            </a:p>
          </p:txBody>
        </p:sp>
        <p:sp>
          <p:nvSpPr>
            <p:cNvPr id="129" name="Line 88"/>
            <p:cNvSpPr>
              <a:spLocks noChangeShapeType="1"/>
            </p:cNvSpPr>
            <p:nvPr/>
          </p:nvSpPr>
          <p:spPr bwMode="auto">
            <a:xfrm flipV="1">
              <a:off x="2528998" y="3503013"/>
              <a:ext cx="1835150" cy="3175"/>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wrap="none" anchor="ctr"/>
            <a:lstStyle/>
            <a:p>
              <a:endParaRPr lang="zh-CN" altLang="en-US" sz="2000">
                <a:latin typeface="微软雅黑" panose="020B0503020204020204" pitchFamily="34" charset="-122"/>
                <a:ea typeface="微软雅黑" panose="020B0503020204020204" pitchFamily="34" charset="-122"/>
              </a:endParaRPr>
            </a:p>
          </p:txBody>
        </p:sp>
        <p:sp>
          <p:nvSpPr>
            <p:cNvPr id="130" name="Rectangle 89"/>
            <p:cNvSpPr>
              <a:spLocks noChangeArrowheads="1"/>
            </p:cNvSpPr>
            <p:nvPr/>
          </p:nvSpPr>
          <p:spPr bwMode="auto">
            <a:xfrm>
              <a:off x="4319698" y="3431576"/>
              <a:ext cx="104775" cy="111125"/>
            </a:xfrm>
            <a:prstGeom prst="rect">
              <a:avLst/>
            </a:prstGeom>
            <a:solidFill>
              <a:schemeClr val="tx1"/>
            </a:solidFill>
            <a:ln w="12700">
              <a:solidFill>
                <a:schemeClr val="tx1"/>
              </a:solidFill>
              <a:miter lim="800000"/>
            </a:ln>
          </p:spPr>
          <p:txBody>
            <a:bodyPr wrap="none" anchor="ctr"/>
            <a:lstStyle>
              <a:lvl1pPr>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eaLnBrk="1" hangingPunct="1">
                <a:lnSpc>
                  <a:spcPts val="3100"/>
                </a:lnSpc>
                <a:buFont typeface="Wingdings" panose="05000000000000000000" pitchFamily="2" charset="2"/>
                <a:buNone/>
              </a:pPr>
              <a:endParaRPr kumimoji="0" lang="zh-CN" altLang="en-US" sz="2000">
                <a:solidFill>
                  <a:srgbClr val="020202"/>
                </a:solidFill>
                <a:latin typeface="微软雅黑" panose="020B0503020204020204" pitchFamily="34" charset="-122"/>
                <a:ea typeface="微软雅黑" panose="020B0503020204020204" pitchFamily="34" charset="-122"/>
              </a:endParaRPr>
            </a:p>
          </p:txBody>
        </p:sp>
      </p:grpSp>
      <p:grpSp>
        <p:nvGrpSpPr>
          <p:cNvPr id="5" name="组合 4"/>
          <p:cNvGrpSpPr/>
          <p:nvPr/>
        </p:nvGrpSpPr>
        <p:grpSpPr>
          <a:xfrm>
            <a:off x="4295358" y="3030203"/>
            <a:ext cx="1943100" cy="127000"/>
            <a:chOff x="7226627" y="5302036"/>
            <a:chExt cx="1943100" cy="127000"/>
          </a:xfrm>
        </p:grpSpPr>
        <p:sp>
          <p:nvSpPr>
            <p:cNvPr id="131" name="Rectangle 87"/>
            <p:cNvSpPr>
              <a:spLocks noChangeArrowheads="1"/>
            </p:cNvSpPr>
            <p:nvPr/>
          </p:nvSpPr>
          <p:spPr bwMode="auto">
            <a:xfrm>
              <a:off x="7226627" y="5319498"/>
              <a:ext cx="104775" cy="109538"/>
            </a:xfrm>
            <a:prstGeom prst="rect">
              <a:avLst/>
            </a:prstGeom>
            <a:solidFill>
              <a:schemeClr val="tx1"/>
            </a:solidFill>
            <a:ln w="12700">
              <a:solidFill>
                <a:schemeClr val="tx1"/>
              </a:solidFill>
              <a:miter lim="800000"/>
            </a:ln>
          </p:spPr>
          <p:txBody>
            <a:bodyPr wrap="none" anchor="ctr"/>
            <a:lstStyle>
              <a:lvl1pPr>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eaLnBrk="1" hangingPunct="1">
                <a:lnSpc>
                  <a:spcPts val="3100"/>
                </a:lnSpc>
                <a:buFont typeface="Wingdings" panose="05000000000000000000" pitchFamily="2" charset="2"/>
                <a:buNone/>
              </a:pPr>
              <a:endParaRPr kumimoji="0" lang="zh-CN" altLang="en-US" sz="2000">
                <a:solidFill>
                  <a:srgbClr val="020202"/>
                </a:solidFill>
                <a:latin typeface="微软雅黑" panose="020B0503020204020204" pitchFamily="34" charset="-122"/>
                <a:ea typeface="微软雅黑" panose="020B0503020204020204" pitchFamily="34" charset="-122"/>
              </a:endParaRPr>
            </a:p>
          </p:txBody>
        </p:sp>
        <p:sp>
          <p:nvSpPr>
            <p:cNvPr id="132" name="Line 88"/>
            <p:cNvSpPr>
              <a:spLocks noChangeShapeType="1"/>
            </p:cNvSpPr>
            <p:nvPr/>
          </p:nvSpPr>
          <p:spPr bwMode="auto">
            <a:xfrm flipV="1">
              <a:off x="7274252" y="5373473"/>
              <a:ext cx="1835150" cy="3175"/>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wrap="none" anchor="ctr"/>
            <a:lstStyle/>
            <a:p>
              <a:endParaRPr lang="zh-CN" altLang="en-US" sz="2000">
                <a:latin typeface="微软雅黑" panose="020B0503020204020204" pitchFamily="34" charset="-122"/>
                <a:ea typeface="微软雅黑" panose="020B0503020204020204" pitchFamily="34" charset="-122"/>
              </a:endParaRPr>
            </a:p>
          </p:txBody>
        </p:sp>
        <p:sp>
          <p:nvSpPr>
            <p:cNvPr id="133" name="Rectangle 89"/>
            <p:cNvSpPr>
              <a:spLocks noChangeArrowheads="1"/>
            </p:cNvSpPr>
            <p:nvPr/>
          </p:nvSpPr>
          <p:spPr bwMode="auto">
            <a:xfrm>
              <a:off x="9064952" y="5302036"/>
              <a:ext cx="104775" cy="111125"/>
            </a:xfrm>
            <a:prstGeom prst="rect">
              <a:avLst/>
            </a:prstGeom>
            <a:solidFill>
              <a:schemeClr val="tx1"/>
            </a:solidFill>
            <a:ln w="12700">
              <a:solidFill>
                <a:schemeClr val="tx1"/>
              </a:solidFill>
              <a:miter lim="800000"/>
            </a:ln>
          </p:spPr>
          <p:txBody>
            <a:bodyPr wrap="none" anchor="ctr"/>
            <a:lstStyle>
              <a:lvl1pPr>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eaLnBrk="1" hangingPunct="1">
                <a:lnSpc>
                  <a:spcPts val="3100"/>
                </a:lnSpc>
                <a:buFont typeface="Wingdings" panose="05000000000000000000" pitchFamily="2" charset="2"/>
                <a:buNone/>
              </a:pPr>
              <a:endParaRPr kumimoji="0" lang="zh-CN" altLang="en-US" sz="2000">
                <a:solidFill>
                  <a:srgbClr val="020202"/>
                </a:solidFill>
                <a:latin typeface="微软雅黑" panose="020B0503020204020204" pitchFamily="34" charset="-122"/>
                <a:ea typeface="微软雅黑" panose="020B0503020204020204" pitchFamily="34" charset="-122"/>
              </a:endParaRPr>
            </a:p>
          </p:txBody>
        </p:sp>
      </p:grpSp>
      <p:sp>
        <p:nvSpPr>
          <p:cNvPr id="135" name="文本框 134"/>
          <p:cNvSpPr txBox="1"/>
          <p:nvPr/>
        </p:nvSpPr>
        <p:spPr>
          <a:xfrm>
            <a:off x="3885783" y="3350493"/>
            <a:ext cx="914400"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Hub</a:t>
            </a:r>
            <a:endPar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grpSp>
        <p:nvGrpSpPr>
          <p:cNvPr id="137" name="组合 136"/>
          <p:cNvGrpSpPr/>
          <p:nvPr/>
        </p:nvGrpSpPr>
        <p:grpSpPr>
          <a:xfrm>
            <a:off x="2490946" y="4487349"/>
            <a:ext cx="1943100" cy="127000"/>
            <a:chOff x="7226627" y="5302036"/>
            <a:chExt cx="1943100" cy="127000"/>
          </a:xfrm>
        </p:grpSpPr>
        <p:sp>
          <p:nvSpPr>
            <p:cNvPr id="138" name="Rectangle 87"/>
            <p:cNvSpPr>
              <a:spLocks noChangeArrowheads="1"/>
            </p:cNvSpPr>
            <p:nvPr/>
          </p:nvSpPr>
          <p:spPr bwMode="auto">
            <a:xfrm>
              <a:off x="7226627" y="5319498"/>
              <a:ext cx="104775" cy="109538"/>
            </a:xfrm>
            <a:prstGeom prst="rect">
              <a:avLst/>
            </a:prstGeom>
            <a:solidFill>
              <a:schemeClr val="tx1"/>
            </a:solidFill>
            <a:ln w="12700">
              <a:solidFill>
                <a:schemeClr val="tx1"/>
              </a:solidFill>
              <a:miter lim="800000"/>
            </a:ln>
          </p:spPr>
          <p:txBody>
            <a:bodyPr wrap="none" anchor="ctr"/>
            <a:lstStyle>
              <a:lvl1pPr>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eaLnBrk="1" hangingPunct="1">
                <a:lnSpc>
                  <a:spcPts val="3100"/>
                </a:lnSpc>
                <a:buFont typeface="Wingdings" panose="05000000000000000000" pitchFamily="2" charset="2"/>
                <a:buNone/>
              </a:pPr>
              <a:endParaRPr kumimoji="0" lang="zh-CN" altLang="en-US" sz="2000">
                <a:solidFill>
                  <a:srgbClr val="020202"/>
                </a:solidFill>
                <a:latin typeface="微软雅黑" panose="020B0503020204020204" pitchFamily="34" charset="-122"/>
                <a:ea typeface="微软雅黑" panose="020B0503020204020204" pitchFamily="34" charset="-122"/>
              </a:endParaRPr>
            </a:p>
          </p:txBody>
        </p:sp>
        <p:sp>
          <p:nvSpPr>
            <p:cNvPr id="139" name="Line 88"/>
            <p:cNvSpPr>
              <a:spLocks noChangeShapeType="1"/>
            </p:cNvSpPr>
            <p:nvPr/>
          </p:nvSpPr>
          <p:spPr bwMode="auto">
            <a:xfrm flipV="1">
              <a:off x="7274252" y="5373473"/>
              <a:ext cx="1835150" cy="3175"/>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wrap="none" anchor="ctr"/>
            <a:lstStyle/>
            <a:p>
              <a:endParaRPr lang="zh-CN" altLang="en-US" sz="2000">
                <a:latin typeface="微软雅黑" panose="020B0503020204020204" pitchFamily="34" charset="-122"/>
                <a:ea typeface="微软雅黑" panose="020B0503020204020204" pitchFamily="34" charset="-122"/>
              </a:endParaRPr>
            </a:p>
          </p:txBody>
        </p:sp>
        <p:sp>
          <p:nvSpPr>
            <p:cNvPr id="140" name="Rectangle 89"/>
            <p:cNvSpPr>
              <a:spLocks noChangeArrowheads="1"/>
            </p:cNvSpPr>
            <p:nvPr/>
          </p:nvSpPr>
          <p:spPr bwMode="auto">
            <a:xfrm>
              <a:off x="9064952" y="5302036"/>
              <a:ext cx="104775" cy="111125"/>
            </a:xfrm>
            <a:prstGeom prst="rect">
              <a:avLst/>
            </a:prstGeom>
            <a:solidFill>
              <a:schemeClr val="tx1"/>
            </a:solidFill>
            <a:ln w="12700">
              <a:solidFill>
                <a:schemeClr val="tx1"/>
              </a:solidFill>
              <a:miter lim="800000"/>
            </a:ln>
          </p:spPr>
          <p:txBody>
            <a:bodyPr wrap="none" anchor="ctr"/>
            <a:lstStyle>
              <a:lvl1pPr>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eaLnBrk="1" hangingPunct="1">
                <a:lnSpc>
                  <a:spcPts val="3100"/>
                </a:lnSpc>
                <a:buFont typeface="Wingdings" panose="05000000000000000000" pitchFamily="2" charset="2"/>
                <a:buNone/>
              </a:pPr>
              <a:endParaRPr kumimoji="0" lang="zh-CN" altLang="en-US" sz="2000">
                <a:solidFill>
                  <a:srgbClr val="020202"/>
                </a:solidFill>
                <a:latin typeface="微软雅黑" panose="020B0503020204020204" pitchFamily="34" charset="-122"/>
                <a:ea typeface="微软雅黑" panose="020B0503020204020204" pitchFamily="34" charset="-122"/>
              </a:endParaRPr>
            </a:p>
          </p:txBody>
        </p:sp>
      </p:grpSp>
      <p:cxnSp>
        <p:nvCxnSpPr>
          <p:cNvPr id="9" name="直接连接符 8"/>
          <p:cNvCxnSpPr/>
          <p:nvPr/>
        </p:nvCxnSpPr>
        <p:spPr>
          <a:xfrm>
            <a:off x="4245742" y="3905269"/>
            <a:ext cx="0" cy="648000"/>
          </a:xfrm>
          <a:prstGeom prst="line">
            <a:avLst/>
          </a:prstGeom>
        </p:spPr>
        <p:style>
          <a:lnRef idx="3">
            <a:schemeClr val="accent1"/>
          </a:lnRef>
          <a:fillRef idx="0">
            <a:schemeClr val="accent1"/>
          </a:fillRef>
          <a:effectRef idx="2">
            <a:schemeClr val="accent1"/>
          </a:effectRef>
          <a:fontRef idx="minor">
            <a:schemeClr val="tx1"/>
          </a:fontRef>
        </p:style>
      </p:cxnSp>
      <p:cxnSp>
        <p:nvCxnSpPr>
          <p:cNvPr id="142" name="直接连接符 141"/>
          <p:cNvCxnSpPr/>
          <p:nvPr/>
        </p:nvCxnSpPr>
        <p:spPr>
          <a:xfrm>
            <a:off x="4651560" y="3100153"/>
            <a:ext cx="0" cy="561692"/>
          </a:xfrm>
          <a:prstGeom prst="line">
            <a:avLst/>
          </a:prstGeom>
        </p:spPr>
        <p:style>
          <a:lnRef idx="3">
            <a:schemeClr val="accent1"/>
          </a:lnRef>
          <a:fillRef idx="0">
            <a:schemeClr val="accent1"/>
          </a:fillRef>
          <a:effectRef idx="2">
            <a:schemeClr val="accent1"/>
          </a:effectRef>
          <a:fontRef idx="minor">
            <a:schemeClr val="tx1"/>
          </a:fontRef>
        </p:style>
      </p:cxnSp>
      <p:sp>
        <p:nvSpPr>
          <p:cNvPr id="145" name="文本框 144"/>
          <p:cNvSpPr txBox="1"/>
          <p:nvPr/>
        </p:nvSpPr>
        <p:spPr>
          <a:xfrm>
            <a:off x="6474817" y="3258501"/>
            <a:ext cx="984565"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Bridge</a:t>
            </a:r>
            <a:endPar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cxnSp>
        <p:nvCxnSpPr>
          <p:cNvPr id="146" name="直接连接符 145"/>
          <p:cNvCxnSpPr/>
          <p:nvPr/>
        </p:nvCxnSpPr>
        <p:spPr>
          <a:xfrm>
            <a:off x="6578685" y="3992531"/>
            <a:ext cx="0" cy="561692"/>
          </a:xfrm>
          <a:prstGeom prst="line">
            <a:avLst/>
          </a:prstGeom>
        </p:spPr>
        <p:style>
          <a:lnRef idx="3">
            <a:schemeClr val="accent1"/>
          </a:lnRef>
          <a:fillRef idx="0">
            <a:schemeClr val="accent1"/>
          </a:fillRef>
          <a:effectRef idx="2">
            <a:schemeClr val="accent1"/>
          </a:effectRef>
          <a:fontRef idx="minor">
            <a:schemeClr val="tx1"/>
          </a:fontRef>
        </p:style>
      </p:cxnSp>
      <p:grpSp>
        <p:nvGrpSpPr>
          <p:cNvPr id="147" name="组合 146"/>
          <p:cNvGrpSpPr/>
          <p:nvPr/>
        </p:nvGrpSpPr>
        <p:grpSpPr>
          <a:xfrm>
            <a:off x="6999145" y="4470247"/>
            <a:ext cx="1943100" cy="127000"/>
            <a:chOff x="2481373" y="3431576"/>
            <a:chExt cx="1943100" cy="127000"/>
          </a:xfrm>
        </p:grpSpPr>
        <p:sp>
          <p:nvSpPr>
            <p:cNvPr id="148" name="Rectangle 87"/>
            <p:cNvSpPr>
              <a:spLocks noChangeArrowheads="1"/>
            </p:cNvSpPr>
            <p:nvPr/>
          </p:nvSpPr>
          <p:spPr bwMode="auto">
            <a:xfrm>
              <a:off x="2481373" y="3449038"/>
              <a:ext cx="104775" cy="109538"/>
            </a:xfrm>
            <a:prstGeom prst="rect">
              <a:avLst/>
            </a:prstGeom>
            <a:solidFill>
              <a:schemeClr val="tx1"/>
            </a:solidFill>
            <a:ln w="12700">
              <a:solidFill>
                <a:schemeClr val="tx1"/>
              </a:solidFill>
              <a:miter lim="800000"/>
            </a:ln>
          </p:spPr>
          <p:txBody>
            <a:bodyPr wrap="none" anchor="ctr"/>
            <a:lstStyle>
              <a:lvl1pPr>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eaLnBrk="1" hangingPunct="1">
                <a:lnSpc>
                  <a:spcPts val="3100"/>
                </a:lnSpc>
                <a:buFont typeface="Wingdings" panose="05000000000000000000" pitchFamily="2" charset="2"/>
                <a:buNone/>
              </a:pPr>
              <a:endParaRPr kumimoji="0" lang="zh-CN" altLang="en-US" sz="2000">
                <a:solidFill>
                  <a:srgbClr val="020202"/>
                </a:solidFill>
                <a:latin typeface="微软雅黑" panose="020B0503020204020204" pitchFamily="34" charset="-122"/>
                <a:ea typeface="微软雅黑" panose="020B0503020204020204" pitchFamily="34" charset="-122"/>
              </a:endParaRPr>
            </a:p>
          </p:txBody>
        </p:sp>
        <p:sp>
          <p:nvSpPr>
            <p:cNvPr id="149" name="Line 88"/>
            <p:cNvSpPr>
              <a:spLocks noChangeShapeType="1"/>
            </p:cNvSpPr>
            <p:nvPr/>
          </p:nvSpPr>
          <p:spPr bwMode="auto">
            <a:xfrm flipV="1">
              <a:off x="2528998" y="3503013"/>
              <a:ext cx="1835150" cy="3175"/>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wrap="none" anchor="ctr"/>
            <a:lstStyle/>
            <a:p>
              <a:endParaRPr lang="zh-CN" altLang="en-US" sz="2000">
                <a:latin typeface="微软雅黑" panose="020B0503020204020204" pitchFamily="34" charset="-122"/>
                <a:ea typeface="微软雅黑" panose="020B0503020204020204" pitchFamily="34" charset="-122"/>
              </a:endParaRPr>
            </a:p>
          </p:txBody>
        </p:sp>
        <p:sp>
          <p:nvSpPr>
            <p:cNvPr id="150" name="Rectangle 89"/>
            <p:cNvSpPr>
              <a:spLocks noChangeArrowheads="1"/>
            </p:cNvSpPr>
            <p:nvPr/>
          </p:nvSpPr>
          <p:spPr bwMode="auto">
            <a:xfrm>
              <a:off x="4319698" y="3431576"/>
              <a:ext cx="104775" cy="111125"/>
            </a:xfrm>
            <a:prstGeom prst="rect">
              <a:avLst/>
            </a:prstGeom>
            <a:solidFill>
              <a:schemeClr val="tx1"/>
            </a:solidFill>
            <a:ln w="12700">
              <a:solidFill>
                <a:schemeClr val="tx1"/>
              </a:solidFill>
              <a:miter lim="800000"/>
            </a:ln>
          </p:spPr>
          <p:txBody>
            <a:bodyPr wrap="none" anchor="ctr"/>
            <a:lstStyle>
              <a:lvl1pPr>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eaLnBrk="1" hangingPunct="1">
                <a:lnSpc>
                  <a:spcPts val="3100"/>
                </a:lnSpc>
                <a:buFont typeface="Wingdings" panose="05000000000000000000" pitchFamily="2" charset="2"/>
                <a:buNone/>
              </a:pPr>
              <a:endParaRPr kumimoji="0" lang="zh-CN" altLang="en-US" sz="2000">
                <a:solidFill>
                  <a:srgbClr val="020202"/>
                </a:solidFill>
                <a:latin typeface="微软雅黑" panose="020B0503020204020204" pitchFamily="34" charset="-122"/>
                <a:ea typeface="微软雅黑" panose="020B0503020204020204" pitchFamily="34" charset="-122"/>
              </a:endParaRPr>
            </a:p>
          </p:txBody>
        </p:sp>
      </p:grpSp>
      <p:cxnSp>
        <p:nvCxnSpPr>
          <p:cNvPr id="151" name="直接连接符 150"/>
          <p:cNvCxnSpPr/>
          <p:nvPr/>
        </p:nvCxnSpPr>
        <p:spPr>
          <a:xfrm>
            <a:off x="7219605" y="3991105"/>
            <a:ext cx="0" cy="561692"/>
          </a:xfrm>
          <a:prstGeom prst="line">
            <a:avLst/>
          </a:prstGeom>
        </p:spPr>
        <p:style>
          <a:lnRef idx="3">
            <a:schemeClr val="accent1"/>
          </a:lnRef>
          <a:fillRef idx="0">
            <a:schemeClr val="accent1"/>
          </a:fillRef>
          <a:effectRef idx="2">
            <a:schemeClr val="accent1"/>
          </a:effectRef>
          <a:fontRef idx="minor">
            <a:schemeClr val="tx1"/>
          </a:fontRef>
        </p:style>
      </p:cxnSp>
      <p:sp>
        <p:nvSpPr>
          <p:cNvPr id="153" name="Rectangle 95"/>
          <p:cNvSpPr>
            <a:spLocks noChangeArrowheads="1"/>
          </p:cNvSpPr>
          <p:nvPr/>
        </p:nvSpPr>
        <p:spPr bwMode="auto">
          <a:xfrm>
            <a:off x="4994720" y="2678924"/>
            <a:ext cx="846387"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defTabSz="76200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defTabSz="7620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defTabSz="7620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defTabSz="7620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a:spcBef>
                <a:spcPct val="0"/>
              </a:spcBef>
              <a:buClrTx/>
              <a:buSzTx/>
              <a:buFontTx/>
              <a:buNone/>
            </a:pPr>
            <a:r>
              <a:rPr lang="zh-CN" altLang="en-US" sz="2000" dirty="0">
                <a:solidFill>
                  <a:srgbClr val="000000"/>
                </a:solidFill>
                <a:latin typeface="微软雅黑" panose="020B0503020204020204" pitchFamily="34" charset="-122"/>
                <a:ea typeface="微软雅黑" panose="020B0503020204020204" pitchFamily="34" charset="-122"/>
              </a:rPr>
              <a:t>网段</a:t>
            </a:r>
            <a:r>
              <a:rPr lang="en-US" altLang="zh-CN" sz="2000" dirty="0">
                <a:solidFill>
                  <a:srgbClr val="000000"/>
                </a:solidFill>
                <a:latin typeface="微软雅黑" panose="020B0503020204020204" pitchFamily="34" charset="-122"/>
                <a:ea typeface="微软雅黑" panose="020B0503020204020204" pitchFamily="34" charset="-122"/>
              </a:rPr>
              <a:t>1</a:t>
            </a:r>
          </a:p>
        </p:txBody>
      </p:sp>
      <p:sp>
        <p:nvSpPr>
          <p:cNvPr id="154" name="Rectangle 95"/>
          <p:cNvSpPr>
            <a:spLocks noChangeArrowheads="1"/>
          </p:cNvSpPr>
          <p:nvPr/>
        </p:nvSpPr>
        <p:spPr bwMode="auto">
          <a:xfrm>
            <a:off x="3003947" y="4562713"/>
            <a:ext cx="846387"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defTabSz="76200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defTabSz="7620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defTabSz="7620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defTabSz="7620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a:spcBef>
                <a:spcPct val="0"/>
              </a:spcBef>
              <a:buClrTx/>
              <a:buSzTx/>
              <a:buFontTx/>
              <a:buNone/>
            </a:pPr>
            <a:r>
              <a:rPr lang="zh-CN" altLang="en-US" sz="2000" dirty="0">
                <a:solidFill>
                  <a:srgbClr val="000000"/>
                </a:solidFill>
                <a:latin typeface="微软雅黑" panose="020B0503020204020204" pitchFamily="34" charset="-122"/>
                <a:ea typeface="微软雅黑" panose="020B0503020204020204" pitchFamily="34" charset="-122"/>
              </a:rPr>
              <a:t>网段</a:t>
            </a:r>
            <a:r>
              <a:rPr lang="en-US" altLang="zh-CN" sz="2000" dirty="0">
                <a:solidFill>
                  <a:srgbClr val="000000"/>
                </a:solidFill>
                <a:latin typeface="微软雅黑" panose="020B0503020204020204" pitchFamily="34" charset="-122"/>
                <a:ea typeface="微软雅黑" panose="020B0503020204020204" pitchFamily="34" charset="-122"/>
              </a:rPr>
              <a:t>2</a:t>
            </a:r>
          </a:p>
        </p:txBody>
      </p:sp>
      <p:sp>
        <p:nvSpPr>
          <p:cNvPr id="155" name="Rectangle 95"/>
          <p:cNvSpPr>
            <a:spLocks noChangeArrowheads="1"/>
          </p:cNvSpPr>
          <p:nvPr/>
        </p:nvSpPr>
        <p:spPr bwMode="auto">
          <a:xfrm>
            <a:off x="5435809" y="4559580"/>
            <a:ext cx="846387"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defTabSz="76200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defTabSz="7620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defTabSz="7620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defTabSz="7620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a:spcBef>
                <a:spcPct val="0"/>
              </a:spcBef>
              <a:buClrTx/>
              <a:buSzTx/>
              <a:buFontTx/>
              <a:buNone/>
            </a:pPr>
            <a:r>
              <a:rPr lang="zh-CN" altLang="en-US" sz="2000" dirty="0">
                <a:solidFill>
                  <a:srgbClr val="000000"/>
                </a:solidFill>
                <a:latin typeface="微软雅黑" panose="020B0503020204020204" pitchFamily="34" charset="-122"/>
                <a:ea typeface="微软雅黑" panose="020B0503020204020204" pitchFamily="34" charset="-122"/>
              </a:rPr>
              <a:t>网段</a:t>
            </a:r>
            <a:r>
              <a:rPr lang="en-US" altLang="zh-CN" sz="2000" dirty="0">
                <a:solidFill>
                  <a:srgbClr val="000000"/>
                </a:solidFill>
                <a:latin typeface="微软雅黑" panose="020B0503020204020204" pitchFamily="34" charset="-122"/>
                <a:ea typeface="微软雅黑" panose="020B0503020204020204" pitchFamily="34" charset="-122"/>
              </a:rPr>
              <a:t>3</a:t>
            </a:r>
          </a:p>
        </p:txBody>
      </p:sp>
      <p:sp>
        <p:nvSpPr>
          <p:cNvPr id="156" name="Rectangle 95"/>
          <p:cNvSpPr>
            <a:spLocks noChangeArrowheads="1"/>
          </p:cNvSpPr>
          <p:nvPr/>
        </p:nvSpPr>
        <p:spPr bwMode="auto">
          <a:xfrm>
            <a:off x="7676453" y="4533814"/>
            <a:ext cx="846387"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defTabSz="76200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defTabSz="7620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defTabSz="7620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defTabSz="7620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a:spcBef>
                <a:spcPct val="0"/>
              </a:spcBef>
              <a:buClrTx/>
              <a:buSzTx/>
              <a:buFontTx/>
              <a:buNone/>
            </a:pPr>
            <a:r>
              <a:rPr lang="zh-CN" altLang="en-US" sz="2000" dirty="0">
                <a:solidFill>
                  <a:srgbClr val="000000"/>
                </a:solidFill>
                <a:latin typeface="微软雅黑" panose="020B0503020204020204" pitchFamily="34" charset="-122"/>
                <a:ea typeface="微软雅黑" panose="020B0503020204020204" pitchFamily="34" charset="-122"/>
              </a:rPr>
              <a:t>网段</a:t>
            </a:r>
            <a:r>
              <a:rPr lang="en-US" altLang="zh-CN" sz="2000" dirty="0">
                <a:solidFill>
                  <a:srgbClr val="000000"/>
                </a:solidFill>
                <a:latin typeface="微软雅黑" panose="020B0503020204020204" pitchFamily="34" charset="-122"/>
                <a:ea typeface="微软雅黑" panose="020B0503020204020204" pitchFamily="34" charset="-122"/>
              </a:rPr>
              <a:t>4</a:t>
            </a:r>
          </a:p>
        </p:txBody>
      </p:sp>
      <p:pic>
        <p:nvPicPr>
          <p:cNvPr id="144" name="Picture 48"/>
          <p:cNvPicPr>
            <a:picLocks noChangeArrowheads="1"/>
          </p:cNvPicPr>
          <p:nvPr/>
        </p:nvPicPr>
        <p:blipFill>
          <a:blip r:embed="rId3">
            <a:duotone>
              <a:prstClr val="black"/>
              <a:schemeClr val="accent1">
                <a:tint val="45000"/>
                <a:satMod val="400000"/>
              </a:schemeClr>
            </a:duotone>
            <a:extLst>
              <a:ext uri="{28A0092B-C50C-407E-A947-70E740481C1C}">
                <a14:useLocalDpi xmlns:a14="http://schemas.microsoft.com/office/drawing/2010/main" val="0"/>
              </a:ext>
            </a:extLst>
          </a:blip>
          <a:srcRect/>
          <a:stretch>
            <a:fillRect/>
          </a:stretch>
        </p:blipFill>
        <p:spPr bwMode="auto">
          <a:xfrm>
            <a:off x="6474817" y="3519412"/>
            <a:ext cx="914400" cy="606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cxnSp>
        <p:nvCxnSpPr>
          <p:cNvPr id="157" name="直接连接符 156"/>
          <p:cNvCxnSpPr/>
          <p:nvPr/>
        </p:nvCxnSpPr>
        <p:spPr>
          <a:xfrm>
            <a:off x="5063163" y="3915169"/>
            <a:ext cx="0" cy="648000"/>
          </a:xfrm>
          <a:prstGeom prst="line">
            <a:avLst/>
          </a:prstGeom>
        </p:spPr>
        <p:style>
          <a:lnRef idx="3">
            <a:schemeClr val="accent1"/>
          </a:lnRef>
          <a:fillRef idx="0">
            <a:schemeClr val="accent1"/>
          </a:fillRef>
          <a:effectRef idx="2">
            <a:schemeClr val="accent1"/>
          </a:effectRef>
          <a:fontRef idx="minor">
            <a:schemeClr val="tx1"/>
          </a:fontRef>
        </p:style>
      </p:cxnSp>
      <p:pic>
        <p:nvPicPr>
          <p:cNvPr id="143" name="Picture 24" descr="集线器"/>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94360" y="3584144"/>
            <a:ext cx="914400" cy="6029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 name="日期占位符 36"/>
          <p:cNvSpPr>
            <a:spLocks noGrp="1"/>
          </p:cNvSpPr>
          <p:nvPr>
            <p:ph type="dt" sz="half" idx="10"/>
          </p:nvPr>
        </p:nvSpPr>
        <p:spPr>
          <a:xfrm>
            <a:off x="197335" y="6489303"/>
            <a:ext cx="2743200" cy="365125"/>
          </a:xfrm>
        </p:spPr>
        <p:txBody>
          <a:bodyPr/>
          <a:lstStyle/>
          <a:p>
            <a:r>
              <a:rPr lang="en-US" altLang="zh-CN" dirty="0">
                <a:latin typeface="微软雅黑" panose="020B0503020204020204" pitchFamily="34" charset="-122"/>
                <a:ea typeface="微软雅黑" panose="020B0503020204020204" pitchFamily="34" charset="-122"/>
              </a:rPr>
              <a:t>4.4 </a:t>
            </a:r>
            <a:r>
              <a:rPr lang="zh-CN" altLang="en-US" dirty="0">
                <a:latin typeface="微软雅黑" panose="020B0503020204020204" pitchFamily="34" charset="-122"/>
                <a:ea typeface="微软雅黑" panose="020B0503020204020204" pitchFamily="34" charset="-122"/>
              </a:rPr>
              <a:t>数据链路层交换</a:t>
            </a:r>
          </a:p>
        </p:txBody>
      </p:sp>
      <p:sp>
        <p:nvSpPr>
          <p:cNvPr id="38" name="灯片编号占位符 38"/>
          <p:cNvSpPr>
            <a:spLocks noGrp="1"/>
          </p:cNvSpPr>
          <p:nvPr>
            <p:ph type="sldNum" sz="quarter" idx="12"/>
          </p:nvPr>
        </p:nvSpPr>
        <p:spPr>
          <a:xfrm>
            <a:off x="8686810" y="6489303"/>
            <a:ext cx="3319670" cy="365125"/>
          </a:xfrm>
        </p:spPr>
        <p:txBody>
          <a:bodyPr/>
          <a:lstStyle/>
          <a:p>
            <a:fld id="{8D4D1E41-7A09-AB4A-A4E1-09765ADA2698}" type="slidenum">
              <a:rPr kumimoji="1" lang="zh-CN" altLang="en-US" smtClean="0"/>
              <a:t>60</a:t>
            </a:fld>
            <a:endParaRPr kumimoji="1" lang="zh-CN" altLang="en-US" dirty="0"/>
          </a:p>
        </p:txBody>
      </p:sp>
      <p:pic>
        <p:nvPicPr>
          <p:cNvPr id="39" name="图片 38"/>
          <p:cNvPicPr>
            <a:picLocks noChangeAspect="1"/>
          </p:cNvPicPr>
          <p:nvPr/>
        </p:nvPicPr>
        <p:blipFill>
          <a:blip r:embed="rId5"/>
          <a:stretch>
            <a:fillRect/>
          </a:stretch>
        </p:blipFill>
        <p:spPr>
          <a:xfrm flipH="1">
            <a:off x="10497097" y="5233706"/>
            <a:ext cx="1053170" cy="1028486"/>
          </a:xfrm>
          <a:prstGeom prst="rect">
            <a:avLst/>
          </a:prstGeom>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en-US" altLang="zh-CN" dirty="0"/>
              <a:t> </a:t>
            </a:r>
            <a:r>
              <a:rPr kumimoji="1" lang="zh-CN" altLang="zh-CN" dirty="0"/>
              <a:t>数据链路层交换原理</a:t>
            </a:r>
            <a:endParaRPr kumimoji="1" lang="zh-CN" altLang="en-US" dirty="0"/>
          </a:p>
        </p:txBody>
      </p:sp>
      <p:sp>
        <p:nvSpPr>
          <p:cNvPr id="91" name="内容占位符 2"/>
          <p:cNvSpPr>
            <a:spLocks noGrp="1"/>
          </p:cNvSpPr>
          <p:nvPr>
            <p:ph idx="1"/>
          </p:nvPr>
        </p:nvSpPr>
        <p:spPr>
          <a:xfrm>
            <a:off x="838200" y="1417272"/>
            <a:ext cx="10515600" cy="5131205"/>
          </a:xfrm>
        </p:spPr>
        <p:txBody>
          <a:bodyPr>
            <a:normAutofit/>
          </a:bodyPr>
          <a:lstStyle/>
          <a:p>
            <a:pPr>
              <a:lnSpc>
                <a:spcPct val="120000"/>
              </a:lnSpc>
            </a:pPr>
            <a:r>
              <a:rPr lang="zh-CN" altLang="en-US" dirty="0"/>
              <a:t>理想的网桥是</a:t>
            </a:r>
            <a:r>
              <a:rPr lang="zh-CN" altLang="en-US" dirty="0">
                <a:solidFill>
                  <a:srgbClr val="C00000"/>
                </a:solidFill>
              </a:rPr>
              <a:t>透明</a:t>
            </a:r>
            <a:r>
              <a:rPr lang="zh-CN" altLang="en-US" dirty="0"/>
              <a:t>的。</a:t>
            </a:r>
            <a:endParaRPr lang="en-US" altLang="zh-CN" dirty="0"/>
          </a:p>
          <a:p>
            <a:pPr lvl="1">
              <a:lnSpc>
                <a:spcPct val="120000"/>
              </a:lnSpc>
            </a:pPr>
            <a:r>
              <a:rPr lang="zh-CN" altLang="en-US" sz="2800" dirty="0">
                <a:solidFill>
                  <a:srgbClr val="C00000"/>
                </a:solidFill>
              </a:rPr>
              <a:t>即插即用</a:t>
            </a:r>
            <a:r>
              <a:rPr lang="zh-CN" altLang="en-US" sz="2800" dirty="0"/>
              <a:t>，无需任何配置</a:t>
            </a:r>
            <a:endParaRPr lang="en-US" altLang="zh-CN" sz="2800" dirty="0"/>
          </a:p>
          <a:p>
            <a:pPr lvl="1">
              <a:lnSpc>
                <a:spcPct val="120000"/>
              </a:lnSpc>
            </a:pPr>
            <a:r>
              <a:rPr lang="zh-CN" altLang="en-US" sz="2800" dirty="0"/>
              <a:t>网络中的站点</a:t>
            </a:r>
            <a:r>
              <a:rPr lang="zh-CN" altLang="en-US" sz="2800" dirty="0">
                <a:solidFill>
                  <a:srgbClr val="C00000"/>
                </a:solidFill>
              </a:rPr>
              <a:t>无需感知</a:t>
            </a:r>
            <a:r>
              <a:rPr lang="zh-CN" altLang="en-US" sz="2800" dirty="0"/>
              <a:t>网桥的存在与否</a:t>
            </a:r>
          </a:p>
          <a:p>
            <a:pPr lvl="1">
              <a:lnSpc>
                <a:spcPct val="120000"/>
              </a:lnSpc>
            </a:pPr>
            <a:endParaRPr lang="zh-CN" altLang="en-US" sz="2400" dirty="0"/>
          </a:p>
          <a:p>
            <a:pPr lvl="1">
              <a:lnSpc>
                <a:spcPct val="120000"/>
              </a:lnSpc>
            </a:pPr>
            <a:endParaRPr lang="en-US" altLang="zh-CN" sz="2800" dirty="0"/>
          </a:p>
          <a:p>
            <a:pPr marL="0" indent="0">
              <a:lnSpc>
                <a:spcPct val="120000"/>
              </a:lnSpc>
              <a:buNone/>
            </a:pPr>
            <a:endParaRPr kumimoji="1" lang="en-US" altLang="zh-CN" dirty="0"/>
          </a:p>
          <a:p>
            <a:pPr marL="0" indent="0">
              <a:lnSpc>
                <a:spcPct val="120000"/>
              </a:lnSpc>
              <a:buNone/>
            </a:pPr>
            <a:endParaRPr kumimoji="1" lang="zh-CN" altLang="en-US" dirty="0"/>
          </a:p>
        </p:txBody>
      </p:sp>
      <p:sp>
        <p:nvSpPr>
          <p:cNvPr id="8" name="日期占位符 36"/>
          <p:cNvSpPr>
            <a:spLocks noGrp="1"/>
          </p:cNvSpPr>
          <p:nvPr>
            <p:ph type="dt" sz="half" idx="10"/>
          </p:nvPr>
        </p:nvSpPr>
        <p:spPr>
          <a:xfrm>
            <a:off x="197335" y="6489303"/>
            <a:ext cx="2743200" cy="365125"/>
          </a:xfrm>
        </p:spPr>
        <p:txBody>
          <a:bodyPr/>
          <a:lstStyle/>
          <a:p>
            <a:r>
              <a:rPr lang="en-US" altLang="zh-CN" dirty="0">
                <a:latin typeface="微软雅黑" panose="020B0503020204020204" pitchFamily="34" charset="-122"/>
                <a:ea typeface="微软雅黑" panose="020B0503020204020204" pitchFamily="34" charset="-122"/>
              </a:rPr>
              <a:t>4.4 </a:t>
            </a:r>
            <a:r>
              <a:rPr lang="zh-CN" altLang="en-US" dirty="0">
                <a:latin typeface="微软雅黑" panose="020B0503020204020204" pitchFamily="34" charset="-122"/>
                <a:ea typeface="微软雅黑" panose="020B0503020204020204" pitchFamily="34" charset="-122"/>
              </a:rPr>
              <a:t>数据链路层交换</a:t>
            </a:r>
          </a:p>
        </p:txBody>
      </p:sp>
      <p:sp>
        <p:nvSpPr>
          <p:cNvPr id="9" name="灯片编号占位符 38"/>
          <p:cNvSpPr>
            <a:spLocks noGrp="1"/>
          </p:cNvSpPr>
          <p:nvPr>
            <p:ph type="sldNum" sz="quarter" idx="12"/>
          </p:nvPr>
        </p:nvSpPr>
        <p:spPr>
          <a:xfrm>
            <a:off x="8686810" y="6489303"/>
            <a:ext cx="3319670" cy="365125"/>
          </a:xfrm>
        </p:spPr>
        <p:txBody>
          <a:bodyPr/>
          <a:lstStyle/>
          <a:p>
            <a:fld id="{8D4D1E41-7A09-AB4A-A4E1-09765ADA2698}" type="slidenum">
              <a:rPr kumimoji="1" lang="zh-CN" altLang="en-US" smtClean="0"/>
              <a:t>61</a:t>
            </a:fld>
            <a:endParaRPr kumimoji="1" lang="zh-CN" altLang="en-US" dirty="0"/>
          </a:p>
        </p:txBody>
      </p:sp>
      <p:sp>
        <p:nvSpPr>
          <p:cNvPr id="7" name="波形 6"/>
          <p:cNvSpPr/>
          <p:nvPr/>
        </p:nvSpPr>
        <p:spPr>
          <a:xfrm>
            <a:off x="1651161" y="3682551"/>
            <a:ext cx="3661919" cy="1145309"/>
          </a:xfrm>
          <a:prstGeom prst="wave">
            <a:avLst/>
          </a:prstGeom>
          <a:solidFill>
            <a:schemeClr val="bg2"/>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Bef>
                <a:spcPct val="0"/>
              </a:spcBef>
            </a:pPr>
            <a:r>
              <a:rPr lang="zh-CN" altLang="en-US" sz="2800" b="1" dirty="0">
                <a:solidFill>
                  <a:srgbClr val="7030A0"/>
                </a:solidFill>
              </a:rPr>
              <a:t>怎么做到透明的？</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 name="内容占位符 2"/>
          <p:cNvSpPr>
            <a:spLocks noGrp="1"/>
          </p:cNvSpPr>
          <p:nvPr>
            <p:ph idx="1"/>
          </p:nvPr>
        </p:nvSpPr>
        <p:spPr>
          <a:xfrm>
            <a:off x="838200" y="1417272"/>
            <a:ext cx="10515600" cy="5131205"/>
          </a:xfrm>
        </p:spPr>
        <p:txBody>
          <a:bodyPr>
            <a:normAutofit/>
          </a:bodyPr>
          <a:lstStyle/>
          <a:p>
            <a:pPr>
              <a:lnSpc>
                <a:spcPct val="120000"/>
              </a:lnSpc>
            </a:pPr>
            <a:r>
              <a:rPr kumimoji="1" lang="en-US" altLang="zh-CN" dirty="0"/>
              <a:t>MAC</a:t>
            </a:r>
            <a:r>
              <a:rPr kumimoji="1" lang="zh-CN" altLang="en-US" dirty="0"/>
              <a:t>地址表的构建</a:t>
            </a:r>
            <a:r>
              <a:rPr kumimoji="1" lang="en-US" altLang="zh-CN" dirty="0"/>
              <a:t>-</a:t>
            </a:r>
            <a:r>
              <a:rPr kumimoji="1" lang="zh-CN" altLang="en-US" dirty="0"/>
              <a:t>逆向学习</a:t>
            </a:r>
            <a:r>
              <a:rPr kumimoji="1" lang="zh-CN" altLang="en-US" dirty="0">
                <a:solidFill>
                  <a:srgbClr val="C00000"/>
                </a:solidFill>
              </a:rPr>
              <a:t>源地址</a:t>
            </a:r>
          </a:p>
          <a:p>
            <a:pPr marL="0" indent="0">
              <a:lnSpc>
                <a:spcPct val="120000"/>
              </a:lnSpc>
              <a:buNone/>
            </a:pPr>
            <a:endParaRPr lang="en-US" altLang="zh-CN" dirty="0"/>
          </a:p>
          <a:p>
            <a:pPr marL="0" indent="0">
              <a:lnSpc>
                <a:spcPct val="120000"/>
              </a:lnSpc>
              <a:buNone/>
            </a:pPr>
            <a:endParaRPr kumimoji="1" lang="zh-CN" altLang="en-US" dirty="0"/>
          </a:p>
        </p:txBody>
      </p:sp>
      <p:sp>
        <p:nvSpPr>
          <p:cNvPr id="117" name="AutoShape 48"/>
          <p:cNvSpPr>
            <a:spLocks noChangeArrowheads="1"/>
          </p:cNvSpPr>
          <p:nvPr/>
        </p:nvSpPr>
        <p:spPr bwMode="auto">
          <a:xfrm>
            <a:off x="7746213" y="4257966"/>
            <a:ext cx="2560638" cy="2151554"/>
          </a:xfrm>
          <a:prstGeom prst="roundRect">
            <a:avLst>
              <a:gd name="adj" fmla="val 16667"/>
            </a:avLst>
          </a:prstGeom>
          <a:solidFill>
            <a:schemeClr val="bg1">
              <a:lumMod val="85000"/>
            </a:schemeClr>
          </a:solidFill>
          <a:ln>
            <a:noFill/>
          </a:ln>
        </p:spPr>
        <p:txBody>
          <a:bodyPr wrap="none" anchor="ctr"/>
          <a:lstStyle>
            <a:lvl1pPr>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marL="0" marR="0" lvl="0" indent="0" algn="l" defTabSz="914400" rtl="0" eaLnBrk="1" fontAlgn="auto" latinLnBrk="0" hangingPunct="1">
              <a:lnSpc>
                <a:spcPts val="3100"/>
              </a:lnSpc>
              <a:spcBef>
                <a:spcPct val="20000"/>
              </a:spcBef>
              <a:spcAft>
                <a:spcPts val="0"/>
              </a:spcAft>
              <a:buClr>
                <a:srgbClr val="A50021"/>
              </a:buClr>
              <a:buSzPct val="75000"/>
              <a:buFont typeface="Wingdings" panose="05000000000000000000" pitchFamily="2" charset="2"/>
              <a:buNone/>
              <a:defRPr/>
            </a:pPr>
            <a:endParaRPr kumimoji="0" lang="zh-CN" altLang="en-US" sz="3200" b="0" i="0" u="none" strike="noStrike" kern="1200" cap="none" spc="0" normalizeH="0" baseline="0" noProof="0">
              <a:ln>
                <a:noFill/>
              </a:ln>
              <a:solidFill>
                <a:srgbClr val="020202"/>
              </a:solidFill>
              <a:effectLst/>
              <a:uLnTx/>
              <a:uFillTx/>
              <a:latin typeface="Tahoma" panose="020B0604030504040204" pitchFamily="34" charset="0"/>
              <a:ea typeface="宋体" panose="02010600030101010101" pitchFamily="2" charset="-122"/>
              <a:cs typeface="+mn-cs"/>
            </a:endParaRPr>
          </a:p>
        </p:txBody>
      </p:sp>
      <p:sp>
        <p:nvSpPr>
          <p:cNvPr id="118" name="文本框 117"/>
          <p:cNvSpPr txBox="1"/>
          <p:nvPr/>
        </p:nvSpPr>
        <p:spPr>
          <a:xfrm>
            <a:off x="9484118" y="4542239"/>
            <a:ext cx="91440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Hub</a:t>
            </a: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pic>
        <p:nvPicPr>
          <p:cNvPr id="119" name="Picture 40" descr="comput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97766" y="5525648"/>
            <a:ext cx="390846" cy="371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0" name="Picture 40" descr="comput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13687" y="5525649"/>
            <a:ext cx="390846" cy="371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21" name="直接连接符 120"/>
          <p:cNvCxnSpPr>
            <a:stCxn id="119" idx="0"/>
          </p:cNvCxnSpPr>
          <p:nvPr/>
        </p:nvCxnSpPr>
        <p:spPr>
          <a:xfrm flipV="1">
            <a:off x="8593189" y="4780199"/>
            <a:ext cx="221444" cy="745449"/>
          </a:xfrm>
          <a:prstGeom prst="line">
            <a:avLst/>
          </a:prstGeom>
        </p:spPr>
        <p:style>
          <a:lnRef idx="3">
            <a:schemeClr val="accent1"/>
          </a:lnRef>
          <a:fillRef idx="0">
            <a:schemeClr val="accent1"/>
          </a:fillRef>
          <a:effectRef idx="2">
            <a:schemeClr val="accent1"/>
          </a:effectRef>
          <a:fontRef idx="minor">
            <a:schemeClr val="tx1"/>
          </a:fontRef>
        </p:style>
      </p:cxnSp>
      <p:cxnSp>
        <p:nvCxnSpPr>
          <p:cNvPr id="122" name="直接连接符 121"/>
          <p:cNvCxnSpPr>
            <a:stCxn id="120" idx="0"/>
          </p:cNvCxnSpPr>
          <p:nvPr/>
        </p:nvCxnSpPr>
        <p:spPr>
          <a:xfrm flipH="1" flipV="1">
            <a:off x="9227178" y="4583709"/>
            <a:ext cx="181932" cy="941940"/>
          </a:xfrm>
          <a:prstGeom prst="line">
            <a:avLst/>
          </a:prstGeom>
        </p:spPr>
        <p:style>
          <a:lnRef idx="3">
            <a:schemeClr val="accent1"/>
          </a:lnRef>
          <a:fillRef idx="0">
            <a:schemeClr val="accent1"/>
          </a:fillRef>
          <a:effectRef idx="2">
            <a:schemeClr val="accent1"/>
          </a:effectRef>
          <a:fontRef idx="minor">
            <a:schemeClr val="tx1"/>
          </a:fontRef>
        </p:style>
      </p:cxnSp>
      <p:sp>
        <p:nvSpPr>
          <p:cNvPr id="124" name="文本框 123"/>
          <p:cNvSpPr txBox="1"/>
          <p:nvPr/>
        </p:nvSpPr>
        <p:spPr>
          <a:xfrm>
            <a:off x="8404005" y="5897283"/>
            <a:ext cx="32733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C</a:t>
            </a: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125" name="文本框 124"/>
          <p:cNvSpPr txBox="1"/>
          <p:nvPr/>
        </p:nvSpPr>
        <p:spPr>
          <a:xfrm>
            <a:off x="9249301" y="5897284"/>
            <a:ext cx="34336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D</a:t>
            </a: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 name="标题 1"/>
          <p:cNvSpPr>
            <a:spLocks noGrp="1"/>
          </p:cNvSpPr>
          <p:nvPr>
            <p:ph type="title"/>
          </p:nvPr>
        </p:nvSpPr>
        <p:spPr/>
        <p:txBody>
          <a:bodyPr>
            <a:normAutofit/>
          </a:bodyPr>
          <a:lstStyle/>
          <a:p>
            <a:r>
              <a:rPr kumimoji="1" lang="en-US" altLang="zh-CN" dirty="0"/>
              <a:t> </a:t>
            </a:r>
            <a:r>
              <a:rPr kumimoji="1" lang="zh-CN" altLang="zh-CN" dirty="0"/>
              <a:t>数据链路层交换原理</a:t>
            </a:r>
            <a:endParaRPr kumimoji="1" lang="zh-CN" altLang="en-US" dirty="0"/>
          </a:p>
        </p:txBody>
      </p:sp>
      <p:graphicFrame>
        <p:nvGraphicFramePr>
          <p:cNvPr id="45" name="Group 40"/>
          <p:cNvGraphicFramePr>
            <a:graphicFrameLocks noGrp="1"/>
          </p:cNvGraphicFramePr>
          <p:nvPr/>
        </p:nvGraphicFramePr>
        <p:xfrm>
          <a:off x="4603371" y="2016779"/>
          <a:ext cx="3050723" cy="2072544"/>
        </p:xfrm>
        <a:graphic>
          <a:graphicData uri="http://schemas.openxmlformats.org/drawingml/2006/table">
            <a:tbl>
              <a:tblPr/>
              <a:tblGrid>
                <a:gridCol w="1910285">
                  <a:extLst>
                    <a:ext uri="{9D8B030D-6E8A-4147-A177-3AD203B41FA5}">
                      <a16:colId xmlns:a16="http://schemas.microsoft.com/office/drawing/2014/main" val="20000"/>
                    </a:ext>
                  </a:extLst>
                </a:gridCol>
                <a:gridCol w="1140438">
                  <a:extLst>
                    <a:ext uri="{9D8B030D-6E8A-4147-A177-3AD203B41FA5}">
                      <a16:colId xmlns:a16="http://schemas.microsoft.com/office/drawing/2014/main" val="20001"/>
                    </a:ext>
                  </a:extLst>
                </a:gridCol>
              </a:tblGrid>
              <a:tr h="290300">
                <a:tc gridSpan="2">
                  <a:txBody>
                    <a:bodyPr/>
                    <a:lstStyle>
                      <a:lvl1pPr marL="0" algn="l" defTabSz="914400" rtl="0" eaLnBrk="1" latinLnBrk="0" hangingPunct="1">
                        <a:spcBef>
                          <a:spcPct val="10000"/>
                        </a:spcBef>
                        <a:spcAft>
                          <a:spcPct val="25000"/>
                        </a:spcAft>
                        <a:buClr>
                          <a:schemeClr val="tx1"/>
                        </a:buClr>
                        <a:buSzPct val="80000"/>
                        <a:buFont typeface="Wingdings" panose="05000000000000000000" pitchFamily="2" charset="2"/>
                        <a:defRPr sz="2600" b="1" kern="1200">
                          <a:solidFill>
                            <a:srgbClr val="000000"/>
                          </a:solidFill>
                          <a:latin typeface="Arial" panose="020B0604020202090204" pitchFamily="34" charset="0"/>
                          <a:ea typeface="华文细黑" panose="02010600040101010101" pitchFamily="2" charset="-122"/>
                        </a:defRPr>
                      </a:lvl1pPr>
                      <a:lvl2pPr marL="386080" indent="71755" algn="l" defTabSz="914400" rtl="0" eaLnBrk="1" latinLnBrk="0" hangingPunct="1">
                        <a:spcBef>
                          <a:spcPct val="10000"/>
                        </a:spcBef>
                        <a:spcAft>
                          <a:spcPct val="25000"/>
                        </a:spcAft>
                        <a:buClr>
                          <a:schemeClr val="tx1"/>
                        </a:buClr>
                        <a:buSzPct val="80000"/>
                        <a:buFont typeface="Wingdings" panose="05000000000000000000" pitchFamily="2" charset="2"/>
                        <a:defRPr sz="2000" kern="1200">
                          <a:solidFill>
                            <a:srgbClr val="000000"/>
                          </a:solidFill>
                          <a:latin typeface="Arial" panose="020B0604020202090204" pitchFamily="34" charset="0"/>
                          <a:ea typeface="华文细黑" panose="02010600040101010101" pitchFamily="2" charset="-122"/>
                        </a:defRPr>
                      </a:lvl2pPr>
                      <a:lvl3pPr marL="862330" indent="52705" algn="l" defTabSz="914400" rtl="0" eaLnBrk="1" latinLnBrk="0" hangingPunct="1">
                        <a:spcBef>
                          <a:spcPct val="10000"/>
                        </a:spcBef>
                        <a:spcAft>
                          <a:spcPct val="25000"/>
                        </a:spcAft>
                        <a:buClr>
                          <a:schemeClr val="tx1"/>
                        </a:buClr>
                        <a:buFont typeface="Times New Roman" panose="02020503050405090304" pitchFamily="18" charset="0"/>
                        <a:defRPr sz="2000" kern="1200">
                          <a:solidFill>
                            <a:srgbClr val="000000"/>
                          </a:solidFill>
                          <a:latin typeface="Arial" panose="020B0604020202090204" pitchFamily="34" charset="0"/>
                          <a:ea typeface="华文细黑" panose="02010600040101010101" pitchFamily="2" charset="-122"/>
                        </a:defRPr>
                      </a:lvl3pPr>
                      <a:lvl4pPr marL="1281430" indent="90805" algn="l" defTabSz="914400" rtl="0" eaLnBrk="1" latinLnBrk="0" hangingPunct="1">
                        <a:spcBef>
                          <a:spcPct val="10000"/>
                        </a:spcBef>
                        <a:spcAft>
                          <a:spcPct val="25000"/>
                        </a:spcAft>
                        <a:buClr>
                          <a:schemeClr val="tx1"/>
                        </a:buClr>
                        <a:buFont typeface="Times New Roman" panose="02020503050405090304" pitchFamily="18" charset="0"/>
                        <a:defRPr sz="1600" kern="1200">
                          <a:solidFill>
                            <a:srgbClr val="000000"/>
                          </a:solidFill>
                          <a:latin typeface="Arial" panose="020B0604020202090204" pitchFamily="34" charset="0"/>
                          <a:ea typeface="华文细黑" panose="02010600040101010101" pitchFamily="2" charset="-122"/>
                        </a:defRPr>
                      </a:lvl4pPr>
                      <a:lvl5pPr marL="1700530" indent="128905" algn="l" defTabSz="914400" rtl="0" eaLnBrk="1"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5pPr>
                      <a:lvl6pPr marL="21577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6pPr>
                      <a:lvl7pPr marL="26149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7pPr>
                      <a:lvl8pPr marL="30721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8pPr>
                      <a:lvl9pPr marL="35293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9pPr>
                    </a:lstStyle>
                    <a:p>
                      <a:pPr marL="0" marR="0" lvl="0" indent="0" algn="ctr" defTabSz="914400" rtl="0" eaLnBrk="1" fontAlgn="base" latinLnBrk="0" hangingPunct="1">
                        <a:lnSpc>
                          <a:spcPct val="100000"/>
                        </a:lnSpc>
                        <a:spcBef>
                          <a:spcPct val="10000"/>
                        </a:spcBef>
                        <a:spcAft>
                          <a:spcPct val="25000"/>
                        </a:spcAft>
                        <a:buClr>
                          <a:schemeClr val="tx1"/>
                        </a:buClr>
                        <a:buSzPct val="80000"/>
                        <a:buFont typeface="Wingdings" panose="05000000000000000000" pitchFamily="2" charset="2"/>
                        <a:buNone/>
                      </a:pPr>
                      <a:r>
                        <a:rPr kumimoji="0" lang="zh-CN" altLang="zh-CN" sz="1800" b="1" i="0" u="none" strike="noStrike" cap="none" normalizeH="0" baseline="0" dirty="0">
                          <a:ln>
                            <a:noFill/>
                          </a:ln>
                          <a:solidFill>
                            <a:schemeClr val="bg1"/>
                          </a:solidFill>
                          <a:effectLst/>
                          <a:latin typeface="+mn-ea"/>
                          <a:ea typeface="+mn-ea"/>
                        </a:rPr>
                        <a:t>MAC</a:t>
                      </a:r>
                      <a:r>
                        <a:rPr kumimoji="0" lang="zh-CN" altLang="en-US" sz="1800" b="1" i="0" u="none" strike="noStrike" cap="none" normalizeH="0" baseline="0" dirty="0">
                          <a:ln>
                            <a:noFill/>
                          </a:ln>
                          <a:solidFill>
                            <a:schemeClr val="bg1"/>
                          </a:solidFill>
                          <a:effectLst/>
                          <a:latin typeface="+mn-ea"/>
                          <a:ea typeface="+mn-ea"/>
                        </a:rPr>
                        <a:t>地址表</a:t>
                      </a:r>
                      <a:endParaRPr kumimoji="0" lang="zh-CN" altLang="zh-CN" sz="1800" b="1" i="0" u="none" strike="noStrike" cap="none" normalizeH="0" baseline="0" dirty="0">
                        <a:ln>
                          <a:noFill/>
                        </a:ln>
                        <a:solidFill>
                          <a:schemeClr val="bg1"/>
                        </a:solidFill>
                        <a:effectLst/>
                        <a:latin typeface="+mn-ea"/>
                        <a:ea typeface="+mn-ea"/>
                      </a:endParaRPr>
                    </a:p>
                  </a:txBody>
                  <a:tcPr marT="45712" marB="45712"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hMerge="1">
                  <a:txBody>
                    <a:bodyPr/>
                    <a:lstStyle/>
                    <a:p>
                      <a:endParaRPr lang="zh-CN"/>
                    </a:p>
                  </a:txBody>
                  <a:tcPr/>
                </a:tc>
                <a:extLst>
                  <a:ext uri="{0D108BD9-81ED-4DB2-BD59-A6C34878D82A}">
                    <a16:rowId xmlns:a16="http://schemas.microsoft.com/office/drawing/2014/main" val="10000"/>
                  </a:ext>
                </a:extLst>
              </a:tr>
              <a:tr h="290300">
                <a:tc>
                  <a:txBody>
                    <a:bodyPr/>
                    <a:lstStyle>
                      <a:lvl1pPr marL="0" algn="l" defTabSz="914400" rtl="0" eaLnBrk="1" latinLnBrk="0" hangingPunct="1">
                        <a:spcBef>
                          <a:spcPct val="10000"/>
                        </a:spcBef>
                        <a:spcAft>
                          <a:spcPct val="25000"/>
                        </a:spcAft>
                        <a:buClr>
                          <a:schemeClr val="tx1"/>
                        </a:buClr>
                        <a:buSzPct val="80000"/>
                        <a:buFont typeface="Wingdings" panose="05000000000000000000" pitchFamily="2" charset="2"/>
                        <a:defRPr sz="2600" b="1" kern="1200">
                          <a:solidFill>
                            <a:srgbClr val="000000"/>
                          </a:solidFill>
                          <a:latin typeface="Arial" panose="020B0604020202090204" pitchFamily="34" charset="0"/>
                          <a:ea typeface="华文细黑" panose="02010600040101010101" pitchFamily="2" charset="-122"/>
                        </a:defRPr>
                      </a:lvl1pPr>
                      <a:lvl2pPr marL="386080" indent="71755" algn="l" defTabSz="914400" rtl="0" eaLnBrk="1" latinLnBrk="0" hangingPunct="1">
                        <a:spcBef>
                          <a:spcPct val="10000"/>
                        </a:spcBef>
                        <a:spcAft>
                          <a:spcPct val="25000"/>
                        </a:spcAft>
                        <a:buClr>
                          <a:schemeClr val="tx1"/>
                        </a:buClr>
                        <a:buSzPct val="80000"/>
                        <a:buFont typeface="Wingdings" panose="05000000000000000000" pitchFamily="2" charset="2"/>
                        <a:defRPr sz="2000" kern="1200">
                          <a:solidFill>
                            <a:srgbClr val="000000"/>
                          </a:solidFill>
                          <a:latin typeface="Arial" panose="020B0604020202090204" pitchFamily="34" charset="0"/>
                          <a:ea typeface="华文细黑" panose="02010600040101010101" pitchFamily="2" charset="-122"/>
                        </a:defRPr>
                      </a:lvl2pPr>
                      <a:lvl3pPr marL="862330" indent="52705" algn="l" defTabSz="914400" rtl="0" eaLnBrk="1" latinLnBrk="0" hangingPunct="1">
                        <a:spcBef>
                          <a:spcPct val="10000"/>
                        </a:spcBef>
                        <a:spcAft>
                          <a:spcPct val="25000"/>
                        </a:spcAft>
                        <a:buClr>
                          <a:schemeClr val="tx1"/>
                        </a:buClr>
                        <a:buFont typeface="Times New Roman" panose="02020503050405090304" pitchFamily="18" charset="0"/>
                        <a:defRPr sz="2000" kern="1200">
                          <a:solidFill>
                            <a:srgbClr val="000000"/>
                          </a:solidFill>
                          <a:latin typeface="Arial" panose="020B0604020202090204" pitchFamily="34" charset="0"/>
                          <a:ea typeface="华文细黑" panose="02010600040101010101" pitchFamily="2" charset="-122"/>
                        </a:defRPr>
                      </a:lvl3pPr>
                      <a:lvl4pPr marL="1281430" indent="90805" algn="l" defTabSz="914400" rtl="0" eaLnBrk="1" latinLnBrk="0" hangingPunct="1">
                        <a:spcBef>
                          <a:spcPct val="10000"/>
                        </a:spcBef>
                        <a:spcAft>
                          <a:spcPct val="25000"/>
                        </a:spcAft>
                        <a:buClr>
                          <a:schemeClr val="tx1"/>
                        </a:buClr>
                        <a:buFont typeface="Times New Roman" panose="02020503050405090304" pitchFamily="18" charset="0"/>
                        <a:defRPr sz="1600" kern="1200">
                          <a:solidFill>
                            <a:srgbClr val="000000"/>
                          </a:solidFill>
                          <a:latin typeface="Arial" panose="020B0604020202090204" pitchFamily="34" charset="0"/>
                          <a:ea typeface="华文细黑" panose="02010600040101010101" pitchFamily="2" charset="-122"/>
                        </a:defRPr>
                      </a:lvl4pPr>
                      <a:lvl5pPr marL="1700530" indent="128905" algn="l" defTabSz="914400" rtl="0" eaLnBrk="1"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5pPr>
                      <a:lvl6pPr marL="21577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6pPr>
                      <a:lvl7pPr marL="26149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7pPr>
                      <a:lvl8pPr marL="30721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8pPr>
                      <a:lvl9pPr marL="35293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9pPr>
                    </a:lstStyle>
                    <a:p>
                      <a:pPr marL="0" marR="0" lvl="0" indent="0" algn="ctr" defTabSz="914400" rtl="0" eaLnBrk="1" fontAlgn="base" latinLnBrk="0" hangingPunct="1">
                        <a:lnSpc>
                          <a:spcPct val="100000"/>
                        </a:lnSpc>
                        <a:spcBef>
                          <a:spcPct val="10000"/>
                        </a:spcBef>
                        <a:spcAft>
                          <a:spcPct val="25000"/>
                        </a:spcAft>
                        <a:buClr>
                          <a:schemeClr val="tx1"/>
                        </a:buClr>
                        <a:buSzPct val="80000"/>
                        <a:buFont typeface="Wingdings" panose="05000000000000000000" pitchFamily="2" charset="2"/>
                        <a:buNone/>
                      </a:pPr>
                      <a:r>
                        <a:rPr kumimoji="0" lang="zh-CN" altLang="zh-CN" sz="1800" b="1" i="0" u="none" strike="noStrike" cap="none" normalizeH="0" baseline="0" dirty="0">
                          <a:ln>
                            <a:noFill/>
                          </a:ln>
                          <a:solidFill>
                            <a:schemeClr val="bg1"/>
                          </a:solidFill>
                          <a:effectLst/>
                          <a:latin typeface="+mn-ea"/>
                          <a:ea typeface="+mn-ea"/>
                        </a:rPr>
                        <a:t>MAC</a:t>
                      </a:r>
                      <a:r>
                        <a:rPr kumimoji="0" lang="zh-CN" altLang="en-US" sz="1800" b="1" i="0" u="none" strike="noStrike" cap="none" normalizeH="0" baseline="0" dirty="0">
                          <a:ln>
                            <a:noFill/>
                          </a:ln>
                          <a:solidFill>
                            <a:schemeClr val="bg1"/>
                          </a:solidFill>
                          <a:effectLst/>
                          <a:latin typeface="+mn-ea"/>
                          <a:ea typeface="+mn-ea"/>
                        </a:rPr>
                        <a:t>地址</a:t>
                      </a:r>
                      <a:endParaRPr kumimoji="0" lang="zh-CN" altLang="zh-CN" sz="1800" b="1" i="0" u="none" strike="noStrike" cap="none" normalizeH="0" baseline="0" dirty="0">
                        <a:ln>
                          <a:noFill/>
                        </a:ln>
                        <a:solidFill>
                          <a:schemeClr val="bg1"/>
                        </a:solidFill>
                        <a:effectLst/>
                        <a:latin typeface="+mn-ea"/>
                        <a:ea typeface="+mn-ea"/>
                      </a:endParaRPr>
                    </a:p>
                  </a:txBody>
                  <a:tcPr marT="45712" marB="45712"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lvl1pPr marL="0" algn="l" defTabSz="914400" rtl="0" eaLnBrk="1" latinLnBrk="0" hangingPunct="1">
                        <a:spcBef>
                          <a:spcPct val="10000"/>
                        </a:spcBef>
                        <a:spcAft>
                          <a:spcPct val="25000"/>
                        </a:spcAft>
                        <a:buClr>
                          <a:schemeClr val="tx1"/>
                        </a:buClr>
                        <a:buSzPct val="80000"/>
                        <a:buFont typeface="Wingdings" panose="05000000000000000000" pitchFamily="2" charset="2"/>
                        <a:defRPr sz="2600" b="1" kern="1200">
                          <a:solidFill>
                            <a:srgbClr val="000000"/>
                          </a:solidFill>
                          <a:latin typeface="Arial" panose="020B0604020202090204" pitchFamily="34" charset="0"/>
                          <a:ea typeface="华文细黑" panose="02010600040101010101" pitchFamily="2" charset="-122"/>
                        </a:defRPr>
                      </a:lvl1pPr>
                      <a:lvl2pPr marL="386080" indent="71755" algn="l" defTabSz="914400" rtl="0" eaLnBrk="1" latinLnBrk="0" hangingPunct="1">
                        <a:spcBef>
                          <a:spcPct val="10000"/>
                        </a:spcBef>
                        <a:spcAft>
                          <a:spcPct val="25000"/>
                        </a:spcAft>
                        <a:buClr>
                          <a:schemeClr val="tx1"/>
                        </a:buClr>
                        <a:buSzPct val="80000"/>
                        <a:buFont typeface="Wingdings" panose="05000000000000000000" pitchFamily="2" charset="2"/>
                        <a:defRPr sz="2000" kern="1200">
                          <a:solidFill>
                            <a:srgbClr val="000000"/>
                          </a:solidFill>
                          <a:latin typeface="Arial" panose="020B0604020202090204" pitchFamily="34" charset="0"/>
                          <a:ea typeface="华文细黑" panose="02010600040101010101" pitchFamily="2" charset="-122"/>
                        </a:defRPr>
                      </a:lvl2pPr>
                      <a:lvl3pPr marL="862330" indent="52705" algn="l" defTabSz="914400" rtl="0" eaLnBrk="1" latinLnBrk="0" hangingPunct="1">
                        <a:spcBef>
                          <a:spcPct val="10000"/>
                        </a:spcBef>
                        <a:spcAft>
                          <a:spcPct val="25000"/>
                        </a:spcAft>
                        <a:buClr>
                          <a:schemeClr val="tx1"/>
                        </a:buClr>
                        <a:buFont typeface="Times New Roman" panose="02020503050405090304" pitchFamily="18" charset="0"/>
                        <a:defRPr sz="2000" kern="1200">
                          <a:solidFill>
                            <a:srgbClr val="000000"/>
                          </a:solidFill>
                          <a:latin typeface="Arial" panose="020B0604020202090204" pitchFamily="34" charset="0"/>
                          <a:ea typeface="华文细黑" panose="02010600040101010101" pitchFamily="2" charset="-122"/>
                        </a:defRPr>
                      </a:lvl3pPr>
                      <a:lvl4pPr marL="1281430" indent="90805" algn="l" defTabSz="914400" rtl="0" eaLnBrk="1" latinLnBrk="0" hangingPunct="1">
                        <a:spcBef>
                          <a:spcPct val="10000"/>
                        </a:spcBef>
                        <a:spcAft>
                          <a:spcPct val="25000"/>
                        </a:spcAft>
                        <a:buClr>
                          <a:schemeClr val="tx1"/>
                        </a:buClr>
                        <a:buFont typeface="Times New Roman" panose="02020503050405090304" pitchFamily="18" charset="0"/>
                        <a:defRPr sz="1600" kern="1200">
                          <a:solidFill>
                            <a:srgbClr val="000000"/>
                          </a:solidFill>
                          <a:latin typeface="Arial" panose="020B0604020202090204" pitchFamily="34" charset="0"/>
                          <a:ea typeface="华文细黑" panose="02010600040101010101" pitchFamily="2" charset="-122"/>
                        </a:defRPr>
                      </a:lvl4pPr>
                      <a:lvl5pPr marL="1700530" indent="128905" algn="l" defTabSz="914400" rtl="0" eaLnBrk="1"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5pPr>
                      <a:lvl6pPr marL="21577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6pPr>
                      <a:lvl7pPr marL="26149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7pPr>
                      <a:lvl8pPr marL="30721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8pPr>
                      <a:lvl9pPr marL="35293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9pPr>
                    </a:lstStyle>
                    <a:p>
                      <a:pPr marL="0" marR="0" lvl="0" indent="0" algn="ctr" defTabSz="914400" rtl="0" eaLnBrk="1" fontAlgn="base" latinLnBrk="0" hangingPunct="1">
                        <a:lnSpc>
                          <a:spcPct val="100000"/>
                        </a:lnSpc>
                        <a:spcBef>
                          <a:spcPct val="10000"/>
                        </a:spcBef>
                        <a:spcAft>
                          <a:spcPct val="25000"/>
                        </a:spcAft>
                        <a:buClr>
                          <a:schemeClr val="tx1"/>
                        </a:buClr>
                        <a:buSzPct val="80000"/>
                        <a:buFont typeface="Wingdings" panose="05000000000000000000" pitchFamily="2" charset="2"/>
                        <a:buNone/>
                      </a:pPr>
                      <a:r>
                        <a:rPr kumimoji="0" lang="zh-CN" altLang="en-US" sz="1800" b="1" i="0" u="none" strike="noStrike" cap="none" normalizeH="0" baseline="0" dirty="0">
                          <a:ln>
                            <a:noFill/>
                          </a:ln>
                          <a:solidFill>
                            <a:schemeClr val="bg1"/>
                          </a:solidFill>
                          <a:effectLst/>
                          <a:latin typeface="+mn-ea"/>
                          <a:ea typeface="+mn-ea"/>
                        </a:rPr>
                        <a:t>端口</a:t>
                      </a:r>
                      <a:endParaRPr kumimoji="0" lang="zh-CN" altLang="zh-CN" sz="1800" b="1" i="0" u="none" strike="noStrike" cap="none" normalizeH="0" baseline="0" dirty="0">
                        <a:ln>
                          <a:noFill/>
                        </a:ln>
                        <a:solidFill>
                          <a:schemeClr val="bg1"/>
                        </a:solidFill>
                        <a:effectLst/>
                        <a:latin typeface="+mn-ea"/>
                        <a:ea typeface="+mn-ea"/>
                      </a:endParaRPr>
                    </a:p>
                  </a:txBody>
                  <a:tcPr marT="45712" marB="45712"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1"/>
                  </a:ext>
                </a:extLst>
              </a:tr>
              <a:tr h="314492">
                <a:tc>
                  <a:txBody>
                    <a:bodyPr/>
                    <a:lstStyle>
                      <a:lvl1pPr marL="0" algn="l" defTabSz="914400" rtl="0" eaLnBrk="1" latinLnBrk="0" hangingPunct="1">
                        <a:spcBef>
                          <a:spcPct val="10000"/>
                        </a:spcBef>
                        <a:spcAft>
                          <a:spcPct val="25000"/>
                        </a:spcAft>
                        <a:buClr>
                          <a:schemeClr val="tx1"/>
                        </a:buClr>
                        <a:buSzPct val="80000"/>
                        <a:buFont typeface="Wingdings" panose="05000000000000000000" pitchFamily="2" charset="2"/>
                        <a:defRPr sz="2600" b="1" kern="1200">
                          <a:solidFill>
                            <a:srgbClr val="000000"/>
                          </a:solidFill>
                          <a:latin typeface="Arial" panose="020B0604020202090204" pitchFamily="34" charset="0"/>
                          <a:ea typeface="华文细黑" panose="02010600040101010101" pitchFamily="2" charset="-122"/>
                        </a:defRPr>
                      </a:lvl1pPr>
                      <a:lvl2pPr marL="386080" indent="71755" algn="l" defTabSz="914400" rtl="0" eaLnBrk="1" latinLnBrk="0" hangingPunct="1">
                        <a:spcBef>
                          <a:spcPct val="10000"/>
                        </a:spcBef>
                        <a:spcAft>
                          <a:spcPct val="25000"/>
                        </a:spcAft>
                        <a:buClr>
                          <a:schemeClr val="tx1"/>
                        </a:buClr>
                        <a:buSzPct val="80000"/>
                        <a:buFont typeface="Wingdings" panose="05000000000000000000" pitchFamily="2" charset="2"/>
                        <a:defRPr sz="2000" kern="1200">
                          <a:solidFill>
                            <a:srgbClr val="000000"/>
                          </a:solidFill>
                          <a:latin typeface="Arial" panose="020B0604020202090204" pitchFamily="34" charset="0"/>
                          <a:ea typeface="华文细黑" panose="02010600040101010101" pitchFamily="2" charset="-122"/>
                        </a:defRPr>
                      </a:lvl2pPr>
                      <a:lvl3pPr marL="862330" indent="52705" algn="l" defTabSz="914400" rtl="0" eaLnBrk="1" latinLnBrk="0" hangingPunct="1">
                        <a:spcBef>
                          <a:spcPct val="10000"/>
                        </a:spcBef>
                        <a:spcAft>
                          <a:spcPct val="25000"/>
                        </a:spcAft>
                        <a:buClr>
                          <a:schemeClr val="tx1"/>
                        </a:buClr>
                        <a:buFont typeface="Times New Roman" panose="02020503050405090304" pitchFamily="18" charset="0"/>
                        <a:defRPr sz="2000" kern="1200">
                          <a:solidFill>
                            <a:srgbClr val="000000"/>
                          </a:solidFill>
                          <a:latin typeface="Arial" panose="020B0604020202090204" pitchFamily="34" charset="0"/>
                          <a:ea typeface="华文细黑" panose="02010600040101010101" pitchFamily="2" charset="-122"/>
                        </a:defRPr>
                      </a:lvl3pPr>
                      <a:lvl4pPr marL="1281430" indent="90805" algn="l" defTabSz="914400" rtl="0" eaLnBrk="1" latinLnBrk="0" hangingPunct="1">
                        <a:spcBef>
                          <a:spcPct val="10000"/>
                        </a:spcBef>
                        <a:spcAft>
                          <a:spcPct val="25000"/>
                        </a:spcAft>
                        <a:buClr>
                          <a:schemeClr val="tx1"/>
                        </a:buClr>
                        <a:buFont typeface="Times New Roman" panose="02020503050405090304" pitchFamily="18" charset="0"/>
                        <a:defRPr sz="1600" kern="1200">
                          <a:solidFill>
                            <a:srgbClr val="000000"/>
                          </a:solidFill>
                          <a:latin typeface="Arial" panose="020B0604020202090204" pitchFamily="34" charset="0"/>
                          <a:ea typeface="华文细黑" panose="02010600040101010101" pitchFamily="2" charset="-122"/>
                        </a:defRPr>
                      </a:lvl4pPr>
                      <a:lvl5pPr marL="1700530" indent="128905" algn="l" defTabSz="914400" rtl="0" eaLnBrk="1"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5pPr>
                      <a:lvl6pPr marL="21577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6pPr>
                      <a:lvl7pPr marL="26149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7pPr>
                      <a:lvl8pPr marL="30721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8pPr>
                      <a:lvl9pPr marL="35293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9pPr>
                    </a:lstStyle>
                    <a:p>
                      <a:pPr marL="0" marR="0" lvl="0" indent="0" algn="ctr" defTabSz="914400" rtl="0" eaLnBrk="1" fontAlgn="base" latinLnBrk="0" hangingPunct="1">
                        <a:lnSpc>
                          <a:spcPct val="100000"/>
                        </a:lnSpc>
                        <a:spcBef>
                          <a:spcPct val="10000"/>
                        </a:spcBef>
                        <a:spcAft>
                          <a:spcPct val="25000"/>
                        </a:spcAft>
                        <a:buClr>
                          <a:schemeClr val="tx1"/>
                        </a:buClr>
                        <a:buSzPct val="80000"/>
                        <a:buFont typeface="Wingdings" panose="05000000000000000000" pitchFamily="2" charset="2"/>
                        <a:buNone/>
                      </a:pPr>
                      <a:endParaRPr kumimoji="0" lang="zh-CN" altLang="zh-CN" sz="1600" b="1" i="0" u="none" strike="noStrike" cap="none" normalizeH="0" baseline="0" dirty="0">
                        <a:ln>
                          <a:noFill/>
                        </a:ln>
                        <a:solidFill>
                          <a:srgbClr val="000000"/>
                        </a:solidFill>
                        <a:effectLst/>
                        <a:latin typeface="Arial" panose="020B0604020202090204" pitchFamily="34" charset="0"/>
                        <a:ea typeface="华文细黑" panose="02010600040101010101" pitchFamily="2" charset="-122"/>
                      </a:endParaRPr>
                    </a:p>
                  </a:txBody>
                  <a:tcPr marT="45712" marB="45712"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marL="0" algn="l" defTabSz="914400" rtl="0" eaLnBrk="1" latinLnBrk="0" hangingPunct="1">
                        <a:spcBef>
                          <a:spcPct val="10000"/>
                        </a:spcBef>
                        <a:spcAft>
                          <a:spcPct val="25000"/>
                        </a:spcAft>
                        <a:buClr>
                          <a:schemeClr val="tx1"/>
                        </a:buClr>
                        <a:buSzPct val="80000"/>
                        <a:buFont typeface="Wingdings" panose="05000000000000000000" pitchFamily="2" charset="2"/>
                        <a:defRPr sz="2600" b="1" kern="1200">
                          <a:solidFill>
                            <a:srgbClr val="000000"/>
                          </a:solidFill>
                          <a:latin typeface="Arial" panose="020B0604020202090204" pitchFamily="34" charset="0"/>
                          <a:ea typeface="华文细黑" panose="02010600040101010101" pitchFamily="2" charset="-122"/>
                        </a:defRPr>
                      </a:lvl1pPr>
                      <a:lvl2pPr marL="386080" indent="71755" algn="l" defTabSz="914400" rtl="0" eaLnBrk="1" latinLnBrk="0" hangingPunct="1">
                        <a:spcBef>
                          <a:spcPct val="10000"/>
                        </a:spcBef>
                        <a:spcAft>
                          <a:spcPct val="25000"/>
                        </a:spcAft>
                        <a:buClr>
                          <a:schemeClr val="tx1"/>
                        </a:buClr>
                        <a:buSzPct val="80000"/>
                        <a:buFont typeface="Wingdings" panose="05000000000000000000" pitchFamily="2" charset="2"/>
                        <a:defRPr sz="2000" kern="1200">
                          <a:solidFill>
                            <a:srgbClr val="000000"/>
                          </a:solidFill>
                          <a:latin typeface="Arial" panose="020B0604020202090204" pitchFamily="34" charset="0"/>
                          <a:ea typeface="华文细黑" panose="02010600040101010101" pitchFamily="2" charset="-122"/>
                        </a:defRPr>
                      </a:lvl2pPr>
                      <a:lvl3pPr marL="862330" indent="52705" algn="l" defTabSz="914400" rtl="0" eaLnBrk="1" latinLnBrk="0" hangingPunct="1">
                        <a:spcBef>
                          <a:spcPct val="10000"/>
                        </a:spcBef>
                        <a:spcAft>
                          <a:spcPct val="25000"/>
                        </a:spcAft>
                        <a:buClr>
                          <a:schemeClr val="tx1"/>
                        </a:buClr>
                        <a:buFont typeface="Times New Roman" panose="02020503050405090304" pitchFamily="18" charset="0"/>
                        <a:defRPr sz="2000" kern="1200">
                          <a:solidFill>
                            <a:srgbClr val="000000"/>
                          </a:solidFill>
                          <a:latin typeface="Arial" panose="020B0604020202090204" pitchFamily="34" charset="0"/>
                          <a:ea typeface="华文细黑" panose="02010600040101010101" pitchFamily="2" charset="-122"/>
                        </a:defRPr>
                      </a:lvl3pPr>
                      <a:lvl4pPr marL="1281430" indent="90805" algn="l" defTabSz="914400" rtl="0" eaLnBrk="1" latinLnBrk="0" hangingPunct="1">
                        <a:spcBef>
                          <a:spcPct val="10000"/>
                        </a:spcBef>
                        <a:spcAft>
                          <a:spcPct val="25000"/>
                        </a:spcAft>
                        <a:buClr>
                          <a:schemeClr val="tx1"/>
                        </a:buClr>
                        <a:buFont typeface="Times New Roman" panose="02020503050405090304" pitchFamily="18" charset="0"/>
                        <a:defRPr sz="1600" kern="1200">
                          <a:solidFill>
                            <a:srgbClr val="000000"/>
                          </a:solidFill>
                          <a:latin typeface="Arial" panose="020B0604020202090204" pitchFamily="34" charset="0"/>
                          <a:ea typeface="华文细黑" panose="02010600040101010101" pitchFamily="2" charset="-122"/>
                        </a:defRPr>
                      </a:lvl4pPr>
                      <a:lvl5pPr marL="1700530" indent="128905" algn="l" defTabSz="914400" rtl="0" eaLnBrk="1"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5pPr>
                      <a:lvl6pPr marL="21577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6pPr>
                      <a:lvl7pPr marL="26149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7pPr>
                      <a:lvl8pPr marL="30721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8pPr>
                      <a:lvl9pPr marL="35293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9pPr>
                    </a:lstStyle>
                    <a:p>
                      <a:pPr marL="0" marR="0" lvl="0" indent="0" algn="ctr" defTabSz="914400" rtl="0" eaLnBrk="1" fontAlgn="base" latinLnBrk="0" hangingPunct="1">
                        <a:lnSpc>
                          <a:spcPct val="100000"/>
                        </a:lnSpc>
                        <a:spcBef>
                          <a:spcPct val="10000"/>
                        </a:spcBef>
                        <a:spcAft>
                          <a:spcPct val="25000"/>
                        </a:spcAft>
                        <a:buClr>
                          <a:schemeClr val="tx1"/>
                        </a:buClr>
                        <a:buSzPct val="80000"/>
                        <a:buFont typeface="Wingdings" panose="05000000000000000000" pitchFamily="2" charset="2"/>
                        <a:buNone/>
                      </a:pPr>
                      <a:endParaRPr kumimoji="0" lang="zh-CN" altLang="zh-CN" sz="1600" b="1" i="0" u="none" strike="noStrike" cap="none" normalizeH="0" baseline="0" dirty="0">
                        <a:ln>
                          <a:noFill/>
                        </a:ln>
                        <a:solidFill>
                          <a:srgbClr val="000000"/>
                        </a:solidFill>
                        <a:effectLst/>
                        <a:latin typeface="Arial" panose="020B0604020202090204" pitchFamily="34" charset="0"/>
                        <a:ea typeface="华文细黑" panose="02010600040101010101" pitchFamily="2" charset="-122"/>
                      </a:endParaRPr>
                    </a:p>
                  </a:txBody>
                  <a:tcPr marT="45712" marB="45712"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2"/>
                  </a:ext>
                </a:extLst>
              </a:tr>
              <a:tr h="314492">
                <a:tc>
                  <a:txBody>
                    <a:bodyPr/>
                    <a:lstStyle>
                      <a:lvl1pPr marL="0" algn="l" defTabSz="914400" rtl="0" eaLnBrk="1" latinLnBrk="0" hangingPunct="1">
                        <a:spcBef>
                          <a:spcPct val="10000"/>
                        </a:spcBef>
                        <a:spcAft>
                          <a:spcPct val="25000"/>
                        </a:spcAft>
                        <a:buClr>
                          <a:schemeClr val="tx1"/>
                        </a:buClr>
                        <a:buSzPct val="80000"/>
                        <a:buFont typeface="Wingdings" panose="05000000000000000000" pitchFamily="2" charset="2"/>
                        <a:defRPr sz="2600" b="1" kern="1200">
                          <a:solidFill>
                            <a:srgbClr val="000000"/>
                          </a:solidFill>
                          <a:latin typeface="Arial" panose="020B0604020202090204" pitchFamily="34" charset="0"/>
                          <a:ea typeface="华文细黑" panose="02010600040101010101" pitchFamily="2" charset="-122"/>
                        </a:defRPr>
                      </a:lvl1pPr>
                      <a:lvl2pPr marL="386080" indent="71755" algn="l" defTabSz="914400" rtl="0" eaLnBrk="1" latinLnBrk="0" hangingPunct="1">
                        <a:spcBef>
                          <a:spcPct val="10000"/>
                        </a:spcBef>
                        <a:spcAft>
                          <a:spcPct val="25000"/>
                        </a:spcAft>
                        <a:buClr>
                          <a:schemeClr val="tx1"/>
                        </a:buClr>
                        <a:buSzPct val="80000"/>
                        <a:buFont typeface="Wingdings" panose="05000000000000000000" pitchFamily="2" charset="2"/>
                        <a:defRPr sz="2000" kern="1200">
                          <a:solidFill>
                            <a:srgbClr val="000000"/>
                          </a:solidFill>
                          <a:latin typeface="Arial" panose="020B0604020202090204" pitchFamily="34" charset="0"/>
                          <a:ea typeface="华文细黑" panose="02010600040101010101" pitchFamily="2" charset="-122"/>
                        </a:defRPr>
                      </a:lvl2pPr>
                      <a:lvl3pPr marL="862330" indent="52705" algn="l" defTabSz="914400" rtl="0" eaLnBrk="1" latinLnBrk="0" hangingPunct="1">
                        <a:spcBef>
                          <a:spcPct val="10000"/>
                        </a:spcBef>
                        <a:spcAft>
                          <a:spcPct val="25000"/>
                        </a:spcAft>
                        <a:buClr>
                          <a:schemeClr val="tx1"/>
                        </a:buClr>
                        <a:buFont typeface="Times New Roman" panose="02020503050405090304" pitchFamily="18" charset="0"/>
                        <a:defRPr sz="2000" kern="1200">
                          <a:solidFill>
                            <a:srgbClr val="000000"/>
                          </a:solidFill>
                          <a:latin typeface="Arial" panose="020B0604020202090204" pitchFamily="34" charset="0"/>
                          <a:ea typeface="华文细黑" panose="02010600040101010101" pitchFamily="2" charset="-122"/>
                        </a:defRPr>
                      </a:lvl3pPr>
                      <a:lvl4pPr marL="1281430" indent="90805" algn="l" defTabSz="914400" rtl="0" eaLnBrk="1" latinLnBrk="0" hangingPunct="1">
                        <a:spcBef>
                          <a:spcPct val="10000"/>
                        </a:spcBef>
                        <a:spcAft>
                          <a:spcPct val="25000"/>
                        </a:spcAft>
                        <a:buClr>
                          <a:schemeClr val="tx1"/>
                        </a:buClr>
                        <a:buFont typeface="Times New Roman" panose="02020503050405090304" pitchFamily="18" charset="0"/>
                        <a:defRPr sz="1600" kern="1200">
                          <a:solidFill>
                            <a:srgbClr val="000000"/>
                          </a:solidFill>
                          <a:latin typeface="Arial" panose="020B0604020202090204" pitchFamily="34" charset="0"/>
                          <a:ea typeface="华文细黑" panose="02010600040101010101" pitchFamily="2" charset="-122"/>
                        </a:defRPr>
                      </a:lvl4pPr>
                      <a:lvl5pPr marL="1700530" indent="128905" algn="l" defTabSz="914400" rtl="0" eaLnBrk="1"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5pPr>
                      <a:lvl6pPr marL="21577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6pPr>
                      <a:lvl7pPr marL="26149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7pPr>
                      <a:lvl8pPr marL="30721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8pPr>
                      <a:lvl9pPr marL="35293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9pPr>
                    </a:lstStyle>
                    <a:p>
                      <a:pPr marL="0" marR="0" lvl="0" indent="0" algn="ctr" defTabSz="914400" rtl="0" eaLnBrk="1" fontAlgn="base" latinLnBrk="0" hangingPunct="1">
                        <a:lnSpc>
                          <a:spcPct val="100000"/>
                        </a:lnSpc>
                        <a:spcBef>
                          <a:spcPct val="10000"/>
                        </a:spcBef>
                        <a:spcAft>
                          <a:spcPct val="25000"/>
                        </a:spcAft>
                        <a:buClr>
                          <a:schemeClr val="tx1"/>
                        </a:buClr>
                        <a:buSzPct val="80000"/>
                        <a:buFont typeface="Wingdings" panose="05000000000000000000" pitchFamily="2" charset="2"/>
                        <a:buNone/>
                      </a:pPr>
                      <a:endParaRPr kumimoji="0" lang="zh-CN" altLang="zh-CN" sz="1600" b="1" i="0" u="none" strike="noStrike" cap="none" normalizeH="0" baseline="0" dirty="0">
                        <a:ln>
                          <a:noFill/>
                        </a:ln>
                        <a:solidFill>
                          <a:srgbClr val="000000"/>
                        </a:solidFill>
                        <a:effectLst/>
                        <a:latin typeface="Arial" panose="020B0604020202090204" pitchFamily="34" charset="0"/>
                        <a:ea typeface="华文细黑" panose="02010600040101010101" pitchFamily="2" charset="-122"/>
                      </a:endParaRPr>
                    </a:p>
                  </a:txBody>
                  <a:tcPr marT="45712" marB="45712"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marL="0" algn="l" defTabSz="914400" rtl="0" eaLnBrk="1" latinLnBrk="0" hangingPunct="1">
                        <a:spcBef>
                          <a:spcPct val="10000"/>
                        </a:spcBef>
                        <a:spcAft>
                          <a:spcPct val="25000"/>
                        </a:spcAft>
                        <a:buClr>
                          <a:schemeClr val="tx1"/>
                        </a:buClr>
                        <a:buSzPct val="80000"/>
                        <a:buFont typeface="Wingdings" panose="05000000000000000000" pitchFamily="2" charset="2"/>
                        <a:defRPr sz="2600" b="1" kern="1200">
                          <a:solidFill>
                            <a:srgbClr val="000000"/>
                          </a:solidFill>
                          <a:latin typeface="Arial" panose="020B0604020202090204" pitchFamily="34" charset="0"/>
                          <a:ea typeface="华文细黑" panose="02010600040101010101" pitchFamily="2" charset="-122"/>
                        </a:defRPr>
                      </a:lvl1pPr>
                      <a:lvl2pPr marL="386080" indent="71755" algn="l" defTabSz="914400" rtl="0" eaLnBrk="1" latinLnBrk="0" hangingPunct="1">
                        <a:spcBef>
                          <a:spcPct val="10000"/>
                        </a:spcBef>
                        <a:spcAft>
                          <a:spcPct val="25000"/>
                        </a:spcAft>
                        <a:buClr>
                          <a:schemeClr val="tx1"/>
                        </a:buClr>
                        <a:buSzPct val="80000"/>
                        <a:buFont typeface="Wingdings" panose="05000000000000000000" pitchFamily="2" charset="2"/>
                        <a:defRPr sz="2000" kern="1200">
                          <a:solidFill>
                            <a:srgbClr val="000000"/>
                          </a:solidFill>
                          <a:latin typeface="Arial" panose="020B0604020202090204" pitchFamily="34" charset="0"/>
                          <a:ea typeface="华文细黑" panose="02010600040101010101" pitchFamily="2" charset="-122"/>
                        </a:defRPr>
                      </a:lvl2pPr>
                      <a:lvl3pPr marL="862330" indent="52705" algn="l" defTabSz="914400" rtl="0" eaLnBrk="1" latinLnBrk="0" hangingPunct="1">
                        <a:spcBef>
                          <a:spcPct val="10000"/>
                        </a:spcBef>
                        <a:spcAft>
                          <a:spcPct val="25000"/>
                        </a:spcAft>
                        <a:buClr>
                          <a:schemeClr val="tx1"/>
                        </a:buClr>
                        <a:buFont typeface="Times New Roman" panose="02020503050405090304" pitchFamily="18" charset="0"/>
                        <a:defRPr sz="2000" kern="1200">
                          <a:solidFill>
                            <a:srgbClr val="000000"/>
                          </a:solidFill>
                          <a:latin typeface="Arial" panose="020B0604020202090204" pitchFamily="34" charset="0"/>
                          <a:ea typeface="华文细黑" panose="02010600040101010101" pitchFamily="2" charset="-122"/>
                        </a:defRPr>
                      </a:lvl3pPr>
                      <a:lvl4pPr marL="1281430" indent="90805" algn="l" defTabSz="914400" rtl="0" eaLnBrk="1" latinLnBrk="0" hangingPunct="1">
                        <a:spcBef>
                          <a:spcPct val="10000"/>
                        </a:spcBef>
                        <a:spcAft>
                          <a:spcPct val="25000"/>
                        </a:spcAft>
                        <a:buClr>
                          <a:schemeClr val="tx1"/>
                        </a:buClr>
                        <a:buFont typeface="Times New Roman" panose="02020503050405090304" pitchFamily="18" charset="0"/>
                        <a:defRPr sz="1600" kern="1200">
                          <a:solidFill>
                            <a:srgbClr val="000000"/>
                          </a:solidFill>
                          <a:latin typeface="Arial" panose="020B0604020202090204" pitchFamily="34" charset="0"/>
                          <a:ea typeface="华文细黑" panose="02010600040101010101" pitchFamily="2" charset="-122"/>
                        </a:defRPr>
                      </a:lvl4pPr>
                      <a:lvl5pPr marL="1700530" indent="128905" algn="l" defTabSz="914400" rtl="0" eaLnBrk="1"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5pPr>
                      <a:lvl6pPr marL="21577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6pPr>
                      <a:lvl7pPr marL="26149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7pPr>
                      <a:lvl8pPr marL="30721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8pPr>
                      <a:lvl9pPr marL="35293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9pPr>
                    </a:lstStyle>
                    <a:p>
                      <a:pPr marL="0" marR="0" lvl="0" indent="0" algn="ctr" defTabSz="914400" rtl="0" eaLnBrk="1" fontAlgn="base" latinLnBrk="0" hangingPunct="1">
                        <a:lnSpc>
                          <a:spcPct val="100000"/>
                        </a:lnSpc>
                        <a:spcBef>
                          <a:spcPct val="10000"/>
                        </a:spcBef>
                        <a:spcAft>
                          <a:spcPct val="25000"/>
                        </a:spcAft>
                        <a:buClr>
                          <a:schemeClr val="tx1"/>
                        </a:buClr>
                        <a:buSzPct val="80000"/>
                        <a:buFont typeface="Wingdings" panose="05000000000000000000" pitchFamily="2" charset="2"/>
                        <a:buNone/>
                      </a:pPr>
                      <a:endParaRPr kumimoji="0" lang="zh-CN" altLang="zh-CN" sz="1600" b="1" i="0" u="none" strike="noStrike" cap="none" normalizeH="0" baseline="0" dirty="0">
                        <a:ln>
                          <a:noFill/>
                        </a:ln>
                        <a:solidFill>
                          <a:srgbClr val="000000"/>
                        </a:solidFill>
                        <a:effectLst/>
                        <a:latin typeface="Arial" panose="020B0604020202090204" pitchFamily="34" charset="0"/>
                        <a:ea typeface="华文细黑" panose="02010600040101010101" pitchFamily="2" charset="-122"/>
                      </a:endParaRPr>
                    </a:p>
                  </a:txBody>
                  <a:tcPr marT="45712" marB="45712"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3"/>
                  </a:ext>
                </a:extLst>
              </a:tr>
              <a:tr h="314492">
                <a:tc>
                  <a:txBody>
                    <a:bodyPr/>
                    <a:lstStyle>
                      <a:lvl1pPr marL="0" algn="l" defTabSz="914400" rtl="0" eaLnBrk="1" latinLnBrk="0" hangingPunct="1">
                        <a:spcBef>
                          <a:spcPct val="10000"/>
                        </a:spcBef>
                        <a:spcAft>
                          <a:spcPct val="25000"/>
                        </a:spcAft>
                        <a:buClr>
                          <a:schemeClr val="tx1"/>
                        </a:buClr>
                        <a:buSzPct val="80000"/>
                        <a:buFont typeface="Wingdings" panose="05000000000000000000" pitchFamily="2" charset="2"/>
                        <a:defRPr sz="2600" b="1" kern="1200">
                          <a:solidFill>
                            <a:srgbClr val="000000"/>
                          </a:solidFill>
                          <a:latin typeface="Arial" panose="020B0604020202090204" pitchFamily="34" charset="0"/>
                          <a:ea typeface="华文细黑" panose="02010600040101010101" pitchFamily="2" charset="-122"/>
                        </a:defRPr>
                      </a:lvl1pPr>
                      <a:lvl2pPr marL="386080" indent="71755" algn="l" defTabSz="914400" rtl="0" eaLnBrk="1" latinLnBrk="0" hangingPunct="1">
                        <a:spcBef>
                          <a:spcPct val="10000"/>
                        </a:spcBef>
                        <a:spcAft>
                          <a:spcPct val="25000"/>
                        </a:spcAft>
                        <a:buClr>
                          <a:schemeClr val="tx1"/>
                        </a:buClr>
                        <a:buSzPct val="80000"/>
                        <a:buFont typeface="Wingdings" panose="05000000000000000000" pitchFamily="2" charset="2"/>
                        <a:defRPr sz="2000" kern="1200">
                          <a:solidFill>
                            <a:srgbClr val="000000"/>
                          </a:solidFill>
                          <a:latin typeface="Arial" panose="020B0604020202090204" pitchFamily="34" charset="0"/>
                          <a:ea typeface="华文细黑" panose="02010600040101010101" pitchFamily="2" charset="-122"/>
                        </a:defRPr>
                      </a:lvl2pPr>
                      <a:lvl3pPr marL="862330" indent="52705" algn="l" defTabSz="914400" rtl="0" eaLnBrk="1" latinLnBrk="0" hangingPunct="1">
                        <a:spcBef>
                          <a:spcPct val="10000"/>
                        </a:spcBef>
                        <a:spcAft>
                          <a:spcPct val="25000"/>
                        </a:spcAft>
                        <a:buClr>
                          <a:schemeClr val="tx1"/>
                        </a:buClr>
                        <a:buFont typeface="Times New Roman" panose="02020503050405090304" pitchFamily="18" charset="0"/>
                        <a:defRPr sz="2000" kern="1200">
                          <a:solidFill>
                            <a:srgbClr val="000000"/>
                          </a:solidFill>
                          <a:latin typeface="Arial" panose="020B0604020202090204" pitchFamily="34" charset="0"/>
                          <a:ea typeface="华文细黑" panose="02010600040101010101" pitchFamily="2" charset="-122"/>
                        </a:defRPr>
                      </a:lvl3pPr>
                      <a:lvl4pPr marL="1281430" indent="90805" algn="l" defTabSz="914400" rtl="0" eaLnBrk="1" latinLnBrk="0" hangingPunct="1">
                        <a:spcBef>
                          <a:spcPct val="10000"/>
                        </a:spcBef>
                        <a:spcAft>
                          <a:spcPct val="25000"/>
                        </a:spcAft>
                        <a:buClr>
                          <a:schemeClr val="tx1"/>
                        </a:buClr>
                        <a:buFont typeface="Times New Roman" panose="02020503050405090304" pitchFamily="18" charset="0"/>
                        <a:defRPr sz="1600" kern="1200">
                          <a:solidFill>
                            <a:srgbClr val="000000"/>
                          </a:solidFill>
                          <a:latin typeface="Arial" panose="020B0604020202090204" pitchFamily="34" charset="0"/>
                          <a:ea typeface="华文细黑" panose="02010600040101010101" pitchFamily="2" charset="-122"/>
                        </a:defRPr>
                      </a:lvl4pPr>
                      <a:lvl5pPr marL="1700530" indent="128905" algn="l" defTabSz="914400" rtl="0" eaLnBrk="1"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5pPr>
                      <a:lvl6pPr marL="21577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6pPr>
                      <a:lvl7pPr marL="26149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7pPr>
                      <a:lvl8pPr marL="30721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8pPr>
                      <a:lvl9pPr marL="35293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9pPr>
                    </a:lstStyle>
                    <a:p>
                      <a:pPr marL="0" marR="0" lvl="0" indent="0" algn="ctr" defTabSz="914400" rtl="0" eaLnBrk="1" fontAlgn="base" latinLnBrk="0" hangingPunct="1">
                        <a:lnSpc>
                          <a:spcPct val="100000"/>
                        </a:lnSpc>
                        <a:spcBef>
                          <a:spcPct val="10000"/>
                        </a:spcBef>
                        <a:spcAft>
                          <a:spcPct val="25000"/>
                        </a:spcAft>
                        <a:buClr>
                          <a:schemeClr val="tx1"/>
                        </a:buClr>
                        <a:buSzPct val="80000"/>
                        <a:buFont typeface="Wingdings" panose="05000000000000000000" pitchFamily="2" charset="2"/>
                        <a:buNone/>
                      </a:pPr>
                      <a:endParaRPr kumimoji="0" lang="zh-CN" altLang="zh-CN" sz="1600" b="1" i="0" u="none" strike="noStrike" cap="none" normalizeH="0" baseline="0">
                        <a:ln>
                          <a:noFill/>
                        </a:ln>
                        <a:solidFill>
                          <a:srgbClr val="000000"/>
                        </a:solidFill>
                        <a:effectLst/>
                        <a:latin typeface="Arial" panose="020B0604020202090204" pitchFamily="34" charset="0"/>
                        <a:ea typeface="华文细黑" panose="02010600040101010101" pitchFamily="2" charset="-122"/>
                      </a:endParaRPr>
                    </a:p>
                  </a:txBody>
                  <a:tcPr marT="45712" marB="45712"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marL="0" algn="l" defTabSz="914400" rtl="0" eaLnBrk="1" latinLnBrk="0" hangingPunct="1">
                        <a:spcBef>
                          <a:spcPct val="10000"/>
                        </a:spcBef>
                        <a:spcAft>
                          <a:spcPct val="25000"/>
                        </a:spcAft>
                        <a:buClr>
                          <a:schemeClr val="tx1"/>
                        </a:buClr>
                        <a:buSzPct val="80000"/>
                        <a:buFont typeface="Wingdings" panose="05000000000000000000" pitchFamily="2" charset="2"/>
                        <a:defRPr sz="2600" b="1" kern="1200">
                          <a:solidFill>
                            <a:srgbClr val="000000"/>
                          </a:solidFill>
                          <a:latin typeface="Arial" panose="020B0604020202090204" pitchFamily="34" charset="0"/>
                          <a:ea typeface="华文细黑" panose="02010600040101010101" pitchFamily="2" charset="-122"/>
                        </a:defRPr>
                      </a:lvl1pPr>
                      <a:lvl2pPr marL="386080" indent="71755" algn="l" defTabSz="914400" rtl="0" eaLnBrk="1" latinLnBrk="0" hangingPunct="1">
                        <a:spcBef>
                          <a:spcPct val="10000"/>
                        </a:spcBef>
                        <a:spcAft>
                          <a:spcPct val="25000"/>
                        </a:spcAft>
                        <a:buClr>
                          <a:schemeClr val="tx1"/>
                        </a:buClr>
                        <a:buSzPct val="80000"/>
                        <a:buFont typeface="Wingdings" panose="05000000000000000000" pitchFamily="2" charset="2"/>
                        <a:defRPr sz="2000" kern="1200">
                          <a:solidFill>
                            <a:srgbClr val="000000"/>
                          </a:solidFill>
                          <a:latin typeface="Arial" panose="020B0604020202090204" pitchFamily="34" charset="0"/>
                          <a:ea typeface="华文细黑" panose="02010600040101010101" pitchFamily="2" charset="-122"/>
                        </a:defRPr>
                      </a:lvl2pPr>
                      <a:lvl3pPr marL="862330" indent="52705" algn="l" defTabSz="914400" rtl="0" eaLnBrk="1" latinLnBrk="0" hangingPunct="1">
                        <a:spcBef>
                          <a:spcPct val="10000"/>
                        </a:spcBef>
                        <a:spcAft>
                          <a:spcPct val="25000"/>
                        </a:spcAft>
                        <a:buClr>
                          <a:schemeClr val="tx1"/>
                        </a:buClr>
                        <a:buFont typeface="Times New Roman" panose="02020503050405090304" pitchFamily="18" charset="0"/>
                        <a:defRPr sz="2000" kern="1200">
                          <a:solidFill>
                            <a:srgbClr val="000000"/>
                          </a:solidFill>
                          <a:latin typeface="Arial" panose="020B0604020202090204" pitchFamily="34" charset="0"/>
                          <a:ea typeface="华文细黑" panose="02010600040101010101" pitchFamily="2" charset="-122"/>
                        </a:defRPr>
                      </a:lvl3pPr>
                      <a:lvl4pPr marL="1281430" indent="90805" algn="l" defTabSz="914400" rtl="0" eaLnBrk="1" latinLnBrk="0" hangingPunct="1">
                        <a:spcBef>
                          <a:spcPct val="10000"/>
                        </a:spcBef>
                        <a:spcAft>
                          <a:spcPct val="25000"/>
                        </a:spcAft>
                        <a:buClr>
                          <a:schemeClr val="tx1"/>
                        </a:buClr>
                        <a:buFont typeface="Times New Roman" panose="02020503050405090304" pitchFamily="18" charset="0"/>
                        <a:defRPr sz="1600" kern="1200">
                          <a:solidFill>
                            <a:srgbClr val="000000"/>
                          </a:solidFill>
                          <a:latin typeface="Arial" panose="020B0604020202090204" pitchFamily="34" charset="0"/>
                          <a:ea typeface="华文细黑" panose="02010600040101010101" pitchFamily="2" charset="-122"/>
                        </a:defRPr>
                      </a:lvl4pPr>
                      <a:lvl5pPr marL="1700530" indent="128905" algn="l" defTabSz="914400" rtl="0" eaLnBrk="1"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5pPr>
                      <a:lvl6pPr marL="21577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6pPr>
                      <a:lvl7pPr marL="26149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7pPr>
                      <a:lvl8pPr marL="30721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8pPr>
                      <a:lvl9pPr marL="35293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9pPr>
                    </a:lstStyle>
                    <a:p>
                      <a:pPr marL="0" marR="0" lvl="0" indent="0" algn="ctr" defTabSz="914400" rtl="0" eaLnBrk="1" fontAlgn="base" latinLnBrk="0" hangingPunct="1">
                        <a:lnSpc>
                          <a:spcPct val="100000"/>
                        </a:lnSpc>
                        <a:spcBef>
                          <a:spcPct val="10000"/>
                        </a:spcBef>
                        <a:spcAft>
                          <a:spcPct val="25000"/>
                        </a:spcAft>
                        <a:buClr>
                          <a:schemeClr val="tx1"/>
                        </a:buClr>
                        <a:buSzPct val="80000"/>
                        <a:buFont typeface="Wingdings" panose="05000000000000000000" pitchFamily="2" charset="2"/>
                        <a:buNone/>
                      </a:pPr>
                      <a:endParaRPr kumimoji="0" lang="zh-CN" altLang="zh-CN" sz="1600" b="1" i="0" u="none" strike="noStrike" cap="none" normalizeH="0" baseline="0" dirty="0">
                        <a:ln>
                          <a:noFill/>
                        </a:ln>
                        <a:solidFill>
                          <a:srgbClr val="000000"/>
                        </a:solidFill>
                        <a:effectLst/>
                        <a:latin typeface="Arial" panose="020B0604020202090204" pitchFamily="34" charset="0"/>
                        <a:ea typeface="华文细黑" panose="02010600040101010101" pitchFamily="2" charset="-122"/>
                      </a:endParaRPr>
                    </a:p>
                  </a:txBody>
                  <a:tcPr marT="45712" marB="45712"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4"/>
                  </a:ext>
                </a:extLst>
              </a:tr>
              <a:tr h="314492">
                <a:tc>
                  <a:txBody>
                    <a:bodyPr/>
                    <a:lstStyle>
                      <a:lvl1pPr marL="0" algn="l" defTabSz="914400" rtl="0" eaLnBrk="1" latinLnBrk="0" hangingPunct="1">
                        <a:spcBef>
                          <a:spcPct val="10000"/>
                        </a:spcBef>
                        <a:spcAft>
                          <a:spcPct val="25000"/>
                        </a:spcAft>
                        <a:buClr>
                          <a:schemeClr val="tx1"/>
                        </a:buClr>
                        <a:buSzPct val="80000"/>
                        <a:buFont typeface="Wingdings" panose="05000000000000000000" pitchFamily="2" charset="2"/>
                        <a:defRPr sz="2600" b="1" kern="1200">
                          <a:solidFill>
                            <a:srgbClr val="000000"/>
                          </a:solidFill>
                          <a:latin typeface="Arial" panose="020B0604020202090204" pitchFamily="34" charset="0"/>
                          <a:ea typeface="华文细黑" panose="02010600040101010101" pitchFamily="2" charset="-122"/>
                        </a:defRPr>
                      </a:lvl1pPr>
                      <a:lvl2pPr marL="386080" indent="71755" algn="l" defTabSz="914400" rtl="0" eaLnBrk="1" latinLnBrk="0" hangingPunct="1">
                        <a:spcBef>
                          <a:spcPct val="10000"/>
                        </a:spcBef>
                        <a:spcAft>
                          <a:spcPct val="25000"/>
                        </a:spcAft>
                        <a:buClr>
                          <a:schemeClr val="tx1"/>
                        </a:buClr>
                        <a:buSzPct val="80000"/>
                        <a:buFont typeface="Wingdings" panose="05000000000000000000" pitchFamily="2" charset="2"/>
                        <a:defRPr sz="2000" kern="1200">
                          <a:solidFill>
                            <a:srgbClr val="000000"/>
                          </a:solidFill>
                          <a:latin typeface="Arial" panose="020B0604020202090204" pitchFamily="34" charset="0"/>
                          <a:ea typeface="华文细黑" panose="02010600040101010101" pitchFamily="2" charset="-122"/>
                        </a:defRPr>
                      </a:lvl2pPr>
                      <a:lvl3pPr marL="862330" indent="52705" algn="l" defTabSz="914400" rtl="0" eaLnBrk="1" latinLnBrk="0" hangingPunct="1">
                        <a:spcBef>
                          <a:spcPct val="10000"/>
                        </a:spcBef>
                        <a:spcAft>
                          <a:spcPct val="25000"/>
                        </a:spcAft>
                        <a:buClr>
                          <a:schemeClr val="tx1"/>
                        </a:buClr>
                        <a:buFont typeface="Times New Roman" panose="02020503050405090304" pitchFamily="18" charset="0"/>
                        <a:defRPr sz="2000" kern="1200">
                          <a:solidFill>
                            <a:srgbClr val="000000"/>
                          </a:solidFill>
                          <a:latin typeface="Arial" panose="020B0604020202090204" pitchFamily="34" charset="0"/>
                          <a:ea typeface="华文细黑" panose="02010600040101010101" pitchFamily="2" charset="-122"/>
                        </a:defRPr>
                      </a:lvl3pPr>
                      <a:lvl4pPr marL="1281430" indent="90805" algn="l" defTabSz="914400" rtl="0" eaLnBrk="1" latinLnBrk="0" hangingPunct="1">
                        <a:spcBef>
                          <a:spcPct val="10000"/>
                        </a:spcBef>
                        <a:spcAft>
                          <a:spcPct val="25000"/>
                        </a:spcAft>
                        <a:buClr>
                          <a:schemeClr val="tx1"/>
                        </a:buClr>
                        <a:buFont typeface="Times New Roman" panose="02020503050405090304" pitchFamily="18" charset="0"/>
                        <a:defRPr sz="1600" kern="1200">
                          <a:solidFill>
                            <a:srgbClr val="000000"/>
                          </a:solidFill>
                          <a:latin typeface="Arial" panose="020B0604020202090204" pitchFamily="34" charset="0"/>
                          <a:ea typeface="华文细黑" panose="02010600040101010101" pitchFamily="2" charset="-122"/>
                        </a:defRPr>
                      </a:lvl4pPr>
                      <a:lvl5pPr marL="1700530" indent="128905" algn="l" defTabSz="914400" rtl="0" eaLnBrk="1"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5pPr>
                      <a:lvl6pPr marL="21577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6pPr>
                      <a:lvl7pPr marL="26149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7pPr>
                      <a:lvl8pPr marL="30721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8pPr>
                      <a:lvl9pPr marL="35293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9pPr>
                    </a:lstStyle>
                    <a:p>
                      <a:pPr marL="0" marR="0" lvl="0" indent="0" algn="ctr" defTabSz="914400" rtl="0" eaLnBrk="1" fontAlgn="base" latinLnBrk="0" hangingPunct="1">
                        <a:lnSpc>
                          <a:spcPct val="100000"/>
                        </a:lnSpc>
                        <a:spcBef>
                          <a:spcPct val="10000"/>
                        </a:spcBef>
                        <a:spcAft>
                          <a:spcPct val="25000"/>
                        </a:spcAft>
                        <a:buClr>
                          <a:schemeClr val="tx1"/>
                        </a:buClr>
                        <a:buSzPct val="80000"/>
                        <a:buFont typeface="Wingdings" panose="05000000000000000000" pitchFamily="2" charset="2"/>
                        <a:buNone/>
                      </a:pPr>
                      <a:endParaRPr kumimoji="0" lang="zh-CN" altLang="zh-CN" sz="1600" b="1" i="0" u="none" strike="noStrike" cap="none" normalizeH="0" baseline="0">
                        <a:ln>
                          <a:noFill/>
                        </a:ln>
                        <a:solidFill>
                          <a:srgbClr val="000000"/>
                        </a:solidFill>
                        <a:effectLst/>
                        <a:latin typeface="Arial" panose="020B0604020202090204" pitchFamily="34" charset="0"/>
                        <a:ea typeface="华文细黑" panose="02010600040101010101" pitchFamily="2" charset="-122"/>
                      </a:endParaRPr>
                    </a:p>
                  </a:txBody>
                  <a:tcPr marT="45712" marB="45712"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marL="0" algn="l" defTabSz="914400" rtl="0" eaLnBrk="1" latinLnBrk="0" hangingPunct="1">
                        <a:spcBef>
                          <a:spcPct val="10000"/>
                        </a:spcBef>
                        <a:spcAft>
                          <a:spcPct val="25000"/>
                        </a:spcAft>
                        <a:buClr>
                          <a:schemeClr val="tx1"/>
                        </a:buClr>
                        <a:buSzPct val="80000"/>
                        <a:buFont typeface="Wingdings" panose="05000000000000000000" pitchFamily="2" charset="2"/>
                        <a:defRPr sz="2600" b="1" kern="1200">
                          <a:solidFill>
                            <a:srgbClr val="000000"/>
                          </a:solidFill>
                          <a:latin typeface="Arial" panose="020B0604020202090204" pitchFamily="34" charset="0"/>
                          <a:ea typeface="华文细黑" panose="02010600040101010101" pitchFamily="2" charset="-122"/>
                        </a:defRPr>
                      </a:lvl1pPr>
                      <a:lvl2pPr marL="386080" indent="71755" algn="l" defTabSz="914400" rtl="0" eaLnBrk="1" latinLnBrk="0" hangingPunct="1">
                        <a:spcBef>
                          <a:spcPct val="10000"/>
                        </a:spcBef>
                        <a:spcAft>
                          <a:spcPct val="25000"/>
                        </a:spcAft>
                        <a:buClr>
                          <a:schemeClr val="tx1"/>
                        </a:buClr>
                        <a:buSzPct val="80000"/>
                        <a:buFont typeface="Wingdings" panose="05000000000000000000" pitchFamily="2" charset="2"/>
                        <a:defRPr sz="2000" kern="1200">
                          <a:solidFill>
                            <a:srgbClr val="000000"/>
                          </a:solidFill>
                          <a:latin typeface="Arial" panose="020B0604020202090204" pitchFamily="34" charset="0"/>
                          <a:ea typeface="华文细黑" panose="02010600040101010101" pitchFamily="2" charset="-122"/>
                        </a:defRPr>
                      </a:lvl2pPr>
                      <a:lvl3pPr marL="862330" indent="52705" algn="l" defTabSz="914400" rtl="0" eaLnBrk="1" latinLnBrk="0" hangingPunct="1">
                        <a:spcBef>
                          <a:spcPct val="10000"/>
                        </a:spcBef>
                        <a:spcAft>
                          <a:spcPct val="25000"/>
                        </a:spcAft>
                        <a:buClr>
                          <a:schemeClr val="tx1"/>
                        </a:buClr>
                        <a:buFont typeface="Times New Roman" panose="02020503050405090304" pitchFamily="18" charset="0"/>
                        <a:defRPr sz="2000" kern="1200">
                          <a:solidFill>
                            <a:srgbClr val="000000"/>
                          </a:solidFill>
                          <a:latin typeface="Arial" panose="020B0604020202090204" pitchFamily="34" charset="0"/>
                          <a:ea typeface="华文细黑" panose="02010600040101010101" pitchFamily="2" charset="-122"/>
                        </a:defRPr>
                      </a:lvl3pPr>
                      <a:lvl4pPr marL="1281430" indent="90805" algn="l" defTabSz="914400" rtl="0" eaLnBrk="1" latinLnBrk="0" hangingPunct="1">
                        <a:spcBef>
                          <a:spcPct val="10000"/>
                        </a:spcBef>
                        <a:spcAft>
                          <a:spcPct val="25000"/>
                        </a:spcAft>
                        <a:buClr>
                          <a:schemeClr val="tx1"/>
                        </a:buClr>
                        <a:buFont typeface="Times New Roman" panose="02020503050405090304" pitchFamily="18" charset="0"/>
                        <a:defRPr sz="1600" kern="1200">
                          <a:solidFill>
                            <a:srgbClr val="000000"/>
                          </a:solidFill>
                          <a:latin typeface="Arial" panose="020B0604020202090204" pitchFamily="34" charset="0"/>
                          <a:ea typeface="华文细黑" panose="02010600040101010101" pitchFamily="2" charset="-122"/>
                        </a:defRPr>
                      </a:lvl4pPr>
                      <a:lvl5pPr marL="1700530" indent="128905" algn="l" defTabSz="914400" rtl="0" eaLnBrk="1"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5pPr>
                      <a:lvl6pPr marL="21577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6pPr>
                      <a:lvl7pPr marL="26149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7pPr>
                      <a:lvl8pPr marL="30721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8pPr>
                      <a:lvl9pPr marL="35293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9pPr>
                    </a:lstStyle>
                    <a:p>
                      <a:pPr marL="0" marR="0" lvl="0" indent="0" algn="ctr" defTabSz="914400" rtl="0" eaLnBrk="1" fontAlgn="base" latinLnBrk="0" hangingPunct="1">
                        <a:lnSpc>
                          <a:spcPct val="100000"/>
                        </a:lnSpc>
                        <a:spcBef>
                          <a:spcPct val="10000"/>
                        </a:spcBef>
                        <a:spcAft>
                          <a:spcPct val="25000"/>
                        </a:spcAft>
                        <a:buClr>
                          <a:schemeClr val="tx1"/>
                        </a:buClr>
                        <a:buSzPct val="80000"/>
                        <a:buFont typeface="Wingdings" panose="05000000000000000000" pitchFamily="2" charset="2"/>
                        <a:buNone/>
                      </a:pPr>
                      <a:endParaRPr kumimoji="0" lang="zh-CN" altLang="zh-CN" sz="1600" b="1" i="0" u="none" strike="noStrike" cap="none" normalizeH="0" baseline="0" dirty="0">
                        <a:ln>
                          <a:noFill/>
                        </a:ln>
                        <a:solidFill>
                          <a:srgbClr val="000000"/>
                        </a:solidFill>
                        <a:effectLst/>
                        <a:latin typeface="Arial" panose="020B0604020202090204" pitchFamily="34" charset="0"/>
                        <a:ea typeface="华文细黑" panose="02010600040101010101" pitchFamily="2" charset="-122"/>
                      </a:endParaRPr>
                    </a:p>
                  </a:txBody>
                  <a:tcPr marT="45712" marB="45712"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5"/>
                  </a:ext>
                </a:extLst>
              </a:tr>
            </a:tbl>
          </a:graphicData>
        </a:graphic>
      </p:graphicFrame>
      <p:sp>
        <p:nvSpPr>
          <p:cNvPr id="46" name="AutoShape 48"/>
          <p:cNvSpPr>
            <a:spLocks noChangeArrowheads="1"/>
          </p:cNvSpPr>
          <p:nvPr/>
        </p:nvSpPr>
        <p:spPr bwMode="auto">
          <a:xfrm>
            <a:off x="1890567" y="4239615"/>
            <a:ext cx="2560638" cy="2151554"/>
          </a:xfrm>
          <a:prstGeom prst="roundRect">
            <a:avLst>
              <a:gd name="adj" fmla="val 16667"/>
            </a:avLst>
          </a:prstGeom>
          <a:solidFill>
            <a:schemeClr val="bg1">
              <a:lumMod val="85000"/>
            </a:schemeClr>
          </a:solidFill>
          <a:ln>
            <a:noFill/>
          </a:ln>
        </p:spPr>
        <p:txBody>
          <a:bodyPr wrap="none" anchor="ctr"/>
          <a:lstStyle>
            <a:lvl1pPr>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marL="0" marR="0" lvl="0" indent="0" algn="l" defTabSz="914400" rtl="0" eaLnBrk="1" fontAlgn="auto" latinLnBrk="0" hangingPunct="1">
              <a:lnSpc>
                <a:spcPts val="3100"/>
              </a:lnSpc>
              <a:spcBef>
                <a:spcPct val="20000"/>
              </a:spcBef>
              <a:spcAft>
                <a:spcPts val="0"/>
              </a:spcAft>
              <a:buClr>
                <a:srgbClr val="A50021"/>
              </a:buClr>
              <a:buSzPct val="75000"/>
              <a:buFont typeface="Wingdings" panose="05000000000000000000" pitchFamily="2" charset="2"/>
              <a:buNone/>
              <a:defRPr/>
            </a:pPr>
            <a:endParaRPr kumimoji="0" lang="zh-CN" altLang="en-US" sz="3200" b="0" i="0" u="none" strike="noStrike" kern="1200" cap="none" spc="0" normalizeH="0" baseline="0" noProof="0">
              <a:ln>
                <a:noFill/>
              </a:ln>
              <a:solidFill>
                <a:srgbClr val="020202"/>
              </a:solidFill>
              <a:effectLst/>
              <a:uLnTx/>
              <a:uFillTx/>
              <a:latin typeface="Tahoma" panose="020B0604030504040204" pitchFamily="34" charset="0"/>
              <a:ea typeface="宋体" panose="02010600030101010101" pitchFamily="2" charset="-122"/>
              <a:cs typeface="+mn-cs"/>
            </a:endParaRPr>
          </a:p>
        </p:txBody>
      </p:sp>
      <p:sp>
        <p:nvSpPr>
          <p:cNvPr id="47" name="文本框 46"/>
          <p:cNvSpPr txBox="1"/>
          <p:nvPr/>
        </p:nvSpPr>
        <p:spPr>
          <a:xfrm>
            <a:off x="2096488" y="4535719"/>
            <a:ext cx="91440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Hub</a:t>
            </a: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pic>
        <p:nvPicPr>
          <p:cNvPr id="50" name="Picture 40" descr="comput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42120" y="5507297"/>
            <a:ext cx="390846" cy="371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 name="Picture 40" descr="comput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58041" y="5507298"/>
            <a:ext cx="390846" cy="371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4" name="直接连接符 53"/>
          <p:cNvCxnSpPr>
            <a:stCxn id="50" idx="0"/>
          </p:cNvCxnSpPr>
          <p:nvPr/>
        </p:nvCxnSpPr>
        <p:spPr>
          <a:xfrm flipV="1">
            <a:off x="2737543" y="4761848"/>
            <a:ext cx="221444" cy="745449"/>
          </a:xfrm>
          <a:prstGeom prst="line">
            <a:avLst/>
          </a:prstGeom>
        </p:spPr>
        <p:style>
          <a:lnRef idx="3">
            <a:schemeClr val="accent1"/>
          </a:lnRef>
          <a:fillRef idx="0">
            <a:schemeClr val="accent1"/>
          </a:fillRef>
          <a:effectRef idx="2">
            <a:schemeClr val="accent1"/>
          </a:effectRef>
          <a:fontRef idx="minor">
            <a:schemeClr val="tx1"/>
          </a:fontRef>
        </p:style>
      </p:cxnSp>
      <p:cxnSp>
        <p:nvCxnSpPr>
          <p:cNvPr id="55" name="直接连接符 54"/>
          <p:cNvCxnSpPr>
            <a:stCxn id="51" idx="0"/>
          </p:cNvCxnSpPr>
          <p:nvPr/>
        </p:nvCxnSpPr>
        <p:spPr>
          <a:xfrm flipH="1" flipV="1">
            <a:off x="3371532" y="4565358"/>
            <a:ext cx="181932" cy="941940"/>
          </a:xfrm>
          <a:prstGeom prst="line">
            <a:avLst/>
          </a:prstGeom>
        </p:spPr>
        <p:style>
          <a:lnRef idx="3">
            <a:schemeClr val="accent1"/>
          </a:lnRef>
          <a:fillRef idx="0">
            <a:schemeClr val="accent1"/>
          </a:fillRef>
          <a:effectRef idx="2">
            <a:schemeClr val="accent1"/>
          </a:effectRef>
          <a:fontRef idx="minor">
            <a:schemeClr val="tx1"/>
          </a:fontRef>
        </p:style>
      </p:cxnSp>
      <p:pic>
        <p:nvPicPr>
          <p:cNvPr id="57" name="Picture 24" descr="集线器"/>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91030" y="4445106"/>
            <a:ext cx="914400" cy="6029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4" name="文本框 83"/>
          <p:cNvSpPr txBox="1"/>
          <p:nvPr/>
        </p:nvSpPr>
        <p:spPr>
          <a:xfrm>
            <a:off x="2538734" y="5878932"/>
            <a:ext cx="33214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a:t>
            </a: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85" name="文本框 84"/>
          <p:cNvSpPr txBox="1"/>
          <p:nvPr/>
        </p:nvSpPr>
        <p:spPr>
          <a:xfrm>
            <a:off x="3384030" y="5878933"/>
            <a:ext cx="31290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B</a:t>
            </a: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cxnSp>
        <p:nvCxnSpPr>
          <p:cNvPr id="72" name="直接连接符 71"/>
          <p:cNvCxnSpPr>
            <a:stCxn id="57" idx="3"/>
          </p:cNvCxnSpPr>
          <p:nvPr/>
        </p:nvCxnSpPr>
        <p:spPr>
          <a:xfrm>
            <a:off x="3605430" y="4746571"/>
            <a:ext cx="5034217" cy="0"/>
          </a:xfrm>
          <a:prstGeom prst="line">
            <a:avLst/>
          </a:prstGeom>
        </p:spPr>
        <p:style>
          <a:lnRef idx="3">
            <a:schemeClr val="accent1"/>
          </a:lnRef>
          <a:fillRef idx="0">
            <a:schemeClr val="accent1"/>
          </a:fillRef>
          <a:effectRef idx="2">
            <a:schemeClr val="accent1"/>
          </a:effectRef>
          <a:fontRef idx="minor">
            <a:schemeClr val="tx1"/>
          </a:fontRef>
        </p:style>
      </p:cxnSp>
      <p:grpSp>
        <p:nvGrpSpPr>
          <p:cNvPr id="5" name="组合 4"/>
          <p:cNvGrpSpPr/>
          <p:nvPr/>
        </p:nvGrpSpPr>
        <p:grpSpPr>
          <a:xfrm>
            <a:off x="4947451" y="4356926"/>
            <a:ext cx="2299836" cy="943937"/>
            <a:chOff x="4223344" y="4271744"/>
            <a:chExt cx="2299836" cy="943937"/>
          </a:xfrm>
        </p:grpSpPr>
        <p:pic>
          <p:nvPicPr>
            <p:cNvPr id="74" name="Picture 48"/>
            <p:cNvPicPr>
              <a:picLocks noChangeArrowheads="1"/>
            </p:cNvPicPr>
            <p:nvPr/>
          </p:nvPicPr>
          <p:blipFill>
            <a:blip r:embed="rId5">
              <a:duotone>
                <a:prstClr val="black"/>
                <a:schemeClr val="accent1">
                  <a:tint val="45000"/>
                  <a:satMod val="400000"/>
                </a:schemeClr>
              </a:duotone>
              <a:extLst>
                <a:ext uri="{28A0092B-C50C-407E-A947-70E740481C1C}">
                  <a14:useLocalDpi xmlns:a14="http://schemas.microsoft.com/office/drawing/2010/main" val="0"/>
                </a:ext>
              </a:extLst>
            </a:blip>
            <a:srcRect/>
            <a:stretch>
              <a:fillRect/>
            </a:stretch>
          </p:blipFill>
          <p:spPr bwMode="auto">
            <a:xfrm>
              <a:off x="4939400" y="4271744"/>
              <a:ext cx="870272" cy="606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75" name="文本框 74"/>
            <p:cNvSpPr txBox="1"/>
            <p:nvPr/>
          </p:nvSpPr>
          <p:spPr>
            <a:xfrm>
              <a:off x="4928233" y="4846349"/>
              <a:ext cx="82747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Bridge</a:t>
              </a: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80" name="椭圆 79"/>
            <p:cNvSpPr/>
            <p:nvPr/>
          </p:nvSpPr>
          <p:spPr>
            <a:xfrm>
              <a:off x="4819351" y="4602038"/>
              <a:ext cx="135653" cy="114883"/>
            </a:xfrm>
            <a:prstGeom prst="ellipse">
              <a:avLst/>
            </a:prstGeom>
            <a:solidFill>
              <a:srgbClr val="5B30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81" name="椭圆 80"/>
            <p:cNvSpPr/>
            <p:nvPr/>
          </p:nvSpPr>
          <p:spPr>
            <a:xfrm>
              <a:off x="5770850" y="4590334"/>
              <a:ext cx="135653" cy="114883"/>
            </a:xfrm>
            <a:prstGeom prst="ellipse">
              <a:avLst/>
            </a:prstGeom>
            <a:solidFill>
              <a:srgbClr val="5B30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82" name="文本框 81"/>
            <p:cNvSpPr txBox="1"/>
            <p:nvPr/>
          </p:nvSpPr>
          <p:spPr>
            <a:xfrm>
              <a:off x="4223344" y="4329385"/>
              <a:ext cx="715260"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端口</a:t>
              </a:r>
              <a:r>
                <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83" name="文本框 82"/>
            <p:cNvSpPr txBox="1"/>
            <p:nvPr/>
          </p:nvSpPr>
          <p:spPr>
            <a:xfrm>
              <a:off x="5807920" y="4303169"/>
              <a:ext cx="715260"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端口</a:t>
              </a:r>
              <a:r>
                <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2</a:t>
              </a: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sp>
        <p:nvSpPr>
          <p:cNvPr id="94" name="文本框 93"/>
          <p:cNvSpPr txBox="1"/>
          <p:nvPr/>
        </p:nvSpPr>
        <p:spPr>
          <a:xfrm>
            <a:off x="4797715" y="5495547"/>
            <a:ext cx="2661628" cy="805029"/>
          </a:xfrm>
          <a:prstGeom prst="rect">
            <a:avLst/>
          </a:prstGeom>
          <a:solidFill>
            <a:schemeClr val="bg2"/>
          </a:solid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rgbClr val="000000"/>
                </a:solidFill>
                <a:effectLst/>
                <a:uLnTx/>
                <a:uFillTx/>
                <a:latin typeface="Arial" panose="020B0604020202090204"/>
                <a:ea typeface="微软雅黑"/>
                <a:cs typeface="+mn-cs"/>
              </a:rPr>
              <a:t>初始情况下</a:t>
            </a:r>
            <a:endParaRPr kumimoji="0" lang="en-US" altLang="zh-CN" sz="2000" b="0" i="0" u="none" strike="noStrike" kern="1200" cap="none" spc="0" normalizeH="0" baseline="0" noProof="0" dirty="0">
              <a:ln>
                <a:noFill/>
              </a:ln>
              <a:solidFill>
                <a:srgbClr val="000000"/>
              </a:solidFill>
              <a:effectLst/>
              <a:uLnTx/>
              <a:uFillTx/>
              <a:latin typeface="Arial" panose="020B0604020202090204"/>
              <a:ea typeface="微软雅黑"/>
              <a:cs typeface="+mn-cs"/>
            </a:endParaRP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rgbClr val="000000"/>
                </a:solidFill>
                <a:effectLst/>
                <a:uLnTx/>
                <a:uFillTx/>
                <a:latin typeface="Arial" panose="020B0604020202090204"/>
                <a:ea typeface="微软雅黑"/>
                <a:cs typeface="+mn-cs"/>
              </a:rPr>
              <a:t>网桥</a:t>
            </a:r>
            <a:r>
              <a:rPr kumimoji="0" lang="zh-CN" altLang="zh-CN" sz="2000" b="0" i="0" u="none" strike="noStrike" kern="1200" cap="none" spc="0" normalizeH="0" baseline="0" noProof="0" dirty="0">
                <a:ln>
                  <a:noFill/>
                </a:ln>
                <a:solidFill>
                  <a:srgbClr val="000000"/>
                </a:solidFill>
                <a:effectLst/>
                <a:uLnTx/>
                <a:uFillTx/>
                <a:latin typeface="Arial" panose="020B0604020202090204"/>
                <a:ea typeface="微软雅黑"/>
                <a:cs typeface="+mn-cs"/>
              </a:rPr>
              <a:t>MAC地址表</a:t>
            </a:r>
            <a:r>
              <a:rPr kumimoji="0" lang="zh-CN" altLang="en-US" sz="2000" b="0" i="0" u="none" strike="noStrike" kern="1200" cap="none" spc="0" normalizeH="0" baseline="0" noProof="0" dirty="0">
                <a:ln>
                  <a:noFill/>
                </a:ln>
                <a:solidFill>
                  <a:srgbClr val="000000"/>
                </a:solidFill>
                <a:effectLst/>
                <a:uLnTx/>
                <a:uFillTx/>
                <a:latin typeface="Arial" panose="020B0604020202090204"/>
                <a:ea typeface="微软雅黑"/>
                <a:cs typeface="+mn-cs"/>
              </a:rPr>
              <a:t>为空</a:t>
            </a:r>
            <a:endParaRPr kumimoji="0" lang="zh-CN" altLang="en-US" sz="20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95" name="文本框 94"/>
          <p:cNvSpPr txBox="1"/>
          <p:nvPr/>
        </p:nvSpPr>
        <p:spPr>
          <a:xfrm>
            <a:off x="1146102" y="2166723"/>
            <a:ext cx="2629246" cy="531749"/>
          </a:xfrm>
          <a:prstGeom prst="rect">
            <a:avLst/>
          </a:prstGeom>
          <a:noFill/>
        </p:spPr>
        <p:txBody>
          <a:bodyPr wrap="none" rtlCol="0">
            <a:spAutoFit/>
          </a:bodyPr>
          <a:lstStyle/>
          <a:p>
            <a:pPr lvl="0">
              <a:lnSpc>
                <a:spcPct val="120000"/>
              </a:lnSpc>
            </a:pPr>
            <a:r>
              <a:rPr kumimoji="0" lang="zh-CN" altLang="zh-CN" sz="2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A</a:t>
            </a:r>
            <a:r>
              <a:rPr lang="zh-CN" altLang="en-US" sz="2600" dirty="0">
                <a:solidFill>
                  <a:prstClr val="black"/>
                </a:solidFill>
                <a:latin typeface="微软雅黑" panose="020B0503020204020204" pitchFamily="34" charset="-122"/>
                <a:ea typeface="微软雅黑" panose="020B0503020204020204" pitchFamily="34" charset="-122"/>
              </a:rPr>
              <a:t>→</a:t>
            </a:r>
            <a:r>
              <a:rPr kumimoji="0" lang="en-US" altLang="zh-CN" sz="2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B</a:t>
            </a:r>
            <a:r>
              <a:rPr kumimoji="0" lang="zh-CN" altLang="zh-CN" sz="2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发出数据帧</a:t>
            </a:r>
          </a:p>
        </p:txBody>
      </p:sp>
      <p:cxnSp>
        <p:nvCxnSpPr>
          <p:cNvPr id="99" name="直接箭头连接符 98"/>
          <p:cNvCxnSpPr/>
          <p:nvPr/>
        </p:nvCxnSpPr>
        <p:spPr>
          <a:xfrm flipV="1">
            <a:off x="2625359" y="5078111"/>
            <a:ext cx="105571" cy="309850"/>
          </a:xfrm>
          <a:prstGeom prst="straightConnector1">
            <a:avLst/>
          </a:prstGeom>
          <a:ln w="38100">
            <a:solidFill>
              <a:schemeClr val="accent2">
                <a:lumMod val="50000"/>
              </a:schemeClr>
            </a:solidFill>
            <a:tailEnd type="triangle"/>
          </a:ln>
        </p:spPr>
        <p:style>
          <a:lnRef idx="3">
            <a:schemeClr val="accent2"/>
          </a:lnRef>
          <a:fillRef idx="0">
            <a:schemeClr val="accent2"/>
          </a:fillRef>
          <a:effectRef idx="2">
            <a:schemeClr val="accent2"/>
          </a:effectRef>
          <a:fontRef idx="minor">
            <a:schemeClr val="tx1"/>
          </a:fontRef>
        </p:style>
      </p:cxnSp>
      <p:cxnSp>
        <p:nvCxnSpPr>
          <p:cNvPr id="105" name="直接箭头连接符 104"/>
          <p:cNvCxnSpPr/>
          <p:nvPr/>
        </p:nvCxnSpPr>
        <p:spPr>
          <a:xfrm>
            <a:off x="3570796" y="5107195"/>
            <a:ext cx="51091" cy="292663"/>
          </a:xfrm>
          <a:prstGeom prst="straightConnector1">
            <a:avLst/>
          </a:prstGeom>
          <a:ln w="38100">
            <a:solidFill>
              <a:srgbClr val="333399"/>
            </a:solidFill>
            <a:tailEnd type="triangle"/>
          </a:ln>
        </p:spPr>
        <p:style>
          <a:lnRef idx="3">
            <a:schemeClr val="accent2"/>
          </a:lnRef>
          <a:fillRef idx="0">
            <a:schemeClr val="accent2"/>
          </a:fillRef>
          <a:effectRef idx="2">
            <a:schemeClr val="accent2"/>
          </a:effectRef>
          <a:fontRef idx="minor">
            <a:schemeClr val="tx1"/>
          </a:fontRef>
        </p:style>
      </p:cxnSp>
      <p:cxnSp>
        <p:nvCxnSpPr>
          <p:cNvPr id="113" name="直接箭头连接符 112"/>
          <p:cNvCxnSpPr/>
          <p:nvPr/>
        </p:nvCxnSpPr>
        <p:spPr>
          <a:xfrm>
            <a:off x="4168450" y="4858414"/>
            <a:ext cx="827126" cy="0"/>
          </a:xfrm>
          <a:prstGeom prst="straightConnector1">
            <a:avLst/>
          </a:prstGeom>
          <a:ln w="38100">
            <a:solidFill>
              <a:srgbClr val="333399"/>
            </a:solidFill>
            <a:tailEnd type="triangle"/>
          </a:ln>
        </p:spPr>
        <p:style>
          <a:lnRef idx="3">
            <a:schemeClr val="accent2"/>
          </a:lnRef>
          <a:fillRef idx="0">
            <a:schemeClr val="accent2"/>
          </a:fillRef>
          <a:effectRef idx="2">
            <a:schemeClr val="accent2"/>
          </a:effectRef>
          <a:fontRef idx="minor">
            <a:schemeClr val="tx1"/>
          </a:fontRef>
        </p:style>
      </p:cxnSp>
      <p:pic>
        <p:nvPicPr>
          <p:cNvPr id="123" name="Picture 24" descr="集线器"/>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46676" y="4463457"/>
            <a:ext cx="914400" cy="6029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7" name="组合 6"/>
          <p:cNvGrpSpPr/>
          <p:nvPr/>
        </p:nvGrpSpPr>
        <p:grpSpPr>
          <a:xfrm>
            <a:off x="1387537" y="2822940"/>
            <a:ext cx="2234350" cy="721547"/>
            <a:chOff x="1370624" y="2758368"/>
            <a:chExt cx="1814914" cy="721547"/>
          </a:xfrm>
        </p:grpSpPr>
        <p:sp>
          <p:nvSpPr>
            <p:cNvPr id="6" name="标注: 左箭头 5"/>
            <p:cNvSpPr/>
            <p:nvPr/>
          </p:nvSpPr>
          <p:spPr>
            <a:xfrm>
              <a:off x="1370624" y="2758368"/>
              <a:ext cx="1814914" cy="687209"/>
            </a:xfrm>
            <a:prstGeom prst="leftArrowCallout">
              <a:avLst/>
            </a:prstGeom>
            <a:solidFill>
              <a:srgbClr val="CCCCFF"/>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4" name="文本框 3"/>
            <p:cNvSpPr txBox="1"/>
            <p:nvPr/>
          </p:nvSpPr>
          <p:spPr>
            <a:xfrm>
              <a:off x="1974950" y="2772029"/>
              <a:ext cx="1210588" cy="707886"/>
            </a:xfrm>
            <a:prstGeom prst="rect">
              <a:avLst/>
            </a:prstGeom>
            <a:noFill/>
          </p:spPr>
          <p:txBody>
            <a:bodyPr wrap="square" rtlCol="0">
              <a:spAutoFit/>
            </a:bodyPr>
            <a:lstStyle/>
            <a:p>
              <a:pPr algn="ctr"/>
              <a:r>
                <a:rPr lang="zh-CN" altLang="en-US" sz="2000" dirty="0">
                  <a:latin typeface="微软雅黑" panose="020B0503020204020204" pitchFamily="34" charset="-122"/>
                  <a:ea typeface="微软雅黑" panose="020B0503020204020204" pitchFamily="34" charset="-122"/>
                </a:rPr>
                <a:t>逆向学习</a:t>
              </a:r>
              <a:endParaRPr lang="en-US" altLang="zh-CN" sz="2000" dirty="0">
                <a:latin typeface="微软雅黑" panose="020B0503020204020204" pitchFamily="34" charset="-122"/>
                <a:ea typeface="微软雅黑" panose="020B0503020204020204" pitchFamily="34" charset="-122"/>
              </a:endParaRPr>
            </a:p>
            <a:p>
              <a:pPr algn="ctr"/>
              <a:r>
                <a:rPr lang="zh-CN" altLang="en-US" sz="2000" dirty="0">
                  <a:latin typeface="微软雅黑" panose="020B0503020204020204" pitchFamily="34" charset="-122"/>
                  <a:ea typeface="微软雅黑" panose="020B0503020204020204" pitchFamily="34" charset="-122"/>
                </a:rPr>
                <a:t>源地址</a:t>
              </a:r>
            </a:p>
          </p:txBody>
        </p:sp>
      </p:grpSp>
      <p:sp>
        <p:nvSpPr>
          <p:cNvPr id="48" name="文本框 47"/>
          <p:cNvSpPr txBox="1"/>
          <p:nvPr/>
        </p:nvSpPr>
        <p:spPr>
          <a:xfrm>
            <a:off x="5065125" y="2727273"/>
            <a:ext cx="2438946" cy="369332"/>
          </a:xfrm>
          <a:prstGeom prst="rect">
            <a:avLst/>
          </a:prstGeom>
          <a:noFill/>
        </p:spPr>
        <p:txBody>
          <a:bodyPr wrap="square" rtlCol="0">
            <a:spAutoFit/>
          </a:bodyPr>
          <a:lstStyle/>
          <a:p>
            <a:pPr fontAlgn="base">
              <a:spcBef>
                <a:spcPct val="50000"/>
              </a:spcBef>
              <a:spcAft>
                <a:spcPct val="0"/>
              </a:spcAft>
            </a:pPr>
            <a:r>
              <a:rPr lang="en-US" altLang="zh-CN" dirty="0">
                <a:solidFill>
                  <a:srgbClr val="000000"/>
                </a:solidFill>
                <a:latin typeface="微软雅黑" panose="020B0503020204020204" pitchFamily="34" charset="-122"/>
                <a:ea typeface="微软雅黑" panose="020B0503020204020204" pitchFamily="34" charset="-122"/>
              </a:rPr>
              <a:t>MAC_A</a:t>
            </a:r>
            <a:r>
              <a:rPr lang="zh-CN" altLang="en-US" dirty="0">
                <a:solidFill>
                  <a:srgbClr val="000000"/>
                </a:solidFill>
                <a:latin typeface="微软雅黑" panose="020B0503020204020204" pitchFamily="34" charset="-122"/>
                <a:ea typeface="微软雅黑" panose="020B0503020204020204" pitchFamily="34" charset="-122"/>
              </a:rPr>
              <a:t>                </a:t>
            </a:r>
            <a:r>
              <a:rPr lang="en-US" altLang="zh-CN" dirty="0">
                <a:solidFill>
                  <a:srgbClr val="000000"/>
                </a:solidFill>
                <a:latin typeface="微软雅黑" panose="020B0503020204020204" pitchFamily="34" charset="-122"/>
                <a:ea typeface="微软雅黑" panose="020B0503020204020204" pitchFamily="34" charset="-122"/>
              </a:rPr>
              <a:t>1</a:t>
            </a:r>
            <a:r>
              <a:rPr lang="zh-CN" altLang="en-US" dirty="0">
                <a:solidFill>
                  <a:srgbClr val="000000"/>
                </a:solidFill>
                <a:latin typeface="微软雅黑" panose="020B0503020204020204" pitchFamily="34" charset="-122"/>
                <a:ea typeface="微软雅黑" panose="020B0503020204020204" pitchFamily="34" charset="-122"/>
              </a:rPr>
              <a:t>      </a:t>
            </a:r>
            <a:endParaRPr lang="zh-CN" altLang="zh-CN" dirty="0">
              <a:solidFill>
                <a:srgbClr val="000000"/>
              </a:solidFill>
              <a:latin typeface="微软雅黑" panose="020B0503020204020204" pitchFamily="34" charset="-122"/>
              <a:ea typeface="微软雅黑" panose="020B0503020204020204" pitchFamily="34" charset="-122"/>
            </a:endParaRPr>
          </a:p>
        </p:txBody>
      </p:sp>
      <p:sp>
        <p:nvSpPr>
          <p:cNvPr id="9" name="文本框 8"/>
          <p:cNvSpPr txBox="1"/>
          <p:nvPr/>
        </p:nvSpPr>
        <p:spPr>
          <a:xfrm>
            <a:off x="7668901" y="2676500"/>
            <a:ext cx="4544834" cy="1508105"/>
          </a:xfrm>
          <a:prstGeom prst="rect">
            <a:avLst/>
          </a:prstGeom>
          <a:noFill/>
        </p:spPr>
        <p:txBody>
          <a:bodyPr wrap="none" rtlCol="0">
            <a:spAutoFit/>
          </a:bodyPr>
          <a:lstStyle/>
          <a:p>
            <a:pPr>
              <a:lnSpc>
                <a:spcPct val="120000"/>
              </a:lnSpc>
            </a:pPr>
            <a:r>
              <a:rPr lang="zh-CN" altLang="en-US" sz="2000" dirty="0">
                <a:solidFill>
                  <a:srgbClr val="000000"/>
                </a:solidFill>
                <a:latin typeface="Arial" panose="020B0604020202090204"/>
                <a:ea typeface="微软雅黑"/>
              </a:rPr>
              <a:t>记录帧到达时间</a:t>
            </a:r>
            <a:endParaRPr lang="en-US" altLang="zh-CN" sz="2000" dirty="0">
              <a:solidFill>
                <a:srgbClr val="000000"/>
              </a:solidFill>
              <a:latin typeface="Arial" panose="020B0604020202090204"/>
              <a:ea typeface="微软雅黑"/>
            </a:endParaRPr>
          </a:p>
          <a:p>
            <a:pPr>
              <a:lnSpc>
                <a:spcPct val="120000"/>
              </a:lnSpc>
            </a:pPr>
            <a:r>
              <a:rPr lang="zh-CN" altLang="en-US" sz="2000" dirty="0">
                <a:solidFill>
                  <a:srgbClr val="000000"/>
                </a:solidFill>
                <a:latin typeface="Arial" panose="020B0604020202090204"/>
                <a:ea typeface="微软雅黑"/>
              </a:rPr>
              <a:t>设定</a:t>
            </a:r>
            <a:r>
              <a:rPr lang="zh-CN" altLang="en-US" sz="2000" dirty="0">
                <a:solidFill>
                  <a:srgbClr val="7030A0"/>
                </a:solidFill>
                <a:latin typeface="Arial" panose="020B0604020202090204"/>
                <a:ea typeface="微软雅黑"/>
              </a:rPr>
              <a:t>老化时间</a:t>
            </a:r>
            <a:r>
              <a:rPr lang="zh-CN" altLang="en-US" sz="2000" dirty="0">
                <a:solidFill>
                  <a:srgbClr val="000000"/>
                </a:solidFill>
                <a:latin typeface="Arial" panose="020B0604020202090204"/>
                <a:ea typeface="微软雅黑"/>
              </a:rPr>
              <a:t>（</a:t>
            </a:r>
            <a:r>
              <a:rPr lang="zh-CN" altLang="en-US" sz="2000" dirty="0">
                <a:solidFill>
                  <a:srgbClr val="7030A0"/>
                </a:solidFill>
                <a:latin typeface="Arial" panose="020B0604020202090204"/>
                <a:ea typeface="微软雅黑"/>
              </a:rPr>
              <a:t>默认</a:t>
            </a:r>
            <a:r>
              <a:rPr lang="en-US" altLang="zh-CN" sz="2000" dirty="0">
                <a:solidFill>
                  <a:srgbClr val="7030A0"/>
                </a:solidFill>
                <a:latin typeface="Arial" panose="020B0604020202090204"/>
                <a:ea typeface="微软雅黑"/>
              </a:rPr>
              <a:t>300s</a:t>
            </a:r>
            <a:r>
              <a:rPr lang="zh-CN" altLang="en-US" sz="2000" dirty="0">
                <a:solidFill>
                  <a:srgbClr val="000000"/>
                </a:solidFill>
                <a:latin typeface="Arial" panose="020B0604020202090204"/>
                <a:ea typeface="微软雅黑"/>
              </a:rPr>
              <a:t>）</a:t>
            </a:r>
            <a:endParaRPr lang="en-US" altLang="zh-CN" sz="2000" dirty="0">
              <a:solidFill>
                <a:srgbClr val="000000"/>
              </a:solidFill>
              <a:latin typeface="Arial" panose="020B0604020202090204"/>
              <a:ea typeface="微软雅黑"/>
            </a:endParaRPr>
          </a:p>
          <a:p>
            <a:pPr>
              <a:lnSpc>
                <a:spcPct val="120000"/>
              </a:lnSpc>
            </a:pPr>
            <a:r>
              <a:rPr lang="zh-CN" altLang="en-US" sz="2000" dirty="0">
                <a:solidFill>
                  <a:srgbClr val="000000"/>
                </a:solidFill>
                <a:latin typeface="Arial" panose="020B0604020202090204"/>
                <a:ea typeface="微软雅黑"/>
              </a:rPr>
              <a:t>当老化时间到期时，该表项会被清除。</a:t>
            </a:r>
            <a:endParaRPr lang="en-US" altLang="zh-CN" sz="2000" dirty="0">
              <a:solidFill>
                <a:srgbClr val="000000"/>
              </a:solidFill>
              <a:latin typeface="Arial" panose="020B0604020202090204"/>
              <a:ea typeface="微软雅黑"/>
            </a:endParaRPr>
          </a:p>
          <a:p>
            <a:endParaRPr lang="zh-CN" altLang="en-US" sz="2000" dirty="0"/>
          </a:p>
        </p:txBody>
      </p:sp>
      <p:sp>
        <p:nvSpPr>
          <p:cNvPr id="3" name="思想气泡: 云 2"/>
          <p:cNvSpPr/>
          <p:nvPr/>
        </p:nvSpPr>
        <p:spPr>
          <a:xfrm>
            <a:off x="10796845" y="2361505"/>
            <a:ext cx="1294702" cy="629990"/>
          </a:xfrm>
          <a:prstGeom prst="cloudCallout">
            <a:avLst>
              <a:gd name="adj1" fmla="val -45833"/>
              <a:gd name="adj2" fmla="val 10860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Why?</a:t>
            </a:r>
            <a:endParaRPr lang="zh-CN" altLang="en-US" sz="2400" dirty="0"/>
          </a:p>
        </p:txBody>
      </p:sp>
      <p:sp>
        <p:nvSpPr>
          <p:cNvPr id="49" name="日期占位符 36"/>
          <p:cNvSpPr>
            <a:spLocks noGrp="1"/>
          </p:cNvSpPr>
          <p:nvPr>
            <p:ph type="dt" sz="half" idx="10"/>
          </p:nvPr>
        </p:nvSpPr>
        <p:spPr>
          <a:xfrm>
            <a:off x="197335" y="6489303"/>
            <a:ext cx="2743200" cy="365125"/>
          </a:xfrm>
        </p:spPr>
        <p:txBody>
          <a:bodyPr/>
          <a:lstStyle/>
          <a:p>
            <a:r>
              <a:rPr lang="en-US" altLang="zh-CN" dirty="0">
                <a:latin typeface="微软雅黑" panose="020B0503020204020204" pitchFamily="34" charset="-122"/>
                <a:ea typeface="微软雅黑" panose="020B0503020204020204" pitchFamily="34" charset="-122"/>
              </a:rPr>
              <a:t>4.4 </a:t>
            </a:r>
            <a:r>
              <a:rPr lang="zh-CN" altLang="en-US" dirty="0">
                <a:latin typeface="微软雅黑" panose="020B0503020204020204" pitchFamily="34" charset="-122"/>
                <a:ea typeface="微软雅黑" panose="020B0503020204020204" pitchFamily="34" charset="-122"/>
              </a:rPr>
              <a:t>数据链路层交换</a:t>
            </a:r>
          </a:p>
        </p:txBody>
      </p:sp>
      <p:sp>
        <p:nvSpPr>
          <p:cNvPr id="52" name="灯片编号占位符 38"/>
          <p:cNvSpPr>
            <a:spLocks noGrp="1"/>
          </p:cNvSpPr>
          <p:nvPr>
            <p:ph type="sldNum" sz="quarter" idx="12"/>
          </p:nvPr>
        </p:nvSpPr>
        <p:spPr>
          <a:xfrm>
            <a:off x="8686810" y="6489303"/>
            <a:ext cx="3319670" cy="365125"/>
          </a:xfrm>
        </p:spPr>
        <p:txBody>
          <a:bodyPr/>
          <a:lstStyle/>
          <a:p>
            <a:fld id="{8D4D1E41-7A09-AB4A-A4E1-09765ADA2698}" type="slidenum">
              <a:rPr kumimoji="1" lang="zh-CN" altLang="en-US" smtClean="0"/>
              <a:t>62</a:t>
            </a:fld>
            <a:endParaRPr kumimoji="1"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4"/>
                                        </p:tgtEl>
                                        <p:attrNameLst>
                                          <p:attrName>style.visibility</p:attrName>
                                        </p:attrNameLst>
                                      </p:cBhvr>
                                      <p:to>
                                        <p:strVal val="visible"/>
                                      </p:to>
                                    </p:set>
                                    <p:animEffect transition="in" filter="fade">
                                      <p:cBhvr>
                                        <p:cTn id="7" dur="500"/>
                                        <p:tgtEl>
                                          <p:spTgt spid="9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5"/>
                                        </p:tgtEl>
                                        <p:attrNameLst>
                                          <p:attrName>style.visibility</p:attrName>
                                        </p:attrNameLst>
                                      </p:cBhvr>
                                      <p:to>
                                        <p:strVal val="visible"/>
                                      </p:to>
                                    </p:set>
                                    <p:animEffect transition="in" filter="fade">
                                      <p:cBhvr>
                                        <p:cTn id="12" dur="500"/>
                                        <p:tgtEl>
                                          <p:spTgt spid="9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99"/>
                                        </p:tgtEl>
                                        <p:attrNameLst>
                                          <p:attrName>style.visibility</p:attrName>
                                        </p:attrNameLst>
                                      </p:cBhvr>
                                      <p:to>
                                        <p:strVal val="visible"/>
                                      </p:to>
                                    </p:set>
                                    <p:animEffect transition="in" filter="wipe(down)">
                                      <p:cBhvr>
                                        <p:cTn id="17" dur="500"/>
                                        <p:tgtEl>
                                          <p:spTgt spid="9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105"/>
                                        </p:tgtEl>
                                        <p:attrNameLst>
                                          <p:attrName>style.visibility</p:attrName>
                                        </p:attrNameLst>
                                      </p:cBhvr>
                                      <p:to>
                                        <p:strVal val="visible"/>
                                      </p:to>
                                    </p:set>
                                    <p:animEffect transition="in" filter="wipe(up)">
                                      <p:cBhvr>
                                        <p:cTn id="22" dur="500"/>
                                        <p:tgtEl>
                                          <p:spTgt spid="105"/>
                                        </p:tgtEl>
                                      </p:cBhvr>
                                    </p:animEffect>
                                  </p:childTnLst>
                                </p:cTn>
                              </p:par>
                              <p:par>
                                <p:cTn id="23" presetID="22" presetClass="entr" presetSubtype="8" fill="hold" nodeType="withEffect">
                                  <p:stCondLst>
                                    <p:cond delay="0"/>
                                  </p:stCondLst>
                                  <p:childTnLst>
                                    <p:set>
                                      <p:cBhvr>
                                        <p:cTn id="24" dur="1" fill="hold">
                                          <p:stCondLst>
                                            <p:cond delay="0"/>
                                          </p:stCondLst>
                                        </p:cTn>
                                        <p:tgtEl>
                                          <p:spTgt spid="113"/>
                                        </p:tgtEl>
                                        <p:attrNameLst>
                                          <p:attrName>style.visibility</p:attrName>
                                        </p:attrNameLst>
                                      </p:cBhvr>
                                      <p:to>
                                        <p:strVal val="visible"/>
                                      </p:to>
                                    </p:set>
                                    <p:animEffect transition="in" filter="wipe(left)">
                                      <p:cBhvr>
                                        <p:cTn id="25" dur="500"/>
                                        <p:tgtEl>
                                          <p:spTgt spid="113"/>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2" fill="hold" nodeType="click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wipe(right)">
                                      <p:cBhvr>
                                        <p:cTn id="30" dur="500"/>
                                        <p:tgtEl>
                                          <p:spTgt spid="7"/>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48"/>
                                        </p:tgtEl>
                                        <p:attrNameLst>
                                          <p:attrName>style.visibility</p:attrName>
                                        </p:attrNameLst>
                                      </p:cBhvr>
                                      <p:to>
                                        <p:strVal val="visible"/>
                                      </p:to>
                                    </p:set>
                                    <p:animEffect transition="in" filter="fade">
                                      <p:cBhvr>
                                        <p:cTn id="35" dur="500"/>
                                        <p:tgtEl>
                                          <p:spTgt spid="48"/>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9">
                                            <p:txEl>
                                              <p:pRg st="0" end="0"/>
                                            </p:txEl>
                                          </p:spTgt>
                                        </p:tgtEl>
                                        <p:attrNameLst>
                                          <p:attrName>style.visibility</p:attrName>
                                        </p:attrNameLst>
                                      </p:cBhvr>
                                      <p:to>
                                        <p:strVal val="visible"/>
                                      </p:to>
                                    </p:set>
                                    <p:animEffect transition="in" filter="fade">
                                      <p:cBhvr>
                                        <p:cTn id="40" dur="500"/>
                                        <p:tgtEl>
                                          <p:spTgt spid="9">
                                            <p:txEl>
                                              <p:pRg st="0" end="0"/>
                                            </p:txEl>
                                          </p:spTgt>
                                        </p:tgtEl>
                                      </p:cBhvr>
                                    </p:animEffect>
                                  </p:childTnLst>
                                </p:cTn>
                              </p:par>
                              <p:par>
                                <p:cTn id="41" presetID="10" presetClass="entr" presetSubtype="0" fill="hold" nodeType="withEffect">
                                  <p:stCondLst>
                                    <p:cond delay="0"/>
                                  </p:stCondLst>
                                  <p:childTnLst>
                                    <p:set>
                                      <p:cBhvr>
                                        <p:cTn id="42" dur="1" fill="hold">
                                          <p:stCondLst>
                                            <p:cond delay="0"/>
                                          </p:stCondLst>
                                        </p:cTn>
                                        <p:tgtEl>
                                          <p:spTgt spid="9">
                                            <p:txEl>
                                              <p:pRg st="1" end="1"/>
                                            </p:txEl>
                                          </p:spTgt>
                                        </p:tgtEl>
                                        <p:attrNameLst>
                                          <p:attrName>style.visibility</p:attrName>
                                        </p:attrNameLst>
                                      </p:cBhvr>
                                      <p:to>
                                        <p:strVal val="visible"/>
                                      </p:to>
                                    </p:set>
                                    <p:animEffect transition="in" filter="fade">
                                      <p:cBhvr>
                                        <p:cTn id="43" dur="500"/>
                                        <p:tgtEl>
                                          <p:spTgt spid="9">
                                            <p:txEl>
                                              <p:pRg st="1" end="1"/>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9">
                                            <p:txEl>
                                              <p:pRg st="2" end="2"/>
                                            </p:txEl>
                                          </p:spTgt>
                                        </p:tgtEl>
                                        <p:attrNameLst>
                                          <p:attrName>style.visibility</p:attrName>
                                        </p:attrNameLst>
                                      </p:cBhvr>
                                      <p:to>
                                        <p:strVal val="visible"/>
                                      </p:to>
                                    </p:set>
                                    <p:animEffect transition="in" filter="fade">
                                      <p:cBhvr>
                                        <p:cTn id="48" dur="500"/>
                                        <p:tgtEl>
                                          <p:spTgt spid="9">
                                            <p:txEl>
                                              <p:pRg st="2" end="2"/>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4" fill="hold" grpId="0" nodeType="clickEffect">
                                  <p:stCondLst>
                                    <p:cond delay="0"/>
                                  </p:stCondLst>
                                  <p:childTnLst>
                                    <p:set>
                                      <p:cBhvr>
                                        <p:cTn id="52" dur="1" fill="hold">
                                          <p:stCondLst>
                                            <p:cond delay="0"/>
                                          </p:stCondLst>
                                        </p:cTn>
                                        <p:tgtEl>
                                          <p:spTgt spid="3"/>
                                        </p:tgtEl>
                                        <p:attrNameLst>
                                          <p:attrName>style.visibility</p:attrName>
                                        </p:attrNameLst>
                                      </p:cBhvr>
                                      <p:to>
                                        <p:strVal val="visible"/>
                                      </p:to>
                                    </p:set>
                                    <p:animEffect transition="in" filter="wipe(down)">
                                      <p:cBhvr>
                                        <p:cTn id="5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 grpId="0" animBg="1"/>
      <p:bldP spid="95" grpId="0"/>
      <p:bldP spid="48" grpId="0"/>
      <p:bldP spid="3"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 name="内容占位符 2"/>
          <p:cNvSpPr>
            <a:spLocks noGrp="1"/>
          </p:cNvSpPr>
          <p:nvPr>
            <p:ph idx="1"/>
          </p:nvPr>
        </p:nvSpPr>
        <p:spPr>
          <a:xfrm>
            <a:off x="838200" y="1417272"/>
            <a:ext cx="10515600" cy="5131205"/>
          </a:xfrm>
        </p:spPr>
        <p:txBody>
          <a:bodyPr>
            <a:normAutofit/>
          </a:bodyPr>
          <a:lstStyle/>
          <a:p>
            <a:pPr>
              <a:lnSpc>
                <a:spcPct val="120000"/>
              </a:lnSpc>
            </a:pPr>
            <a:r>
              <a:rPr lang="zh-CN" altLang="en-US" dirty="0">
                <a:solidFill>
                  <a:srgbClr val="C00000"/>
                </a:solidFill>
              </a:rPr>
              <a:t>发送帧</a:t>
            </a:r>
            <a:r>
              <a:rPr lang="zh-CN" altLang="en-US" dirty="0"/>
              <a:t>的站</a:t>
            </a:r>
            <a:r>
              <a:rPr lang="en-US" altLang="zh-CN" dirty="0"/>
              <a:t>MAC</a:t>
            </a:r>
            <a:r>
              <a:rPr lang="zh-CN" altLang="en-US" dirty="0"/>
              <a:t>地址被学习</a:t>
            </a:r>
            <a:endParaRPr kumimoji="1" lang="zh-CN" altLang="en-US" dirty="0"/>
          </a:p>
          <a:p>
            <a:pPr>
              <a:lnSpc>
                <a:spcPct val="120000"/>
              </a:lnSpc>
            </a:pPr>
            <a:endParaRPr lang="en-US" altLang="zh-CN" dirty="0"/>
          </a:p>
          <a:p>
            <a:pPr marL="0" indent="0">
              <a:lnSpc>
                <a:spcPct val="120000"/>
              </a:lnSpc>
              <a:buNone/>
            </a:pPr>
            <a:endParaRPr kumimoji="1" lang="zh-CN" altLang="en-US" dirty="0"/>
          </a:p>
        </p:txBody>
      </p:sp>
      <p:sp>
        <p:nvSpPr>
          <p:cNvPr id="117" name="AutoShape 48"/>
          <p:cNvSpPr>
            <a:spLocks noChangeArrowheads="1"/>
          </p:cNvSpPr>
          <p:nvPr/>
        </p:nvSpPr>
        <p:spPr bwMode="auto">
          <a:xfrm>
            <a:off x="7746213" y="4257966"/>
            <a:ext cx="2560638" cy="2151554"/>
          </a:xfrm>
          <a:prstGeom prst="roundRect">
            <a:avLst>
              <a:gd name="adj" fmla="val 16667"/>
            </a:avLst>
          </a:prstGeom>
          <a:solidFill>
            <a:schemeClr val="bg1">
              <a:lumMod val="85000"/>
            </a:schemeClr>
          </a:solidFill>
          <a:ln>
            <a:noFill/>
          </a:ln>
        </p:spPr>
        <p:txBody>
          <a:bodyPr wrap="none" anchor="ctr"/>
          <a:lstStyle>
            <a:lvl1pPr>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marL="0" marR="0" lvl="0" indent="0" algn="l" defTabSz="914400" rtl="0" eaLnBrk="1" fontAlgn="auto" latinLnBrk="0" hangingPunct="1">
              <a:lnSpc>
                <a:spcPts val="3100"/>
              </a:lnSpc>
              <a:spcBef>
                <a:spcPct val="20000"/>
              </a:spcBef>
              <a:spcAft>
                <a:spcPts val="0"/>
              </a:spcAft>
              <a:buClr>
                <a:srgbClr val="A50021"/>
              </a:buClr>
              <a:buSzPct val="75000"/>
              <a:buFont typeface="Wingdings" panose="05000000000000000000" pitchFamily="2" charset="2"/>
              <a:buNone/>
              <a:defRPr/>
            </a:pPr>
            <a:endParaRPr kumimoji="0" lang="zh-CN" altLang="en-US" sz="3200" b="0" i="0" u="none" strike="noStrike" kern="1200" cap="none" spc="0" normalizeH="0" baseline="0" noProof="0">
              <a:ln>
                <a:noFill/>
              </a:ln>
              <a:solidFill>
                <a:srgbClr val="020202"/>
              </a:solidFill>
              <a:effectLst/>
              <a:uLnTx/>
              <a:uFillTx/>
              <a:latin typeface="Tahoma" panose="020B0604030504040204" pitchFamily="34" charset="0"/>
              <a:ea typeface="宋体" panose="02010600030101010101" pitchFamily="2" charset="-122"/>
              <a:cs typeface="+mn-cs"/>
            </a:endParaRPr>
          </a:p>
        </p:txBody>
      </p:sp>
      <p:sp>
        <p:nvSpPr>
          <p:cNvPr id="118" name="文本框 117"/>
          <p:cNvSpPr txBox="1"/>
          <p:nvPr/>
        </p:nvSpPr>
        <p:spPr>
          <a:xfrm>
            <a:off x="9484118" y="4542239"/>
            <a:ext cx="91440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Hub</a:t>
            </a: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pic>
        <p:nvPicPr>
          <p:cNvPr id="119" name="Picture 40" descr="comput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97766" y="5525648"/>
            <a:ext cx="390846" cy="371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0" name="Picture 40" descr="comput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13687" y="5525649"/>
            <a:ext cx="390846" cy="371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21" name="直接连接符 120"/>
          <p:cNvCxnSpPr>
            <a:stCxn id="119" idx="0"/>
          </p:cNvCxnSpPr>
          <p:nvPr/>
        </p:nvCxnSpPr>
        <p:spPr>
          <a:xfrm flipV="1">
            <a:off x="8593189" y="4780199"/>
            <a:ext cx="221444" cy="745449"/>
          </a:xfrm>
          <a:prstGeom prst="line">
            <a:avLst/>
          </a:prstGeom>
        </p:spPr>
        <p:style>
          <a:lnRef idx="3">
            <a:schemeClr val="accent1"/>
          </a:lnRef>
          <a:fillRef idx="0">
            <a:schemeClr val="accent1"/>
          </a:fillRef>
          <a:effectRef idx="2">
            <a:schemeClr val="accent1"/>
          </a:effectRef>
          <a:fontRef idx="minor">
            <a:schemeClr val="tx1"/>
          </a:fontRef>
        </p:style>
      </p:cxnSp>
      <p:cxnSp>
        <p:nvCxnSpPr>
          <p:cNvPr id="122" name="直接连接符 121"/>
          <p:cNvCxnSpPr>
            <a:stCxn id="120" idx="0"/>
          </p:cNvCxnSpPr>
          <p:nvPr/>
        </p:nvCxnSpPr>
        <p:spPr>
          <a:xfrm flipH="1" flipV="1">
            <a:off x="9227178" y="4583709"/>
            <a:ext cx="181932" cy="941940"/>
          </a:xfrm>
          <a:prstGeom prst="line">
            <a:avLst/>
          </a:prstGeom>
        </p:spPr>
        <p:style>
          <a:lnRef idx="3">
            <a:schemeClr val="accent1"/>
          </a:lnRef>
          <a:fillRef idx="0">
            <a:schemeClr val="accent1"/>
          </a:fillRef>
          <a:effectRef idx="2">
            <a:schemeClr val="accent1"/>
          </a:effectRef>
          <a:fontRef idx="minor">
            <a:schemeClr val="tx1"/>
          </a:fontRef>
        </p:style>
      </p:cxnSp>
      <p:sp>
        <p:nvSpPr>
          <p:cNvPr id="124" name="文本框 123"/>
          <p:cNvSpPr txBox="1"/>
          <p:nvPr/>
        </p:nvSpPr>
        <p:spPr>
          <a:xfrm>
            <a:off x="8404005" y="5897283"/>
            <a:ext cx="32733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C</a:t>
            </a: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125" name="文本框 124"/>
          <p:cNvSpPr txBox="1"/>
          <p:nvPr/>
        </p:nvSpPr>
        <p:spPr>
          <a:xfrm>
            <a:off x="9249301" y="5897284"/>
            <a:ext cx="34336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D</a:t>
            </a: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 name="标题 1"/>
          <p:cNvSpPr>
            <a:spLocks noGrp="1"/>
          </p:cNvSpPr>
          <p:nvPr>
            <p:ph type="title"/>
          </p:nvPr>
        </p:nvSpPr>
        <p:spPr/>
        <p:txBody>
          <a:bodyPr>
            <a:normAutofit/>
          </a:bodyPr>
          <a:lstStyle/>
          <a:p>
            <a:r>
              <a:rPr kumimoji="1" lang="en-US" altLang="zh-CN" dirty="0"/>
              <a:t> </a:t>
            </a:r>
            <a:r>
              <a:rPr kumimoji="1" lang="zh-CN" altLang="zh-CN" dirty="0"/>
              <a:t>数据链路层交换原理</a:t>
            </a:r>
            <a:endParaRPr kumimoji="1" lang="zh-CN" altLang="en-US" dirty="0"/>
          </a:p>
        </p:txBody>
      </p:sp>
      <p:graphicFrame>
        <p:nvGraphicFramePr>
          <p:cNvPr id="45" name="Group 40"/>
          <p:cNvGraphicFramePr>
            <a:graphicFrameLocks noGrp="1"/>
          </p:cNvGraphicFramePr>
          <p:nvPr/>
        </p:nvGraphicFramePr>
        <p:xfrm>
          <a:off x="4603371" y="2016779"/>
          <a:ext cx="3050723" cy="2072544"/>
        </p:xfrm>
        <a:graphic>
          <a:graphicData uri="http://schemas.openxmlformats.org/drawingml/2006/table">
            <a:tbl>
              <a:tblPr/>
              <a:tblGrid>
                <a:gridCol w="1910285">
                  <a:extLst>
                    <a:ext uri="{9D8B030D-6E8A-4147-A177-3AD203B41FA5}">
                      <a16:colId xmlns:a16="http://schemas.microsoft.com/office/drawing/2014/main" val="20000"/>
                    </a:ext>
                  </a:extLst>
                </a:gridCol>
                <a:gridCol w="1140438">
                  <a:extLst>
                    <a:ext uri="{9D8B030D-6E8A-4147-A177-3AD203B41FA5}">
                      <a16:colId xmlns:a16="http://schemas.microsoft.com/office/drawing/2014/main" val="20001"/>
                    </a:ext>
                  </a:extLst>
                </a:gridCol>
              </a:tblGrid>
              <a:tr h="290300">
                <a:tc gridSpan="2">
                  <a:txBody>
                    <a:bodyPr/>
                    <a:lstStyle>
                      <a:lvl1pPr marL="0" algn="l" defTabSz="914400" rtl="0" eaLnBrk="1" latinLnBrk="0" hangingPunct="1">
                        <a:spcBef>
                          <a:spcPct val="10000"/>
                        </a:spcBef>
                        <a:spcAft>
                          <a:spcPct val="25000"/>
                        </a:spcAft>
                        <a:buClr>
                          <a:schemeClr val="tx1"/>
                        </a:buClr>
                        <a:buSzPct val="80000"/>
                        <a:buFont typeface="Wingdings" panose="05000000000000000000" pitchFamily="2" charset="2"/>
                        <a:defRPr sz="2600" b="1" kern="1200">
                          <a:solidFill>
                            <a:srgbClr val="000000"/>
                          </a:solidFill>
                          <a:latin typeface="Arial" panose="020B0604020202090204" pitchFamily="34" charset="0"/>
                          <a:ea typeface="华文细黑" panose="02010600040101010101" pitchFamily="2" charset="-122"/>
                        </a:defRPr>
                      </a:lvl1pPr>
                      <a:lvl2pPr marL="386080" indent="71755" algn="l" defTabSz="914400" rtl="0" eaLnBrk="1" latinLnBrk="0" hangingPunct="1">
                        <a:spcBef>
                          <a:spcPct val="10000"/>
                        </a:spcBef>
                        <a:spcAft>
                          <a:spcPct val="25000"/>
                        </a:spcAft>
                        <a:buClr>
                          <a:schemeClr val="tx1"/>
                        </a:buClr>
                        <a:buSzPct val="80000"/>
                        <a:buFont typeface="Wingdings" panose="05000000000000000000" pitchFamily="2" charset="2"/>
                        <a:defRPr sz="2000" kern="1200">
                          <a:solidFill>
                            <a:srgbClr val="000000"/>
                          </a:solidFill>
                          <a:latin typeface="Arial" panose="020B0604020202090204" pitchFamily="34" charset="0"/>
                          <a:ea typeface="华文细黑" panose="02010600040101010101" pitchFamily="2" charset="-122"/>
                        </a:defRPr>
                      </a:lvl2pPr>
                      <a:lvl3pPr marL="862330" indent="52705" algn="l" defTabSz="914400" rtl="0" eaLnBrk="1" latinLnBrk="0" hangingPunct="1">
                        <a:spcBef>
                          <a:spcPct val="10000"/>
                        </a:spcBef>
                        <a:spcAft>
                          <a:spcPct val="25000"/>
                        </a:spcAft>
                        <a:buClr>
                          <a:schemeClr val="tx1"/>
                        </a:buClr>
                        <a:buFont typeface="Times New Roman" panose="02020503050405090304" pitchFamily="18" charset="0"/>
                        <a:defRPr sz="2000" kern="1200">
                          <a:solidFill>
                            <a:srgbClr val="000000"/>
                          </a:solidFill>
                          <a:latin typeface="Arial" panose="020B0604020202090204" pitchFamily="34" charset="0"/>
                          <a:ea typeface="华文细黑" panose="02010600040101010101" pitchFamily="2" charset="-122"/>
                        </a:defRPr>
                      </a:lvl3pPr>
                      <a:lvl4pPr marL="1281430" indent="90805" algn="l" defTabSz="914400" rtl="0" eaLnBrk="1" latinLnBrk="0" hangingPunct="1">
                        <a:spcBef>
                          <a:spcPct val="10000"/>
                        </a:spcBef>
                        <a:spcAft>
                          <a:spcPct val="25000"/>
                        </a:spcAft>
                        <a:buClr>
                          <a:schemeClr val="tx1"/>
                        </a:buClr>
                        <a:buFont typeface="Times New Roman" panose="02020503050405090304" pitchFamily="18" charset="0"/>
                        <a:defRPr sz="1600" kern="1200">
                          <a:solidFill>
                            <a:srgbClr val="000000"/>
                          </a:solidFill>
                          <a:latin typeface="Arial" panose="020B0604020202090204" pitchFamily="34" charset="0"/>
                          <a:ea typeface="华文细黑" panose="02010600040101010101" pitchFamily="2" charset="-122"/>
                        </a:defRPr>
                      </a:lvl4pPr>
                      <a:lvl5pPr marL="1700530" indent="128905" algn="l" defTabSz="914400" rtl="0" eaLnBrk="1"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5pPr>
                      <a:lvl6pPr marL="21577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6pPr>
                      <a:lvl7pPr marL="26149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7pPr>
                      <a:lvl8pPr marL="30721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8pPr>
                      <a:lvl9pPr marL="35293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9pPr>
                    </a:lstStyle>
                    <a:p>
                      <a:pPr marL="0" marR="0" lvl="0" indent="0" algn="ctr" defTabSz="914400" rtl="0" eaLnBrk="1" fontAlgn="base" latinLnBrk="0" hangingPunct="1">
                        <a:lnSpc>
                          <a:spcPct val="100000"/>
                        </a:lnSpc>
                        <a:spcBef>
                          <a:spcPct val="10000"/>
                        </a:spcBef>
                        <a:spcAft>
                          <a:spcPct val="25000"/>
                        </a:spcAft>
                        <a:buClr>
                          <a:schemeClr val="tx1"/>
                        </a:buClr>
                        <a:buSzPct val="80000"/>
                        <a:buFont typeface="Wingdings" panose="05000000000000000000" pitchFamily="2" charset="2"/>
                        <a:buNone/>
                      </a:pPr>
                      <a:r>
                        <a:rPr kumimoji="0" lang="zh-CN" altLang="zh-CN" sz="1800" b="1" i="0" u="none" strike="noStrike" cap="none" normalizeH="0" baseline="0" dirty="0">
                          <a:ln>
                            <a:noFill/>
                          </a:ln>
                          <a:solidFill>
                            <a:schemeClr val="bg1"/>
                          </a:solidFill>
                          <a:effectLst/>
                          <a:latin typeface="+mn-ea"/>
                          <a:ea typeface="+mn-ea"/>
                        </a:rPr>
                        <a:t>MAC</a:t>
                      </a:r>
                      <a:r>
                        <a:rPr kumimoji="0" lang="zh-CN" altLang="en-US" sz="1800" b="1" i="0" u="none" strike="noStrike" cap="none" normalizeH="0" baseline="0" dirty="0">
                          <a:ln>
                            <a:noFill/>
                          </a:ln>
                          <a:solidFill>
                            <a:schemeClr val="bg1"/>
                          </a:solidFill>
                          <a:effectLst/>
                          <a:latin typeface="+mn-ea"/>
                          <a:ea typeface="+mn-ea"/>
                        </a:rPr>
                        <a:t>地址表</a:t>
                      </a:r>
                      <a:endParaRPr kumimoji="0" lang="zh-CN" altLang="zh-CN" sz="1800" b="1" i="0" u="none" strike="noStrike" cap="none" normalizeH="0" baseline="0" dirty="0">
                        <a:ln>
                          <a:noFill/>
                        </a:ln>
                        <a:solidFill>
                          <a:schemeClr val="bg1"/>
                        </a:solidFill>
                        <a:effectLst/>
                        <a:latin typeface="+mn-ea"/>
                        <a:ea typeface="+mn-ea"/>
                      </a:endParaRPr>
                    </a:p>
                  </a:txBody>
                  <a:tcPr marT="45712" marB="45712"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hMerge="1">
                  <a:txBody>
                    <a:bodyPr/>
                    <a:lstStyle/>
                    <a:p>
                      <a:endParaRPr lang="zh-CN"/>
                    </a:p>
                  </a:txBody>
                  <a:tcPr/>
                </a:tc>
                <a:extLst>
                  <a:ext uri="{0D108BD9-81ED-4DB2-BD59-A6C34878D82A}">
                    <a16:rowId xmlns:a16="http://schemas.microsoft.com/office/drawing/2014/main" val="10000"/>
                  </a:ext>
                </a:extLst>
              </a:tr>
              <a:tr h="290300">
                <a:tc>
                  <a:txBody>
                    <a:bodyPr/>
                    <a:lstStyle>
                      <a:lvl1pPr marL="0" algn="l" defTabSz="914400" rtl="0" eaLnBrk="1" latinLnBrk="0" hangingPunct="1">
                        <a:spcBef>
                          <a:spcPct val="10000"/>
                        </a:spcBef>
                        <a:spcAft>
                          <a:spcPct val="25000"/>
                        </a:spcAft>
                        <a:buClr>
                          <a:schemeClr val="tx1"/>
                        </a:buClr>
                        <a:buSzPct val="80000"/>
                        <a:buFont typeface="Wingdings" panose="05000000000000000000" pitchFamily="2" charset="2"/>
                        <a:defRPr sz="2600" b="1" kern="1200">
                          <a:solidFill>
                            <a:srgbClr val="000000"/>
                          </a:solidFill>
                          <a:latin typeface="Arial" panose="020B0604020202090204" pitchFamily="34" charset="0"/>
                          <a:ea typeface="华文细黑" panose="02010600040101010101" pitchFamily="2" charset="-122"/>
                        </a:defRPr>
                      </a:lvl1pPr>
                      <a:lvl2pPr marL="386080" indent="71755" algn="l" defTabSz="914400" rtl="0" eaLnBrk="1" latinLnBrk="0" hangingPunct="1">
                        <a:spcBef>
                          <a:spcPct val="10000"/>
                        </a:spcBef>
                        <a:spcAft>
                          <a:spcPct val="25000"/>
                        </a:spcAft>
                        <a:buClr>
                          <a:schemeClr val="tx1"/>
                        </a:buClr>
                        <a:buSzPct val="80000"/>
                        <a:buFont typeface="Wingdings" panose="05000000000000000000" pitchFamily="2" charset="2"/>
                        <a:defRPr sz="2000" kern="1200">
                          <a:solidFill>
                            <a:srgbClr val="000000"/>
                          </a:solidFill>
                          <a:latin typeface="Arial" panose="020B0604020202090204" pitchFamily="34" charset="0"/>
                          <a:ea typeface="华文细黑" panose="02010600040101010101" pitchFamily="2" charset="-122"/>
                        </a:defRPr>
                      </a:lvl2pPr>
                      <a:lvl3pPr marL="862330" indent="52705" algn="l" defTabSz="914400" rtl="0" eaLnBrk="1" latinLnBrk="0" hangingPunct="1">
                        <a:spcBef>
                          <a:spcPct val="10000"/>
                        </a:spcBef>
                        <a:spcAft>
                          <a:spcPct val="25000"/>
                        </a:spcAft>
                        <a:buClr>
                          <a:schemeClr val="tx1"/>
                        </a:buClr>
                        <a:buFont typeface="Times New Roman" panose="02020503050405090304" pitchFamily="18" charset="0"/>
                        <a:defRPr sz="2000" kern="1200">
                          <a:solidFill>
                            <a:srgbClr val="000000"/>
                          </a:solidFill>
                          <a:latin typeface="Arial" panose="020B0604020202090204" pitchFamily="34" charset="0"/>
                          <a:ea typeface="华文细黑" panose="02010600040101010101" pitchFamily="2" charset="-122"/>
                        </a:defRPr>
                      </a:lvl3pPr>
                      <a:lvl4pPr marL="1281430" indent="90805" algn="l" defTabSz="914400" rtl="0" eaLnBrk="1" latinLnBrk="0" hangingPunct="1">
                        <a:spcBef>
                          <a:spcPct val="10000"/>
                        </a:spcBef>
                        <a:spcAft>
                          <a:spcPct val="25000"/>
                        </a:spcAft>
                        <a:buClr>
                          <a:schemeClr val="tx1"/>
                        </a:buClr>
                        <a:buFont typeface="Times New Roman" panose="02020503050405090304" pitchFamily="18" charset="0"/>
                        <a:defRPr sz="1600" kern="1200">
                          <a:solidFill>
                            <a:srgbClr val="000000"/>
                          </a:solidFill>
                          <a:latin typeface="Arial" panose="020B0604020202090204" pitchFamily="34" charset="0"/>
                          <a:ea typeface="华文细黑" panose="02010600040101010101" pitchFamily="2" charset="-122"/>
                        </a:defRPr>
                      </a:lvl4pPr>
                      <a:lvl5pPr marL="1700530" indent="128905" algn="l" defTabSz="914400" rtl="0" eaLnBrk="1"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5pPr>
                      <a:lvl6pPr marL="21577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6pPr>
                      <a:lvl7pPr marL="26149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7pPr>
                      <a:lvl8pPr marL="30721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8pPr>
                      <a:lvl9pPr marL="35293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9pPr>
                    </a:lstStyle>
                    <a:p>
                      <a:pPr marL="0" marR="0" lvl="0" indent="0" algn="ctr" defTabSz="914400" rtl="0" eaLnBrk="1" fontAlgn="base" latinLnBrk="0" hangingPunct="1">
                        <a:lnSpc>
                          <a:spcPct val="100000"/>
                        </a:lnSpc>
                        <a:spcBef>
                          <a:spcPct val="10000"/>
                        </a:spcBef>
                        <a:spcAft>
                          <a:spcPct val="25000"/>
                        </a:spcAft>
                        <a:buClr>
                          <a:schemeClr val="tx1"/>
                        </a:buClr>
                        <a:buSzPct val="80000"/>
                        <a:buFont typeface="Wingdings" panose="05000000000000000000" pitchFamily="2" charset="2"/>
                        <a:buNone/>
                      </a:pPr>
                      <a:r>
                        <a:rPr kumimoji="0" lang="zh-CN" altLang="zh-CN" sz="1800" b="1" i="0" u="none" strike="noStrike" cap="none" normalizeH="0" baseline="0" dirty="0">
                          <a:ln>
                            <a:noFill/>
                          </a:ln>
                          <a:solidFill>
                            <a:schemeClr val="bg1"/>
                          </a:solidFill>
                          <a:effectLst/>
                          <a:latin typeface="+mn-ea"/>
                          <a:ea typeface="+mn-ea"/>
                        </a:rPr>
                        <a:t>MAC</a:t>
                      </a:r>
                      <a:r>
                        <a:rPr kumimoji="0" lang="zh-CN" altLang="en-US" sz="1800" b="1" i="0" u="none" strike="noStrike" cap="none" normalizeH="0" baseline="0" dirty="0">
                          <a:ln>
                            <a:noFill/>
                          </a:ln>
                          <a:solidFill>
                            <a:schemeClr val="bg1"/>
                          </a:solidFill>
                          <a:effectLst/>
                          <a:latin typeface="+mn-ea"/>
                          <a:ea typeface="+mn-ea"/>
                        </a:rPr>
                        <a:t>地址</a:t>
                      </a:r>
                      <a:endParaRPr kumimoji="0" lang="zh-CN" altLang="zh-CN" sz="1800" b="1" i="0" u="none" strike="noStrike" cap="none" normalizeH="0" baseline="0" dirty="0">
                        <a:ln>
                          <a:noFill/>
                        </a:ln>
                        <a:solidFill>
                          <a:schemeClr val="bg1"/>
                        </a:solidFill>
                        <a:effectLst/>
                        <a:latin typeface="+mn-ea"/>
                        <a:ea typeface="+mn-ea"/>
                      </a:endParaRPr>
                    </a:p>
                  </a:txBody>
                  <a:tcPr marT="45712" marB="45712"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lvl1pPr marL="0" algn="l" defTabSz="914400" rtl="0" eaLnBrk="1" latinLnBrk="0" hangingPunct="1">
                        <a:spcBef>
                          <a:spcPct val="10000"/>
                        </a:spcBef>
                        <a:spcAft>
                          <a:spcPct val="25000"/>
                        </a:spcAft>
                        <a:buClr>
                          <a:schemeClr val="tx1"/>
                        </a:buClr>
                        <a:buSzPct val="80000"/>
                        <a:buFont typeface="Wingdings" panose="05000000000000000000" pitchFamily="2" charset="2"/>
                        <a:defRPr sz="2600" b="1" kern="1200">
                          <a:solidFill>
                            <a:srgbClr val="000000"/>
                          </a:solidFill>
                          <a:latin typeface="Arial" panose="020B0604020202090204" pitchFamily="34" charset="0"/>
                          <a:ea typeface="华文细黑" panose="02010600040101010101" pitchFamily="2" charset="-122"/>
                        </a:defRPr>
                      </a:lvl1pPr>
                      <a:lvl2pPr marL="386080" indent="71755" algn="l" defTabSz="914400" rtl="0" eaLnBrk="1" latinLnBrk="0" hangingPunct="1">
                        <a:spcBef>
                          <a:spcPct val="10000"/>
                        </a:spcBef>
                        <a:spcAft>
                          <a:spcPct val="25000"/>
                        </a:spcAft>
                        <a:buClr>
                          <a:schemeClr val="tx1"/>
                        </a:buClr>
                        <a:buSzPct val="80000"/>
                        <a:buFont typeface="Wingdings" panose="05000000000000000000" pitchFamily="2" charset="2"/>
                        <a:defRPr sz="2000" kern="1200">
                          <a:solidFill>
                            <a:srgbClr val="000000"/>
                          </a:solidFill>
                          <a:latin typeface="Arial" panose="020B0604020202090204" pitchFamily="34" charset="0"/>
                          <a:ea typeface="华文细黑" panose="02010600040101010101" pitchFamily="2" charset="-122"/>
                        </a:defRPr>
                      </a:lvl2pPr>
                      <a:lvl3pPr marL="862330" indent="52705" algn="l" defTabSz="914400" rtl="0" eaLnBrk="1" latinLnBrk="0" hangingPunct="1">
                        <a:spcBef>
                          <a:spcPct val="10000"/>
                        </a:spcBef>
                        <a:spcAft>
                          <a:spcPct val="25000"/>
                        </a:spcAft>
                        <a:buClr>
                          <a:schemeClr val="tx1"/>
                        </a:buClr>
                        <a:buFont typeface="Times New Roman" panose="02020503050405090304" pitchFamily="18" charset="0"/>
                        <a:defRPr sz="2000" kern="1200">
                          <a:solidFill>
                            <a:srgbClr val="000000"/>
                          </a:solidFill>
                          <a:latin typeface="Arial" panose="020B0604020202090204" pitchFamily="34" charset="0"/>
                          <a:ea typeface="华文细黑" panose="02010600040101010101" pitchFamily="2" charset="-122"/>
                        </a:defRPr>
                      </a:lvl3pPr>
                      <a:lvl4pPr marL="1281430" indent="90805" algn="l" defTabSz="914400" rtl="0" eaLnBrk="1" latinLnBrk="0" hangingPunct="1">
                        <a:spcBef>
                          <a:spcPct val="10000"/>
                        </a:spcBef>
                        <a:spcAft>
                          <a:spcPct val="25000"/>
                        </a:spcAft>
                        <a:buClr>
                          <a:schemeClr val="tx1"/>
                        </a:buClr>
                        <a:buFont typeface="Times New Roman" panose="02020503050405090304" pitchFamily="18" charset="0"/>
                        <a:defRPr sz="1600" kern="1200">
                          <a:solidFill>
                            <a:srgbClr val="000000"/>
                          </a:solidFill>
                          <a:latin typeface="Arial" panose="020B0604020202090204" pitchFamily="34" charset="0"/>
                          <a:ea typeface="华文细黑" panose="02010600040101010101" pitchFamily="2" charset="-122"/>
                        </a:defRPr>
                      </a:lvl4pPr>
                      <a:lvl5pPr marL="1700530" indent="128905" algn="l" defTabSz="914400" rtl="0" eaLnBrk="1"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5pPr>
                      <a:lvl6pPr marL="21577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6pPr>
                      <a:lvl7pPr marL="26149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7pPr>
                      <a:lvl8pPr marL="30721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8pPr>
                      <a:lvl9pPr marL="35293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9pPr>
                    </a:lstStyle>
                    <a:p>
                      <a:pPr marL="0" marR="0" lvl="0" indent="0" algn="ctr" defTabSz="914400" rtl="0" eaLnBrk="1" fontAlgn="base" latinLnBrk="0" hangingPunct="1">
                        <a:lnSpc>
                          <a:spcPct val="100000"/>
                        </a:lnSpc>
                        <a:spcBef>
                          <a:spcPct val="10000"/>
                        </a:spcBef>
                        <a:spcAft>
                          <a:spcPct val="25000"/>
                        </a:spcAft>
                        <a:buClr>
                          <a:schemeClr val="tx1"/>
                        </a:buClr>
                        <a:buSzPct val="80000"/>
                        <a:buFont typeface="Wingdings" panose="05000000000000000000" pitchFamily="2" charset="2"/>
                        <a:buNone/>
                      </a:pPr>
                      <a:r>
                        <a:rPr kumimoji="0" lang="zh-CN" altLang="en-US" sz="1800" b="1" i="0" u="none" strike="noStrike" cap="none" normalizeH="0" baseline="0" dirty="0">
                          <a:ln>
                            <a:noFill/>
                          </a:ln>
                          <a:solidFill>
                            <a:schemeClr val="bg1"/>
                          </a:solidFill>
                          <a:effectLst/>
                          <a:latin typeface="+mn-ea"/>
                          <a:ea typeface="+mn-ea"/>
                        </a:rPr>
                        <a:t>端口</a:t>
                      </a:r>
                      <a:endParaRPr kumimoji="0" lang="zh-CN" altLang="zh-CN" sz="1800" b="1" i="0" u="none" strike="noStrike" cap="none" normalizeH="0" baseline="0" dirty="0">
                        <a:ln>
                          <a:noFill/>
                        </a:ln>
                        <a:solidFill>
                          <a:schemeClr val="bg1"/>
                        </a:solidFill>
                        <a:effectLst/>
                        <a:latin typeface="+mn-ea"/>
                        <a:ea typeface="+mn-ea"/>
                      </a:endParaRPr>
                    </a:p>
                  </a:txBody>
                  <a:tcPr marT="45712" marB="45712"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1"/>
                  </a:ext>
                </a:extLst>
              </a:tr>
              <a:tr h="314492">
                <a:tc>
                  <a:txBody>
                    <a:bodyPr/>
                    <a:lstStyle>
                      <a:lvl1pPr marL="0" algn="l" defTabSz="914400" rtl="0" eaLnBrk="1" latinLnBrk="0" hangingPunct="1">
                        <a:spcBef>
                          <a:spcPct val="10000"/>
                        </a:spcBef>
                        <a:spcAft>
                          <a:spcPct val="25000"/>
                        </a:spcAft>
                        <a:buClr>
                          <a:schemeClr val="tx1"/>
                        </a:buClr>
                        <a:buSzPct val="80000"/>
                        <a:buFont typeface="Wingdings" panose="05000000000000000000" pitchFamily="2" charset="2"/>
                        <a:defRPr sz="2600" b="1" kern="1200">
                          <a:solidFill>
                            <a:srgbClr val="000000"/>
                          </a:solidFill>
                          <a:latin typeface="Arial" panose="020B0604020202090204" pitchFamily="34" charset="0"/>
                          <a:ea typeface="华文细黑" panose="02010600040101010101" pitchFamily="2" charset="-122"/>
                        </a:defRPr>
                      </a:lvl1pPr>
                      <a:lvl2pPr marL="386080" indent="71755" algn="l" defTabSz="914400" rtl="0" eaLnBrk="1" latinLnBrk="0" hangingPunct="1">
                        <a:spcBef>
                          <a:spcPct val="10000"/>
                        </a:spcBef>
                        <a:spcAft>
                          <a:spcPct val="25000"/>
                        </a:spcAft>
                        <a:buClr>
                          <a:schemeClr val="tx1"/>
                        </a:buClr>
                        <a:buSzPct val="80000"/>
                        <a:buFont typeface="Wingdings" panose="05000000000000000000" pitchFamily="2" charset="2"/>
                        <a:defRPr sz="2000" kern="1200">
                          <a:solidFill>
                            <a:srgbClr val="000000"/>
                          </a:solidFill>
                          <a:latin typeface="Arial" panose="020B0604020202090204" pitchFamily="34" charset="0"/>
                          <a:ea typeface="华文细黑" panose="02010600040101010101" pitchFamily="2" charset="-122"/>
                        </a:defRPr>
                      </a:lvl2pPr>
                      <a:lvl3pPr marL="862330" indent="52705" algn="l" defTabSz="914400" rtl="0" eaLnBrk="1" latinLnBrk="0" hangingPunct="1">
                        <a:spcBef>
                          <a:spcPct val="10000"/>
                        </a:spcBef>
                        <a:spcAft>
                          <a:spcPct val="25000"/>
                        </a:spcAft>
                        <a:buClr>
                          <a:schemeClr val="tx1"/>
                        </a:buClr>
                        <a:buFont typeface="Times New Roman" panose="02020503050405090304" pitchFamily="18" charset="0"/>
                        <a:defRPr sz="2000" kern="1200">
                          <a:solidFill>
                            <a:srgbClr val="000000"/>
                          </a:solidFill>
                          <a:latin typeface="Arial" panose="020B0604020202090204" pitchFamily="34" charset="0"/>
                          <a:ea typeface="华文细黑" panose="02010600040101010101" pitchFamily="2" charset="-122"/>
                        </a:defRPr>
                      </a:lvl3pPr>
                      <a:lvl4pPr marL="1281430" indent="90805" algn="l" defTabSz="914400" rtl="0" eaLnBrk="1" latinLnBrk="0" hangingPunct="1">
                        <a:spcBef>
                          <a:spcPct val="10000"/>
                        </a:spcBef>
                        <a:spcAft>
                          <a:spcPct val="25000"/>
                        </a:spcAft>
                        <a:buClr>
                          <a:schemeClr val="tx1"/>
                        </a:buClr>
                        <a:buFont typeface="Times New Roman" panose="02020503050405090304" pitchFamily="18" charset="0"/>
                        <a:defRPr sz="1600" kern="1200">
                          <a:solidFill>
                            <a:srgbClr val="000000"/>
                          </a:solidFill>
                          <a:latin typeface="Arial" panose="020B0604020202090204" pitchFamily="34" charset="0"/>
                          <a:ea typeface="华文细黑" panose="02010600040101010101" pitchFamily="2" charset="-122"/>
                        </a:defRPr>
                      </a:lvl4pPr>
                      <a:lvl5pPr marL="1700530" indent="128905" algn="l" defTabSz="914400" rtl="0" eaLnBrk="1"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5pPr>
                      <a:lvl6pPr marL="21577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6pPr>
                      <a:lvl7pPr marL="26149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7pPr>
                      <a:lvl8pPr marL="30721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8pPr>
                      <a:lvl9pPr marL="35293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9pPr>
                    </a:lstStyle>
                    <a:p>
                      <a:pPr marL="0" marR="0" lvl="0" indent="0" algn="ctr" defTabSz="914400" rtl="0" eaLnBrk="1" fontAlgn="base" latinLnBrk="0" hangingPunct="1">
                        <a:lnSpc>
                          <a:spcPct val="100000"/>
                        </a:lnSpc>
                        <a:spcBef>
                          <a:spcPct val="10000"/>
                        </a:spcBef>
                        <a:spcAft>
                          <a:spcPct val="25000"/>
                        </a:spcAft>
                        <a:buClr>
                          <a:schemeClr val="tx1"/>
                        </a:buClr>
                        <a:buSzPct val="80000"/>
                        <a:buFont typeface="Wingdings" panose="05000000000000000000" pitchFamily="2" charset="2"/>
                        <a:buNone/>
                      </a:pPr>
                      <a:endParaRPr kumimoji="0" lang="zh-CN" altLang="zh-CN" sz="1600" b="1" i="0" u="none" strike="noStrike" cap="none" normalizeH="0" baseline="0" dirty="0">
                        <a:ln>
                          <a:noFill/>
                        </a:ln>
                        <a:solidFill>
                          <a:srgbClr val="000000"/>
                        </a:solidFill>
                        <a:effectLst/>
                        <a:latin typeface="Arial" panose="020B0604020202090204" pitchFamily="34" charset="0"/>
                        <a:ea typeface="华文细黑" panose="02010600040101010101" pitchFamily="2" charset="-122"/>
                      </a:endParaRPr>
                    </a:p>
                  </a:txBody>
                  <a:tcPr marT="45712" marB="45712"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marL="0" algn="l" defTabSz="914400" rtl="0" eaLnBrk="1" latinLnBrk="0" hangingPunct="1">
                        <a:spcBef>
                          <a:spcPct val="10000"/>
                        </a:spcBef>
                        <a:spcAft>
                          <a:spcPct val="25000"/>
                        </a:spcAft>
                        <a:buClr>
                          <a:schemeClr val="tx1"/>
                        </a:buClr>
                        <a:buSzPct val="80000"/>
                        <a:buFont typeface="Wingdings" panose="05000000000000000000" pitchFamily="2" charset="2"/>
                        <a:defRPr sz="2600" b="1" kern="1200">
                          <a:solidFill>
                            <a:srgbClr val="000000"/>
                          </a:solidFill>
                          <a:latin typeface="Arial" panose="020B0604020202090204" pitchFamily="34" charset="0"/>
                          <a:ea typeface="华文细黑" panose="02010600040101010101" pitchFamily="2" charset="-122"/>
                        </a:defRPr>
                      </a:lvl1pPr>
                      <a:lvl2pPr marL="386080" indent="71755" algn="l" defTabSz="914400" rtl="0" eaLnBrk="1" latinLnBrk="0" hangingPunct="1">
                        <a:spcBef>
                          <a:spcPct val="10000"/>
                        </a:spcBef>
                        <a:spcAft>
                          <a:spcPct val="25000"/>
                        </a:spcAft>
                        <a:buClr>
                          <a:schemeClr val="tx1"/>
                        </a:buClr>
                        <a:buSzPct val="80000"/>
                        <a:buFont typeface="Wingdings" panose="05000000000000000000" pitchFamily="2" charset="2"/>
                        <a:defRPr sz="2000" kern="1200">
                          <a:solidFill>
                            <a:srgbClr val="000000"/>
                          </a:solidFill>
                          <a:latin typeface="Arial" panose="020B0604020202090204" pitchFamily="34" charset="0"/>
                          <a:ea typeface="华文细黑" panose="02010600040101010101" pitchFamily="2" charset="-122"/>
                        </a:defRPr>
                      </a:lvl2pPr>
                      <a:lvl3pPr marL="862330" indent="52705" algn="l" defTabSz="914400" rtl="0" eaLnBrk="1" latinLnBrk="0" hangingPunct="1">
                        <a:spcBef>
                          <a:spcPct val="10000"/>
                        </a:spcBef>
                        <a:spcAft>
                          <a:spcPct val="25000"/>
                        </a:spcAft>
                        <a:buClr>
                          <a:schemeClr val="tx1"/>
                        </a:buClr>
                        <a:buFont typeface="Times New Roman" panose="02020503050405090304" pitchFamily="18" charset="0"/>
                        <a:defRPr sz="2000" kern="1200">
                          <a:solidFill>
                            <a:srgbClr val="000000"/>
                          </a:solidFill>
                          <a:latin typeface="Arial" panose="020B0604020202090204" pitchFamily="34" charset="0"/>
                          <a:ea typeface="华文细黑" panose="02010600040101010101" pitchFamily="2" charset="-122"/>
                        </a:defRPr>
                      </a:lvl3pPr>
                      <a:lvl4pPr marL="1281430" indent="90805" algn="l" defTabSz="914400" rtl="0" eaLnBrk="1" latinLnBrk="0" hangingPunct="1">
                        <a:spcBef>
                          <a:spcPct val="10000"/>
                        </a:spcBef>
                        <a:spcAft>
                          <a:spcPct val="25000"/>
                        </a:spcAft>
                        <a:buClr>
                          <a:schemeClr val="tx1"/>
                        </a:buClr>
                        <a:buFont typeface="Times New Roman" panose="02020503050405090304" pitchFamily="18" charset="0"/>
                        <a:defRPr sz="1600" kern="1200">
                          <a:solidFill>
                            <a:srgbClr val="000000"/>
                          </a:solidFill>
                          <a:latin typeface="Arial" panose="020B0604020202090204" pitchFamily="34" charset="0"/>
                          <a:ea typeface="华文细黑" panose="02010600040101010101" pitchFamily="2" charset="-122"/>
                        </a:defRPr>
                      </a:lvl4pPr>
                      <a:lvl5pPr marL="1700530" indent="128905" algn="l" defTabSz="914400" rtl="0" eaLnBrk="1"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5pPr>
                      <a:lvl6pPr marL="21577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6pPr>
                      <a:lvl7pPr marL="26149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7pPr>
                      <a:lvl8pPr marL="30721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8pPr>
                      <a:lvl9pPr marL="35293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9pPr>
                    </a:lstStyle>
                    <a:p>
                      <a:pPr marL="0" marR="0" lvl="0" indent="0" algn="ctr" defTabSz="914400" rtl="0" eaLnBrk="1" fontAlgn="base" latinLnBrk="0" hangingPunct="1">
                        <a:lnSpc>
                          <a:spcPct val="100000"/>
                        </a:lnSpc>
                        <a:spcBef>
                          <a:spcPct val="10000"/>
                        </a:spcBef>
                        <a:spcAft>
                          <a:spcPct val="25000"/>
                        </a:spcAft>
                        <a:buClr>
                          <a:schemeClr val="tx1"/>
                        </a:buClr>
                        <a:buSzPct val="80000"/>
                        <a:buFont typeface="Wingdings" panose="05000000000000000000" pitchFamily="2" charset="2"/>
                        <a:buNone/>
                      </a:pPr>
                      <a:endParaRPr kumimoji="0" lang="zh-CN" altLang="zh-CN" sz="1600" b="1" i="0" u="none" strike="noStrike" cap="none" normalizeH="0" baseline="0" dirty="0">
                        <a:ln>
                          <a:noFill/>
                        </a:ln>
                        <a:solidFill>
                          <a:srgbClr val="000000"/>
                        </a:solidFill>
                        <a:effectLst/>
                        <a:latin typeface="Arial" panose="020B0604020202090204" pitchFamily="34" charset="0"/>
                        <a:ea typeface="华文细黑" panose="02010600040101010101" pitchFamily="2" charset="-122"/>
                      </a:endParaRPr>
                    </a:p>
                  </a:txBody>
                  <a:tcPr marT="45712" marB="45712"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2"/>
                  </a:ext>
                </a:extLst>
              </a:tr>
              <a:tr h="314492">
                <a:tc>
                  <a:txBody>
                    <a:bodyPr/>
                    <a:lstStyle>
                      <a:lvl1pPr marL="0" algn="l" defTabSz="914400" rtl="0" eaLnBrk="1" latinLnBrk="0" hangingPunct="1">
                        <a:spcBef>
                          <a:spcPct val="10000"/>
                        </a:spcBef>
                        <a:spcAft>
                          <a:spcPct val="25000"/>
                        </a:spcAft>
                        <a:buClr>
                          <a:schemeClr val="tx1"/>
                        </a:buClr>
                        <a:buSzPct val="80000"/>
                        <a:buFont typeface="Wingdings" panose="05000000000000000000" pitchFamily="2" charset="2"/>
                        <a:defRPr sz="2600" b="1" kern="1200">
                          <a:solidFill>
                            <a:srgbClr val="000000"/>
                          </a:solidFill>
                          <a:latin typeface="Arial" panose="020B0604020202090204" pitchFamily="34" charset="0"/>
                          <a:ea typeface="华文细黑" panose="02010600040101010101" pitchFamily="2" charset="-122"/>
                        </a:defRPr>
                      </a:lvl1pPr>
                      <a:lvl2pPr marL="386080" indent="71755" algn="l" defTabSz="914400" rtl="0" eaLnBrk="1" latinLnBrk="0" hangingPunct="1">
                        <a:spcBef>
                          <a:spcPct val="10000"/>
                        </a:spcBef>
                        <a:spcAft>
                          <a:spcPct val="25000"/>
                        </a:spcAft>
                        <a:buClr>
                          <a:schemeClr val="tx1"/>
                        </a:buClr>
                        <a:buSzPct val="80000"/>
                        <a:buFont typeface="Wingdings" panose="05000000000000000000" pitchFamily="2" charset="2"/>
                        <a:defRPr sz="2000" kern="1200">
                          <a:solidFill>
                            <a:srgbClr val="000000"/>
                          </a:solidFill>
                          <a:latin typeface="Arial" panose="020B0604020202090204" pitchFamily="34" charset="0"/>
                          <a:ea typeface="华文细黑" panose="02010600040101010101" pitchFamily="2" charset="-122"/>
                        </a:defRPr>
                      </a:lvl2pPr>
                      <a:lvl3pPr marL="862330" indent="52705" algn="l" defTabSz="914400" rtl="0" eaLnBrk="1" latinLnBrk="0" hangingPunct="1">
                        <a:spcBef>
                          <a:spcPct val="10000"/>
                        </a:spcBef>
                        <a:spcAft>
                          <a:spcPct val="25000"/>
                        </a:spcAft>
                        <a:buClr>
                          <a:schemeClr val="tx1"/>
                        </a:buClr>
                        <a:buFont typeface="Times New Roman" panose="02020503050405090304" pitchFamily="18" charset="0"/>
                        <a:defRPr sz="2000" kern="1200">
                          <a:solidFill>
                            <a:srgbClr val="000000"/>
                          </a:solidFill>
                          <a:latin typeface="Arial" panose="020B0604020202090204" pitchFamily="34" charset="0"/>
                          <a:ea typeface="华文细黑" panose="02010600040101010101" pitchFamily="2" charset="-122"/>
                        </a:defRPr>
                      </a:lvl3pPr>
                      <a:lvl4pPr marL="1281430" indent="90805" algn="l" defTabSz="914400" rtl="0" eaLnBrk="1" latinLnBrk="0" hangingPunct="1">
                        <a:spcBef>
                          <a:spcPct val="10000"/>
                        </a:spcBef>
                        <a:spcAft>
                          <a:spcPct val="25000"/>
                        </a:spcAft>
                        <a:buClr>
                          <a:schemeClr val="tx1"/>
                        </a:buClr>
                        <a:buFont typeface="Times New Roman" panose="02020503050405090304" pitchFamily="18" charset="0"/>
                        <a:defRPr sz="1600" kern="1200">
                          <a:solidFill>
                            <a:srgbClr val="000000"/>
                          </a:solidFill>
                          <a:latin typeface="Arial" panose="020B0604020202090204" pitchFamily="34" charset="0"/>
                          <a:ea typeface="华文细黑" panose="02010600040101010101" pitchFamily="2" charset="-122"/>
                        </a:defRPr>
                      </a:lvl4pPr>
                      <a:lvl5pPr marL="1700530" indent="128905" algn="l" defTabSz="914400" rtl="0" eaLnBrk="1"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5pPr>
                      <a:lvl6pPr marL="21577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6pPr>
                      <a:lvl7pPr marL="26149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7pPr>
                      <a:lvl8pPr marL="30721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8pPr>
                      <a:lvl9pPr marL="35293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9pPr>
                    </a:lstStyle>
                    <a:p>
                      <a:pPr marL="0" marR="0" lvl="0" indent="0" algn="ctr" defTabSz="914400" rtl="0" eaLnBrk="1" fontAlgn="base" latinLnBrk="0" hangingPunct="1">
                        <a:lnSpc>
                          <a:spcPct val="100000"/>
                        </a:lnSpc>
                        <a:spcBef>
                          <a:spcPct val="10000"/>
                        </a:spcBef>
                        <a:spcAft>
                          <a:spcPct val="25000"/>
                        </a:spcAft>
                        <a:buClr>
                          <a:schemeClr val="tx1"/>
                        </a:buClr>
                        <a:buSzPct val="80000"/>
                        <a:buFont typeface="Wingdings" panose="05000000000000000000" pitchFamily="2" charset="2"/>
                        <a:buNone/>
                      </a:pPr>
                      <a:endParaRPr kumimoji="0" lang="zh-CN" altLang="zh-CN" sz="1600" b="1" i="0" u="none" strike="noStrike" cap="none" normalizeH="0" baseline="0" dirty="0">
                        <a:ln>
                          <a:noFill/>
                        </a:ln>
                        <a:solidFill>
                          <a:srgbClr val="000000"/>
                        </a:solidFill>
                        <a:effectLst/>
                        <a:latin typeface="Arial" panose="020B0604020202090204" pitchFamily="34" charset="0"/>
                        <a:ea typeface="华文细黑" panose="02010600040101010101" pitchFamily="2" charset="-122"/>
                      </a:endParaRPr>
                    </a:p>
                  </a:txBody>
                  <a:tcPr marT="45712" marB="45712"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marL="0" algn="l" defTabSz="914400" rtl="0" eaLnBrk="1" latinLnBrk="0" hangingPunct="1">
                        <a:spcBef>
                          <a:spcPct val="10000"/>
                        </a:spcBef>
                        <a:spcAft>
                          <a:spcPct val="25000"/>
                        </a:spcAft>
                        <a:buClr>
                          <a:schemeClr val="tx1"/>
                        </a:buClr>
                        <a:buSzPct val="80000"/>
                        <a:buFont typeface="Wingdings" panose="05000000000000000000" pitchFamily="2" charset="2"/>
                        <a:defRPr sz="2600" b="1" kern="1200">
                          <a:solidFill>
                            <a:srgbClr val="000000"/>
                          </a:solidFill>
                          <a:latin typeface="Arial" panose="020B0604020202090204" pitchFamily="34" charset="0"/>
                          <a:ea typeface="华文细黑" panose="02010600040101010101" pitchFamily="2" charset="-122"/>
                        </a:defRPr>
                      </a:lvl1pPr>
                      <a:lvl2pPr marL="386080" indent="71755" algn="l" defTabSz="914400" rtl="0" eaLnBrk="1" latinLnBrk="0" hangingPunct="1">
                        <a:spcBef>
                          <a:spcPct val="10000"/>
                        </a:spcBef>
                        <a:spcAft>
                          <a:spcPct val="25000"/>
                        </a:spcAft>
                        <a:buClr>
                          <a:schemeClr val="tx1"/>
                        </a:buClr>
                        <a:buSzPct val="80000"/>
                        <a:buFont typeface="Wingdings" panose="05000000000000000000" pitchFamily="2" charset="2"/>
                        <a:defRPr sz="2000" kern="1200">
                          <a:solidFill>
                            <a:srgbClr val="000000"/>
                          </a:solidFill>
                          <a:latin typeface="Arial" panose="020B0604020202090204" pitchFamily="34" charset="0"/>
                          <a:ea typeface="华文细黑" panose="02010600040101010101" pitchFamily="2" charset="-122"/>
                        </a:defRPr>
                      </a:lvl2pPr>
                      <a:lvl3pPr marL="862330" indent="52705" algn="l" defTabSz="914400" rtl="0" eaLnBrk="1" latinLnBrk="0" hangingPunct="1">
                        <a:spcBef>
                          <a:spcPct val="10000"/>
                        </a:spcBef>
                        <a:spcAft>
                          <a:spcPct val="25000"/>
                        </a:spcAft>
                        <a:buClr>
                          <a:schemeClr val="tx1"/>
                        </a:buClr>
                        <a:buFont typeface="Times New Roman" panose="02020503050405090304" pitchFamily="18" charset="0"/>
                        <a:defRPr sz="2000" kern="1200">
                          <a:solidFill>
                            <a:srgbClr val="000000"/>
                          </a:solidFill>
                          <a:latin typeface="Arial" panose="020B0604020202090204" pitchFamily="34" charset="0"/>
                          <a:ea typeface="华文细黑" panose="02010600040101010101" pitchFamily="2" charset="-122"/>
                        </a:defRPr>
                      </a:lvl3pPr>
                      <a:lvl4pPr marL="1281430" indent="90805" algn="l" defTabSz="914400" rtl="0" eaLnBrk="1" latinLnBrk="0" hangingPunct="1">
                        <a:spcBef>
                          <a:spcPct val="10000"/>
                        </a:spcBef>
                        <a:spcAft>
                          <a:spcPct val="25000"/>
                        </a:spcAft>
                        <a:buClr>
                          <a:schemeClr val="tx1"/>
                        </a:buClr>
                        <a:buFont typeface="Times New Roman" panose="02020503050405090304" pitchFamily="18" charset="0"/>
                        <a:defRPr sz="1600" kern="1200">
                          <a:solidFill>
                            <a:srgbClr val="000000"/>
                          </a:solidFill>
                          <a:latin typeface="Arial" panose="020B0604020202090204" pitchFamily="34" charset="0"/>
                          <a:ea typeface="华文细黑" panose="02010600040101010101" pitchFamily="2" charset="-122"/>
                        </a:defRPr>
                      </a:lvl4pPr>
                      <a:lvl5pPr marL="1700530" indent="128905" algn="l" defTabSz="914400" rtl="0" eaLnBrk="1"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5pPr>
                      <a:lvl6pPr marL="21577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6pPr>
                      <a:lvl7pPr marL="26149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7pPr>
                      <a:lvl8pPr marL="30721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8pPr>
                      <a:lvl9pPr marL="35293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9pPr>
                    </a:lstStyle>
                    <a:p>
                      <a:pPr marL="0" marR="0" lvl="0" indent="0" algn="ctr" defTabSz="914400" rtl="0" eaLnBrk="1" fontAlgn="base" latinLnBrk="0" hangingPunct="1">
                        <a:lnSpc>
                          <a:spcPct val="100000"/>
                        </a:lnSpc>
                        <a:spcBef>
                          <a:spcPct val="10000"/>
                        </a:spcBef>
                        <a:spcAft>
                          <a:spcPct val="25000"/>
                        </a:spcAft>
                        <a:buClr>
                          <a:schemeClr val="tx1"/>
                        </a:buClr>
                        <a:buSzPct val="80000"/>
                        <a:buFont typeface="Wingdings" panose="05000000000000000000" pitchFamily="2" charset="2"/>
                        <a:buNone/>
                      </a:pPr>
                      <a:endParaRPr kumimoji="0" lang="zh-CN" altLang="zh-CN" sz="1600" b="1" i="0" u="none" strike="noStrike" cap="none" normalizeH="0" baseline="0" dirty="0">
                        <a:ln>
                          <a:noFill/>
                        </a:ln>
                        <a:solidFill>
                          <a:srgbClr val="000000"/>
                        </a:solidFill>
                        <a:effectLst/>
                        <a:latin typeface="Arial" panose="020B0604020202090204" pitchFamily="34" charset="0"/>
                        <a:ea typeface="华文细黑" panose="02010600040101010101" pitchFamily="2" charset="-122"/>
                      </a:endParaRPr>
                    </a:p>
                  </a:txBody>
                  <a:tcPr marT="45712" marB="45712"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3"/>
                  </a:ext>
                </a:extLst>
              </a:tr>
              <a:tr h="314492">
                <a:tc>
                  <a:txBody>
                    <a:bodyPr/>
                    <a:lstStyle>
                      <a:lvl1pPr marL="0" algn="l" defTabSz="914400" rtl="0" eaLnBrk="1" latinLnBrk="0" hangingPunct="1">
                        <a:spcBef>
                          <a:spcPct val="10000"/>
                        </a:spcBef>
                        <a:spcAft>
                          <a:spcPct val="25000"/>
                        </a:spcAft>
                        <a:buClr>
                          <a:schemeClr val="tx1"/>
                        </a:buClr>
                        <a:buSzPct val="80000"/>
                        <a:buFont typeface="Wingdings" panose="05000000000000000000" pitchFamily="2" charset="2"/>
                        <a:defRPr sz="2600" b="1" kern="1200">
                          <a:solidFill>
                            <a:srgbClr val="000000"/>
                          </a:solidFill>
                          <a:latin typeface="Arial" panose="020B0604020202090204" pitchFamily="34" charset="0"/>
                          <a:ea typeface="华文细黑" panose="02010600040101010101" pitchFamily="2" charset="-122"/>
                        </a:defRPr>
                      </a:lvl1pPr>
                      <a:lvl2pPr marL="386080" indent="71755" algn="l" defTabSz="914400" rtl="0" eaLnBrk="1" latinLnBrk="0" hangingPunct="1">
                        <a:spcBef>
                          <a:spcPct val="10000"/>
                        </a:spcBef>
                        <a:spcAft>
                          <a:spcPct val="25000"/>
                        </a:spcAft>
                        <a:buClr>
                          <a:schemeClr val="tx1"/>
                        </a:buClr>
                        <a:buSzPct val="80000"/>
                        <a:buFont typeface="Wingdings" panose="05000000000000000000" pitchFamily="2" charset="2"/>
                        <a:defRPr sz="2000" kern="1200">
                          <a:solidFill>
                            <a:srgbClr val="000000"/>
                          </a:solidFill>
                          <a:latin typeface="Arial" panose="020B0604020202090204" pitchFamily="34" charset="0"/>
                          <a:ea typeface="华文细黑" panose="02010600040101010101" pitchFamily="2" charset="-122"/>
                        </a:defRPr>
                      </a:lvl2pPr>
                      <a:lvl3pPr marL="862330" indent="52705" algn="l" defTabSz="914400" rtl="0" eaLnBrk="1" latinLnBrk="0" hangingPunct="1">
                        <a:spcBef>
                          <a:spcPct val="10000"/>
                        </a:spcBef>
                        <a:spcAft>
                          <a:spcPct val="25000"/>
                        </a:spcAft>
                        <a:buClr>
                          <a:schemeClr val="tx1"/>
                        </a:buClr>
                        <a:buFont typeface="Times New Roman" panose="02020503050405090304" pitchFamily="18" charset="0"/>
                        <a:defRPr sz="2000" kern="1200">
                          <a:solidFill>
                            <a:srgbClr val="000000"/>
                          </a:solidFill>
                          <a:latin typeface="Arial" panose="020B0604020202090204" pitchFamily="34" charset="0"/>
                          <a:ea typeface="华文细黑" panose="02010600040101010101" pitchFamily="2" charset="-122"/>
                        </a:defRPr>
                      </a:lvl3pPr>
                      <a:lvl4pPr marL="1281430" indent="90805" algn="l" defTabSz="914400" rtl="0" eaLnBrk="1" latinLnBrk="0" hangingPunct="1">
                        <a:spcBef>
                          <a:spcPct val="10000"/>
                        </a:spcBef>
                        <a:spcAft>
                          <a:spcPct val="25000"/>
                        </a:spcAft>
                        <a:buClr>
                          <a:schemeClr val="tx1"/>
                        </a:buClr>
                        <a:buFont typeface="Times New Roman" panose="02020503050405090304" pitchFamily="18" charset="0"/>
                        <a:defRPr sz="1600" kern="1200">
                          <a:solidFill>
                            <a:srgbClr val="000000"/>
                          </a:solidFill>
                          <a:latin typeface="Arial" panose="020B0604020202090204" pitchFamily="34" charset="0"/>
                          <a:ea typeface="华文细黑" panose="02010600040101010101" pitchFamily="2" charset="-122"/>
                        </a:defRPr>
                      </a:lvl4pPr>
                      <a:lvl5pPr marL="1700530" indent="128905" algn="l" defTabSz="914400" rtl="0" eaLnBrk="1"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5pPr>
                      <a:lvl6pPr marL="21577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6pPr>
                      <a:lvl7pPr marL="26149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7pPr>
                      <a:lvl8pPr marL="30721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8pPr>
                      <a:lvl9pPr marL="35293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9pPr>
                    </a:lstStyle>
                    <a:p>
                      <a:pPr marL="0" marR="0" lvl="0" indent="0" algn="ctr" defTabSz="914400" rtl="0" eaLnBrk="1" fontAlgn="base" latinLnBrk="0" hangingPunct="1">
                        <a:lnSpc>
                          <a:spcPct val="100000"/>
                        </a:lnSpc>
                        <a:spcBef>
                          <a:spcPct val="10000"/>
                        </a:spcBef>
                        <a:spcAft>
                          <a:spcPct val="25000"/>
                        </a:spcAft>
                        <a:buClr>
                          <a:schemeClr val="tx1"/>
                        </a:buClr>
                        <a:buSzPct val="80000"/>
                        <a:buFont typeface="Wingdings" panose="05000000000000000000" pitchFamily="2" charset="2"/>
                        <a:buNone/>
                      </a:pPr>
                      <a:endParaRPr kumimoji="0" lang="zh-CN" altLang="zh-CN" sz="1600" b="1" i="0" u="none" strike="noStrike" cap="none" normalizeH="0" baseline="0">
                        <a:ln>
                          <a:noFill/>
                        </a:ln>
                        <a:solidFill>
                          <a:srgbClr val="000000"/>
                        </a:solidFill>
                        <a:effectLst/>
                        <a:latin typeface="Arial" panose="020B0604020202090204" pitchFamily="34" charset="0"/>
                        <a:ea typeface="华文细黑" panose="02010600040101010101" pitchFamily="2" charset="-122"/>
                      </a:endParaRPr>
                    </a:p>
                  </a:txBody>
                  <a:tcPr marT="45712" marB="45712"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marL="0" algn="l" defTabSz="914400" rtl="0" eaLnBrk="1" latinLnBrk="0" hangingPunct="1">
                        <a:spcBef>
                          <a:spcPct val="10000"/>
                        </a:spcBef>
                        <a:spcAft>
                          <a:spcPct val="25000"/>
                        </a:spcAft>
                        <a:buClr>
                          <a:schemeClr val="tx1"/>
                        </a:buClr>
                        <a:buSzPct val="80000"/>
                        <a:buFont typeface="Wingdings" panose="05000000000000000000" pitchFamily="2" charset="2"/>
                        <a:defRPr sz="2600" b="1" kern="1200">
                          <a:solidFill>
                            <a:srgbClr val="000000"/>
                          </a:solidFill>
                          <a:latin typeface="Arial" panose="020B0604020202090204" pitchFamily="34" charset="0"/>
                          <a:ea typeface="华文细黑" panose="02010600040101010101" pitchFamily="2" charset="-122"/>
                        </a:defRPr>
                      </a:lvl1pPr>
                      <a:lvl2pPr marL="386080" indent="71755" algn="l" defTabSz="914400" rtl="0" eaLnBrk="1" latinLnBrk="0" hangingPunct="1">
                        <a:spcBef>
                          <a:spcPct val="10000"/>
                        </a:spcBef>
                        <a:spcAft>
                          <a:spcPct val="25000"/>
                        </a:spcAft>
                        <a:buClr>
                          <a:schemeClr val="tx1"/>
                        </a:buClr>
                        <a:buSzPct val="80000"/>
                        <a:buFont typeface="Wingdings" panose="05000000000000000000" pitchFamily="2" charset="2"/>
                        <a:defRPr sz="2000" kern="1200">
                          <a:solidFill>
                            <a:srgbClr val="000000"/>
                          </a:solidFill>
                          <a:latin typeface="Arial" panose="020B0604020202090204" pitchFamily="34" charset="0"/>
                          <a:ea typeface="华文细黑" panose="02010600040101010101" pitchFamily="2" charset="-122"/>
                        </a:defRPr>
                      </a:lvl2pPr>
                      <a:lvl3pPr marL="862330" indent="52705" algn="l" defTabSz="914400" rtl="0" eaLnBrk="1" latinLnBrk="0" hangingPunct="1">
                        <a:spcBef>
                          <a:spcPct val="10000"/>
                        </a:spcBef>
                        <a:spcAft>
                          <a:spcPct val="25000"/>
                        </a:spcAft>
                        <a:buClr>
                          <a:schemeClr val="tx1"/>
                        </a:buClr>
                        <a:buFont typeface="Times New Roman" panose="02020503050405090304" pitchFamily="18" charset="0"/>
                        <a:defRPr sz="2000" kern="1200">
                          <a:solidFill>
                            <a:srgbClr val="000000"/>
                          </a:solidFill>
                          <a:latin typeface="Arial" panose="020B0604020202090204" pitchFamily="34" charset="0"/>
                          <a:ea typeface="华文细黑" panose="02010600040101010101" pitchFamily="2" charset="-122"/>
                        </a:defRPr>
                      </a:lvl3pPr>
                      <a:lvl4pPr marL="1281430" indent="90805" algn="l" defTabSz="914400" rtl="0" eaLnBrk="1" latinLnBrk="0" hangingPunct="1">
                        <a:spcBef>
                          <a:spcPct val="10000"/>
                        </a:spcBef>
                        <a:spcAft>
                          <a:spcPct val="25000"/>
                        </a:spcAft>
                        <a:buClr>
                          <a:schemeClr val="tx1"/>
                        </a:buClr>
                        <a:buFont typeface="Times New Roman" panose="02020503050405090304" pitchFamily="18" charset="0"/>
                        <a:defRPr sz="1600" kern="1200">
                          <a:solidFill>
                            <a:srgbClr val="000000"/>
                          </a:solidFill>
                          <a:latin typeface="Arial" panose="020B0604020202090204" pitchFamily="34" charset="0"/>
                          <a:ea typeface="华文细黑" panose="02010600040101010101" pitchFamily="2" charset="-122"/>
                        </a:defRPr>
                      </a:lvl4pPr>
                      <a:lvl5pPr marL="1700530" indent="128905" algn="l" defTabSz="914400" rtl="0" eaLnBrk="1"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5pPr>
                      <a:lvl6pPr marL="21577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6pPr>
                      <a:lvl7pPr marL="26149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7pPr>
                      <a:lvl8pPr marL="30721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8pPr>
                      <a:lvl9pPr marL="35293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9pPr>
                    </a:lstStyle>
                    <a:p>
                      <a:pPr marL="0" marR="0" lvl="0" indent="0" algn="ctr" defTabSz="914400" rtl="0" eaLnBrk="1" fontAlgn="base" latinLnBrk="0" hangingPunct="1">
                        <a:lnSpc>
                          <a:spcPct val="100000"/>
                        </a:lnSpc>
                        <a:spcBef>
                          <a:spcPct val="10000"/>
                        </a:spcBef>
                        <a:spcAft>
                          <a:spcPct val="25000"/>
                        </a:spcAft>
                        <a:buClr>
                          <a:schemeClr val="tx1"/>
                        </a:buClr>
                        <a:buSzPct val="80000"/>
                        <a:buFont typeface="Wingdings" panose="05000000000000000000" pitchFamily="2" charset="2"/>
                        <a:buNone/>
                      </a:pPr>
                      <a:endParaRPr kumimoji="0" lang="zh-CN" altLang="zh-CN" sz="1600" b="1" i="0" u="none" strike="noStrike" cap="none" normalizeH="0" baseline="0" dirty="0">
                        <a:ln>
                          <a:noFill/>
                        </a:ln>
                        <a:solidFill>
                          <a:srgbClr val="000000"/>
                        </a:solidFill>
                        <a:effectLst/>
                        <a:latin typeface="Arial" panose="020B0604020202090204" pitchFamily="34" charset="0"/>
                        <a:ea typeface="华文细黑" panose="02010600040101010101" pitchFamily="2" charset="-122"/>
                      </a:endParaRPr>
                    </a:p>
                  </a:txBody>
                  <a:tcPr marT="45712" marB="45712"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4"/>
                  </a:ext>
                </a:extLst>
              </a:tr>
              <a:tr h="314492">
                <a:tc>
                  <a:txBody>
                    <a:bodyPr/>
                    <a:lstStyle>
                      <a:lvl1pPr marL="0" algn="l" defTabSz="914400" rtl="0" eaLnBrk="1" latinLnBrk="0" hangingPunct="1">
                        <a:spcBef>
                          <a:spcPct val="10000"/>
                        </a:spcBef>
                        <a:spcAft>
                          <a:spcPct val="25000"/>
                        </a:spcAft>
                        <a:buClr>
                          <a:schemeClr val="tx1"/>
                        </a:buClr>
                        <a:buSzPct val="80000"/>
                        <a:buFont typeface="Wingdings" panose="05000000000000000000" pitchFamily="2" charset="2"/>
                        <a:defRPr sz="2600" b="1" kern="1200">
                          <a:solidFill>
                            <a:srgbClr val="000000"/>
                          </a:solidFill>
                          <a:latin typeface="Arial" panose="020B0604020202090204" pitchFamily="34" charset="0"/>
                          <a:ea typeface="华文细黑" panose="02010600040101010101" pitchFamily="2" charset="-122"/>
                        </a:defRPr>
                      </a:lvl1pPr>
                      <a:lvl2pPr marL="386080" indent="71755" algn="l" defTabSz="914400" rtl="0" eaLnBrk="1" latinLnBrk="0" hangingPunct="1">
                        <a:spcBef>
                          <a:spcPct val="10000"/>
                        </a:spcBef>
                        <a:spcAft>
                          <a:spcPct val="25000"/>
                        </a:spcAft>
                        <a:buClr>
                          <a:schemeClr val="tx1"/>
                        </a:buClr>
                        <a:buSzPct val="80000"/>
                        <a:buFont typeface="Wingdings" panose="05000000000000000000" pitchFamily="2" charset="2"/>
                        <a:defRPr sz="2000" kern="1200">
                          <a:solidFill>
                            <a:srgbClr val="000000"/>
                          </a:solidFill>
                          <a:latin typeface="Arial" panose="020B0604020202090204" pitchFamily="34" charset="0"/>
                          <a:ea typeface="华文细黑" panose="02010600040101010101" pitchFamily="2" charset="-122"/>
                        </a:defRPr>
                      </a:lvl2pPr>
                      <a:lvl3pPr marL="862330" indent="52705" algn="l" defTabSz="914400" rtl="0" eaLnBrk="1" latinLnBrk="0" hangingPunct="1">
                        <a:spcBef>
                          <a:spcPct val="10000"/>
                        </a:spcBef>
                        <a:spcAft>
                          <a:spcPct val="25000"/>
                        </a:spcAft>
                        <a:buClr>
                          <a:schemeClr val="tx1"/>
                        </a:buClr>
                        <a:buFont typeface="Times New Roman" panose="02020503050405090304" pitchFamily="18" charset="0"/>
                        <a:defRPr sz="2000" kern="1200">
                          <a:solidFill>
                            <a:srgbClr val="000000"/>
                          </a:solidFill>
                          <a:latin typeface="Arial" panose="020B0604020202090204" pitchFamily="34" charset="0"/>
                          <a:ea typeface="华文细黑" panose="02010600040101010101" pitchFamily="2" charset="-122"/>
                        </a:defRPr>
                      </a:lvl3pPr>
                      <a:lvl4pPr marL="1281430" indent="90805" algn="l" defTabSz="914400" rtl="0" eaLnBrk="1" latinLnBrk="0" hangingPunct="1">
                        <a:spcBef>
                          <a:spcPct val="10000"/>
                        </a:spcBef>
                        <a:spcAft>
                          <a:spcPct val="25000"/>
                        </a:spcAft>
                        <a:buClr>
                          <a:schemeClr val="tx1"/>
                        </a:buClr>
                        <a:buFont typeface="Times New Roman" panose="02020503050405090304" pitchFamily="18" charset="0"/>
                        <a:defRPr sz="1600" kern="1200">
                          <a:solidFill>
                            <a:srgbClr val="000000"/>
                          </a:solidFill>
                          <a:latin typeface="Arial" panose="020B0604020202090204" pitchFamily="34" charset="0"/>
                          <a:ea typeface="华文细黑" panose="02010600040101010101" pitchFamily="2" charset="-122"/>
                        </a:defRPr>
                      </a:lvl4pPr>
                      <a:lvl5pPr marL="1700530" indent="128905" algn="l" defTabSz="914400" rtl="0" eaLnBrk="1"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5pPr>
                      <a:lvl6pPr marL="21577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6pPr>
                      <a:lvl7pPr marL="26149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7pPr>
                      <a:lvl8pPr marL="30721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8pPr>
                      <a:lvl9pPr marL="35293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9pPr>
                    </a:lstStyle>
                    <a:p>
                      <a:pPr marL="0" marR="0" lvl="0" indent="0" algn="ctr" defTabSz="914400" rtl="0" eaLnBrk="1" fontAlgn="base" latinLnBrk="0" hangingPunct="1">
                        <a:lnSpc>
                          <a:spcPct val="100000"/>
                        </a:lnSpc>
                        <a:spcBef>
                          <a:spcPct val="10000"/>
                        </a:spcBef>
                        <a:spcAft>
                          <a:spcPct val="25000"/>
                        </a:spcAft>
                        <a:buClr>
                          <a:schemeClr val="tx1"/>
                        </a:buClr>
                        <a:buSzPct val="80000"/>
                        <a:buFont typeface="Wingdings" panose="05000000000000000000" pitchFamily="2" charset="2"/>
                        <a:buNone/>
                      </a:pPr>
                      <a:endParaRPr kumimoji="0" lang="zh-CN" altLang="zh-CN" sz="1600" b="1" i="0" u="none" strike="noStrike" cap="none" normalizeH="0" baseline="0">
                        <a:ln>
                          <a:noFill/>
                        </a:ln>
                        <a:solidFill>
                          <a:srgbClr val="000000"/>
                        </a:solidFill>
                        <a:effectLst/>
                        <a:latin typeface="Arial" panose="020B0604020202090204" pitchFamily="34" charset="0"/>
                        <a:ea typeface="华文细黑" panose="02010600040101010101" pitchFamily="2" charset="-122"/>
                      </a:endParaRPr>
                    </a:p>
                  </a:txBody>
                  <a:tcPr marT="45712" marB="45712"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marL="0" algn="l" defTabSz="914400" rtl="0" eaLnBrk="1" latinLnBrk="0" hangingPunct="1">
                        <a:spcBef>
                          <a:spcPct val="10000"/>
                        </a:spcBef>
                        <a:spcAft>
                          <a:spcPct val="25000"/>
                        </a:spcAft>
                        <a:buClr>
                          <a:schemeClr val="tx1"/>
                        </a:buClr>
                        <a:buSzPct val="80000"/>
                        <a:buFont typeface="Wingdings" panose="05000000000000000000" pitchFamily="2" charset="2"/>
                        <a:defRPr sz="2600" b="1" kern="1200">
                          <a:solidFill>
                            <a:srgbClr val="000000"/>
                          </a:solidFill>
                          <a:latin typeface="Arial" panose="020B0604020202090204" pitchFamily="34" charset="0"/>
                          <a:ea typeface="华文细黑" panose="02010600040101010101" pitchFamily="2" charset="-122"/>
                        </a:defRPr>
                      </a:lvl1pPr>
                      <a:lvl2pPr marL="386080" indent="71755" algn="l" defTabSz="914400" rtl="0" eaLnBrk="1" latinLnBrk="0" hangingPunct="1">
                        <a:spcBef>
                          <a:spcPct val="10000"/>
                        </a:spcBef>
                        <a:spcAft>
                          <a:spcPct val="25000"/>
                        </a:spcAft>
                        <a:buClr>
                          <a:schemeClr val="tx1"/>
                        </a:buClr>
                        <a:buSzPct val="80000"/>
                        <a:buFont typeface="Wingdings" panose="05000000000000000000" pitchFamily="2" charset="2"/>
                        <a:defRPr sz="2000" kern="1200">
                          <a:solidFill>
                            <a:srgbClr val="000000"/>
                          </a:solidFill>
                          <a:latin typeface="Arial" panose="020B0604020202090204" pitchFamily="34" charset="0"/>
                          <a:ea typeface="华文细黑" panose="02010600040101010101" pitchFamily="2" charset="-122"/>
                        </a:defRPr>
                      </a:lvl2pPr>
                      <a:lvl3pPr marL="862330" indent="52705" algn="l" defTabSz="914400" rtl="0" eaLnBrk="1" latinLnBrk="0" hangingPunct="1">
                        <a:spcBef>
                          <a:spcPct val="10000"/>
                        </a:spcBef>
                        <a:spcAft>
                          <a:spcPct val="25000"/>
                        </a:spcAft>
                        <a:buClr>
                          <a:schemeClr val="tx1"/>
                        </a:buClr>
                        <a:buFont typeface="Times New Roman" panose="02020503050405090304" pitchFamily="18" charset="0"/>
                        <a:defRPr sz="2000" kern="1200">
                          <a:solidFill>
                            <a:srgbClr val="000000"/>
                          </a:solidFill>
                          <a:latin typeface="Arial" panose="020B0604020202090204" pitchFamily="34" charset="0"/>
                          <a:ea typeface="华文细黑" panose="02010600040101010101" pitchFamily="2" charset="-122"/>
                        </a:defRPr>
                      </a:lvl3pPr>
                      <a:lvl4pPr marL="1281430" indent="90805" algn="l" defTabSz="914400" rtl="0" eaLnBrk="1" latinLnBrk="0" hangingPunct="1">
                        <a:spcBef>
                          <a:spcPct val="10000"/>
                        </a:spcBef>
                        <a:spcAft>
                          <a:spcPct val="25000"/>
                        </a:spcAft>
                        <a:buClr>
                          <a:schemeClr val="tx1"/>
                        </a:buClr>
                        <a:buFont typeface="Times New Roman" panose="02020503050405090304" pitchFamily="18" charset="0"/>
                        <a:defRPr sz="1600" kern="1200">
                          <a:solidFill>
                            <a:srgbClr val="000000"/>
                          </a:solidFill>
                          <a:latin typeface="Arial" panose="020B0604020202090204" pitchFamily="34" charset="0"/>
                          <a:ea typeface="华文细黑" panose="02010600040101010101" pitchFamily="2" charset="-122"/>
                        </a:defRPr>
                      </a:lvl4pPr>
                      <a:lvl5pPr marL="1700530" indent="128905" algn="l" defTabSz="914400" rtl="0" eaLnBrk="1"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5pPr>
                      <a:lvl6pPr marL="21577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6pPr>
                      <a:lvl7pPr marL="26149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7pPr>
                      <a:lvl8pPr marL="30721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8pPr>
                      <a:lvl9pPr marL="35293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9pPr>
                    </a:lstStyle>
                    <a:p>
                      <a:pPr marL="0" marR="0" lvl="0" indent="0" algn="ctr" defTabSz="914400" rtl="0" eaLnBrk="1" fontAlgn="base" latinLnBrk="0" hangingPunct="1">
                        <a:lnSpc>
                          <a:spcPct val="100000"/>
                        </a:lnSpc>
                        <a:spcBef>
                          <a:spcPct val="10000"/>
                        </a:spcBef>
                        <a:spcAft>
                          <a:spcPct val="25000"/>
                        </a:spcAft>
                        <a:buClr>
                          <a:schemeClr val="tx1"/>
                        </a:buClr>
                        <a:buSzPct val="80000"/>
                        <a:buFont typeface="Wingdings" panose="05000000000000000000" pitchFamily="2" charset="2"/>
                        <a:buNone/>
                      </a:pPr>
                      <a:endParaRPr kumimoji="0" lang="zh-CN" altLang="zh-CN" sz="1600" b="1" i="0" u="none" strike="noStrike" cap="none" normalizeH="0" baseline="0" dirty="0">
                        <a:ln>
                          <a:noFill/>
                        </a:ln>
                        <a:solidFill>
                          <a:srgbClr val="000000"/>
                        </a:solidFill>
                        <a:effectLst/>
                        <a:latin typeface="Arial" panose="020B0604020202090204" pitchFamily="34" charset="0"/>
                        <a:ea typeface="华文细黑" panose="02010600040101010101" pitchFamily="2" charset="-122"/>
                      </a:endParaRPr>
                    </a:p>
                  </a:txBody>
                  <a:tcPr marT="45712" marB="45712"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5"/>
                  </a:ext>
                </a:extLst>
              </a:tr>
            </a:tbl>
          </a:graphicData>
        </a:graphic>
      </p:graphicFrame>
      <p:sp>
        <p:nvSpPr>
          <p:cNvPr id="46" name="AutoShape 48"/>
          <p:cNvSpPr>
            <a:spLocks noChangeArrowheads="1"/>
          </p:cNvSpPr>
          <p:nvPr/>
        </p:nvSpPr>
        <p:spPr bwMode="auto">
          <a:xfrm>
            <a:off x="1890567" y="4239615"/>
            <a:ext cx="2560638" cy="2151554"/>
          </a:xfrm>
          <a:prstGeom prst="roundRect">
            <a:avLst>
              <a:gd name="adj" fmla="val 16667"/>
            </a:avLst>
          </a:prstGeom>
          <a:solidFill>
            <a:schemeClr val="bg1">
              <a:lumMod val="85000"/>
            </a:schemeClr>
          </a:solidFill>
          <a:ln>
            <a:noFill/>
          </a:ln>
        </p:spPr>
        <p:txBody>
          <a:bodyPr wrap="none" anchor="ctr"/>
          <a:lstStyle>
            <a:lvl1pPr>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marL="0" marR="0" lvl="0" indent="0" algn="l" defTabSz="914400" rtl="0" eaLnBrk="1" fontAlgn="auto" latinLnBrk="0" hangingPunct="1">
              <a:lnSpc>
                <a:spcPts val="3100"/>
              </a:lnSpc>
              <a:spcBef>
                <a:spcPct val="20000"/>
              </a:spcBef>
              <a:spcAft>
                <a:spcPts val="0"/>
              </a:spcAft>
              <a:buClr>
                <a:srgbClr val="A50021"/>
              </a:buClr>
              <a:buSzPct val="75000"/>
              <a:buFont typeface="Wingdings" panose="05000000000000000000" pitchFamily="2" charset="2"/>
              <a:buNone/>
              <a:defRPr/>
            </a:pPr>
            <a:endParaRPr kumimoji="0" lang="zh-CN" altLang="en-US" sz="3200" b="0" i="0" u="none" strike="noStrike" kern="1200" cap="none" spc="0" normalizeH="0" baseline="0" noProof="0">
              <a:ln>
                <a:noFill/>
              </a:ln>
              <a:solidFill>
                <a:srgbClr val="020202"/>
              </a:solidFill>
              <a:effectLst/>
              <a:uLnTx/>
              <a:uFillTx/>
              <a:latin typeface="Tahoma" panose="020B0604030504040204" pitchFamily="34" charset="0"/>
              <a:ea typeface="宋体" panose="02010600030101010101" pitchFamily="2" charset="-122"/>
              <a:cs typeface="+mn-cs"/>
            </a:endParaRPr>
          </a:p>
        </p:txBody>
      </p:sp>
      <p:sp>
        <p:nvSpPr>
          <p:cNvPr id="47" name="文本框 46"/>
          <p:cNvSpPr txBox="1"/>
          <p:nvPr/>
        </p:nvSpPr>
        <p:spPr>
          <a:xfrm>
            <a:off x="2096488" y="4535719"/>
            <a:ext cx="91440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Hub</a:t>
            </a: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pic>
        <p:nvPicPr>
          <p:cNvPr id="50" name="Picture 40" descr="comput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42120" y="5507297"/>
            <a:ext cx="390846" cy="371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 name="Picture 40" descr="comput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58041" y="5507298"/>
            <a:ext cx="390846" cy="371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4" name="直接连接符 53"/>
          <p:cNvCxnSpPr>
            <a:stCxn id="50" idx="0"/>
          </p:cNvCxnSpPr>
          <p:nvPr/>
        </p:nvCxnSpPr>
        <p:spPr>
          <a:xfrm flipV="1">
            <a:off x="2737543" y="4761848"/>
            <a:ext cx="221444" cy="745449"/>
          </a:xfrm>
          <a:prstGeom prst="line">
            <a:avLst/>
          </a:prstGeom>
        </p:spPr>
        <p:style>
          <a:lnRef idx="3">
            <a:schemeClr val="accent1"/>
          </a:lnRef>
          <a:fillRef idx="0">
            <a:schemeClr val="accent1"/>
          </a:fillRef>
          <a:effectRef idx="2">
            <a:schemeClr val="accent1"/>
          </a:effectRef>
          <a:fontRef idx="minor">
            <a:schemeClr val="tx1"/>
          </a:fontRef>
        </p:style>
      </p:cxnSp>
      <p:cxnSp>
        <p:nvCxnSpPr>
          <p:cNvPr id="55" name="直接连接符 54"/>
          <p:cNvCxnSpPr>
            <a:stCxn id="51" idx="0"/>
          </p:cNvCxnSpPr>
          <p:nvPr/>
        </p:nvCxnSpPr>
        <p:spPr>
          <a:xfrm flipH="1" flipV="1">
            <a:off x="3371532" y="4565358"/>
            <a:ext cx="181932" cy="941940"/>
          </a:xfrm>
          <a:prstGeom prst="line">
            <a:avLst/>
          </a:prstGeom>
        </p:spPr>
        <p:style>
          <a:lnRef idx="3">
            <a:schemeClr val="accent1"/>
          </a:lnRef>
          <a:fillRef idx="0">
            <a:schemeClr val="accent1"/>
          </a:fillRef>
          <a:effectRef idx="2">
            <a:schemeClr val="accent1"/>
          </a:effectRef>
          <a:fontRef idx="minor">
            <a:schemeClr val="tx1"/>
          </a:fontRef>
        </p:style>
      </p:cxnSp>
      <p:pic>
        <p:nvPicPr>
          <p:cNvPr id="57" name="Picture 24" descr="集线器"/>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91030" y="4445106"/>
            <a:ext cx="914400" cy="6029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4" name="文本框 83"/>
          <p:cNvSpPr txBox="1"/>
          <p:nvPr/>
        </p:nvSpPr>
        <p:spPr>
          <a:xfrm>
            <a:off x="2538734" y="5878932"/>
            <a:ext cx="33214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a:t>
            </a: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85" name="文本框 84"/>
          <p:cNvSpPr txBox="1"/>
          <p:nvPr/>
        </p:nvSpPr>
        <p:spPr>
          <a:xfrm>
            <a:off x="3384030" y="5878933"/>
            <a:ext cx="31290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B</a:t>
            </a: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cxnSp>
        <p:nvCxnSpPr>
          <p:cNvPr id="72" name="直接连接符 71"/>
          <p:cNvCxnSpPr>
            <a:stCxn id="57" idx="3"/>
          </p:cNvCxnSpPr>
          <p:nvPr/>
        </p:nvCxnSpPr>
        <p:spPr>
          <a:xfrm>
            <a:off x="3605430" y="4746571"/>
            <a:ext cx="5034217" cy="0"/>
          </a:xfrm>
          <a:prstGeom prst="line">
            <a:avLst/>
          </a:prstGeom>
        </p:spPr>
        <p:style>
          <a:lnRef idx="3">
            <a:schemeClr val="accent1"/>
          </a:lnRef>
          <a:fillRef idx="0">
            <a:schemeClr val="accent1"/>
          </a:fillRef>
          <a:effectRef idx="2">
            <a:schemeClr val="accent1"/>
          </a:effectRef>
          <a:fontRef idx="minor">
            <a:schemeClr val="tx1"/>
          </a:fontRef>
        </p:style>
      </p:cxnSp>
      <p:grpSp>
        <p:nvGrpSpPr>
          <p:cNvPr id="5" name="组合 4"/>
          <p:cNvGrpSpPr/>
          <p:nvPr/>
        </p:nvGrpSpPr>
        <p:grpSpPr>
          <a:xfrm>
            <a:off x="4947451" y="4356926"/>
            <a:ext cx="2299836" cy="943937"/>
            <a:chOff x="4223344" y="4271744"/>
            <a:chExt cx="2299836" cy="943937"/>
          </a:xfrm>
        </p:grpSpPr>
        <p:pic>
          <p:nvPicPr>
            <p:cNvPr id="74" name="Picture 48"/>
            <p:cNvPicPr>
              <a:picLocks noChangeArrowheads="1"/>
            </p:cNvPicPr>
            <p:nvPr/>
          </p:nvPicPr>
          <p:blipFill>
            <a:blip r:embed="rId5">
              <a:duotone>
                <a:prstClr val="black"/>
                <a:schemeClr val="accent1">
                  <a:tint val="45000"/>
                  <a:satMod val="400000"/>
                </a:schemeClr>
              </a:duotone>
              <a:extLst>
                <a:ext uri="{28A0092B-C50C-407E-A947-70E740481C1C}">
                  <a14:useLocalDpi xmlns:a14="http://schemas.microsoft.com/office/drawing/2010/main" val="0"/>
                </a:ext>
              </a:extLst>
            </a:blip>
            <a:srcRect/>
            <a:stretch>
              <a:fillRect/>
            </a:stretch>
          </p:blipFill>
          <p:spPr bwMode="auto">
            <a:xfrm>
              <a:off x="4939400" y="4271744"/>
              <a:ext cx="870272" cy="606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75" name="文本框 74"/>
            <p:cNvSpPr txBox="1"/>
            <p:nvPr/>
          </p:nvSpPr>
          <p:spPr>
            <a:xfrm>
              <a:off x="4928233" y="4846349"/>
              <a:ext cx="82747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Bridge</a:t>
              </a: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80" name="椭圆 79"/>
            <p:cNvSpPr/>
            <p:nvPr/>
          </p:nvSpPr>
          <p:spPr>
            <a:xfrm>
              <a:off x="4819351" y="4602038"/>
              <a:ext cx="135653" cy="114883"/>
            </a:xfrm>
            <a:prstGeom prst="ellipse">
              <a:avLst/>
            </a:prstGeom>
            <a:solidFill>
              <a:srgbClr val="5B30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81" name="椭圆 80"/>
            <p:cNvSpPr/>
            <p:nvPr/>
          </p:nvSpPr>
          <p:spPr>
            <a:xfrm>
              <a:off x="5770850" y="4590334"/>
              <a:ext cx="135653" cy="114883"/>
            </a:xfrm>
            <a:prstGeom prst="ellipse">
              <a:avLst/>
            </a:prstGeom>
            <a:solidFill>
              <a:srgbClr val="5B30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82" name="文本框 81"/>
            <p:cNvSpPr txBox="1"/>
            <p:nvPr/>
          </p:nvSpPr>
          <p:spPr>
            <a:xfrm>
              <a:off x="4223344" y="4329385"/>
              <a:ext cx="715260"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端口</a:t>
              </a:r>
              <a:r>
                <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83" name="文本框 82"/>
            <p:cNvSpPr txBox="1"/>
            <p:nvPr/>
          </p:nvSpPr>
          <p:spPr>
            <a:xfrm>
              <a:off x="5807920" y="4303169"/>
              <a:ext cx="715260"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端口</a:t>
              </a:r>
              <a:r>
                <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2</a:t>
              </a: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pic>
        <p:nvPicPr>
          <p:cNvPr id="123" name="Picture 24" descr="集线器"/>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46676" y="4463457"/>
            <a:ext cx="914400" cy="6029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 name="文本框 47"/>
          <p:cNvSpPr txBox="1"/>
          <p:nvPr/>
        </p:nvSpPr>
        <p:spPr>
          <a:xfrm>
            <a:off x="5058899" y="2727273"/>
            <a:ext cx="2438946" cy="36933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MAC_A</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                </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1</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      </a:t>
            </a:r>
            <a:endParaRPr kumimoji="0" lang="zh-CN"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53" name="文本框 52"/>
          <p:cNvSpPr txBox="1"/>
          <p:nvPr/>
        </p:nvSpPr>
        <p:spPr>
          <a:xfrm>
            <a:off x="5078149" y="3071899"/>
            <a:ext cx="2438946" cy="36933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MAC_B</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                </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1</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      </a:t>
            </a:r>
            <a:endParaRPr kumimoji="0" lang="zh-CN"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56" name="文本框 55"/>
          <p:cNvSpPr txBox="1"/>
          <p:nvPr/>
        </p:nvSpPr>
        <p:spPr>
          <a:xfrm>
            <a:off x="5078149" y="3407171"/>
            <a:ext cx="2438946" cy="36933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MAC_C</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                </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2</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      </a:t>
            </a:r>
            <a:endParaRPr kumimoji="0" lang="zh-CN"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49" name="文本框 48"/>
          <p:cNvSpPr txBox="1"/>
          <p:nvPr/>
        </p:nvSpPr>
        <p:spPr>
          <a:xfrm>
            <a:off x="5068524" y="3732944"/>
            <a:ext cx="2438946" cy="36933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MAC_D</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                </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2</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      </a:t>
            </a:r>
            <a:endParaRPr kumimoji="0" lang="zh-CN"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58" name="文本框 57"/>
          <p:cNvSpPr txBox="1"/>
          <p:nvPr/>
        </p:nvSpPr>
        <p:spPr>
          <a:xfrm>
            <a:off x="7868466" y="2717809"/>
            <a:ext cx="3081288" cy="805029"/>
          </a:xfrm>
          <a:prstGeom prst="rect">
            <a:avLst/>
          </a:prstGeom>
          <a:solidFill>
            <a:schemeClr val="bg2"/>
          </a:solidFill>
        </p:spPr>
        <p:txBody>
          <a:bodyPr wrap="square" rtlCol="0">
            <a:spAutoFit/>
          </a:bodyPr>
          <a:lstStyle/>
          <a:p>
            <a:pPr lvl="0" algn="ctr">
              <a:lnSpc>
                <a:spcPct val="120000"/>
              </a:lnSpc>
              <a:defRPr/>
            </a:pPr>
            <a:r>
              <a:rPr lang="zh-CN" altLang="en-US" sz="2000" dirty="0">
                <a:solidFill>
                  <a:srgbClr val="000000"/>
                </a:solidFill>
                <a:latin typeface="Arial" panose="020B0604020202090204"/>
                <a:ea typeface="微软雅黑"/>
              </a:rPr>
              <a:t>主机向外发送数据时</a:t>
            </a:r>
            <a:endParaRPr lang="en-US" altLang="zh-CN" sz="2000" dirty="0">
              <a:solidFill>
                <a:srgbClr val="000000"/>
              </a:solidFill>
              <a:latin typeface="Arial" panose="020B0604020202090204"/>
              <a:ea typeface="微软雅黑"/>
            </a:endParaRPr>
          </a:p>
          <a:p>
            <a:pPr lvl="0" algn="ctr">
              <a:lnSpc>
                <a:spcPct val="120000"/>
              </a:lnSpc>
              <a:defRPr/>
            </a:pPr>
            <a:r>
              <a:rPr lang="zh-CN" altLang="en-US" sz="2000" dirty="0">
                <a:solidFill>
                  <a:srgbClr val="000000"/>
                </a:solidFill>
                <a:latin typeface="Arial" panose="020B0604020202090204"/>
                <a:ea typeface="微软雅黑"/>
              </a:rPr>
              <a:t>其</a:t>
            </a:r>
            <a:r>
              <a:rPr lang="en-US" altLang="zh-CN" sz="2000" dirty="0">
                <a:solidFill>
                  <a:srgbClr val="000000"/>
                </a:solidFill>
                <a:latin typeface="Arial" panose="020B0604020202090204"/>
                <a:ea typeface="微软雅黑"/>
              </a:rPr>
              <a:t>MAC</a:t>
            </a:r>
            <a:r>
              <a:rPr lang="zh-CN" altLang="en-US" sz="2000" dirty="0">
                <a:solidFill>
                  <a:srgbClr val="000000"/>
                </a:solidFill>
                <a:latin typeface="Arial" panose="020B0604020202090204"/>
                <a:ea typeface="微软雅黑"/>
              </a:rPr>
              <a:t>地址就会被学习</a:t>
            </a:r>
            <a:endParaRPr kumimoji="0" lang="zh-CN" altLang="en-US" sz="20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60" name="日期占位符 36"/>
          <p:cNvSpPr>
            <a:spLocks noGrp="1"/>
          </p:cNvSpPr>
          <p:nvPr>
            <p:ph type="dt" sz="half" idx="10"/>
          </p:nvPr>
        </p:nvSpPr>
        <p:spPr>
          <a:xfrm>
            <a:off x="197335" y="6489303"/>
            <a:ext cx="2743200" cy="365125"/>
          </a:xfrm>
        </p:spPr>
        <p:txBody>
          <a:bodyPr/>
          <a:lstStyle/>
          <a:p>
            <a:r>
              <a:rPr lang="en-US" altLang="zh-CN" dirty="0">
                <a:latin typeface="微软雅黑" panose="020B0503020204020204" pitchFamily="34" charset="-122"/>
                <a:ea typeface="微软雅黑" panose="020B0503020204020204" pitchFamily="34" charset="-122"/>
              </a:rPr>
              <a:t>4.4 </a:t>
            </a:r>
            <a:r>
              <a:rPr lang="zh-CN" altLang="en-US" dirty="0">
                <a:latin typeface="微软雅黑" panose="020B0503020204020204" pitchFamily="34" charset="-122"/>
                <a:ea typeface="微软雅黑" panose="020B0503020204020204" pitchFamily="34" charset="-122"/>
              </a:rPr>
              <a:t>数据链路层交换</a:t>
            </a:r>
          </a:p>
        </p:txBody>
      </p:sp>
      <p:sp>
        <p:nvSpPr>
          <p:cNvPr id="61" name="灯片编号占位符 38"/>
          <p:cNvSpPr>
            <a:spLocks noGrp="1"/>
          </p:cNvSpPr>
          <p:nvPr>
            <p:ph type="sldNum" sz="quarter" idx="12"/>
          </p:nvPr>
        </p:nvSpPr>
        <p:spPr>
          <a:xfrm>
            <a:off x="8686810" y="6489303"/>
            <a:ext cx="3319670" cy="365125"/>
          </a:xfrm>
        </p:spPr>
        <p:txBody>
          <a:bodyPr/>
          <a:lstStyle/>
          <a:p>
            <a:fld id="{8D4D1E41-7A09-AB4A-A4E1-09765ADA2698}" type="slidenum">
              <a:rPr kumimoji="1" lang="zh-CN" altLang="en-US" smtClean="0"/>
              <a:t>63</a:t>
            </a:fld>
            <a:endParaRPr kumimoji="1" lang="zh-CN" altLang="en-US" dirty="0"/>
          </a:p>
        </p:txBody>
      </p:sp>
      <p:sp>
        <p:nvSpPr>
          <p:cNvPr id="62" name="文本框 61"/>
          <p:cNvSpPr txBox="1"/>
          <p:nvPr/>
        </p:nvSpPr>
        <p:spPr>
          <a:xfrm>
            <a:off x="1294319" y="2733814"/>
            <a:ext cx="3081288" cy="805605"/>
          </a:xfrm>
          <a:prstGeom prst="rect">
            <a:avLst/>
          </a:prstGeom>
          <a:solidFill>
            <a:schemeClr val="bg2"/>
          </a:solidFill>
        </p:spPr>
        <p:txBody>
          <a:bodyPr wrap="square" rtlCol="0">
            <a:spAutoFit/>
          </a:bodyPr>
          <a:lstStyle/>
          <a:p>
            <a:pPr lvl="0" algn="ctr">
              <a:lnSpc>
                <a:spcPct val="120000"/>
              </a:lnSpc>
              <a:defRPr/>
            </a:pPr>
            <a:r>
              <a:rPr lang="zh-CN" altLang="en-US" sz="2000" dirty="0">
                <a:solidFill>
                  <a:srgbClr val="000000"/>
                </a:solidFill>
                <a:latin typeface="Arial" panose="020B0604020202090204"/>
                <a:ea typeface="微软雅黑"/>
              </a:rPr>
              <a:t>网桥怎样学习到</a:t>
            </a:r>
            <a:r>
              <a:rPr lang="en-US" altLang="zh-CN" sz="2000" dirty="0">
                <a:solidFill>
                  <a:srgbClr val="000000"/>
                </a:solidFill>
                <a:latin typeface="Arial" panose="020B0604020202090204"/>
                <a:ea typeface="微软雅黑"/>
              </a:rPr>
              <a:t>B\C\D</a:t>
            </a:r>
            <a:r>
              <a:rPr lang="zh-CN" altLang="en-US" sz="2000" dirty="0">
                <a:solidFill>
                  <a:srgbClr val="000000"/>
                </a:solidFill>
                <a:latin typeface="Arial" panose="020B0604020202090204"/>
                <a:ea typeface="微软雅黑"/>
              </a:rPr>
              <a:t>的</a:t>
            </a:r>
            <a:r>
              <a:rPr lang="en-US" altLang="zh-CN" sz="2000" dirty="0">
                <a:solidFill>
                  <a:srgbClr val="000000"/>
                </a:solidFill>
                <a:latin typeface="Arial" panose="020B0604020202090204"/>
                <a:ea typeface="微软雅黑"/>
              </a:rPr>
              <a:t>MAC</a:t>
            </a:r>
            <a:r>
              <a:rPr lang="zh-CN" altLang="en-US" sz="2000" dirty="0">
                <a:solidFill>
                  <a:srgbClr val="000000"/>
                </a:solidFill>
                <a:latin typeface="Arial" panose="020B0604020202090204"/>
                <a:ea typeface="微软雅黑"/>
              </a:rPr>
              <a:t>地址？</a:t>
            </a:r>
            <a:endParaRPr kumimoji="0" lang="zh-CN" altLang="en-US" sz="20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8"/>
                                        </p:tgtEl>
                                        <p:attrNameLst>
                                          <p:attrName>style.visibility</p:attrName>
                                        </p:attrNameLst>
                                      </p:cBhvr>
                                      <p:to>
                                        <p:strVal val="visible"/>
                                      </p:to>
                                    </p:set>
                                    <p:animEffect transition="in" filter="fade">
                                      <p:cBhvr>
                                        <p:cTn id="7" dur="500"/>
                                        <p:tgtEl>
                                          <p:spTgt spid="5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3"/>
                                        </p:tgtEl>
                                        <p:attrNameLst>
                                          <p:attrName>style.visibility</p:attrName>
                                        </p:attrNameLst>
                                      </p:cBhvr>
                                      <p:to>
                                        <p:strVal val="visible"/>
                                      </p:to>
                                    </p:set>
                                    <p:animEffect transition="in" filter="fade">
                                      <p:cBhvr>
                                        <p:cTn id="12" dur="500"/>
                                        <p:tgtEl>
                                          <p:spTgt spid="5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6"/>
                                        </p:tgtEl>
                                        <p:attrNameLst>
                                          <p:attrName>style.visibility</p:attrName>
                                        </p:attrNameLst>
                                      </p:cBhvr>
                                      <p:to>
                                        <p:strVal val="visible"/>
                                      </p:to>
                                    </p:set>
                                    <p:animEffect transition="in" filter="fade">
                                      <p:cBhvr>
                                        <p:cTn id="17" dur="500"/>
                                        <p:tgtEl>
                                          <p:spTgt spid="5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9"/>
                                        </p:tgtEl>
                                        <p:attrNameLst>
                                          <p:attrName>style.visibility</p:attrName>
                                        </p:attrNameLst>
                                      </p:cBhvr>
                                      <p:to>
                                        <p:strVal val="visible"/>
                                      </p:to>
                                    </p:set>
                                    <p:animEffect transition="in" filter="fade">
                                      <p:cBhvr>
                                        <p:cTn id="22"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p:bldP spid="56" grpId="0"/>
      <p:bldP spid="49" grpId="0"/>
      <p:bldP spid="58"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 name="内容占位符 2"/>
          <p:cNvSpPr>
            <a:spLocks noGrp="1"/>
          </p:cNvSpPr>
          <p:nvPr>
            <p:ph idx="1"/>
          </p:nvPr>
        </p:nvSpPr>
        <p:spPr>
          <a:xfrm>
            <a:off x="838200" y="1417272"/>
            <a:ext cx="10515600" cy="5131205"/>
          </a:xfrm>
        </p:spPr>
        <p:txBody>
          <a:bodyPr>
            <a:normAutofit/>
          </a:bodyPr>
          <a:lstStyle/>
          <a:p>
            <a:pPr>
              <a:lnSpc>
                <a:spcPct val="120000"/>
              </a:lnSpc>
            </a:pPr>
            <a:r>
              <a:rPr lang="zh-CN" altLang="en-US" dirty="0"/>
              <a:t>网桥</a:t>
            </a:r>
            <a:r>
              <a:rPr lang="zh-CN" altLang="zh-CN" dirty="0"/>
              <a:t>构建</a:t>
            </a:r>
            <a:r>
              <a:rPr lang="en-US" altLang="zh-CN" dirty="0"/>
              <a:t>MAC</a:t>
            </a:r>
            <a:r>
              <a:rPr lang="zh-CN" altLang="zh-CN" dirty="0"/>
              <a:t>地址表</a:t>
            </a:r>
            <a:r>
              <a:rPr lang="zh-CN" altLang="en-US" dirty="0"/>
              <a:t>的过程</a:t>
            </a:r>
            <a:endParaRPr lang="en-US" altLang="zh-CN" dirty="0"/>
          </a:p>
          <a:p>
            <a:pPr marL="0" indent="0">
              <a:lnSpc>
                <a:spcPct val="120000"/>
              </a:lnSpc>
              <a:buNone/>
            </a:pPr>
            <a:endParaRPr kumimoji="1" lang="zh-CN" altLang="en-US" dirty="0"/>
          </a:p>
        </p:txBody>
      </p:sp>
      <p:sp>
        <p:nvSpPr>
          <p:cNvPr id="117" name="AutoShape 48"/>
          <p:cNvSpPr>
            <a:spLocks noChangeArrowheads="1"/>
          </p:cNvSpPr>
          <p:nvPr/>
        </p:nvSpPr>
        <p:spPr bwMode="auto">
          <a:xfrm>
            <a:off x="7746213" y="4257966"/>
            <a:ext cx="2560638" cy="2151554"/>
          </a:xfrm>
          <a:prstGeom prst="roundRect">
            <a:avLst>
              <a:gd name="adj" fmla="val 16667"/>
            </a:avLst>
          </a:prstGeom>
          <a:solidFill>
            <a:schemeClr val="bg1">
              <a:lumMod val="85000"/>
            </a:schemeClr>
          </a:solidFill>
          <a:ln>
            <a:noFill/>
          </a:ln>
        </p:spPr>
        <p:txBody>
          <a:bodyPr wrap="none" anchor="ctr"/>
          <a:lstStyle>
            <a:lvl1pPr>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marL="0" marR="0" lvl="0" indent="0" algn="l" defTabSz="914400" rtl="0" eaLnBrk="1" fontAlgn="auto" latinLnBrk="0" hangingPunct="1">
              <a:lnSpc>
                <a:spcPts val="3100"/>
              </a:lnSpc>
              <a:spcBef>
                <a:spcPct val="20000"/>
              </a:spcBef>
              <a:spcAft>
                <a:spcPts val="0"/>
              </a:spcAft>
              <a:buClr>
                <a:srgbClr val="A50021"/>
              </a:buClr>
              <a:buSzPct val="75000"/>
              <a:buFont typeface="Wingdings" panose="05000000000000000000" pitchFamily="2" charset="2"/>
              <a:buNone/>
              <a:defRPr/>
            </a:pPr>
            <a:endParaRPr kumimoji="0" lang="zh-CN" altLang="en-US" sz="3200" b="0" i="0" u="none" strike="noStrike" kern="1200" cap="none" spc="0" normalizeH="0" baseline="0" noProof="0">
              <a:ln>
                <a:noFill/>
              </a:ln>
              <a:solidFill>
                <a:srgbClr val="020202"/>
              </a:solidFill>
              <a:effectLst/>
              <a:uLnTx/>
              <a:uFillTx/>
              <a:latin typeface="Tahoma" panose="020B0604030504040204" pitchFamily="34" charset="0"/>
              <a:ea typeface="宋体" panose="02010600030101010101" pitchFamily="2" charset="-122"/>
              <a:cs typeface="+mn-cs"/>
            </a:endParaRPr>
          </a:p>
        </p:txBody>
      </p:sp>
      <p:sp>
        <p:nvSpPr>
          <p:cNvPr id="118" name="文本框 117"/>
          <p:cNvSpPr txBox="1"/>
          <p:nvPr/>
        </p:nvSpPr>
        <p:spPr>
          <a:xfrm>
            <a:off x="9484118" y="4542239"/>
            <a:ext cx="91440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Hub</a:t>
            </a: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pic>
        <p:nvPicPr>
          <p:cNvPr id="119" name="Picture 40" descr="comput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97766" y="5525648"/>
            <a:ext cx="390846" cy="371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0" name="Picture 40" descr="comput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13687" y="5525649"/>
            <a:ext cx="390846" cy="371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21" name="直接连接符 120"/>
          <p:cNvCxnSpPr>
            <a:stCxn id="119" idx="0"/>
          </p:cNvCxnSpPr>
          <p:nvPr/>
        </p:nvCxnSpPr>
        <p:spPr>
          <a:xfrm flipV="1">
            <a:off x="8593189" y="4780199"/>
            <a:ext cx="221444" cy="745449"/>
          </a:xfrm>
          <a:prstGeom prst="line">
            <a:avLst/>
          </a:prstGeom>
        </p:spPr>
        <p:style>
          <a:lnRef idx="3">
            <a:schemeClr val="accent1"/>
          </a:lnRef>
          <a:fillRef idx="0">
            <a:schemeClr val="accent1"/>
          </a:fillRef>
          <a:effectRef idx="2">
            <a:schemeClr val="accent1"/>
          </a:effectRef>
          <a:fontRef idx="minor">
            <a:schemeClr val="tx1"/>
          </a:fontRef>
        </p:style>
      </p:cxnSp>
      <p:cxnSp>
        <p:nvCxnSpPr>
          <p:cNvPr id="122" name="直接连接符 121"/>
          <p:cNvCxnSpPr>
            <a:stCxn id="120" idx="0"/>
          </p:cNvCxnSpPr>
          <p:nvPr/>
        </p:nvCxnSpPr>
        <p:spPr>
          <a:xfrm flipH="1" flipV="1">
            <a:off x="9227178" y="4583709"/>
            <a:ext cx="181932" cy="941940"/>
          </a:xfrm>
          <a:prstGeom prst="line">
            <a:avLst/>
          </a:prstGeom>
        </p:spPr>
        <p:style>
          <a:lnRef idx="3">
            <a:schemeClr val="accent1"/>
          </a:lnRef>
          <a:fillRef idx="0">
            <a:schemeClr val="accent1"/>
          </a:fillRef>
          <a:effectRef idx="2">
            <a:schemeClr val="accent1"/>
          </a:effectRef>
          <a:fontRef idx="minor">
            <a:schemeClr val="tx1"/>
          </a:fontRef>
        </p:style>
      </p:cxnSp>
      <p:sp>
        <p:nvSpPr>
          <p:cNvPr id="124" name="文本框 123"/>
          <p:cNvSpPr txBox="1"/>
          <p:nvPr/>
        </p:nvSpPr>
        <p:spPr>
          <a:xfrm>
            <a:off x="8404005" y="5897283"/>
            <a:ext cx="32733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C</a:t>
            </a: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125" name="文本框 124"/>
          <p:cNvSpPr txBox="1"/>
          <p:nvPr/>
        </p:nvSpPr>
        <p:spPr>
          <a:xfrm>
            <a:off x="9249301" y="5897284"/>
            <a:ext cx="34336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D</a:t>
            </a: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 name="标题 1"/>
          <p:cNvSpPr>
            <a:spLocks noGrp="1"/>
          </p:cNvSpPr>
          <p:nvPr>
            <p:ph type="title"/>
          </p:nvPr>
        </p:nvSpPr>
        <p:spPr/>
        <p:txBody>
          <a:bodyPr>
            <a:normAutofit/>
          </a:bodyPr>
          <a:lstStyle/>
          <a:p>
            <a:r>
              <a:rPr kumimoji="1" lang="en-US" altLang="zh-CN" dirty="0"/>
              <a:t> </a:t>
            </a:r>
            <a:r>
              <a:rPr kumimoji="1" lang="zh-CN" altLang="zh-CN" dirty="0"/>
              <a:t>数据链路层交换原理</a:t>
            </a:r>
            <a:endParaRPr kumimoji="1" lang="zh-CN" altLang="en-US" dirty="0"/>
          </a:p>
        </p:txBody>
      </p:sp>
      <p:graphicFrame>
        <p:nvGraphicFramePr>
          <p:cNvPr id="45" name="Group 40"/>
          <p:cNvGraphicFramePr>
            <a:graphicFrameLocks noGrp="1"/>
          </p:cNvGraphicFramePr>
          <p:nvPr/>
        </p:nvGraphicFramePr>
        <p:xfrm>
          <a:off x="4603371" y="2016779"/>
          <a:ext cx="3050723" cy="2072544"/>
        </p:xfrm>
        <a:graphic>
          <a:graphicData uri="http://schemas.openxmlformats.org/drawingml/2006/table">
            <a:tbl>
              <a:tblPr/>
              <a:tblGrid>
                <a:gridCol w="1910285">
                  <a:extLst>
                    <a:ext uri="{9D8B030D-6E8A-4147-A177-3AD203B41FA5}">
                      <a16:colId xmlns:a16="http://schemas.microsoft.com/office/drawing/2014/main" val="20000"/>
                    </a:ext>
                  </a:extLst>
                </a:gridCol>
                <a:gridCol w="1140438">
                  <a:extLst>
                    <a:ext uri="{9D8B030D-6E8A-4147-A177-3AD203B41FA5}">
                      <a16:colId xmlns:a16="http://schemas.microsoft.com/office/drawing/2014/main" val="20001"/>
                    </a:ext>
                  </a:extLst>
                </a:gridCol>
              </a:tblGrid>
              <a:tr h="290300">
                <a:tc gridSpan="2">
                  <a:txBody>
                    <a:bodyPr/>
                    <a:lstStyle>
                      <a:lvl1pPr marL="0" algn="l" defTabSz="914400" rtl="0" eaLnBrk="1" latinLnBrk="0" hangingPunct="1">
                        <a:spcBef>
                          <a:spcPct val="10000"/>
                        </a:spcBef>
                        <a:spcAft>
                          <a:spcPct val="25000"/>
                        </a:spcAft>
                        <a:buClr>
                          <a:schemeClr val="tx1"/>
                        </a:buClr>
                        <a:buSzPct val="80000"/>
                        <a:buFont typeface="Wingdings" panose="05000000000000000000" pitchFamily="2" charset="2"/>
                        <a:defRPr sz="2600" b="1" kern="1200">
                          <a:solidFill>
                            <a:srgbClr val="000000"/>
                          </a:solidFill>
                          <a:latin typeface="Arial" panose="020B0604020202090204" pitchFamily="34" charset="0"/>
                          <a:ea typeface="华文细黑" panose="02010600040101010101" pitchFamily="2" charset="-122"/>
                        </a:defRPr>
                      </a:lvl1pPr>
                      <a:lvl2pPr marL="386080" indent="71755" algn="l" defTabSz="914400" rtl="0" eaLnBrk="1" latinLnBrk="0" hangingPunct="1">
                        <a:spcBef>
                          <a:spcPct val="10000"/>
                        </a:spcBef>
                        <a:spcAft>
                          <a:spcPct val="25000"/>
                        </a:spcAft>
                        <a:buClr>
                          <a:schemeClr val="tx1"/>
                        </a:buClr>
                        <a:buSzPct val="80000"/>
                        <a:buFont typeface="Wingdings" panose="05000000000000000000" pitchFamily="2" charset="2"/>
                        <a:defRPr sz="2000" kern="1200">
                          <a:solidFill>
                            <a:srgbClr val="000000"/>
                          </a:solidFill>
                          <a:latin typeface="Arial" panose="020B0604020202090204" pitchFamily="34" charset="0"/>
                          <a:ea typeface="华文细黑" panose="02010600040101010101" pitchFamily="2" charset="-122"/>
                        </a:defRPr>
                      </a:lvl2pPr>
                      <a:lvl3pPr marL="862330" indent="52705" algn="l" defTabSz="914400" rtl="0" eaLnBrk="1" latinLnBrk="0" hangingPunct="1">
                        <a:spcBef>
                          <a:spcPct val="10000"/>
                        </a:spcBef>
                        <a:spcAft>
                          <a:spcPct val="25000"/>
                        </a:spcAft>
                        <a:buClr>
                          <a:schemeClr val="tx1"/>
                        </a:buClr>
                        <a:buFont typeface="Times New Roman" panose="02020503050405090304" pitchFamily="18" charset="0"/>
                        <a:defRPr sz="2000" kern="1200">
                          <a:solidFill>
                            <a:srgbClr val="000000"/>
                          </a:solidFill>
                          <a:latin typeface="Arial" panose="020B0604020202090204" pitchFamily="34" charset="0"/>
                          <a:ea typeface="华文细黑" panose="02010600040101010101" pitchFamily="2" charset="-122"/>
                        </a:defRPr>
                      </a:lvl3pPr>
                      <a:lvl4pPr marL="1281430" indent="90805" algn="l" defTabSz="914400" rtl="0" eaLnBrk="1" latinLnBrk="0" hangingPunct="1">
                        <a:spcBef>
                          <a:spcPct val="10000"/>
                        </a:spcBef>
                        <a:spcAft>
                          <a:spcPct val="25000"/>
                        </a:spcAft>
                        <a:buClr>
                          <a:schemeClr val="tx1"/>
                        </a:buClr>
                        <a:buFont typeface="Times New Roman" panose="02020503050405090304" pitchFamily="18" charset="0"/>
                        <a:defRPr sz="1600" kern="1200">
                          <a:solidFill>
                            <a:srgbClr val="000000"/>
                          </a:solidFill>
                          <a:latin typeface="Arial" panose="020B0604020202090204" pitchFamily="34" charset="0"/>
                          <a:ea typeface="华文细黑" panose="02010600040101010101" pitchFamily="2" charset="-122"/>
                        </a:defRPr>
                      </a:lvl4pPr>
                      <a:lvl5pPr marL="1700530" indent="128905" algn="l" defTabSz="914400" rtl="0" eaLnBrk="1"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5pPr>
                      <a:lvl6pPr marL="21577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6pPr>
                      <a:lvl7pPr marL="26149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7pPr>
                      <a:lvl8pPr marL="30721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8pPr>
                      <a:lvl9pPr marL="35293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9pPr>
                    </a:lstStyle>
                    <a:p>
                      <a:pPr marL="0" marR="0" lvl="0" indent="0" algn="ctr" defTabSz="914400" rtl="0" eaLnBrk="1" fontAlgn="base" latinLnBrk="0" hangingPunct="1">
                        <a:lnSpc>
                          <a:spcPct val="100000"/>
                        </a:lnSpc>
                        <a:spcBef>
                          <a:spcPct val="10000"/>
                        </a:spcBef>
                        <a:spcAft>
                          <a:spcPct val="25000"/>
                        </a:spcAft>
                        <a:buClr>
                          <a:schemeClr val="tx1"/>
                        </a:buClr>
                        <a:buSzPct val="80000"/>
                        <a:buFont typeface="Wingdings" panose="05000000000000000000" pitchFamily="2" charset="2"/>
                        <a:buNone/>
                      </a:pPr>
                      <a:r>
                        <a:rPr kumimoji="0" lang="zh-CN" altLang="zh-CN" sz="1800" b="1" i="0" u="none" strike="noStrike" cap="none" normalizeH="0" baseline="0" dirty="0">
                          <a:ln>
                            <a:noFill/>
                          </a:ln>
                          <a:solidFill>
                            <a:schemeClr val="bg1"/>
                          </a:solidFill>
                          <a:effectLst/>
                          <a:latin typeface="+mn-ea"/>
                          <a:ea typeface="+mn-ea"/>
                        </a:rPr>
                        <a:t>MAC</a:t>
                      </a:r>
                      <a:r>
                        <a:rPr kumimoji="0" lang="zh-CN" altLang="en-US" sz="1800" b="1" i="0" u="none" strike="noStrike" cap="none" normalizeH="0" baseline="0" dirty="0">
                          <a:ln>
                            <a:noFill/>
                          </a:ln>
                          <a:solidFill>
                            <a:schemeClr val="bg1"/>
                          </a:solidFill>
                          <a:effectLst/>
                          <a:latin typeface="+mn-ea"/>
                          <a:ea typeface="+mn-ea"/>
                        </a:rPr>
                        <a:t>地址表</a:t>
                      </a:r>
                      <a:endParaRPr kumimoji="0" lang="zh-CN" altLang="zh-CN" sz="1800" b="1" i="0" u="none" strike="noStrike" cap="none" normalizeH="0" baseline="0" dirty="0">
                        <a:ln>
                          <a:noFill/>
                        </a:ln>
                        <a:solidFill>
                          <a:schemeClr val="bg1"/>
                        </a:solidFill>
                        <a:effectLst/>
                        <a:latin typeface="+mn-ea"/>
                        <a:ea typeface="+mn-ea"/>
                      </a:endParaRPr>
                    </a:p>
                  </a:txBody>
                  <a:tcPr marT="45712" marB="45712"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hMerge="1">
                  <a:txBody>
                    <a:bodyPr/>
                    <a:lstStyle/>
                    <a:p>
                      <a:endParaRPr lang="zh-CN"/>
                    </a:p>
                  </a:txBody>
                  <a:tcPr/>
                </a:tc>
                <a:extLst>
                  <a:ext uri="{0D108BD9-81ED-4DB2-BD59-A6C34878D82A}">
                    <a16:rowId xmlns:a16="http://schemas.microsoft.com/office/drawing/2014/main" val="10000"/>
                  </a:ext>
                </a:extLst>
              </a:tr>
              <a:tr h="290300">
                <a:tc>
                  <a:txBody>
                    <a:bodyPr/>
                    <a:lstStyle>
                      <a:lvl1pPr marL="0" algn="l" defTabSz="914400" rtl="0" eaLnBrk="1" latinLnBrk="0" hangingPunct="1">
                        <a:spcBef>
                          <a:spcPct val="10000"/>
                        </a:spcBef>
                        <a:spcAft>
                          <a:spcPct val="25000"/>
                        </a:spcAft>
                        <a:buClr>
                          <a:schemeClr val="tx1"/>
                        </a:buClr>
                        <a:buSzPct val="80000"/>
                        <a:buFont typeface="Wingdings" panose="05000000000000000000" pitchFamily="2" charset="2"/>
                        <a:defRPr sz="2600" b="1" kern="1200">
                          <a:solidFill>
                            <a:srgbClr val="000000"/>
                          </a:solidFill>
                          <a:latin typeface="Arial" panose="020B0604020202090204" pitchFamily="34" charset="0"/>
                          <a:ea typeface="华文细黑" panose="02010600040101010101" pitchFamily="2" charset="-122"/>
                        </a:defRPr>
                      </a:lvl1pPr>
                      <a:lvl2pPr marL="386080" indent="71755" algn="l" defTabSz="914400" rtl="0" eaLnBrk="1" latinLnBrk="0" hangingPunct="1">
                        <a:spcBef>
                          <a:spcPct val="10000"/>
                        </a:spcBef>
                        <a:spcAft>
                          <a:spcPct val="25000"/>
                        </a:spcAft>
                        <a:buClr>
                          <a:schemeClr val="tx1"/>
                        </a:buClr>
                        <a:buSzPct val="80000"/>
                        <a:buFont typeface="Wingdings" panose="05000000000000000000" pitchFamily="2" charset="2"/>
                        <a:defRPr sz="2000" kern="1200">
                          <a:solidFill>
                            <a:srgbClr val="000000"/>
                          </a:solidFill>
                          <a:latin typeface="Arial" panose="020B0604020202090204" pitchFamily="34" charset="0"/>
                          <a:ea typeface="华文细黑" panose="02010600040101010101" pitchFamily="2" charset="-122"/>
                        </a:defRPr>
                      </a:lvl2pPr>
                      <a:lvl3pPr marL="862330" indent="52705" algn="l" defTabSz="914400" rtl="0" eaLnBrk="1" latinLnBrk="0" hangingPunct="1">
                        <a:spcBef>
                          <a:spcPct val="10000"/>
                        </a:spcBef>
                        <a:spcAft>
                          <a:spcPct val="25000"/>
                        </a:spcAft>
                        <a:buClr>
                          <a:schemeClr val="tx1"/>
                        </a:buClr>
                        <a:buFont typeface="Times New Roman" panose="02020503050405090304" pitchFamily="18" charset="0"/>
                        <a:defRPr sz="2000" kern="1200">
                          <a:solidFill>
                            <a:srgbClr val="000000"/>
                          </a:solidFill>
                          <a:latin typeface="Arial" panose="020B0604020202090204" pitchFamily="34" charset="0"/>
                          <a:ea typeface="华文细黑" panose="02010600040101010101" pitchFamily="2" charset="-122"/>
                        </a:defRPr>
                      </a:lvl3pPr>
                      <a:lvl4pPr marL="1281430" indent="90805" algn="l" defTabSz="914400" rtl="0" eaLnBrk="1" latinLnBrk="0" hangingPunct="1">
                        <a:spcBef>
                          <a:spcPct val="10000"/>
                        </a:spcBef>
                        <a:spcAft>
                          <a:spcPct val="25000"/>
                        </a:spcAft>
                        <a:buClr>
                          <a:schemeClr val="tx1"/>
                        </a:buClr>
                        <a:buFont typeface="Times New Roman" panose="02020503050405090304" pitchFamily="18" charset="0"/>
                        <a:defRPr sz="1600" kern="1200">
                          <a:solidFill>
                            <a:srgbClr val="000000"/>
                          </a:solidFill>
                          <a:latin typeface="Arial" panose="020B0604020202090204" pitchFamily="34" charset="0"/>
                          <a:ea typeface="华文细黑" panose="02010600040101010101" pitchFamily="2" charset="-122"/>
                        </a:defRPr>
                      </a:lvl4pPr>
                      <a:lvl5pPr marL="1700530" indent="128905" algn="l" defTabSz="914400" rtl="0" eaLnBrk="1"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5pPr>
                      <a:lvl6pPr marL="21577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6pPr>
                      <a:lvl7pPr marL="26149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7pPr>
                      <a:lvl8pPr marL="30721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8pPr>
                      <a:lvl9pPr marL="35293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9pPr>
                    </a:lstStyle>
                    <a:p>
                      <a:pPr marL="0" marR="0" lvl="0" indent="0" algn="ctr" defTabSz="914400" rtl="0" eaLnBrk="1" fontAlgn="base" latinLnBrk="0" hangingPunct="1">
                        <a:lnSpc>
                          <a:spcPct val="100000"/>
                        </a:lnSpc>
                        <a:spcBef>
                          <a:spcPct val="10000"/>
                        </a:spcBef>
                        <a:spcAft>
                          <a:spcPct val="25000"/>
                        </a:spcAft>
                        <a:buClr>
                          <a:schemeClr val="tx1"/>
                        </a:buClr>
                        <a:buSzPct val="80000"/>
                        <a:buFont typeface="Wingdings" panose="05000000000000000000" pitchFamily="2" charset="2"/>
                        <a:buNone/>
                      </a:pPr>
                      <a:r>
                        <a:rPr kumimoji="0" lang="zh-CN" altLang="zh-CN" sz="1800" b="1" i="0" u="none" strike="noStrike" cap="none" normalizeH="0" baseline="0" dirty="0">
                          <a:ln>
                            <a:noFill/>
                          </a:ln>
                          <a:solidFill>
                            <a:schemeClr val="bg1"/>
                          </a:solidFill>
                          <a:effectLst/>
                          <a:latin typeface="+mn-ea"/>
                          <a:ea typeface="+mn-ea"/>
                        </a:rPr>
                        <a:t>MAC</a:t>
                      </a:r>
                      <a:r>
                        <a:rPr kumimoji="0" lang="zh-CN" altLang="en-US" sz="1800" b="1" i="0" u="none" strike="noStrike" cap="none" normalizeH="0" baseline="0" dirty="0">
                          <a:ln>
                            <a:noFill/>
                          </a:ln>
                          <a:solidFill>
                            <a:schemeClr val="bg1"/>
                          </a:solidFill>
                          <a:effectLst/>
                          <a:latin typeface="+mn-ea"/>
                          <a:ea typeface="+mn-ea"/>
                        </a:rPr>
                        <a:t>地址</a:t>
                      </a:r>
                      <a:endParaRPr kumimoji="0" lang="zh-CN" altLang="zh-CN" sz="1800" b="1" i="0" u="none" strike="noStrike" cap="none" normalizeH="0" baseline="0" dirty="0">
                        <a:ln>
                          <a:noFill/>
                        </a:ln>
                        <a:solidFill>
                          <a:schemeClr val="bg1"/>
                        </a:solidFill>
                        <a:effectLst/>
                        <a:latin typeface="+mn-ea"/>
                        <a:ea typeface="+mn-ea"/>
                      </a:endParaRPr>
                    </a:p>
                  </a:txBody>
                  <a:tcPr marT="45712" marB="45712"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lvl1pPr marL="0" algn="l" defTabSz="914400" rtl="0" eaLnBrk="1" latinLnBrk="0" hangingPunct="1">
                        <a:spcBef>
                          <a:spcPct val="10000"/>
                        </a:spcBef>
                        <a:spcAft>
                          <a:spcPct val="25000"/>
                        </a:spcAft>
                        <a:buClr>
                          <a:schemeClr val="tx1"/>
                        </a:buClr>
                        <a:buSzPct val="80000"/>
                        <a:buFont typeface="Wingdings" panose="05000000000000000000" pitchFamily="2" charset="2"/>
                        <a:defRPr sz="2600" b="1" kern="1200">
                          <a:solidFill>
                            <a:srgbClr val="000000"/>
                          </a:solidFill>
                          <a:latin typeface="Arial" panose="020B0604020202090204" pitchFamily="34" charset="0"/>
                          <a:ea typeface="华文细黑" panose="02010600040101010101" pitchFamily="2" charset="-122"/>
                        </a:defRPr>
                      </a:lvl1pPr>
                      <a:lvl2pPr marL="386080" indent="71755" algn="l" defTabSz="914400" rtl="0" eaLnBrk="1" latinLnBrk="0" hangingPunct="1">
                        <a:spcBef>
                          <a:spcPct val="10000"/>
                        </a:spcBef>
                        <a:spcAft>
                          <a:spcPct val="25000"/>
                        </a:spcAft>
                        <a:buClr>
                          <a:schemeClr val="tx1"/>
                        </a:buClr>
                        <a:buSzPct val="80000"/>
                        <a:buFont typeface="Wingdings" panose="05000000000000000000" pitchFamily="2" charset="2"/>
                        <a:defRPr sz="2000" kern="1200">
                          <a:solidFill>
                            <a:srgbClr val="000000"/>
                          </a:solidFill>
                          <a:latin typeface="Arial" panose="020B0604020202090204" pitchFamily="34" charset="0"/>
                          <a:ea typeface="华文细黑" panose="02010600040101010101" pitchFamily="2" charset="-122"/>
                        </a:defRPr>
                      </a:lvl2pPr>
                      <a:lvl3pPr marL="862330" indent="52705" algn="l" defTabSz="914400" rtl="0" eaLnBrk="1" latinLnBrk="0" hangingPunct="1">
                        <a:spcBef>
                          <a:spcPct val="10000"/>
                        </a:spcBef>
                        <a:spcAft>
                          <a:spcPct val="25000"/>
                        </a:spcAft>
                        <a:buClr>
                          <a:schemeClr val="tx1"/>
                        </a:buClr>
                        <a:buFont typeface="Times New Roman" panose="02020503050405090304" pitchFamily="18" charset="0"/>
                        <a:defRPr sz="2000" kern="1200">
                          <a:solidFill>
                            <a:srgbClr val="000000"/>
                          </a:solidFill>
                          <a:latin typeface="Arial" panose="020B0604020202090204" pitchFamily="34" charset="0"/>
                          <a:ea typeface="华文细黑" panose="02010600040101010101" pitchFamily="2" charset="-122"/>
                        </a:defRPr>
                      </a:lvl3pPr>
                      <a:lvl4pPr marL="1281430" indent="90805" algn="l" defTabSz="914400" rtl="0" eaLnBrk="1" latinLnBrk="0" hangingPunct="1">
                        <a:spcBef>
                          <a:spcPct val="10000"/>
                        </a:spcBef>
                        <a:spcAft>
                          <a:spcPct val="25000"/>
                        </a:spcAft>
                        <a:buClr>
                          <a:schemeClr val="tx1"/>
                        </a:buClr>
                        <a:buFont typeface="Times New Roman" panose="02020503050405090304" pitchFamily="18" charset="0"/>
                        <a:defRPr sz="1600" kern="1200">
                          <a:solidFill>
                            <a:srgbClr val="000000"/>
                          </a:solidFill>
                          <a:latin typeface="Arial" panose="020B0604020202090204" pitchFamily="34" charset="0"/>
                          <a:ea typeface="华文细黑" panose="02010600040101010101" pitchFamily="2" charset="-122"/>
                        </a:defRPr>
                      </a:lvl4pPr>
                      <a:lvl5pPr marL="1700530" indent="128905" algn="l" defTabSz="914400" rtl="0" eaLnBrk="1"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5pPr>
                      <a:lvl6pPr marL="21577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6pPr>
                      <a:lvl7pPr marL="26149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7pPr>
                      <a:lvl8pPr marL="30721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8pPr>
                      <a:lvl9pPr marL="35293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9pPr>
                    </a:lstStyle>
                    <a:p>
                      <a:pPr marL="0" marR="0" lvl="0" indent="0" algn="ctr" defTabSz="914400" rtl="0" eaLnBrk="1" fontAlgn="base" latinLnBrk="0" hangingPunct="1">
                        <a:lnSpc>
                          <a:spcPct val="100000"/>
                        </a:lnSpc>
                        <a:spcBef>
                          <a:spcPct val="10000"/>
                        </a:spcBef>
                        <a:spcAft>
                          <a:spcPct val="25000"/>
                        </a:spcAft>
                        <a:buClr>
                          <a:schemeClr val="tx1"/>
                        </a:buClr>
                        <a:buSzPct val="80000"/>
                        <a:buFont typeface="Wingdings" panose="05000000000000000000" pitchFamily="2" charset="2"/>
                        <a:buNone/>
                      </a:pPr>
                      <a:r>
                        <a:rPr kumimoji="0" lang="zh-CN" altLang="en-US" sz="1800" b="1" i="0" u="none" strike="noStrike" cap="none" normalizeH="0" baseline="0" dirty="0">
                          <a:ln>
                            <a:noFill/>
                          </a:ln>
                          <a:solidFill>
                            <a:schemeClr val="bg1"/>
                          </a:solidFill>
                          <a:effectLst/>
                          <a:latin typeface="+mn-ea"/>
                          <a:ea typeface="+mn-ea"/>
                        </a:rPr>
                        <a:t>端口</a:t>
                      </a:r>
                      <a:endParaRPr kumimoji="0" lang="zh-CN" altLang="zh-CN" sz="1800" b="1" i="0" u="none" strike="noStrike" cap="none" normalizeH="0" baseline="0" dirty="0">
                        <a:ln>
                          <a:noFill/>
                        </a:ln>
                        <a:solidFill>
                          <a:schemeClr val="bg1"/>
                        </a:solidFill>
                        <a:effectLst/>
                        <a:latin typeface="+mn-ea"/>
                        <a:ea typeface="+mn-ea"/>
                      </a:endParaRPr>
                    </a:p>
                  </a:txBody>
                  <a:tcPr marT="45712" marB="45712"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1"/>
                  </a:ext>
                </a:extLst>
              </a:tr>
              <a:tr h="314492">
                <a:tc>
                  <a:txBody>
                    <a:bodyPr/>
                    <a:lstStyle>
                      <a:lvl1pPr marL="0" algn="l" defTabSz="914400" rtl="0" eaLnBrk="1" latinLnBrk="0" hangingPunct="1">
                        <a:spcBef>
                          <a:spcPct val="10000"/>
                        </a:spcBef>
                        <a:spcAft>
                          <a:spcPct val="25000"/>
                        </a:spcAft>
                        <a:buClr>
                          <a:schemeClr val="tx1"/>
                        </a:buClr>
                        <a:buSzPct val="80000"/>
                        <a:buFont typeface="Wingdings" panose="05000000000000000000" pitchFamily="2" charset="2"/>
                        <a:defRPr sz="2600" b="1" kern="1200">
                          <a:solidFill>
                            <a:srgbClr val="000000"/>
                          </a:solidFill>
                          <a:latin typeface="Arial" panose="020B0604020202090204" pitchFamily="34" charset="0"/>
                          <a:ea typeface="华文细黑" panose="02010600040101010101" pitchFamily="2" charset="-122"/>
                        </a:defRPr>
                      </a:lvl1pPr>
                      <a:lvl2pPr marL="386080" indent="71755" algn="l" defTabSz="914400" rtl="0" eaLnBrk="1" latinLnBrk="0" hangingPunct="1">
                        <a:spcBef>
                          <a:spcPct val="10000"/>
                        </a:spcBef>
                        <a:spcAft>
                          <a:spcPct val="25000"/>
                        </a:spcAft>
                        <a:buClr>
                          <a:schemeClr val="tx1"/>
                        </a:buClr>
                        <a:buSzPct val="80000"/>
                        <a:buFont typeface="Wingdings" panose="05000000000000000000" pitchFamily="2" charset="2"/>
                        <a:defRPr sz="2000" kern="1200">
                          <a:solidFill>
                            <a:srgbClr val="000000"/>
                          </a:solidFill>
                          <a:latin typeface="Arial" panose="020B0604020202090204" pitchFamily="34" charset="0"/>
                          <a:ea typeface="华文细黑" panose="02010600040101010101" pitchFamily="2" charset="-122"/>
                        </a:defRPr>
                      </a:lvl2pPr>
                      <a:lvl3pPr marL="862330" indent="52705" algn="l" defTabSz="914400" rtl="0" eaLnBrk="1" latinLnBrk="0" hangingPunct="1">
                        <a:spcBef>
                          <a:spcPct val="10000"/>
                        </a:spcBef>
                        <a:spcAft>
                          <a:spcPct val="25000"/>
                        </a:spcAft>
                        <a:buClr>
                          <a:schemeClr val="tx1"/>
                        </a:buClr>
                        <a:buFont typeface="Times New Roman" panose="02020503050405090304" pitchFamily="18" charset="0"/>
                        <a:defRPr sz="2000" kern="1200">
                          <a:solidFill>
                            <a:srgbClr val="000000"/>
                          </a:solidFill>
                          <a:latin typeface="Arial" panose="020B0604020202090204" pitchFamily="34" charset="0"/>
                          <a:ea typeface="华文细黑" panose="02010600040101010101" pitchFamily="2" charset="-122"/>
                        </a:defRPr>
                      </a:lvl3pPr>
                      <a:lvl4pPr marL="1281430" indent="90805" algn="l" defTabSz="914400" rtl="0" eaLnBrk="1" latinLnBrk="0" hangingPunct="1">
                        <a:spcBef>
                          <a:spcPct val="10000"/>
                        </a:spcBef>
                        <a:spcAft>
                          <a:spcPct val="25000"/>
                        </a:spcAft>
                        <a:buClr>
                          <a:schemeClr val="tx1"/>
                        </a:buClr>
                        <a:buFont typeface="Times New Roman" panose="02020503050405090304" pitchFamily="18" charset="0"/>
                        <a:defRPr sz="1600" kern="1200">
                          <a:solidFill>
                            <a:srgbClr val="000000"/>
                          </a:solidFill>
                          <a:latin typeface="Arial" panose="020B0604020202090204" pitchFamily="34" charset="0"/>
                          <a:ea typeface="华文细黑" panose="02010600040101010101" pitchFamily="2" charset="-122"/>
                        </a:defRPr>
                      </a:lvl4pPr>
                      <a:lvl5pPr marL="1700530" indent="128905" algn="l" defTabSz="914400" rtl="0" eaLnBrk="1"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5pPr>
                      <a:lvl6pPr marL="21577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6pPr>
                      <a:lvl7pPr marL="26149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7pPr>
                      <a:lvl8pPr marL="30721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8pPr>
                      <a:lvl9pPr marL="35293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9pPr>
                    </a:lstStyle>
                    <a:p>
                      <a:pPr marL="0" marR="0" lvl="0" indent="0" algn="ctr" defTabSz="914400" rtl="0" eaLnBrk="1" fontAlgn="base" latinLnBrk="0" hangingPunct="1">
                        <a:lnSpc>
                          <a:spcPct val="100000"/>
                        </a:lnSpc>
                        <a:spcBef>
                          <a:spcPct val="10000"/>
                        </a:spcBef>
                        <a:spcAft>
                          <a:spcPct val="25000"/>
                        </a:spcAft>
                        <a:buClr>
                          <a:schemeClr val="tx1"/>
                        </a:buClr>
                        <a:buSzPct val="80000"/>
                        <a:buFont typeface="Wingdings" panose="05000000000000000000" pitchFamily="2" charset="2"/>
                        <a:buNone/>
                      </a:pPr>
                      <a:endParaRPr kumimoji="0" lang="zh-CN" altLang="zh-CN" sz="1600" b="1" i="0" u="none" strike="noStrike" cap="none" normalizeH="0" baseline="0" dirty="0">
                        <a:ln>
                          <a:noFill/>
                        </a:ln>
                        <a:solidFill>
                          <a:srgbClr val="000000"/>
                        </a:solidFill>
                        <a:effectLst/>
                        <a:latin typeface="Arial" panose="020B0604020202090204" pitchFamily="34" charset="0"/>
                        <a:ea typeface="华文细黑" panose="02010600040101010101" pitchFamily="2" charset="-122"/>
                      </a:endParaRPr>
                    </a:p>
                  </a:txBody>
                  <a:tcPr marT="45712" marB="45712"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marL="0" algn="l" defTabSz="914400" rtl="0" eaLnBrk="1" latinLnBrk="0" hangingPunct="1">
                        <a:spcBef>
                          <a:spcPct val="10000"/>
                        </a:spcBef>
                        <a:spcAft>
                          <a:spcPct val="25000"/>
                        </a:spcAft>
                        <a:buClr>
                          <a:schemeClr val="tx1"/>
                        </a:buClr>
                        <a:buSzPct val="80000"/>
                        <a:buFont typeface="Wingdings" panose="05000000000000000000" pitchFamily="2" charset="2"/>
                        <a:defRPr sz="2600" b="1" kern="1200">
                          <a:solidFill>
                            <a:srgbClr val="000000"/>
                          </a:solidFill>
                          <a:latin typeface="Arial" panose="020B0604020202090204" pitchFamily="34" charset="0"/>
                          <a:ea typeface="华文细黑" panose="02010600040101010101" pitchFamily="2" charset="-122"/>
                        </a:defRPr>
                      </a:lvl1pPr>
                      <a:lvl2pPr marL="386080" indent="71755" algn="l" defTabSz="914400" rtl="0" eaLnBrk="1" latinLnBrk="0" hangingPunct="1">
                        <a:spcBef>
                          <a:spcPct val="10000"/>
                        </a:spcBef>
                        <a:spcAft>
                          <a:spcPct val="25000"/>
                        </a:spcAft>
                        <a:buClr>
                          <a:schemeClr val="tx1"/>
                        </a:buClr>
                        <a:buSzPct val="80000"/>
                        <a:buFont typeface="Wingdings" panose="05000000000000000000" pitchFamily="2" charset="2"/>
                        <a:defRPr sz="2000" kern="1200">
                          <a:solidFill>
                            <a:srgbClr val="000000"/>
                          </a:solidFill>
                          <a:latin typeface="Arial" panose="020B0604020202090204" pitchFamily="34" charset="0"/>
                          <a:ea typeface="华文细黑" panose="02010600040101010101" pitchFamily="2" charset="-122"/>
                        </a:defRPr>
                      </a:lvl2pPr>
                      <a:lvl3pPr marL="862330" indent="52705" algn="l" defTabSz="914400" rtl="0" eaLnBrk="1" latinLnBrk="0" hangingPunct="1">
                        <a:spcBef>
                          <a:spcPct val="10000"/>
                        </a:spcBef>
                        <a:spcAft>
                          <a:spcPct val="25000"/>
                        </a:spcAft>
                        <a:buClr>
                          <a:schemeClr val="tx1"/>
                        </a:buClr>
                        <a:buFont typeface="Times New Roman" panose="02020503050405090304" pitchFamily="18" charset="0"/>
                        <a:defRPr sz="2000" kern="1200">
                          <a:solidFill>
                            <a:srgbClr val="000000"/>
                          </a:solidFill>
                          <a:latin typeface="Arial" panose="020B0604020202090204" pitchFamily="34" charset="0"/>
                          <a:ea typeface="华文细黑" panose="02010600040101010101" pitchFamily="2" charset="-122"/>
                        </a:defRPr>
                      </a:lvl3pPr>
                      <a:lvl4pPr marL="1281430" indent="90805" algn="l" defTabSz="914400" rtl="0" eaLnBrk="1" latinLnBrk="0" hangingPunct="1">
                        <a:spcBef>
                          <a:spcPct val="10000"/>
                        </a:spcBef>
                        <a:spcAft>
                          <a:spcPct val="25000"/>
                        </a:spcAft>
                        <a:buClr>
                          <a:schemeClr val="tx1"/>
                        </a:buClr>
                        <a:buFont typeface="Times New Roman" panose="02020503050405090304" pitchFamily="18" charset="0"/>
                        <a:defRPr sz="1600" kern="1200">
                          <a:solidFill>
                            <a:srgbClr val="000000"/>
                          </a:solidFill>
                          <a:latin typeface="Arial" panose="020B0604020202090204" pitchFamily="34" charset="0"/>
                          <a:ea typeface="华文细黑" panose="02010600040101010101" pitchFamily="2" charset="-122"/>
                        </a:defRPr>
                      </a:lvl4pPr>
                      <a:lvl5pPr marL="1700530" indent="128905" algn="l" defTabSz="914400" rtl="0" eaLnBrk="1"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5pPr>
                      <a:lvl6pPr marL="21577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6pPr>
                      <a:lvl7pPr marL="26149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7pPr>
                      <a:lvl8pPr marL="30721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8pPr>
                      <a:lvl9pPr marL="35293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9pPr>
                    </a:lstStyle>
                    <a:p>
                      <a:pPr marL="0" marR="0" lvl="0" indent="0" algn="ctr" defTabSz="914400" rtl="0" eaLnBrk="1" fontAlgn="base" latinLnBrk="0" hangingPunct="1">
                        <a:lnSpc>
                          <a:spcPct val="100000"/>
                        </a:lnSpc>
                        <a:spcBef>
                          <a:spcPct val="10000"/>
                        </a:spcBef>
                        <a:spcAft>
                          <a:spcPct val="25000"/>
                        </a:spcAft>
                        <a:buClr>
                          <a:schemeClr val="tx1"/>
                        </a:buClr>
                        <a:buSzPct val="80000"/>
                        <a:buFont typeface="Wingdings" panose="05000000000000000000" pitchFamily="2" charset="2"/>
                        <a:buNone/>
                      </a:pPr>
                      <a:endParaRPr kumimoji="0" lang="zh-CN" altLang="zh-CN" sz="1600" b="1" i="0" u="none" strike="noStrike" cap="none" normalizeH="0" baseline="0" dirty="0">
                        <a:ln>
                          <a:noFill/>
                        </a:ln>
                        <a:solidFill>
                          <a:srgbClr val="000000"/>
                        </a:solidFill>
                        <a:effectLst/>
                        <a:latin typeface="Arial" panose="020B0604020202090204" pitchFamily="34" charset="0"/>
                        <a:ea typeface="华文细黑" panose="02010600040101010101" pitchFamily="2" charset="-122"/>
                      </a:endParaRPr>
                    </a:p>
                  </a:txBody>
                  <a:tcPr marT="45712" marB="45712"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2"/>
                  </a:ext>
                </a:extLst>
              </a:tr>
              <a:tr h="314492">
                <a:tc>
                  <a:txBody>
                    <a:bodyPr/>
                    <a:lstStyle>
                      <a:lvl1pPr marL="0" algn="l" defTabSz="914400" rtl="0" eaLnBrk="1" latinLnBrk="0" hangingPunct="1">
                        <a:spcBef>
                          <a:spcPct val="10000"/>
                        </a:spcBef>
                        <a:spcAft>
                          <a:spcPct val="25000"/>
                        </a:spcAft>
                        <a:buClr>
                          <a:schemeClr val="tx1"/>
                        </a:buClr>
                        <a:buSzPct val="80000"/>
                        <a:buFont typeface="Wingdings" panose="05000000000000000000" pitchFamily="2" charset="2"/>
                        <a:defRPr sz="2600" b="1" kern="1200">
                          <a:solidFill>
                            <a:srgbClr val="000000"/>
                          </a:solidFill>
                          <a:latin typeface="Arial" panose="020B0604020202090204" pitchFamily="34" charset="0"/>
                          <a:ea typeface="华文细黑" panose="02010600040101010101" pitchFamily="2" charset="-122"/>
                        </a:defRPr>
                      </a:lvl1pPr>
                      <a:lvl2pPr marL="386080" indent="71755" algn="l" defTabSz="914400" rtl="0" eaLnBrk="1" latinLnBrk="0" hangingPunct="1">
                        <a:spcBef>
                          <a:spcPct val="10000"/>
                        </a:spcBef>
                        <a:spcAft>
                          <a:spcPct val="25000"/>
                        </a:spcAft>
                        <a:buClr>
                          <a:schemeClr val="tx1"/>
                        </a:buClr>
                        <a:buSzPct val="80000"/>
                        <a:buFont typeface="Wingdings" panose="05000000000000000000" pitchFamily="2" charset="2"/>
                        <a:defRPr sz="2000" kern="1200">
                          <a:solidFill>
                            <a:srgbClr val="000000"/>
                          </a:solidFill>
                          <a:latin typeface="Arial" panose="020B0604020202090204" pitchFamily="34" charset="0"/>
                          <a:ea typeface="华文细黑" panose="02010600040101010101" pitchFamily="2" charset="-122"/>
                        </a:defRPr>
                      </a:lvl2pPr>
                      <a:lvl3pPr marL="862330" indent="52705" algn="l" defTabSz="914400" rtl="0" eaLnBrk="1" latinLnBrk="0" hangingPunct="1">
                        <a:spcBef>
                          <a:spcPct val="10000"/>
                        </a:spcBef>
                        <a:spcAft>
                          <a:spcPct val="25000"/>
                        </a:spcAft>
                        <a:buClr>
                          <a:schemeClr val="tx1"/>
                        </a:buClr>
                        <a:buFont typeface="Times New Roman" panose="02020503050405090304" pitchFamily="18" charset="0"/>
                        <a:defRPr sz="2000" kern="1200">
                          <a:solidFill>
                            <a:srgbClr val="000000"/>
                          </a:solidFill>
                          <a:latin typeface="Arial" panose="020B0604020202090204" pitchFamily="34" charset="0"/>
                          <a:ea typeface="华文细黑" panose="02010600040101010101" pitchFamily="2" charset="-122"/>
                        </a:defRPr>
                      </a:lvl3pPr>
                      <a:lvl4pPr marL="1281430" indent="90805" algn="l" defTabSz="914400" rtl="0" eaLnBrk="1" latinLnBrk="0" hangingPunct="1">
                        <a:spcBef>
                          <a:spcPct val="10000"/>
                        </a:spcBef>
                        <a:spcAft>
                          <a:spcPct val="25000"/>
                        </a:spcAft>
                        <a:buClr>
                          <a:schemeClr val="tx1"/>
                        </a:buClr>
                        <a:buFont typeface="Times New Roman" panose="02020503050405090304" pitchFamily="18" charset="0"/>
                        <a:defRPr sz="1600" kern="1200">
                          <a:solidFill>
                            <a:srgbClr val="000000"/>
                          </a:solidFill>
                          <a:latin typeface="Arial" panose="020B0604020202090204" pitchFamily="34" charset="0"/>
                          <a:ea typeface="华文细黑" panose="02010600040101010101" pitchFamily="2" charset="-122"/>
                        </a:defRPr>
                      </a:lvl4pPr>
                      <a:lvl5pPr marL="1700530" indent="128905" algn="l" defTabSz="914400" rtl="0" eaLnBrk="1"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5pPr>
                      <a:lvl6pPr marL="21577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6pPr>
                      <a:lvl7pPr marL="26149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7pPr>
                      <a:lvl8pPr marL="30721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8pPr>
                      <a:lvl9pPr marL="35293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9pPr>
                    </a:lstStyle>
                    <a:p>
                      <a:pPr marL="0" marR="0" lvl="0" indent="0" algn="ctr" defTabSz="914400" rtl="0" eaLnBrk="1" fontAlgn="base" latinLnBrk="0" hangingPunct="1">
                        <a:lnSpc>
                          <a:spcPct val="100000"/>
                        </a:lnSpc>
                        <a:spcBef>
                          <a:spcPct val="10000"/>
                        </a:spcBef>
                        <a:spcAft>
                          <a:spcPct val="25000"/>
                        </a:spcAft>
                        <a:buClr>
                          <a:schemeClr val="tx1"/>
                        </a:buClr>
                        <a:buSzPct val="80000"/>
                        <a:buFont typeface="Wingdings" panose="05000000000000000000" pitchFamily="2" charset="2"/>
                        <a:buNone/>
                      </a:pPr>
                      <a:endParaRPr kumimoji="0" lang="zh-CN" altLang="zh-CN" sz="1600" b="1" i="0" u="none" strike="noStrike" cap="none" normalizeH="0" baseline="0" dirty="0">
                        <a:ln>
                          <a:noFill/>
                        </a:ln>
                        <a:solidFill>
                          <a:srgbClr val="000000"/>
                        </a:solidFill>
                        <a:effectLst/>
                        <a:latin typeface="Arial" panose="020B0604020202090204" pitchFamily="34" charset="0"/>
                        <a:ea typeface="华文细黑" panose="02010600040101010101" pitchFamily="2" charset="-122"/>
                      </a:endParaRPr>
                    </a:p>
                  </a:txBody>
                  <a:tcPr marT="45712" marB="45712"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marL="0" algn="l" defTabSz="914400" rtl="0" eaLnBrk="1" latinLnBrk="0" hangingPunct="1">
                        <a:spcBef>
                          <a:spcPct val="10000"/>
                        </a:spcBef>
                        <a:spcAft>
                          <a:spcPct val="25000"/>
                        </a:spcAft>
                        <a:buClr>
                          <a:schemeClr val="tx1"/>
                        </a:buClr>
                        <a:buSzPct val="80000"/>
                        <a:buFont typeface="Wingdings" panose="05000000000000000000" pitchFamily="2" charset="2"/>
                        <a:defRPr sz="2600" b="1" kern="1200">
                          <a:solidFill>
                            <a:srgbClr val="000000"/>
                          </a:solidFill>
                          <a:latin typeface="Arial" panose="020B0604020202090204" pitchFamily="34" charset="0"/>
                          <a:ea typeface="华文细黑" panose="02010600040101010101" pitchFamily="2" charset="-122"/>
                        </a:defRPr>
                      </a:lvl1pPr>
                      <a:lvl2pPr marL="386080" indent="71755" algn="l" defTabSz="914400" rtl="0" eaLnBrk="1" latinLnBrk="0" hangingPunct="1">
                        <a:spcBef>
                          <a:spcPct val="10000"/>
                        </a:spcBef>
                        <a:spcAft>
                          <a:spcPct val="25000"/>
                        </a:spcAft>
                        <a:buClr>
                          <a:schemeClr val="tx1"/>
                        </a:buClr>
                        <a:buSzPct val="80000"/>
                        <a:buFont typeface="Wingdings" panose="05000000000000000000" pitchFamily="2" charset="2"/>
                        <a:defRPr sz="2000" kern="1200">
                          <a:solidFill>
                            <a:srgbClr val="000000"/>
                          </a:solidFill>
                          <a:latin typeface="Arial" panose="020B0604020202090204" pitchFamily="34" charset="0"/>
                          <a:ea typeface="华文细黑" panose="02010600040101010101" pitchFamily="2" charset="-122"/>
                        </a:defRPr>
                      </a:lvl2pPr>
                      <a:lvl3pPr marL="862330" indent="52705" algn="l" defTabSz="914400" rtl="0" eaLnBrk="1" latinLnBrk="0" hangingPunct="1">
                        <a:spcBef>
                          <a:spcPct val="10000"/>
                        </a:spcBef>
                        <a:spcAft>
                          <a:spcPct val="25000"/>
                        </a:spcAft>
                        <a:buClr>
                          <a:schemeClr val="tx1"/>
                        </a:buClr>
                        <a:buFont typeface="Times New Roman" panose="02020503050405090304" pitchFamily="18" charset="0"/>
                        <a:defRPr sz="2000" kern="1200">
                          <a:solidFill>
                            <a:srgbClr val="000000"/>
                          </a:solidFill>
                          <a:latin typeface="Arial" panose="020B0604020202090204" pitchFamily="34" charset="0"/>
                          <a:ea typeface="华文细黑" panose="02010600040101010101" pitchFamily="2" charset="-122"/>
                        </a:defRPr>
                      </a:lvl3pPr>
                      <a:lvl4pPr marL="1281430" indent="90805" algn="l" defTabSz="914400" rtl="0" eaLnBrk="1" latinLnBrk="0" hangingPunct="1">
                        <a:spcBef>
                          <a:spcPct val="10000"/>
                        </a:spcBef>
                        <a:spcAft>
                          <a:spcPct val="25000"/>
                        </a:spcAft>
                        <a:buClr>
                          <a:schemeClr val="tx1"/>
                        </a:buClr>
                        <a:buFont typeface="Times New Roman" panose="02020503050405090304" pitchFamily="18" charset="0"/>
                        <a:defRPr sz="1600" kern="1200">
                          <a:solidFill>
                            <a:srgbClr val="000000"/>
                          </a:solidFill>
                          <a:latin typeface="Arial" panose="020B0604020202090204" pitchFamily="34" charset="0"/>
                          <a:ea typeface="华文细黑" panose="02010600040101010101" pitchFamily="2" charset="-122"/>
                        </a:defRPr>
                      </a:lvl4pPr>
                      <a:lvl5pPr marL="1700530" indent="128905" algn="l" defTabSz="914400" rtl="0" eaLnBrk="1"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5pPr>
                      <a:lvl6pPr marL="21577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6pPr>
                      <a:lvl7pPr marL="26149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7pPr>
                      <a:lvl8pPr marL="30721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8pPr>
                      <a:lvl9pPr marL="35293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9pPr>
                    </a:lstStyle>
                    <a:p>
                      <a:pPr marL="0" marR="0" lvl="0" indent="0" algn="ctr" defTabSz="914400" rtl="0" eaLnBrk="1" fontAlgn="base" latinLnBrk="0" hangingPunct="1">
                        <a:lnSpc>
                          <a:spcPct val="100000"/>
                        </a:lnSpc>
                        <a:spcBef>
                          <a:spcPct val="10000"/>
                        </a:spcBef>
                        <a:spcAft>
                          <a:spcPct val="25000"/>
                        </a:spcAft>
                        <a:buClr>
                          <a:schemeClr val="tx1"/>
                        </a:buClr>
                        <a:buSzPct val="80000"/>
                        <a:buFont typeface="Wingdings" panose="05000000000000000000" pitchFamily="2" charset="2"/>
                        <a:buNone/>
                      </a:pPr>
                      <a:endParaRPr kumimoji="0" lang="zh-CN" altLang="zh-CN" sz="1600" b="1" i="0" u="none" strike="noStrike" cap="none" normalizeH="0" baseline="0" dirty="0">
                        <a:ln>
                          <a:noFill/>
                        </a:ln>
                        <a:solidFill>
                          <a:srgbClr val="000000"/>
                        </a:solidFill>
                        <a:effectLst/>
                        <a:latin typeface="Arial" panose="020B0604020202090204" pitchFamily="34" charset="0"/>
                        <a:ea typeface="华文细黑" panose="02010600040101010101" pitchFamily="2" charset="-122"/>
                      </a:endParaRPr>
                    </a:p>
                  </a:txBody>
                  <a:tcPr marT="45712" marB="45712"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3"/>
                  </a:ext>
                </a:extLst>
              </a:tr>
              <a:tr h="314492">
                <a:tc>
                  <a:txBody>
                    <a:bodyPr/>
                    <a:lstStyle>
                      <a:lvl1pPr marL="0" algn="l" defTabSz="914400" rtl="0" eaLnBrk="1" latinLnBrk="0" hangingPunct="1">
                        <a:spcBef>
                          <a:spcPct val="10000"/>
                        </a:spcBef>
                        <a:spcAft>
                          <a:spcPct val="25000"/>
                        </a:spcAft>
                        <a:buClr>
                          <a:schemeClr val="tx1"/>
                        </a:buClr>
                        <a:buSzPct val="80000"/>
                        <a:buFont typeface="Wingdings" panose="05000000000000000000" pitchFamily="2" charset="2"/>
                        <a:defRPr sz="2600" b="1" kern="1200">
                          <a:solidFill>
                            <a:srgbClr val="000000"/>
                          </a:solidFill>
                          <a:latin typeface="Arial" panose="020B0604020202090204" pitchFamily="34" charset="0"/>
                          <a:ea typeface="华文细黑" panose="02010600040101010101" pitchFamily="2" charset="-122"/>
                        </a:defRPr>
                      </a:lvl1pPr>
                      <a:lvl2pPr marL="386080" indent="71755" algn="l" defTabSz="914400" rtl="0" eaLnBrk="1" latinLnBrk="0" hangingPunct="1">
                        <a:spcBef>
                          <a:spcPct val="10000"/>
                        </a:spcBef>
                        <a:spcAft>
                          <a:spcPct val="25000"/>
                        </a:spcAft>
                        <a:buClr>
                          <a:schemeClr val="tx1"/>
                        </a:buClr>
                        <a:buSzPct val="80000"/>
                        <a:buFont typeface="Wingdings" panose="05000000000000000000" pitchFamily="2" charset="2"/>
                        <a:defRPr sz="2000" kern="1200">
                          <a:solidFill>
                            <a:srgbClr val="000000"/>
                          </a:solidFill>
                          <a:latin typeface="Arial" panose="020B0604020202090204" pitchFamily="34" charset="0"/>
                          <a:ea typeface="华文细黑" panose="02010600040101010101" pitchFamily="2" charset="-122"/>
                        </a:defRPr>
                      </a:lvl2pPr>
                      <a:lvl3pPr marL="862330" indent="52705" algn="l" defTabSz="914400" rtl="0" eaLnBrk="1" latinLnBrk="0" hangingPunct="1">
                        <a:spcBef>
                          <a:spcPct val="10000"/>
                        </a:spcBef>
                        <a:spcAft>
                          <a:spcPct val="25000"/>
                        </a:spcAft>
                        <a:buClr>
                          <a:schemeClr val="tx1"/>
                        </a:buClr>
                        <a:buFont typeface="Times New Roman" panose="02020503050405090304" pitchFamily="18" charset="0"/>
                        <a:defRPr sz="2000" kern="1200">
                          <a:solidFill>
                            <a:srgbClr val="000000"/>
                          </a:solidFill>
                          <a:latin typeface="Arial" panose="020B0604020202090204" pitchFamily="34" charset="0"/>
                          <a:ea typeface="华文细黑" panose="02010600040101010101" pitchFamily="2" charset="-122"/>
                        </a:defRPr>
                      </a:lvl3pPr>
                      <a:lvl4pPr marL="1281430" indent="90805" algn="l" defTabSz="914400" rtl="0" eaLnBrk="1" latinLnBrk="0" hangingPunct="1">
                        <a:spcBef>
                          <a:spcPct val="10000"/>
                        </a:spcBef>
                        <a:spcAft>
                          <a:spcPct val="25000"/>
                        </a:spcAft>
                        <a:buClr>
                          <a:schemeClr val="tx1"/>
                        </a:buClr>
                        <a:buFont typeface="Times New Roman" panose="02020503050405090304" pitchFamily="18" charset="0"/>
                        <a:defRPr sz="1600" kern="1200">
                          <a:solidFill>
                            <a:srgbClr val="000000"/>
                          </a:solidFill>
                          <a:latin typeface="Arial" panose="020B0604020202090204" pitchFamily="34" charset="0"/>
                          <a:ea typeface="华文细黑" panose="02010600040101010101" pitchFamily="2" charset="-122"/>
                        </a:defRPr>
                      </a:lvl4pPr>
                      <a:lvl5pPr marL="1700530" indent="128905" algn="l" defTabSz="914400" rtl="0" eaLnBrk="1"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5pPr>
                      <a:lvl6pPr marL="21577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6pPr>
                      <a:lvl7pPr marL="26149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7pPr>
                      <a:lvl8pPr marL="30721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8pPr>
                      <a:lvl9pPr marL="35293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9pPr>
                    </a:lstStyle>
                    <a:p>
                      <a:pPr marL="0" marR="0" lvl="0" indent="0" algn="ctr" defTabSz="914400" rtl="0" eaLnBrk="1" fontAlgn="base" latinLnBrk="0" hangingPunct="1">
                        <a:lnSpc>
                          <a:spcPct val="100000"/>
                        </a:lnSpc>
                        <a:spcBef>
                          <a:spcPct val="10000"/>
                        </a:spcBef>
                        <a:spcAft>
                          <a:spcPct val="25000"/>
                        </a:spcAft>
                        <a:buClr>
                          <a:schemeClr val="tx1"/>
                        </a:buClr>
                        <a:buSzPct val="80000"/>
                        <a:buFont typeface="Wingdings" panose="05000000000000000000" pitchFamily="2" charset="2"/>
                        <a:buNone/>
                      </a:pPr>
                      <a:endParaRPr kumimoji="0" lang="zh-CN" altLang="zh-CN" sz="1600" b="1" i="0" u="none" strike="noStrike" cap="none" normalizeH="0" baseline="0">
                        <a:ln>
                          <a:noFill/>
                        </a:ln>
                        <a:solidFill>
                          <a:srgbClr val="000000"/>
                        </a:solidFill>
                        <a:effectLst/>
                        <a:latin typeface="Arial" panose="020B0604020202090204" pitchFamily="34" charset="0"/>
                        <a:ea typeface="华文细黑" panose="02010600040101010101" pitchFamily="2" charset="-122"/>
                      </a:endParaRPr>
                    </a:p>
                  </a:txBody>
                  <a:tcPr marT="45712" marB="45712"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marL="0" algn="l" defTabSz="914400" rtl="0" eaLnBrk="1" latinLnBrk="0" hangingPunct="1">
                        <a:spcBef>
                          <a:spcPct val="10000"/>
                        </a:spcBef>
                        <a:spcAft>
                          <a:spcPct val="25000"/>
                        </a:spcAft>
                        <a:buClr>
                          <a:schemeClr val="tx1"/>
                        </a:buClr>
                        <a:buSzPct val="80000"/>
                        <a:buFont typeface="Wingdings" panose="05000000000000000000" pitchFamily="2" charset="2"/>
                        <a:defRPr sz="2600" b="1" kern="1200">
                          <a:solidFill>
                            <a:srgbClr val="000000"/>
                          </a:solidFill>
                          <a:latin typeface="Arial" panose="020B0604020202090204" pitchFamily="34" charset="0"/>
                          <a:ea typeface="华文细黑" panose="02010600040101010101" pitchFamily="2" charset="-122"/>
                        </a:defRPr>
                      </a:lvl1pPr>
                      <a:lvl2pPr marL="386080" indent="71755" algn="l" defTabSz="914400" rtl="0" eaLnBrk="1" latinLnBrk="0" hangingPunct="1">
                        <a:spcBef>
                          <a:spcPct val="10000"/>
                        </a:spcBef>
                        <a:spcAft>
                          <a:spcPct val="25000"/>
                        </a:spcAft>
                        <a:buClr>
                          <a:schemeClr val="tx1"/>
                        </a:buClr>
                        <a:buSzPct val="80000"/>
                        <a:buFont typeface="Wingdings" panose="05000000000000000000" pitchFamily="2" charset="2"/>
                        <a:defRPr sz="2000" kern="1200">
                          <a:solidFill>
                            <a:srgbClr val="000000"/>
                          </a:solidFill>
                          <a:latin typeface="Arial" panose="020B0604020202090204" pitchFamily="34" charset="0"/>
                          <a:ea typeface="华文细黑" panose="02010600040101010101" pitchFamily="2" charset="-122"/>
                        </a:defRPr>
                      </a:lvl2pPr>
                      <a:lvl3pPr marL="862330" indent="52705" algn="l" defTabSz="914400" rtl="0" eaLnBrk="1" latinLnBrk="0" hangingPunct="1">
                        <a:spcBef>
                          <a:spcPct val="10000"/>
                        </a:spcBef>
                        <a:spcAft>
                          <a:spcPct val="25000"/>
                        </a:spcAft>
                        <a:buClr>
                          <a:schemeClr val="tx1"/>
                        </a:buClr>
                        <a:buFont typeface="Times New Roman" panose="02020503050405090304" pitchFamily="18" charset="0"/>
                        <a:defRPr sz="2000" kern="1200">
                          <a:solidFill>
                            <a:srgbClr val="000000"/>
                          </a:solidFill>
                          <a:latin typeface="Arial" panose="020B0604020202090204" pitchFamily="34" charset="0"/>
                          <a:ea typeface="华文细黑" panose="02010600040101010101" pitchFamily="2" charset="-122"/>
                        </a:defRPr>
                      </a:lvl3pPr>
                      <a:lvl4pPr marL="1281430" indent="90805" algn="l" defTabSz="914400" rtl="0" eaLnBrk="1" latinLnBrk="0" hangingPunct="1">
                        <a:spcBef>
                          <a:spcPct val="10000"/>
                        </a:spcBef>
                        <a:spcAft>
                          <a:spcPct val="25000"/>
                        </a:spcAft>
                        <a:buClr>
                          <a:schemeClr val="tx1"/>
                        </a:buClr>
                        <a:buFont typeface="Times New Roman" panose="02020503050405090304" pitchFamily="18" charset="0"/>
                        <a:defRPr sz="1600" kern="1200">
                          <a:solidFill>
                            <a:srgbClr val="000000"/>
                          </a:solidFill>
                          <a:latin typeface="Arial" panose="020B0604020202090204" pitchFamily="34" charset="0"/>
                          <a:ea typeface="华文细黑" panose="02010600040101010101" pitchFamily="2" charset="-122"/>
                        </a:defRPr>
                      </a:lvl4pPr>
                      <a:lvl5pPr marL="1700530" indent="128905" algn="l" defTabSz="914400" rtl="0" eaLnBrk="1"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5pPr>
                      <a:lvl6pPr marL="21577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6pPr>
                      <a:lvl7pPr marL="26149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7pPr>
                      <a:lvl8pPr marL="30721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8pPr>
                      <a:lvl9pPr marL="35293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9pPr>
                    </a:lstStyle>
                    <a:p>
                      <a:pPr marL="0" marR="0" lvl="0" indent="0" algn="ctr" defTabSz="914400" rtl="0" eaLnBrk="1" fontAlgn="base" latinLnBrk="0" hangingPunct="1">
                        <a:lnSpc>
                          <a:spcPct val="100000"/>
                        </a:lnSpc>
                        <a:spcBef>
                          <a:spcPct val="10000"/>
                        </a:spcBef>
                        <a:spcAft>
                          <a:spcPct val="25000"/>
                        </a:spcAft>
                        <a:buClr>
                          <a:schemeClr val="tx1"/>
                        </a:buClr>
                        <a:buSzPct val="80000"/>
                        <a:buFont typeface="Wingdings" panose="05000000000000000000" pitchFamily="2" charset="2"/>
                        <a:buNone/>
                      </a:pPr>
                      <a:endParaRPr kumimoji="0" lang="zh-CN" altLang="zh-CN" sz="1600" b="1" i="0" u="none" strike="noStrike" cap="none" normalizeH="0" baseline="0" dirty="0">
                        <a:ln>
                          <a:noFill/>
                        </a:ln>
                        <a:solidFill>
                          <a:srgbClr val="000000"/>
                        </a:solidFill>
                        <a:effectLst/>
                        <a:latin typeface="Arial" panose="020B0604020202090204" pitchFamily="34" charset="0"/>
                        <a:ea typeface="华文细黑" panose="02010600040101010101" pitchFamily="2" charset="-122"/>
                      </a:endParaRPr>
                    </a:p>
                  </a:txBody>
                  <a:tcPr marT="45712" marB="45712"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4"/>
                  </a:ext>
                </a:extLst>
              </a:tr>
              <a:tr h="314492">
                <a:tc>
                  <a:txBody>
                    <a:bodyPr/>
                    <a:lstStyle>
                      <a:lvl1pPr marL="0" algn="l" defTabSz="914400" rtl="0" eaLnBrk="1" latinLnBrk="0" hangingPunct="1">
                        <a:spcBef>
                          <a:spcPct val="10000"/>
                        </a:spcBef>
                        <a:spcAft>
                          <a:spcPct val="25000"/>
                        </a:spcAft>
                        <a:buClr>
                          <a:schemeClr val="tx1"/>
                        </a:buClr>
                        <a:buSzPct val="80000"/>
                        <a:buFont typeface="Wingdings" panose="05000000000000000000" pitchFamily="2" charset="2"/>
                        <a:defRPr sz="2600" b="1" kern="1200">
                          <a:solidFill>
                            <a:srgbClr val="000000"/>
                          </a:solidFill>
                          <a:latin typeface="Arial" panose="020B0604020202090204" pitchFamily="34" charset="0"/>
                          <a:ea typeface="华文细黑" panose="02010600040101010101" pitchFamily="2" charset="-122"/>
                        </a:defRPr>
                      </a:lvl1pPr>
                      <a:lvl2pPr marL="386080" indent="71755" algn="l" defTabSz="914400" rtl="0" eaLnBrk="1" latinLnBrk="0" hangingPunct="1">
                        <a:spcBef>
                          <a:spcPct val="10000"/>
                        </a:spcBef>
                        <a:spcAft>
                          <a:spcPct val="25000"/>
                        </a:spcAft>
                        <a:buClr>
                          <a:schemeClr val="tx1"/>
                        </a:buClr>
                        <a:buSzPct val="80000"/>
                        <a:buFont typeface="Wingdings" panose="05000000000000000000" pitchFamily="2" charset="2"/>
                        <a:defRPr sz="2000" kern="1200">
                          <a:solidFill>
                            <a:srgbClr val="000000"/>
                          </a:solidFill>
                          <a:latin typeface="Arial" panose="020B0604020202090204" pitchFamily="34" charset="0"/>
                          <a:ea typeface="华文细黑" panose="02010600040101010101" pitchFamily="2" charset="-122"/>
                        </a:defRPr>
                      </a:lvl2pPr>
                      <a:lvl3pPr marL="862330" indent="52705" algn="l" defTabSz="914400" rtl="0" eaLnBrk="1" latinLnBrk="0" hangingPunct="1">
                        <a:spcBef>
                          <a:spcPct val="10000"/>
                        </a:spcBef>
                        <a:spcAft>
                          <a:spcPct val="25000"/>
                        </a:spcAft>
                        <a:buClr>
                          <a:schemeClr val="tx1"/>
                        </a:buClr>
                        <a:buFont typeface="Times New Roman" panose="02020503050405090304" pitchFamily="18" charset="0"/>
                        <a:defRPr sz="2000" kern="1200">
                          <a:solidFill>
                            <a:srgbClr val="000000"/>
                          </a:solidFill>
                          <a:latin typeface="Arial" panose="020B0604020202090204" pitchFamily="34" charset="0"/>
                          <a:ea typeface="华文细黑" panose="02010600040101010101" pitchFamily="2" charset="-122"/>
                        </a:defRPr>
                      </a:lvl3pPr>
                      <a:lvl4pPr marL="1281430" indent="90805" algn="l" defTabSz="914400" rtl="0" eaLnBrk="1" latinLnBrk="0" hangingPunct="1">
                        <a:spcBef>
                          <a:spcPct val="10000"/>
                        </a:spcBef>
                        <a:spcAft>
                          <a:spcPct val="25000"/>
                        </a:spcAft>
                        <a:buClr>
                          <a:schemeClr val="tx1"/>
                        </a:buClr>
                        <a:buFont typeface="Times New Roman" panose="02020503050405090304" pitchFamily="18" charset="0"/>
                        <a:defRPr sz="1600" kern="1200">
                          <a:solidFill>
                            <a:srgbClr val="000000"/>
                          </a:solidFill>
                          <a:latin typeface="Arial" panose="020B0604020202090204" pitchFamily="34" charset="0"/>
                          <a:ea typeface="华文细黑" panose="02010600040101010101" pitchFamily="2" charset="-122"/>
                        </a:defRPr>
                      </a:lvl4pPr>
                      <a:lvl5pPr marL="1700530" indent="128905" algn="l" defTabSz="914400" rtl="0" eaLnBrk="1"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5pPr>
                      <a:lvl6pPr marL="21577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6pPr>
                      <a:lvl7pPr marL="26149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7pPr>
                      <a:lvl8pPr marL="30721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8pPr>
                      <a:lvl9pPr marL="35293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9pPr>
                    </a:lstStyle>
                    <a:p>
                      <a:pPr marL="0" marR="0" lvl="0" indent="0" algn="ctr" defTabSz="914400" rtl="0" eaLnBrk="1" fontAlgn="base" latinLnBrk="0" hangingPunct="1">
                        <a:lnSpc>
                          <a:spcPct val="100000"/>
                        </a:lnSpc>
                        <a:spcBef>
                          <a:spcPct val="10000"/>
                        </a:spcBef>
                        <a:spcAft>
                          <a:spcPct val="25000"/>
                        </a:spcAft>
                        <a:buClr>
                          <a:schemeClr val="tx1"/>
                        </a:buClr>
                        <a:buSzPct val="80000"/>
                        <a:buFont typeface="Wingdings" panose="05000000000000000000" pitchFamily="2" charset="2"/>
                        <a:buNone/>
                      </a:pPr>
                      <a:endParaRPr kumimoji="0" lang="zh-CN" altLang="zh-CN" sz="1600" b="1" i="0" u="none" strike="noStrike" cap="none" normalizeH="0" baseline="0">
                        <a:ln>
                          <a:noFill/>
                        </a:ln>
                        <a:solidFill>
                          <a:srgbClr val="000000"/>
                        </a:solidFill>
                        <a:effectLst/>
                        <a:latin typeface="Arial" panose="020B0604020202090204" pitchFamily="34" charset="0"/>
                        <a:ea typeface="华文细黑" panose="02010600040101010101" pitchFamily="2" charset="-122"/>
                      </a:endParaRPr>
                    </a:p>
                  </a:txBody>
                  <a:tcPr marT="45712" marB="45712"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marL="0" algn="l" defTabSz="914400" rtl="0" eaLnBrk="1" latinLnBrk="0" hangingPunct="1">
                        <a:spcBef>
                          <a:spcPct val="10000"/>
                        </a:spcBef>
                        <a:spcAft>
                          <a:spcPct val="25000"/>
                        </a:spcAft>
                        <a:buClr>
                          <a:schemeClr val="tx1"/>
                        </a:buClr>
                        <a:buSzPct val="80000"/>
                        <a:buFont typeface="Wingdings" panose="05000000000000000000" pitchFamily="2" charset="2"/>
                        <a:defRPr sz="2600" b="1" kern="1200">
                          <a:solidFill>
                            <a:srgbClr val="000000"/>
                          </a:solidFill>
                          <a:latin typeface="Arial" panose="020B0604020202090204" pitchFamily="34" charset="0"/>
                          <a:ea typeface="华文细黑" panose="02010600040101010101" pitchFamily="2" charset="-122"/>
                        </a:defRPr>
                      </a:lvl1pPr>
                      <a:lvl2pPr marL="386080" indent="71755" algn="l" defTabSz="914400" rtl="0" eaLnBrk="1" latinLnBrk="0" hangingPunct="1">
                        <a:spcBef>
                          <a:spcPct val="10000"/>
                        </a:spcBef>
                        <a:spcAft>
                          <a:spcPct val="25000"/>
                        </a:spcAft>
                        <a:buClr>
                          <a:schemeClr val="tx1"/>
                        </a:buClr>
                        <a:buSzPct val="80000"/>
                        <a:buFont typeface="Wingdings" panose="05000000000000000000" pitchFamily="2" charset="2"/>
                        <a:defRPr sz="2000" kern="1200">
                          <a:solidFill>
                            <a:srgbClr val="000000"/>
                          </a:solidFill>
                          <a:latin typeface="Arial" panose="020B0604020202090204" pitchFamily="34" charset="0"/>
                          <a:ea typeface="华文细黑" panose="02010600040101010101" pitchFamily="2" charset="-122"/>
                        </a:defRPr>
                      </a:lvl2pPr>
                      <a:lvl3pPr marL="862330" indent="52705" algn="l" defTabSz="914400" rtl="0" eaLnBrk="1" latinLnBrk="0" hangingPunct="1">
                        <a:spcBef>
                          <a:spcPct val="10000"/>
                        </a:spcBef>
                        <a:spcAft>
                          <a:spcPct val="25000"/>
                        </a:spcAft>
                        <a:buClr>
                          <a:schemeClr val="tx1"/>
                        </a:buClr>
                        <a:buFont typeface="Times New Roman" panose="02020503050405090304" pitchFamily="18" charset="0"/>
                        <a:defRPr sz="2000" kern="1200">
                          <a:solidFill>
                            <a:srgbClr val="000000"/>
                          </a:solidFill>
                          <a:latin typeface="Arial" panose="020B0604020202090204" pitchFamily="34" charset="0"/>
                          <a:ea typeface="华文细黑" panose="02010600040101010101" pitchFamily="2" charset="-122"/>
                        </a:defRPr>
                      </a:lvl3pPr>
                      <a:lvl4pPr marL="1281430" indent="90805" algn="l" defTabSz="914400" rtl="0" eaLnBrk="1" latinLnBrk="0" hangingPunct="1">
                        <a:spcBef>
                          <a:spcPct val="10000"/>
                        </a:spcBef>
                        <a:spcAft>
                          <a:spcPct val="25000"/>
                        </a:spcAft>
                        <a:buClr>
                          <a:schemeClr val="tx1"/>
                        </a:buClr>
                        <a:buFont typeface="Times New Roman" panose="02020503050405090304" pitchFamily="18" charset="0"/>
                        <a:defRPr sz="1600" kern="1200">
                          <a:solidFill>
                            <a:srgbClr val="000000"/>
                          </a:solidFill>
                          <a:latin typeface="Arial" panose="020B0604020202090204" pitchFamily="34" charset="0"/>
                          <a:ea typeface="华文细黑" panose="02010600040101010101" pitchFamily="2" charset="-122"/>
                        </a:defRPr>
                      </a:lvl4pPr>
                      <a:lvl5pPr marL="1700530" indent="128905" algn="l" defTabSz="914400" rtl="0" eaLnBrk="1"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5pPr>
                      <a:lvl6pPr marL="21577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6pPr>
                      <a:lvl7pPr marL="26149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7pPr>
                      <a:lvl8pPr marL="30721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8pPr>
                      <a:lvl9pPr marL="35293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9pPr>
                    </a:lstStyle>
                    <a:p>
                      <a:pPr marL="0" marR="0" lvl="0" indent="0" algn="ctr" defTabSz="914400" rtl="0" eaLnBrk="1" fontAlgn="base" latinLnBrk="0" hangingPunct="1">
                        <a:lnSpc>
                          <a:spcPct val="100000"/>
                        </a:lnSpc>
                        <a:spcBef>
                          <a:spcPct val="10000"/>
                        </a:spcBef>
                        <a:spcAft>
                          <a:spcPct val="25000"/>
                        </a:spcAft>
                        <a:buClr>
                          <a:schemeClr val="tx1"/>
                        </a:buClr>
                        <a:buSzPct val="80000"/>
                        <a:buFont typeface="Wingdings" panose="05000000000000000000" pitchFamily="2" charset="2"/>
                        <a:buNone/>
                      </a:pPr>
                      <a:endParaRPr kumimoji="0" lang="zh-CN" altLang="zh-CN" sz="1600" b="1" i="0" u="none" strike="noStrike" cap="none" normalizeH="0" baseline="0" dirty="0">
                        <a:ln>
                          <a:noFill/>
                        </a:ln>
                        <a:solidFill>
                          <a:srgbClr val="000000"/>
                        </a:solidFill>
                        <a:effectLst/>
                        <a:latin typeface="Arial" panose="020B0604020202090204" pitchFamily="34" charset="0"/>
                        <a:ea typeface="华文细黑" panose="02010600040101010101" pitchFamily="2" charset="-122"/>
                      </a:endParaRPr>
                    </a:p>
                  </a:txBody>
                  <a:tcPr marT="45712" marB="45712"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5"/>
                  </a:ext>
                </a:extLst>
              </a:tr>
            </a:tbl>
          </a:graphicData>
        </a:graphic>
      </p:graphicFrame>
      <p:sp>
        <p:nvSpPr>
          <p:cNvPr id="46" name="AutoShape 48"/>
          <p:cNvSpPr>
            <a:spLocks noChangeArrowheads="1"/>
          </p:cNvSpPr>
          <p:nvPr/>
        </p:nvSpPr>
        <p:spPr bwMode="auto">
          <a:xfrm>
            <a:off x="1890567" y="4239615"/>
            <a:ext cx="2560638" cy="2151554"/>
          </a:xfrm>
          <a:prstGeom prst="roundRect">
            <a:avLst>
              <a:gd name="adj" fmla="val 16667"/>
            </a:avLst>
          </a:prstGeom>
          <a:solidFill>
            <a:schemeClr val="bg1">
              <a:lumMod val="85000"/>
            </a:schemeClr>
          </a:solidFill>
          <a:ln>
            <a:noFill/>
          </a:ln>
        </p:spPr>
        <p:txBody>
          <a:bodyPr wrap="none" anchor="ctr"/>
          <a:lstStyle>
            <a:lvl1pPr>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marL="0" marR="0" lvl="0" indent="0" algn="l" defTabSz="914400" rtl="0" eaLnBrk="1" fontAlgn="auto" latinLnBrk="0" hangingPunct="1">
              <a:lnSpc>
                <a:spcPts val="3100"/>
              </a:lnSpc>
              <a:spcBef>
                <a:spcPct val="20000"/>
              </a:spcBef>
              <a:spcAft>
                <a:spcPts val="0"/>
              </a:spcAft>
              <a:buClr>
                <a:srgbClr val="A50021"/>
              </a:buClr>
              <a:buSzPct val="75000"/>
              <a:buFont typeface="Wingdings" panose="05000000000000000000" pitchFamily="2" charset="2"/>
              <a:buNone/>
              <a:defRPr/>
            </a:pPr>
            <a:endParaRPr kumimoji="0" lang="zh-CN" altLang="en-US" sz="3200" b="0" i="0" u="none" strike="noStrike" kern="1200" cap="none" spc="0" normalizeH="0" baseline="0" noProof="0">
              <a:ln>
                <a:noFill/>
              </a:ln>
              <a:solidFill>
                <a:srgbClr val="020202"/>
              </a:solidFill>
              <a:effectLst/>
              <a:uLnTx/>
              <a:uFillTx/>
              <a:latin typeface="Tahoma" panose="020B0604030504040204" pitchFamily="34" charset="0"/>
              <a:ea typeface="宋体" panose="02010600030101010101" pitchFamily="2" charset="-122"/>
              <a:cs typeface="+mn-cs"/>
            </a:endParaRPr>
          </a:p>
        </p:txBody>
      </p:sp>
      <p:sp>
        <p:nvSpPr>
          <p:cNvPr id="47" name="文本框 46"/>
          <p:cNvSpPr txBox="1"/>
          <p:nvPr/>
        </p:nvSpPr>
        <p:spPr>
          <a:xfrm>
            <a:off x="2096488" y="4535719"/>
            <a:ext cx="91440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Hub</a:t>
            </a: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pic>
        <p:nvPicPr>
          <p:cNvPr id="50" name="Picture 40" descr="comput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42120" y="5507297"/>
            <a:ext cx="390846" cy="371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 name="Picture 40" descr="comput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58041" y="5507298"/>
            <a:ext cx="390846" cy="371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4" name="直接连接符 53"/>
          <p:cNvCxnSpPr>
            <a:stCxn id="50" idx="0"/>
          </p:cNvCxnSpPr>
          <p:nvPr/>
        </p:nvCxnSpPr>
        <p:spPr>
          <a:xfrm flipV="1">
            <a:off x="2737543" y="4761848"/>
            <a:ext cx="221444" cy="745449"/>
          </a:xfrm>
          <a:prstGeom prst="line">
            <a:avLst/>
          </a:prstGeom>
        </p:spPr>
        <p:style>
          <a:lnRef idx="3">
            <a:schemeClr val="accent1"/>
          </a:lnRef>
          <a:fillRef idx="0">
            <a:schemeClr val="accent1"/>
          </a:fillRef>
          <a:effectRef idx="2">
            <a:schemeClr val="accent1"/>
          </a:effectRef>
          <a:fontRef idx="minor">
            <a:schemeClr val="tx1"/>
          </a:fontRef>
        </p:style>
      </p:cxnSp>
      <p:cxnSp>
        <p:nvCxnSpPr>
          <p:cNvPr id="55" name="直接连接符 54"/>
          <p:cNvCxnSpPr>
            <a:stCxn id="51" idx="0"/>
          </p:cNvCxnSpPr>
          <p:nvPr/>
        </p:nvCxnSpPr>
        <p:spPr>
          <a:xfrm flipH="1" flipV="1">
            <a:off x="3371532" y="4565358"/>
            <a:ext cx="181932" cy="941940"/>
          </a:xfrm>
          <a:prstGeom prst="line">
            <a:avLst/>
          </a:prstGeom>
        </p:spPr>
        <p:style>
          <a:lnRef idx="3">
            <a:schemeClr val="accent1"/>
          </a:lnRef>
          <a:fillRef idx="0">
            <a:schemeClr val="accent1"/>
          </a:fillRef>
          <a:effectRef idx="2">
            <a:schemeClr val="accent1"/>
          </a:effectRef>
          <a:fontRef idx="minor">
            <a:schemeClr val="tx1"/>
          </a:fontRef>
        </p:style>
      </p:cxnSp>
      <p:pic>
        <p:nvPicPr>
          <p:cNvPr id="57" name="Picture 24" descr="集线器"/>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91030" y="4445106"/>
            <a:ext cx="914400" cy="6029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4" name="文本框 83"/>
          <p:cNvSpPr txBox="1"/>
          <p:nvPr/>
        </p:nvSpPr>
        <p:spPr>
          <a:xfrm>
            <a:off x="2538734" y="5878932"/>
            <a:ext cx="33214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a:t>
            </a: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85" name="文本框 84"/>
          <p:cNvSpPr txBox="1"/>
          <p:nvPr/>
        </p:nvSpPr>
        <p:spPr>
          <a:xfrm>
            <a:off x="3384030" y="5878933"/>
            <a:ext cx="31290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B</a:t>
            </a: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cxnSp>
        <p:nvCxnSpPr>
          <p:cNvPr id="72" name="直接连接符 71"/>
          <p:cNvCxnSpPr>
            <a:stCxn id="57" idx="3"/>
          </p:cNvCxnSpPr>
          <p:nvPr/>
        </p:nvCxnSpPr>
        <p:spPr>
          <a:xfrm>
            <a:off x="3605430" y="4746571"/>
            <a:ext cx="5034217" cy="0"/>
          </a:xfrm>
          <a:prstGeom prst="line">
            <a:avLst/>
          </a:prstGeom>
        </p:spPr>
        <p:style>
          <a:lnRef idx="3">
            <a:schemeClr val="accent1"/>
          </a:lnRef>
          <a:fillRef idx="0">
            <a:schemeClr val="accent1"/>
          </a:fillRef>
          <a:effectRef idx="2">
            <a:schemeClr val="accent1"/>
          </a:effectRef>
          <a:fontRef idx="minor">
            <a:schemeClr val="tx1"/>
          </a:fontRef>
        </p:style>
      </p:cxnSp>
      <p:grpSp>
        <p:nvGrpSpPr>
          <p:cNvPr id="5" name="组合 4"/>
          <p:cNvGrpSpPr/>
          <p:nvPr/>
        </p:nvGrpSpPr>
        <p:grpSpPr>
          <a:xfrm>
            <a:off x="4947451" y="4356926"/>
            <a:ext cx="2299836" cy="943937"/>
            <a:chOff x="4223344" y="4271744"/>
            <a:chExt cx="2299836" cy="943937"/>
          </a:xfrm>
        </p:grpSpPr>
        <p:pic>
          <p:nvPicPr>
            <p:cNvPr id="74" name="Picture 48"/>
            <p:cNvPicPr>
              <a:picLocks noChangeArrowheads="1"/>
            </p:cNvPicPr>
            <p:nvPr/>
          </p:nvPicPr>
          <p:blipFill>
            <a:blip r:embed="rId5">
              <a:duotone>
                <a:prstClr val="black"/>
                <a:schemeClr val="accent1">
                  <a:tint val="45000"/>
                  <a:satMod val="400000"/>
                </a:schemeClr>
              </a:duotone>
              <a:extLst>
                <a:ext uri="{28A0092B-C50C-407E-A947-70E740481C1C}">
                  <a14:useLocalDpi xmlns:a14="http://schemas.microsoft.com/office/drawing/2010/main" val="0"/>
                </a:ext>
              </a:extLst>
            </a:blip>
            <a:srcRect/>
            <a:stretch>
              <a:fillRect/>
            </a:stretch>
          </p:blipFill>
          <p:spPr bwMode="auto">
            <a:xfrm>
              <a:off x="4939400" y="4271744"/>
              <a:ext cx="870272" cy="606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75" name="文本框 74"/>
            <p:cNvSpPr txBox="1"/>
            <p:nvPr/>
          </p:nvSpPr>
          <p:spPr>
            <a:xfrm>
              <a:off x="4928233" y="4846349"/>
              <a:ext cx="82747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Bridge</a:t>
              </a: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80" name="椭圆 79"/>
            <p:cNvSpPr/>
            <p:nvPr/>
          </p:nvSpPr>
          <p:spPr>
            <a:xfrm>
              <a:off x="4819351" y="4602038"/>
              <a:ext cx="135653" cy="114883"/>
            </a:xfrm>
            <a:prstGeom prst="ellipse">
              <a:avLst/>
            </a:prstGeom>
            <a:solidFill>
              <a:srgbClr val="5B30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81" name="椭圆 80"/>
            <p:cNvSpPr/>
            <p:nvPr/>
          </p:nvSpPr>
          <p:spPr>
            <a:xfrm>
              <a:off x="5770850" y="4590334"/>
              <a:ext cx="135653" cy="114883"/>
            </a:xfrm>
            <a:prstGeom prst="ellipse">
              <a:avLst/>
            </a:prstGeom>
            <a:solidFill>
              <a:srgbClr val="5B30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82" name="文本框 81"/>
            <p:cNvSpPr txBox="1"/>
            <p:nvPr/>
          </p:nvSpPr>
          <p:spPr>
            <a:xfrm>
              <a:off x="4223344" y="4329385"/>
              <a:ext cx="715260"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端口</a:t>
              </a:r>
              <a:r>
                <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83" name="文本框 82"/>
            <p:cNvSpPr txBox="1"/>
            <p:nvPr/>
          </p:nvSpPr>
          <p:spPr>
            <a:xfrm>
              <a:off x="5807920" y="4303169"/>
              <a:ext cx="715260"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端口</a:t>
              </a:r>
              <a:r>
                <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2</a:t>
              </a: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pic>
        <p:nvPicPr>
          <p:cNvPr id="123" name="Picture 24" descr="集线器"/>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46676" y="4463457"/>
            <a:ext cx="914400" cy="6029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 name="文本框 47"/>
          <p:cNvSpPr txBox="1"/>
          <p:nvPr/>
        </p:nvSpPr>
        <p:spPr>
          <a:xfrm>
            <a:off x="5058899" y="2727273"/>
            <a:ext cx="2438946" cy="36933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MAC_A</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                </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1</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      </a:t>
            </a:r>
            <a:endParaRPr kumimoji="0" lang="zh-CN"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53" name="文本框 52"/>
          <p:cNvSpPr txBox="1"/>
          <p:nvPr/>
        </p:nvSpPr>
        <p:spPr>
          <a:xfrm>
            <a:off x="5078149" y="3071899"/>
            <a:ext cx="2438946" cy="36933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MAC_B</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                </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1</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      </a:t>
            </a:r>
            <a:endParaRPr kumimoji="0" lang="zh-CN"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56" name="文本框 55"/>
          <p:cNvSpPr txBox="1"/>
          <p:nvPr/>
        </p:nvSpPr>
        <p:spPr>
          <a:xfrm>
            <a:off x="5078149" y="3407171"/>
            <a:ext cx="2438946" cy="36933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MAC_C</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                </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2</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      </a:t>
            </a:r>
            <a:endParaRPr kumimoji="0" lang="zh-CN"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49" name="文本框 48"/>
          <p:cNvSpPr txBox="1"/>
          <p:nvPr/>
        </p:nvSpPr>
        <p:spPr>
          <a:xfrm>
            <a:off x="5068524" y="3732944"/>
            <a:ext cx="2438946" cy="36933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MAC_D</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                </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2</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      </a:t>
            </a:r>
            <a:endParaRPr kumimoji="0" lang="zh-CN"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58" name="TextBox 42"/>
          <p:cNvSpPr txBox="1"/>
          <p:nvPr/>
        </p:nvSpPr>
        <p:spPr>
          <a:xfrm>
            <a:off x="7663720" y="2463350"/>
            <a:ext cx="4037137" cy="876522"/>
          </a:xfrm>
          <a:prstGeom prst="rect">
            <a:avLst/>
          </a:prstGeom>
          <a:noFill/>
        </p:spPr>
        <p:txBody>
          <a:bodyPr wrap="square">
            <a:spAutoFit/>
          </a:bodyPr>
          <a:lstStyle/>
          <a:p>
            <a:pPr>
              <a:lnSpc>
                <a:spcPct val="110000"/>
              </a:lnSpc>
            </a:pPr>
            <a:r>
              <a:rPr lang="zh-CN" altLang="en-US" sz="2400" dirty="0">
                <a:solidFill>
                  <a:prstClr val="black"/>
                </a:solidFill>
                <a:latin typeface="微软雅黑" panose="020B0503020204020204" pitchFamily="34" charset="-122"/>
                <a:ea typeface="微软雅黑" panose="020B0503020204020204" pitchFamily="34" charset="-122"/>
              </a:rPr>
              <a:t>更新</a:t>
            </a:r>
            <a:r>
              <a:rPr kumimoji="0"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该表项的帧达到时间，重置老化时间</a:t>
            </a:r>
            <a:endParaRPr kumimoji="0" lang="en-US" altLang="zh-CN"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38" name="文本框 37"/>
          <p:cNvSpPr txBox="1"/>
          <p:nvPr/>
        </p:nvSpPr>
        <p:spPr>
          <a:xfrm>
            <a:off x="1146102" y="2166723"/>
            <a:ext cx="2863284" cy="497957"/>
          </a:xfrm>
          <a:prstGeom prst="rect">
            <a:avLst/>
          </a:prstGeom>
          <a:noFill/>
        </p:spPr>
        <p:txBody>
          <a:bodyPr wrap="none" rtlCol="0">
            <a:spAutoFit/>
          </a:bodyPr>
          <a:lstStyle/>
          <a:p>
            <a:pPr lvl="0">
              <a:lnSpc>
                <a:spcPct val="120000"/>
              </a:lnSpc>
            </a:pPr>
            <a:r>
              <a:rPr kumimoji="0"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再次：</a:t>
            </a:r>
            <a:r>
              <a:rPr kumimoji="0" lang="zh-CN" altLang="zh-CN"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A发出数据帧</a:t>
            </a:r>
          </a:p>
        </p:txBody>
      </p:sp>
      <p:grpSp>
        <p:nvGrpSpPr>
          <p:cNvPr id="39" name="组合 38"/>
          <p:cNvGrpSpPr/>
          <p:nvPr/>
        </p:nvGrpSpPr>
        <p:grpSpPr>
          <a:xfrm>
            <a:off x="2240773" y="2735862"/>
            <a:ext cx="1814914" cy="721547"/>
            <a:chOff x="1370624" y="2758368"/>
            <a:chExt cx="1814914" cy="721547"/>
          </a:xfrm>
        </p:grpSpPr>
        <p:sp>
          <p:nvSpPr>
            <p:cNvPr id="40" name="标注: 左箭头 39"/>
            <p:cNvSpPr/>
            <p:nvPr/>
          </p:nvSpPr>
          <p:spPr>
            <a:xfrm>
              <a:off x="1370624" y="2758368"/>
              <a:ext cx="1814914" cy="687209"/>
            </a:xfrm>
            <a:prstGeom prst="leftArrowCallout">
              <a:avLst/>
            </a:prstGeom>
            <a:solidFill>
              <a:srgbClr val="CCCCFF"/>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文本框 40"/>
            <p:cNvSpPr txBox="1"/>
            <p:nvPr/>
          </p:nvSpPr>
          <p:spPr>
            <a:xfrm>
              <a:off x="1974950" y="2772029"/>
              <a:ext cx="1210588" cy="707886"/>
            </a:xfrm>
            <a:prstGeom prst="rect">
              <a:avLst/>
            </a:prstGeom>
            <a:noFill/>
          </p:spPr>
          <p:txBody>
            <a:bodyPr wrap="square" rtlCol="0">
              <a:spAutoFit/>
            </a:bodyPr>
            <a:lstStyle/>
            <a:p>
              <a:pPr algn="ctr"/>
              <a:r>
                <a:rPr lang="zh-CN" altLang="en-US" sz="2000" dirty="0">
                  <a:latin typeface="微软雅黑" panose="020B0503020204020204" pitchFamily="34" charset="-122"/>
                  <a:ea typeface="微软雅黑" panose="020B0503020204020204" pitchFamily="34" charset="-122"/>
                </a:rPr>
                <a:t>逆向学习</a:t>
              </a:r>
              <a:endParaRPr lang="en-US" altLang="zh-CN" sz="2000" dirty="0">
                <a:latin typeface="微软雅黑" panose="020B0503020204020204" pitchFamily="34" charset="-122"/>
                <a:ea typeface="微软雅黑" panose="020B0503020204020204" pitchFamily="34" charset="-122"/>
              </a:endParaRPr>
            </a:p>
            <a:p>
              <a:pPr algn="ctr"/>
              <a:r>
                <a:rPr lang="zh-CN" altLang="en-US" sz="2000" dirty="0">
                  <a:latin typeface="微软雅黑" panose="020B0503020204020204" pitchFamily="34" charset="-122"/>
                  <a:ea typeface="微软雅黑" panose="020B0503020204020204" pitchFamily="34" charset="-122"/>
                </a:rPr>
                <a:t>源地址</a:t>
              </a:r>
            </a:p>
          </p:txBody>
        </p:sp>
      </p:grpSp>
      <p:sp>
        <p:nvSpPr>
          <p:cNvPr id="3" name="文本框 2"/>
          <p:cNvSpPr txBox="1"/>
          <p:nvPr/>
        </p:nvSpPr>
        <p:spPr>
          <a:xfrm>
            <a:off x="7673344" y="1906415"/>
            <a:ext cx="4027513" cy="461665"/>
          </a:xfrm>
          <a:prstGeom prst="rect">
            <a:avLst/>
          </a:prstGeom>
          <a:noFill/>
        </p:spPr>
        <p:txBody>
          <a:bodyPr wrap="none" rtlCol="0">
            <a:spAutoFit/>
          </a:bodyPr>
          <a:lstStyle/>
          <a:p>
            <a:r>
              <a:rPr lang="zh-CN" altLang="en-US" sz="2400" dirty="0">
                <a:solidFill>
                  <a:srgbClr val="C00000"/>
                </a:solidFill>
                <a:latin typeface="微软雅黑" panose="020B0503020204020204" pitchFamily="34" charset="-122"/>
                <a:ea typeface="微软雅黑" panose="020B0503020204020204" pitchFamily="34" charset="-122"/>
              </a:rPr>
              <a:t>网桥发现</a:t>
            </a:r>
            <a:r>
              <a:rPr lang="en-US" altLang="zh-CN" sz="2400" dirty="0">
                <a:solidFill>
                  <a:srgbClr val="C00000"/>
                </a:solidFill>
                <a:latin typeface="微软雅黑" panose="020B0503020204020204" pitchFamily="34" charset="-122"/>
                <a:ea typeface="微软雅黑" panose="020B0503020204020204" pitchFamily="34" charset="-122"/>
              </a:rPr>
              <a:t>MAC_A</a:t>
            </a:r>
            <a:r>
              <a:rPr lang="zh-CN" altLang="en-US" sz="2400" dirty="0">
                <a:solidFill>
                  <a:srgbClr val="C00000"/>
                </a:solidFill>
                <a:latin typeface="微软雅黑" panose="020B0503020204020204" pitchFamily="34" charset="-122"/>
                <a:ea typeface="微软雅黑" panose="020B0503020204020204" pitchFamily="34" charset="-122"/>
              </a:rPr>
              <a:t>已在表中！</a:t>
            </a:r>
            <a:endParaRPr lang="en-US" altLang="zh-CN" sz="2400" dirty="0">
              <a:solidFill>
                <a:srgbClr val="C00000"/>
              </a:solidFill>
              <a:latin typeface="微软雅黑" panose="020B0503020204020204" pitchFamily="34" charset="-122"/>
              <a:ea typeface="微软雅黑" panose="020B0503020204020204" pitchFamily="34" charset="-122"/>
            </a:endParaRPr>
          </a:p>
        </p:txBody>
      </p:sp>
      <p:sp>
        <p:nvSpPr>
          <p:cNvPr id="4" name="矩形 3"/>
          <p:cNvSpPr/>
          <p:nvPr/>
        </p:nvSpPr>
        <p:spPr>
          <a:xfrm>
            <a:off x="4603371" y="2734912"/>
            <a:ext cx="3050723" cy="353671"/>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2" name="直接箭头连接符 51"/>
          <p:cNvCxnSpPr/>
          <p:nvPr/>
        </p:nvCxnSpPr>
        <p:spPr>
          <a:xfrm flipV="1">
            <a:off x="2625359" y="5078111"/>
            <a:ext cx="105571" cy="309850"/>
          </a:xfrm>
          <a:prstGeom prst="straightConnector1">
            <a:avLst/>
          </a:prstGeom>
          <a:ln w="38100">
            <a:solidFill>
              <a:schemeClr val="accent2">
                <a:lumMod val="50000"/>
              </a:schemeClr>
            </a:solidFill>
            <a:tailEnd type="triangle"/>
          </a:ln>
        </p:spPr>
        <p:style>
          <a:lnRef idx="3">
            <a:schemeClr val="accent2"/>
          </a:lnRef>
          <a:fillRef idx="0">
            <a:schemeClr val="accent2"/>
          </a:fillRef>
          <a:effectRef idx="2">
            <a:schemeClr val="accent2"/>
          </a:effectRef>
          <a:fontRef idx="minor">
            <a:schemeClr val="tx1"/>
          </a:fontRef>
        </p:style>
      </p:cxnSp>
      <p:cxnSp>
        <p:nvCxnSpPr>
          <p:cNvPr id="59" name="直接箭头连接符 58"/>
          <p:cNvCxnSpPr/>
          <p:nvPr/>
        </p:nvCxnSpPr>
        <p:spPr>
          <a:xfrm>
            <a:off x="3570796" y="5107195"/>
            <a:ext cx="51091" cy="292663"/>
          </a:xfrm>
          <a:prstGeom prst="straightConnector1">
            <a:avLst/>
          </a:prstGeom>
          <a:ln w="38100">
            <a:solidFill>
              <a:srgbClr val="333399"/>
            </a:solidFill>
            <a:tailEnd type="triangle"/>
          </a:ln>
        </p:spPr>
        <p:style>
          <a:lnRef idx="3">
            <a:schemeClr val="accent2"/>
          </a:lnRef>
          <a:fillRef idx="0">
            <a:schemeClr val="accent2"/>
          </a:fillRef>
          <a:effectRef idx="2">
            <a:schemeClr val="accent2"/>
          </a:effectRef>
          <a:fontRef idx="minor">
            <a:schemeClr val="tx1"/>
          </a:fontRef>
        </p:style>
      </p:cxnSp>
      <p:cxnSp>
        <p:nvCxnSpPr>
          <p:cNvPr id="60" name="直接箭头连接符 59"/>
          <p:cNvCxnSpPr/>
          <p:nvPr/>
        </p:nvCxnSpPr>
        <p:spPr>
          <a:xfrm>
            <a:off x="4168450" y="4858414"/>
            <a:ext cx="827126" cy="0"/>
          </a:xfrm>
          <a:prstGeom prst="straightConnector1">
            <a:avLst/>
          </a:prstGeom>
          <a:ln w="38100">
            <a:solidFill>
              <a:srgbClr val="333399"/>
            </a:solidFill>
            <a:tailEnd type="triangle"/>
          </a:ln>
        </p:spPr>
        <p:style>
          <a:lnRef idx="3">
            <a:schemeClr val="accent2"/>
          </a:lnRef>
          <a:fillRef idx="0">
            <a:schemeClr val="accent2"/>
          </a:fillRef>
          <a:effectRef idx="2">
            <a:schemeClr val="accent2"/>
          </a:effectRef>
          <a:fontRef idx="minor">
            <a:schemeClr val="tx1"/>
          </a:fontRef>
        </p:style>
      </p:cxnSp>
      <p:sp>
        <p:nvSpPr>
          <p:cNvPr id="61" name="日期占位符 36"/>
          <p:cNvSpPr>
            <a:spLocks noGrp="1"/>
          </p:cNvSpPr>
          <p:nvPr>
            <p:ph type="dt" sz="half" idx="10"/>
          </p:nvPr>
        </p:nvSpPr>
        <p:spPr>
          <a:xfrm>
            <a:off x="197335" y="6489303"/>
            <a:ext cx="2743200" cy="365125"/>
          </a:xfrm>
        </p:spPr>
        <p:txBody>
          <a:bodyPr/>
          <a:lstStyle/>
          <a:p>
            <a:r>
              <a:rPr lang="en-US" altLang="zh-CN" dirty="0">
                <a:latin typeface="微软雅黑" panose="020B0503020204020204" pitchFamily="34" charset="-122"/>
                <a:ea typeface="微软雅黑" panose="020B0503020204020204" pitchFamily="34" charset="-122"/>
              </a:rPr>
              <a:t>4.4 </a:t>
            </a:r>
            <a:r>
              <a:rPr lang="zh-CN" altLang="en-US" dirty="0">
                <a:latin typeface="微软雅黑" panose="020B0503020204020204" pitchFamily="34" charset="-122"/>
                <a:ea typeface="微软雅黑" panose="020B0503020204020204" pitchFamily="34" charset="-122"/>
              </a:rPr>
              <a:t>数据链路层交换</a:t>
            </a:r>
          </a:p>
        </p:txBody>
      </p:sp>
      <p:sp>
        <p:nvSpPr>
          <p:cNvPr id="63" name="灯片编号占位符 38"/>
          <p:cNvSpPr>
            <a:spLocks noGrp="1"/>
          </p:cNvSpPr>
          <p:nvPr>
            <p:ph type="sldNum" sz="quarter" idx="12"/>
          </p:nvPr>
        </p:nvSpPr>
        <p:spPr>
          <a:xfrm>
            <a:off x="8686810" y="6489303"/>
            <a:ext cx="3319670" cy="365125"/>
          </a:xfrm>
        </p:spPr>
        <p:txBody>
          <a:bodyPr/>
          <a:lstStyle/>
          <a:p>
            <a:fld id="{8D4D1E41-7A09-AB4A-A4E1-09765ADA2698}" type="slidenum">
              <a:rPr kumimoji="1" lang="zh-CN" altLang="en-US" smtClean="0"/>
              <a:t>64</a:t>
            </a:fld>
            <a:endParaRPr kumimoji="1"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39"/>
                                        </p:tgtEl>
                                        <p:attrNameLst>
                                          <p:attrName>style.visibility</p:attrName>
                                        </p:attrNameLst>
                                      </p:cBhvr>
                                      <p:to>
                                        <p:strVal val="visible"/>
                                      </p:to>
                                    </p:set>
                                    <p:animEffect transition="in" filter="wipe(right)">
                                      <p:cBhvr>
                                        <p:cTn id="7" dur="500"/>
                                        <p:tgtEl>
                                          <p:spTgt spid="39"/>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p:cTn id="12" dur="500" fill="hold"/>
                                        <p:tgtEl>
                                          <p:spTgt spid="4"/>
                                        </p:tgtEl>
                                        <p:attrNameLst>
                                          <p:attrName>ppt_w</p:attrName>
                                        </p:attrNameLst>
                                      </p:cBhvr>
                                      <p:tavLst>
                                        <p:tav tm="0">
                                          <p:val>
                                            <p:fltVal val="0"/>
                                          </p:val>
                                        </p:tav>
                                        <p:tav tm="100000">
                                          <p:val>
                                            <p:strVal val="#ppt_w"/>
                                          </p:val>
                                        </p:tav>
                                      </p:tavLst>
                                    </p:anim>
                                    <p:anim calcmode="lin" valueType="num">
                                      <p:cBhvr>
                                        <p:cTn id="13" dur="500" fill="hold"/>
                                        <p:tgtEl>
                                          <p:spTgt spid="4"/>
                                        </p:tgtEl>
                                        <p:attrNameLst>
                                          <p:attrName>ppt_h</p:attrName>
                                        </p:attrNameLst>
                                      </p:cBhvr>
                                      <p:tavLst>
                                        <p:tav tm="0">
                                          <p:val>
                                            <p:fltVal val="0"/>
                                          </p:val>
                                        </p:tav>
                                        <p:tav tm="100000">
                                          <p:val>
                                            <p:strVal val="#ppt_h"/>
                                          </p:val>
                                        </p:tav>
                                      </p:tavLst>
                                    </p:anim>
                                    <p:animEffect transition="in" filter="fade">
                                      <p:cBhvr>
                                        <p:cTn id="14" dur="500"/>
                                        <p:tgtEl>
                                          <p:spTgt spid="4"/>
                                        </p:tgtEl>
                                      </p:cBhvr>
                                    </p:animEffect>
                                  </p:childTnLst>
                                </p:cTn>
                              </p:par>
                            </p:childTnLst>
                          </p:cTn>
                        </p:par>
                        <p:par>
                          <p:cTn id="15" fill="hold">
                            <p:stCondLst>
                              <p:cond delay="500"/>
                            </p:stCondLst>
                            <p:childTnLst>
                              <p:par>
                                <p:cTn id="16" presetID="10" presetClass="entr" presetSubtype="0" fill="hold" grpId="0" nodeType="after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fade">
                                      <p:cBhvr>
                                        <p:cTn id="18" dur="500"/>
                                        <p:tgtEl>
                                          <p:spTgt spid="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58"/>
                                        </p:tgtEl>
                                        <p:attrNameLst>
                                          <p:attrName>style.visibility</p:attrName>
                                        </p:attrNameLst>
                                      </p:cBhvr>
                                      <p:to>
                                        <p:strVal val="visible"/>
                                      </p:to>
                                    </p:set>
                                    <p:animEffect transition="in" filter="wipe(left)">
                                      <p:cBhvr>
                                        <p:cTn id="23" dur="5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 grpId="0"/>
      <p:bldP spid="3" grpId="0"/>
      <p:bldP spid="4"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 name="内容占位符 2"/>
          <p:cNvSpPr>
            <a:spLocks noGrp="1"/>
          </p:cNvSpPr>
          <p:nvPr>
            <p:ph idx="1"/>
          </p:nvPr>
        </p:nvSpPr>
        <p:spPr>
          <a:xfrm>
            <a:off x="838200" y="1417272"/>
            <a:ext cx="10515600" cy="5131205"/>
          </a:xfrm>
        </p:spPr>
        <p:txBody>
          <a:bodyPr>
            <a:normAutofit/>
          </a:bodyPr>
          <a:lstStyle/>
          <a:p>
            <a:pPr>
              <a:lnSpc>
                <a:spcPct val="120000"/>
              </a:lnSpc>
            </a:pPr>
            <a:r>
              <a:rPr kumimoji="1" lang="en-US" altLang="zh-CN" dirty="0"/>
              <a:t>MAC</a:t>
            </a:r>
            <a:r>
              <a:rPr kumimoji="1" lang="zh-CN" altLang="en-US" dirty="0"/>
              <a:t>地址表的构建</a:t>
            </a:r>
            <a:endParaRPr kumimoji="1" lang="en-US" altLang="zh-CN" dirty="0"/>
          </a:p>
          <a:p>
            <a:pPr lvl="1">
              <a:lnSpc>
                <a:spcPct val="120000"/>
              </a:lnSpc>
            </a:pPr>
            <a:r>
              <a:rPr lang="zh-CN" altLang="en-US" sz="2800" dirty="0"/>
              <a:t>增加表项：帧的源地址对应的项不在表中</a:t>
            </a:r>
            <a:endParaRPr lang="en-US" altLang="zh-CN" sz="2800" dirty="0"/>
          </a:p>
          <a:p>
            <a:pPr lvl="1">
              <a:lnSpc>
                <a:spcPct val="120000"/>
              </a:lnSpc>
            </a:pPr>
            <a:r>
              <a:rPr lang="zh-CN" altLang="en-US" sz="2800" dirty="0"/>
              <a:t>删除表项：老化时间到期</a:t>
            </a:r>
            <a:endParaRPr lang="en-US" altLang="zh-CN" sz="2800" dirty="0"/>
          </a:p>
          <a:p>
            <a:pPr lvl="1">
              <a:lnSpc>
                <a:spcPct val="120000"/>
              </a:lnSpc>
            </a:pPr>
            <a:r>
              <a:rPr lang="zh-CN" altLang="en-US" sz="2800" dirty="0"/>
              <a:t>更新表项：帧的源地址在表中，更新时间戳</a:t>
            </a:r>
            <a:endParaRPr lang="en-US" altLang="zh-CN" sz="2800" dirty="0"/>
          </a:p>
          <a:p>
            <a:pPr>
              <a:lnSpc>
                <a:spcPct val="120000"/>
              </a:lnSpc>
            </a:pPr>
            <a:endParaRPr lang="en-US" altLang="zh-CN" dirty="0"/>
          </a:p>
          <a:p>
            <a:pPr>
              <a:lnSpc>
                <a:spcPct val="120000"/>
              </a:lnSpc>
            </a:pPr>
            <a:endParaRPr lang="en-US" altLang="zh-CN" dirty="0"/>
          </a:p>
          <a:p>
            <a:pPr marL="0" indent="0">
              <a:lnSpc>
                <a:spcPct val="120000"/>
              </a:lnSpc>
              <a:buNone/>
            </a:pPr>
            <a:endParaRPr kumimoji="1" lang="zh-CN" altLang="en-US" dirty="0"/>
          </a:p>
        </p:txBody>
      </p:sp>
      <p:sp>
        <p:nvSpPr>
          <p:cNvPr id="2" name="标题 1"/>
          <p:cNvSpPr>
            <a:spLocks noGrp="1"/>
          </p:cNvSpPr>
          <p:nvPr>
            <p:ph type="title"/>
          </p:nvPr>
        </p:nvSpPr>
        <p:spPr/>
        <p:txBody>
          <a:bodyPr>
            <a:normAutofit/>
          </a:bodyPr>
          <a:lstStyle/>
          <a:p>
            <a:r>
              <a:rPr kumimoji="1" lang="en-US" altLang="zh-CN" dirty="0"/>
              <a:t> </a:t>
            </a:r>
            <a:r>
              <a:rPr kumimoji="1" lang="zh-CN" altLang="zh-CN" dirty="0"/>
              <a:t>数据链路层交换原理</a:t>
            </a:r>
            <a:endParaRPr kumimoji="1" lang="zh-CN" altLang="en-US" dirty="0"/>
          </a:p>
        </p:txBody>
      </p:sp>
      <p:sp>
        <p:nvSpPr>
          <p:cNvPr id="41" name="日期占位符 36"/>
          <p:cNvSpPr>
            <a:spLocks noGrp="1"/>
          </p:cNvSpPr>
          <p:nvPr>
            <p:ph type="dt" sz="half" idx="10"/>
          </p:nvPr>
        </p:nvSpPr>
        <p:spPr>
          <a:xfrm>
            <a:off x="197335" y="6489303"/>
            <a:ext cx="2743200" cy="365125"/>
          </a:xfrm>
        </p:spPr>
        <p:txBody>
          <a:bodyPr/>
          <a:lstStyle/>
          <a:p>
            <a:r>
              <a:rPr lang="en-US" altLang="zh-CN" dirty="0">
                <a:latin typeface="微软雅黑" panose="020B0503020204020204" pitchFamily="34" charset="-122"/>
                <a:ea typeface="微软雅黑" panose="020B0503020204020204" pitchFamily="34" charset="-122"/>
              </a:rPr>
              <a:t>4.4 </a:t>
            </a:r>
            <a:r>
              <a:rPr lang="zh-CN" altLang="en-US" dirty="0">
                <a:latin typeface="微软雅黑" panose="020B0503020204020204" pitchFamily="34" charset="-122"/>
                <a:ea typeface="微软雅黑" panose="020B0503020204020204" pitchFamily="34" charset="-122"/>
              </a:rPr>
              <a:t>数据链路层交换</a:t>
            </a:r>
          </a:p>
        </p:txBody>
      </p:sp>
      <p:sp>
        <p:nvSpPr>
          <p:cNvPr id="42" name="灯片编号占位符 38"/>
          <p:cNvSpPr>
            <a:spLocks noGrp="1"/>
          </p:cNvSpPr>
          <p:nvPr>
            <p:ph type="sldNum" sz="quarter" idx="12"/>
          </p:nvPr>
        </p:nvSpPr>
        <p:spPr>
          <a:xfrm>
            <a:off x="8686810" y="6489303"/>
            <a:ext cx="3319670" cy="365125"/>
          </a:xfrm>
        </p:spPr>
        <p:txBody>
          <a:bodyPr/>
          <a:lstStyle/>
          <a:p>
            <a:fld id="{8D4D1E41-7A09-AB4A-A4E1-09765ADA2698}" type="slidenum">
              <a:rPr kumimoji="1" lang="zh-CN" altLang="en-US" smtClean="0"/>
              <a:t>65</a:t>
            </a:fld>
            <a:endParaRPr kumimoji="1" lang="zh-CN" altLang="en-US" dirty="0"/>
          </a:p>
        </p:txBody>
      </p:sp>
      <p:sp>
        <p:nvSpPr>
          <p:cNvPr id="39" name="波形 38"/>
          <p:cNvSpPr/>
          <p:nvPr/>
        </p:nvSpPr>
        <p:spPr>
          <a:xfrm>
            <a:off x="1568935" y="4071434"/>
            <a:ext cx="8532857" cy="1145309"/>
          </a:xfrm>
          <a:prstGeom prst="wave">
            <a:avLst/>
          </a:prstGeom>
          <a:solidFill>
            <a:schemeClr val="bg2"/>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Bef>
                <a:spcPct val="0"/>
              </a:spcBef>
            </a:pPr>
            <a:r>
              <a:rPr lang="en-US" altLang="zh-CN" sz="2800" b="1" dirty="0">
                <a:solidFill>
                  <a:srgbClr val="7030A0"/>
                </a:solidFill>
              </a:rPr>
              <a:t>MAC</a:t>
            </a:r>
            <a:r>
              <a:rPr lang="zh-CN" altLang="en-US" sz="2800" b="1" dirty="0">
                <a:solidFill>
                  <a:srgbClr val="7030A0"/>
                </a:solidFill>
              </a:rPr>
              <a:t>地址表会满而溢出吗？是不是存在安全隐患？</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9"/>
                                        </p:tgtEl>
                                        <p:attrNameLst>
                                          <p:attrName>style.visibility</p:attrName>
                                        </p:attrNameLst>
                                      </p:cBhvr>
                                      <p:to>
                                        <p:strVal val="visible"/>
                                      </p:to>
                                    </p:set>
                                    <p:animEffect transition="in" filter="wipe(left)">
                                      <p:cBhvr>
                                        <p:cTn id="7"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 name="内容占位符 2"/>
          <p:cNvSpPr>
            <a:spLocks noGrp="1"/>
          </p:cNvSpPr>
          <p:nvPr>
            <p:ph idx="1"/>
          </p:nvPr>
        </p:nvSpPr>
        <p:spPr>
          <a:xfrm>
            <a:off x="838200" y="1417272"/>
            <a:ext cx="10515600" cy="5131205"/>
          </a:xfrm>
        </p:spPr>
        <p:txBody>
          <a:bodyPr>
            <a:normAutofit/>
          </a:bodyPr>
          <a:lstStyle/>
          <a:p>
            <a:pPr>
              <a:lnSpc>
                <a:spcPct val="120000"/>
              </a:lnSpc>
            </a:pPr>
            <a:r>
              <a:rPr lang="zh-CN" altLang="en-US" dirty="0"/>
              <a:t>网桥通过逆向学习帧的源地址，获知主机所处的位置，</a:t>
            </a:r>
            <a:endParaRPr lang="en-US" altLang="zh-CN" dirty="0"/>
          </a:p>
          <a:p>
            <a:pPr>
              <a:lnSpc>
                <a:spcPct val="120000"/>
              </a:lnSpc>
            </a:pPr>
            <a:r>
              <a:rPr lang="zh-CN" altLang="en-US" dirty="0"/>
              <a:t>网桥通过逆向学习帧的源地址，构建</a:t>
            </a:r>
            <a:r>
              <a:rPr lang="en-US" altLang="zh-CN" dirty="0"/>
              <a:t>MAC</a:t>
            </a:r>
            <a:r>
              <a:rPr lang="zh-CN" altLang="en-US" dirty="0"/>
              <a:t>地址表。</a:t>
            </a:r>
            <a:endParaRPr lang="en-US" altLang="zh-CN" dirty="0"/>
          </a:p>
          <a:p>
            <a:pPr marL="0" indent="0">
              <a:lnSpc>
                <a:spcPct val="120000"/>
              </a:lnSpc>
              <a:buNone/>
            </a:pPr>
            <a:endParaRPr lang="en-US" altLang="zh-CN" dirty="0"/>
          </a:p>
          <a:p>
            <a:pPr marL="0" indent="0">
              <a:lnSpc>
                <a:spcPct val="120000"/>
              </a:lnSpc>
              <a:buNone/>
            </a:pPr>
            <a:endParaRPr kumimoji="1" lang="zh-CN" altLang="en-US" dirty="0"/>
          </a:p>
        </p:txBody>
      </p:sp>
      <p:sp>
        <p:nvSpPr>
          <p:cNvPr id="2" name="标题 1"/>
          <p:cNvSpPr>
            <a:spLocks noGrp="1"/>
          </p:cNvSpPr>
          <p:nvPr>
            <p:ph type="title"/>
          </p:nvPr>
        </p:nvSpPr>
        <p:spPr/>
        <p:txBody>
          <a:bodyPr>
            <a:normAutofit/>
          </a:bodyPr>
          <a:lstStyle/>
          <a:p>
            <a:r>
              <a:rPr kumimoji="1" lang="en-US" altLang="zh-CN" dirty="0"/>
              <a:t> </a:t>
            </a:r>
            <a:r>
              <a:rPr kumimoji="1" lang="zh-CN" altLang="zh-CN" dirty="0"/>
              <a:t>数据链路层交换原理</a:t>
            </a:r>
            <a:endParaRPr kumimoji="1" lang="zh-CN" altLang="en-US" dirty="0"/>
          </a:p>
        </p:txBody>
      </p:sp>
      <p:grpSp>
        <p:nvGrpSpPr>
          <p:cNvPr id="5" name="组合 4"/>
          <p:cNvGrpSpPr/>
          <p:nvPr/>
        </p:nvGrpSpPr>
        <p:grpSpPr>
          <a:xfrm>
            <a:off x="2236138" y="2883610"/>
            <a:ext cx="7775014" cy="2281409"/>
            <a:chOff x="2236138" y="3167390"/>
            <a:chExt cx="7775014" cy="2281409"/>
          </a:xfrm>
        </p:grpSpPr>
        <p:sp>
          <p:nvSpPr>
            <p:cNvPr id="3" name="文本框 2"/>
            <p:cNvSpPr txBox="1"/>
            <p:nvPr/>
          </p:nvSpPr>
          <p:spPr>
            <a:xfrm>
              <a:off x="2236138" y="3167390"/>
              <a:ext cx="7775014" cy="523220"/>
            </a:xfrm>
            <a:prstGeom prst="rect">
              <a:avLst/>
            </a:prstGeom>
            <a:noFill/>
            <a:ln w="19050">
              <a:noFill/>
            </a:ln>
          </p:spPr>
          <p:txBody>
            <a:bodyPr wrap="none" rtlCol="0">
              <a:spAutoFit/>
            </a:bodyPr>
            <a:lstStyle/>
            <a:p>
              <a:r>
                <a:rPr lang="zh-CN" altLang="en-US" sz="2800" dirty="0">
                  <a:solidFill>
                    <a:srgbClr val="7030A0"/>
                  </a:solidFill>
                  <a:latin typeface="微软雅黑" panose="020B0503020204020204" pitchFamily="34" charset="-122"/>
                  <a:ea typeface="微软雅黑" panose="020B0503020204020204" pitchFamily="34" charset="-122"/>
                </a:rPr>
                <a:t>网桥如何利用</a:t>
              </a:r>
              <a:r>
                <a:rPr lang="en-US" altLang="zh-CN" sz="2800" dirty="0">
                  <a:solidFill>
                    <a:srgbClr val="7030A0"/>
                  </a:solidFill>
                  <a:latin typeface="微软雅黑" panose="020B0503020204020204" pitchFamily="34" charset="-122"/>
                  <a:ea typeface="微软雅黑" panose="020B0503020204020204" pitchFamily="34" charset="-122"/>
                </a:rPr>
                <a:t>MAC</a:t>
              </a:r>
              <a:r>
                <a:rPr lang="zh-CN" altLang="en-US" sz="2800" dirty="0">
                  <a:solidFill>
                    <a:srgbClr val="7030A0"/>
                  </a:solidFill>
                  <a:latin typeface="微软雅黑" panose="020B0503020204020204" pitchFamily="34" charset="-122"/>
                  <a:ea typeface="微软雅黑" panose="020B0503020204020204" pitchFamily="34" charset="-122"/>
                </a:rPr>
                <a:t>地址表进行数据帧的转发？</a:t>
              </a:r>
            </a:p>
          </p:txBody>
        </p:sp>
        <p:pic>
          <p:nvPicPr>
            <p:cNvPr id="6" name="Picture 48"/>
            <p:cNvPicPr>
              <a:picLocks noChangeArrowheads="1"/>
            </p:cNvPicPr>
            <p:nvPr/>
          </p:nvPicPr>
          <p:blipFill>
            <a:blip r:embed="rId3">
              <a:duotone>
                <a:prstClr val="black"/>
                <a:schemeClr val="accent1">
                  <a:tint val="45000"/>
                  <a:satMod val="400000"/>
                </a:schemeClr>
              </a:duotone>
              <a:extLst>
                <a:ext uri="{28A0092B-C50C-407E-A947-70E740481C1C}">
                  <a14:useLocalDpi xmlns:a14="http://schemas.microsoft.com/office/drawing/2010/main" val="0"/>
                </a:ext>
              </a:extLst>
            </a:blip>
            <a:srcRect/>
            <a:stretch>
              <a:fillRect/>
            </a:stretch>
          </p:blipFill>
          <p:spPr bwMode="auto">
            <a:xfrm>
              <a:off x="6163375" y="4269669"/>
              <a:ext cx="1155700" cy="8060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7" name="文本框 6"/>
            <p:cNvSpPr txBox="1"/>
            <p:nvPr/>
          </p:nvSpPr>
          <p:spPr>
            <a:xfrm>
              <a:off x="6253212" y="5048689"/>
              <a:ext cx="898003"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Bridge</a:t>
              </a:r>
              <a:endParaRPr kumimoji="0" lang="zh-CN" altLang="en-US" sz="20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4" name="标注: 右箭头 3"/>
            <p:cNvSpPr/>
            <p:nvPr/>
          </p:nvSpPr>
          <p:spPr>
            <a:xfrm>
              <a:off x="4119611" y="4552464"/>
              <a:ext cx="1953929" cy="523220"/>
            </a:xfrm>
            <a:prstGeom prst="rightArrowCallou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t>数据帧</a:t>
              </a:r>
            </a:p>
          </p:txBody>
        </p:sp>
      </p:grpSp>
      <p:sp>
        <p:nvSpPr>
          <p:cNvPr id="13" name="日期占位符 36"/>
          <p:cNvSpPr>
            <a:spLocks noGrp="1"/>
          </p:cNvSpPr>
          <p:nvPr>
            <p:ph type="dt" sz="half" idx="10"/>
          </p:nvPr>
        </p:nvSpPr>
        <p:spPr>
          <a:xfrm>
            <a:off x="197335" y="6489303"/>
            <a:ext cx="2743200" cy="365125"/>
          </a:xfrm>
        </p:spPr>
        <p:txBody>
          <a:bodyPr/>
          <a:lstStyle/>
          <a:p>
            <a:r>
              <a:rPr lang="en-US" altLang="zh-CN" dirty="0">
                <a:latin typeface="微软雅黑" panose="020B0503020204020204" pitchFamily="34" charset="-122"/>
                <a:ea typeface="微软雅黑" panose="020B0503020204020204" pitchFamily="34" charset="-122"/>
              </a:rPr>
              <a:t>4.4 </a:t>
            </a:r>
            <a:r>
              <a:rPr lang="zh-CN" altLang="en-US" dirty="0">
                <a:latin typeface="微软雅黑" panose="020B0503020204020204" pitchFamily="34" charset="-122"/>
                <a:ea typeface="微软雅黑" panose="020B0503020204020204" pitchFamily="34" charset="-122"/>
              </a:rPr>
              <a:t>数据链路层交换</a:t>
            </a:r>
          </a:p>
        </p:txBody>
      </p:sp>
      <p:sp>
        <p:nvSpPr>
          <p:cNvPr id="14" name="灯片编号占位符 38"/>
          <p:cNvSpPr>
            <a:spLocks noGrp="1"/>
          </p:cNvSpPr>
          <p:nvPr>
            <p:ph type="sldNum" sz="quarter" idx="12"/>
          </p:nvPr>
        </p:nvSpPr>
        <p:spPr>
          <a:xfrm>
            <a:off x="8686810" y="6489303"/>
            <a:ext cx="3319670" cy="365125"/>
          </a:xfrm>
        </p:spPr>
        <p:txBody>
          <a:bodyPr/>
          <a:lstStyle/>
          <a:p>
            <a:fld id="{8D4D1E41-7A09-AB4A-A4E1-09765ADA2698}" type="slidenum">
              <a:rPr kumimoji="1" lang="zh-CN" altLang="en-US" smtClean="0"/>
              <a:t>66</a:t>
            </a:fld>
            <a:endParaRPr kumimoji="1" lang="zh-CN" altLang="en-US" dirty="0"/>
          </a:p>
        </p:txBody>
      </p:sp>
      <p:sp>
        <p:nvSpPr>
          <p:cNvPr id="10" name="文本框 9"/>
          <p:cNvSpPr txBox="1"/>
          <p:nvPr/>
        </p:nvSpPr>
        <p:spPr>
          <a:xfrm>
            <a:off x="1032450" y="5420819"/>
            <a:ext cx="10974030" cy="523220"/>
          </a:xfrm>
          <a:prstGeom prst="rect">
            <a:avLst/>
          </a:prstGeom>
          <a:noFill/>
        </p:spPr>
        <p:txBody>
          <a:bodyPr wrap="none" rtlCol="0">
            <a:spAutoFit/>
          </a:bodyPr>
          <a:lstStyle/>
          <a:p>
            <a:r>
              <a:rPr lang="zh-CN" altLang="zh-CN" sz="2800" dirty="0">
                <a:solidFill>
                  <a:srgbClr val="7030A0"/>
                </a:solidFill>
                <a:latin typeface="微软雅黑" panose="020B0503020204020204" pitchFamily="34" charset="-122"/>
                <a:ea typeface="微软雅黑" panose="020B0503020204020204" pitchFamily="34" charset="-122"/>
              </a:rPr>
              <a:t>网桥对于入境帧的处理过程（</a:t>
            </a:r>
            <a:r>
              <a:rPr lang="en-US" altLang="zh-CN" sz="2800" dirty="0">
                <a:solidFill>
                  <a:srgbClr val="7030A0"/>
                </a:solidFill>
                <a:highlight>
                  <a:srgbClr val="FFFF00"/>
                </a:highlight>
                <a:latin typeface="微软雅黑" panose="020B0503020204020204" pitchFamily="34" charset="-122"/>
                <a:ea typeface="微软雅黑" panose="020B0503020204020204" pitchFamily="34" charset="-122"/>
              </a:rPr>
              <a:t>forwarding</a:t>
            </a:r>
            <a:r>
              <a:rPr lang="zh-CN" altLang="zh-CN" sz="2800" dirty="0">
                <a:solidFill>
                  <a:srgbClr val="7030A0"/>
                </a:solidFill>
                <a:highlight>
                  <a:srgbClr val="FFFF00"/>
                </a:highlight>
                <a:latin typeface="微软雅黑" panose="020B0503020204020204" pitchFamily="34" charset="-122"/>
                <a:ea typeface="微软雅黑" panose="020B0503020204020204" pitchFamily="34" charset="-122"/>
              </a:rPr>
              <a:t>、</a:t>
            </a:r>
            <a:r>
              <a:rPr lang="en-US" altLang="zh-CN" sz="2800" dirty="0">
                <a:solidFill>
                  <a:srgbClr val="7030A0"/>
                </a:solidFill>
                <a:highlight>
                  <a:srgbClr val="FFFF00"/>
                </a:highlight>
                <a:latin typeface="微软雅黑" panose="020B0503020204020204" pitchFamily="34" charset="-122"/>
                <a:ea typeface="微软雅黑" panose="020B0503020204020204" pitchFamily="34" charset="-122"/>
              </a:rPr>
              <a:t>filtering</a:t>
            </a:r>
            <a:r>
              <a:rPr lang="zh-CN" altLang="en-US" sz="2800" dirty="0">
                <a:solidFill>
                  <a:srgbClr val="7030A0"/>
                </a:solidFill>
                <a:highlight>
                  <a:srgbClr val="FFFF00"/>
                </a:highlight>
                <a:latin typeface="微软雅黑" panose="020B0503020204020204" pitchFamily="34" charset="-122"/>
                <a:ea typeface="微软雅黑" panose="020B0503020204020204" pitchFamily="34" charset="-122"/>
              </a:rPr>
              <a:t>、</a:t>
            </a:r>
            <a:r>
              <a:rPr lang="en-US" altLang="zh-CN" sz="2800" dirty="0">
                <a:solidFill>
                  <a:srgbClr val="7030A0"/>
                </a:solidFill>
                <a:highlight>
                  <a:srgbClr val="FFFF00"/>
                </a:highlight>
                <a:latin typeface="微软雅黑" panose="020B0503020204020204" pitchFamily="34" charset="-122"/>
                <a:ea typeface="微软雅黑" panose="020B0503020204020204" pitchFamily="34" charset="-122"/>
              </a:rPr>
              <a:t>flooding</a:t>
            </a:r>
            <a:r>
              <a:rPr lang="zh-CN" altLang="zh-CN" sz="2800" dirty="0">
                <a:solidFill>
                  <a:srgbClr val="7030A0"/>
                </a:solidFill>
                <a:latin typeface="微软雅黑" panose="020B0503020204020204" pitchFamily="34" charset="-122"/>
                <a:ea typeface="微软雅黑" panose="020B0503020204020204" pitchFamily="34" charset="-122"/>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 name="内容占位符 2"/>
          <p:cNvSpPr>
            <a:spLocks noGrp="1"/>
          </p:cNvSpPr>
          <p:nvPr>
            <p:ph idx="1"/>
          </p:nvPr>
        </p:nvSpPr>
        <p:spPr>
          <a:xfrm>
            <a:off x="838200" y="1417272"/>
            <a:ext cx="10515600" cy="5131205"/>
          </a:xfrm>
        </p:spPr>
        <p:txBody>
          <a:bodyPr>
            <a:normAutofit/>
          </a:bodyPr>
          <a:lstStyle/>
          <a:p>
            <a:pPr>
              <a:lnSpc>
                <a:spcPct val="120000"/>
              </a:lnSpc>
            </a:pPr>
            <a:r>
              <a:rPr lang="en-US" altLang="zh-CN" dirty="0"/>
              <a:t>Forwarding</a:t>
            </a:r>
            <a:r>
              <a:rPr lang="zh-CN" altLang="en-US" dirty="0"/>
              <a:t>（转发）</a:t>
            </a:r>
            <a:endParaRPr lang="en-US" altLang="zh-CN" dirty="0"/>
          </a:p>
          <a:p>
            <a:pPr marL="0" indent="0">
              <a:lnSpc>
                <a:spcPct val="120000"/>
              </a:lnSpc>
              <a:buNone/>
            </a:pPr>
            <a:endParaRPr kumimoji="1" lang="zh-CN" altLang="en-US" dirty="0"/>
          </a:p>
        </p:txBody>
      </p:sp>
      <p:sp>
        <p:nvSpPr>
          <p:cNvPr id="2" name="标题 1"/>
          <p:cNvSpPr>
            <a:spLocks noGrp="1"/>
          </p:cNvSpPr>
          <p:nvPr>
            <p:ph type="title"/>
          </p:nvPr>
        </p:nvSpPr>
        <p:spPr/>
        <p:txBody>
          <a:bodyPr>
            <a:normAutofit/>
          </a:bodyPr>
          <a:lstStyle/>
          <a:p>
            <a:r>
              <a:rPr kumimoji="1" lang="en-US" altLang="zh-CN" dirty="0"/>
              <a:t> </a:t>
            </a:r>
            <a:r>
              <a:rPr kumimoji="1" lang="zh-CN" altLang="zh-CN" dirty="0"/>
              <a:t>数据链路层交换原理</a:t>
            </a:r>
            <a:endParaRPr kumimoji="1" lang="zh-CN" altLang="en-US" dirty="0"/>
          </a:p>
        </p:txBody>
      </p:sp>
      <p:sp>
        <p:nvSpPr>
          <p:cNvPr id="5" name="AutoShape 48"/>
          <p:cNvSpPr>
            <a:spLocks noChangeArrowheads="1"/>
          </p:cNvSpPr>
          <p:nvPr/>
        </p:nvSpPr>
        <p:spPr bwMode="auto">
          <a:xfrm>
            <a:off x="8271713" y="4257966"/>
            <a:ext cx="2560638" cy="2151554"/>
          </a:xfrm>
          <a:prstGeom prst="roundRect">
            <a:avLst>
              <a:gd name="adj" fmla="val 16667"/>
            </a:avLst>
          </a:prstGeom>
          <a:solidFill>
            <a:schemeClr val="bg1">
              <a:lumMod val="85000"/>
            </a:schemeClr>
          </a:solidFill>
          <a:ln>
            <a:noFill/>
          </a:ln>
        </p:spPr>
        <p:txBody>
          <a:bodyPr wrap="none" anchor="ctr"/>
          <a:lstStyle>
            <a:lvl1pPr>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marL="0" marR="0" lvl="0" indent="0" algn="l" defTabSz="914400" rtl="0" eaLnBrk="1" fontAlgn="auto" latinLnBrk="0" hangingPunct="1">
              <a:lnSpc>
                <a:spcPts val="3100"/>
              </a:lnSpc>
              <a:spcBef>
                <a:spcPct val="20000"/>
              </a:spcBef>
              <a:spcAft>
                <a:spcPts val="0"/>
              </a:spcAft>
              <a:buClr>
                <a:srgbClr val="A50021"/>
              </a:buClr>
              <a:buSzPct val="75000"/>
              <a:buFont typeface="Wingdings" panose="05000000000000000000" pitchFamily="2" charset="2"/>
              <a:buNone/>
              <a:defRPr/>
            </a:pPr>
            <a:endParaRPr kumimoji="0" lang="zh-CN" altLang="en-US" sz="3200" b="0" i="0" u="none" strike="noStrike" kern="1200" cap="none" spc="0" normalizeH="0" baseline="0" noProof="0">
              <a:ln>
                <a:noFill/>
              </a:ln>
              <a:solidFill>
                <a:srgbClr val="020202"/>
              </a:solidFill>
              <a:effectLst/>
              <a:uLnTx/>
              <a:uFillTx/>
              <a:latin typeface="Tahoma" panose="020B0604030504040204" pitchFamily="34" charset="0"/>
              <a:ea typeface="宋体" panose="02010600030101010101" pitchFamily="2" charset="-122"/>
              <a:cs typeface="+mn-cs"/>
            </a:endParaRPr>
          </a:p>
        </p:txBody>
      </p:sp>
      <p:sp>
        <p:nvSpPr>
          <p:cNvPr id="6" name="文本框 5"/>
          <p:cNvSpPr txBox="1"/>
          <p:nvPr/>
        </p:nvSpPr>
        <p:spPr>
          <a:xfrm>
            <a:off x="10009618" y="4542239"/>
            <a:ext cx="91440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Hub</a:t>
            </a: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pic>
        <p:nvPicPr>
          <p:cNvPr id="7" name="Picture 40" descr="comput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23266" y="5525648"/>
            <a:ext cx="390846" cy="371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40" descr="computer"/>
          <p:cNvPicPr>
            <a:picLocks noChangeAspect="1" noChangeArrowheads="1"/>
          </p:cNvPicPr>
          <p:nvPr/>
        </p:nvPicPr>
        <p:blipFill>
          <a:blip r:embed="rId3">
            <a:duotone>
              <a:prstClr val="black"/>
              <a:schemeClr val="accent2">
                <a:tint val="45000"/>
                <a:satMod val="400000"/>
              </a:schemeClr>
            </a:duotone>
            <a:extLst>
              <a:ext uri="{28A0092B-C50C-407E-A947-70E740481C1C}">
                <a14:useLocalDpi xmlns:a14="http://schemas.microsoft.com/office/drawing/2010/main" val="0"/>
              </a:ext>
            </a:extLst>
          </a:blip>
          <a:srcRect/>
          <a:stretch>
            <a:fillRect/>
          </a:stretch>
        </p:blipFill>
        <p:spPr bwMode="auto">
          <a:xfrm>
            <a:off x="9739187" y="5525649"/>
            <a:ext cx="390846" cy="371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9" name="直接连接符 8"/>
          <p:cNvCxnSpPr>
            <a:stCxn id="7" idx="0"/>
          </p:cNvCxnSpPr>
          <p:nvPr/>
        </p:nvCxnSpPr>
        <p:spPr>
          <a:xfrm flipV="1">
            <a:off x="9118689" y="4780199"/>
            <a:ext cx="221444" cy="745449"/>
          </a:xfrm>
          <a:prstGeom prst="line">
            <a:avLst/>
          </a:prstGeom>
        </p:spPr>
        <p:style>
          <a:lnRef idx="3">
            <a:schemeClr val="accent1"/>
          </a:lnRef>
          <a:fillRef idx="0">
            <a:schemeClr val="accent1"/>
          </a:fillRef>
          <a:effectRef idx="2">
            <a:schemeClr val="accent1"/>
          </a:effectRef>
          <a:fontRef idx="minor">
            <a:schemeClr val="tx1"/>
          </a:fontRef>
        </p:style>
      </p:cxnSp>
      <p:cxnSp>
        <p:nvCxnSpPr>
          <p:cNvPr id="10" name="直接连接符 9"/>
          <p:cNvCxnSpPr>
            <a:stCxn id="8" idx="0"/>
          </p:cNvCxnSpPr>
          <p:nvPr/>
        </p:nvCxnSpPr>
        <p:spPr>
          <a:xfrm flipH="1" flipV="1">
            <a:off x="9752678" y="4583709"/>
            <a:ext cx="181932" cy="941940"/>
          </a:xfrm>
          <a:prstGeom prst="line">
            <a:avLst/>
          </a:prstGeom>
        </p:spPr>
        <p:style>
          <a:lnRef idx="3">
            <a:schemeClr val="accent1"/>
          </a:lnRef>
          <a:fillRef idx="0">
            <a:schemeClr val="accent1"/>
          </a:fillRef>
          <a:effectRef idx="2">
            <a:schemeClr val="accent1"/>
          </a:effectRef>
          <a:fontRef idx="minor">
            <a:schemeClr val="tx1"/>
          </a:fontRef>
        </p:style>
      </p:cxnSp>
      <p:sp>
        <p:nvSpPr>
          <p:cNvPr id="11" name="文本框 10"/>
          <p:cNvSpPr txBox="1"/>
          <p:nvPr/>
        </p:nvSpPr>
        <p:spPr>
          <a:xfrm>
            <a:off x="8929505" y="5897283"/>
            <a:ext cx="32733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C</a:t>
            </a: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12" name="文本框 11"/>
          <p:cNvSpPr txBox="1"/>
          <p:nvPr/>
        </p:nvSpPr>
        <p:spPr>
          <a:xfrm>
            <a:off x="9774801" y="5897284"/>
            <a:ext cx="34336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D</a:t>
            </a: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graphicFrame>
        <p:nvGraphicFramePr>
          <p:cNvPr id="13" name="Group 40"/>
          <p:cNvGraphicFramePr>
            <a:graphicFrameLocks noGrp="1"/>
          </p:cNvGraphicFramePr>
          <p:nvPr/>
        </p:nvGraphicFramePr>
        <p:xfrm>
          <a:off x="5128871" y="2016779"/>
          <a:ext cx="3050723" cy="2072544"/>
        </p:xfrm>
        <a:graphic>
          <a:graphicData uri="http://schemas.openxmlformats.org/drawingml/2006/table">
            <a:tbl>
              <a:tblPr/>
              <a:tblGrid>
                <a:gridCol w="1910285">
                  <a:extLst>
                    <a:ext uri="{9D8B030D-6E8A-4147-A177-3AD203B41FA5}">
                      <a16:colId xmlns:a16="http://schemas.microsoft.com/office/drawing/2014/main" val="20000"/>
                    </a:ext>
                  </a:extLst>
                </a:gridCol>
                <a:gridCol w="1140438">
                  <a:extLst>
                    <a:ext uri="{9D8B030D-6E8A-4147-A177-3AD203B41FA5}">
                      <a16:colId xmlns:a16="http://schemas.microsoft.com/office/drawing/2014/main" val="20001"/>
                    </a:ext>
                  </a:extLst>
                </a:gridCol>
              </a:tblGrid>
              <a:tr h="290300">
                <a:tc gridSpan="2">
                  <a:txBody>
                    <a:bodyPr/>
                    <a:lstStyle>
                      <a:lvl1pPr marL="0" algn="l" defTabSz="914400" rtl="0" eaLnBrk="1" latinLnBrk="0" hangingPunct="1">
                        <a:spcBef>
                          <a:spcPct val="10000"/>
                        </a:spcBef>
                        <a:spcAft>
                          <a:spcPct val="25000"/>
                        </a:spcAft>
                        <a:buClr>
                          <a:schemeClr val="tx1"/>
                        </a:buClr>
                        <a:buSzPct val="80000"/>
                        <a:buFont typeface="Wingdings" panose="05000000000000000000" pitchFamily="2" charset="2"/>
                        <a:defRPr sz="2600" b="1" kern="1200">
                          <a:solidFill>
                            <a:srgbClr val="000000"/>
                          </a:solidFill>
                          <a:latin typeface="Arial" panose="020B0604020202090204" pitchFamily="34" charset="0"/>
                          <a:ea typeface="华文细黑" panose="02010600040101010101" pitchFamily="2" charset="-122"/>
                        </a:defRPr>
                      </a:lvl1pPr>
                      <a:lvl2pPr marL="386080" indent="71755" algn="l" defTabSz="914400" rtl="0" eaLnBrk="1" latinLnBrk="0" hangingPunct="1">
                        <a:spcBef>
                          <a:spcPct val="10000"/>
                        </a:spcBef>
                        <a:spcAft>
                          <a:spcPct val="25000"/>
                        </a:spcAft>
                        <a:buClr>
                          <a:schemeClr val="tx1"/>
                        </a:buClr>
                        <a:buSzPct val="80000"/>
                        <a:buFont typeface="Wingdings" panose="05000000000000000000" pitchFamily="2" charset="2"/>
                        <a:defRPr sz="2000" kern="1200">
                          <a:solidFill>
                            <a:srgbClr val="000000"/>
                          </a:solidFill>
                          <a:latin typeface="Arial" panose="020B0604020202090204" pitchFamily="34" charset="0"/>
                          <a:ea typeface="华文细黑" panose="02010600040101010101" pitchFamily="2" charset="-122"/>
                        </a:defRPr>
                      </a:lvl2pPr>
                      <a:lvl3pPr marL="862330" indent="52705" algn="l" defTabSz="914400" rtl="0" eaLnBrk="1" latinLnBrk="0" hangingPunct="1">
                        <a:spcBef>
                          <a:spcPct val="10000"/>
                        </a:spcBef>
                        <a:spcAft>
                          <a:spcPct val="25000"/>
                        </a:spcAft>
                        <a:buClr>
                          <a:schemeClr val="tx1"/>
                        </a:buClr>
                        <a:buFont typeface="Times New Roman" panose="02020503050405090304" pitchFamily="18" charset="0"/>
                        <a:defRPr sz="2000" kern="1200">
                          <a:solidFill>
                            <a:srgbClr val="000000"/>
                          </a:solidFill>
                          <a:latin typeface="Arial" panose="020B0604020202090204" pitchFamily="34" charset="0"/>
                          <a:ea typeface="华文细黑" panose="02010600040101010101" pitchFamily="2" charset="-122"/>
                        </a:defRPr>
                      </a:lvl3pPr>
                      <a:lvl4pPr marL="1281430" indent="90805" algn="l" defTabSz="914400" rtl="0" eaLnBrk="1" latinLnBrk="0" hangingPunct="1">
                        <a:spcBef>
                          <a:spcPct val="10000"/>
                        </a:spcBef>
                        <a:spcAft>
                          <a:spcPct val="25000"/>
                        </a:spcAft>
                        <a:buClr>
                          <a:schemeClr val="tx1"/>
                        </a:buClr>
                        <a:buFont typeface="Times New Roman" panose="02020503050405090304" pitchFamily="18" charset="0"/>
                        <a:defRPr sz="1600" kern="1200">
                          <a:solidFill>
                            <a:srgbClr val="000000"/>
                          </a:solidFill>
                          <a:latin typeface="Arial" panose="020B0604020202090204" pitchFamily="34" charset="0"/>
                          <a:ea typeface="华文细黑" panose="02010600040101010101" pitchFamily="2" charset="-122"/>
                        </a:defRPr>
                      </a:lvl4pPr>
                      <a:lvl5pPr marL="1700530" indent="128905" algn="l" defTabSz="914400" rtl="0" eaLnBrk="1"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5pPr>
                      <a:lvl6pPr marL="21577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6pPr>
                      <a:lvl7pPr marL="26149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7pPr>
                      <a:lvl8pPr marL="30721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8pPr>
                      <a:lvl9pPr marL="35293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9pPr>
                    </a:lstStyle>
                    <a:p>
                      <a:pPr marL="0" marR="0" lvl="0" indent="0" algn="ctr" defTabSz="914400" rtl="0" eaLnBrk="1" fontAlgn="base" latinLnBrk="0" hangingPunct="1">
                        <a:lnSpc>
                          <a:spcPct val="100000"/>
                        </a:lnSpc>
                        <a:spcBef>
                          <a:spcPct val="10000"/>
                        </a:spcBef>
                        <a:spcAft>
                          <a:spcPct val="25000"/>
                        </a:spcAft>
                        <a:buClr>
                          <a:schemeClr val="tx1"/>
                        </a:buClr>
                        <a:buSzPct val="80000"/>
                        <a:buFont typeface="Wingdings" panose="05000000000000000000" pitchFamily="2" charset="2"/>
                        <a:buNone/>
                      </a:pPr>
                      <a:r>
                        <a:rPr kumimoji="0" lang="zh-CN" altLang="zh-CN" sz="1800" b="1" i="0" u="none" strike="noStrike" cap="none" normalizeH="0" baseline="0" dirty="0">
                          <a:ln>
                            <a:noFill/>
                          </a:ln>
                          <a:solidFill>
                            <a:schemeClr val="bg1"/>
                          </a:solidFill>
                          <a:effectLst/>
                          <a:latin typeface="+mn-ea"/>
                          <a:ea typeface="+mn-ea"/>
                        </a:rPr>
                        <a:t>MAC</a:t>
                      </a:r>
                      <a:r>
                        <a:rPr kumimoji="0" lang="zh-CN" altLang="en-US" sz="1800" b="1" i="0" u="none" strike="noStrike" cap="none" normalizeH="0" baseline="0" dirty="0">
                          <a:ln>
                            <a:noFill/>
                          </a:ln>
                          <a:solidFill>
                            <a:schemeClr val="bg1"/>
                          </a:solidFill>
                          <a:effectLst/>
                          <a:latin typeface="+mn-ea"/>
                          <a:ea typeface="+mn-ea"/>
                        </a:rPr>
                        <a:t>地址表</a:t>
                      </a:r>
                      <a:endParaRPr kumimoji="0" lang="zh-CN" altLang="zh-CN" sz="1800" b="1" i="0" u="none" strike="noStrike" cap="none" normalizeH="0" baseline="0" dirty="0">
                        <a:ln>
                          <a:noFill/>
                        </a:ln>
                        <a:solidFill>
                          <a:schemeClr val="bg1"/>
                        </a:solidFill>
                        <a:effectLst/>
                        <a:latin typeface="+mn-ea"/>
                        <a:ea typeface="+mn-ea"/>
                      </a:endParaRPr>
                    </a:p>
                  </a:txBody>
                  <a:tcPr marT="45712" marB="45712"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hMerge="1">
                  <a:txBody>
                    <a:bodyPr/>
                    <a:lstStyle/>
                    <a:p>
                      <a:endParaRPr lang="zh-CN"/>
                    </a:p>
                  </a:txBody>
                  <a:tcPr/>
                </a:tc>
                <a:extLst>
                  <a:ext uri="{0D108BD9-81ED-4DB2-BD59-A6C34878D82A}">
                    <a16:rowId xmlns:a16="http://schemas.microsoft.com/office/drawing/2014/main" val="10000"/>
                  </a:ext>
                </a:extLst>
              </a:tr>
              <a:tr h="290300">
                <a:tc>
                  <a:txBody>
                    <a:bodyPr/>
                    <a:lstStyle>
                      <a:lvl1pPr marL="0" algn="l" defTabSz="914400" rtl="0" eaLnBrk="1" latinLnBrk="0" hangingPunct="1">
                        <a:spcBef>
                          <a:spcPct val="10000"/>
                        </a:spcBef>
                        <a:spcAft>
                          <a:spcPct val="25000"/>
                        </a:spcAft>
                        <a:buClr>
                          <a:schemeClr val="tx1"/>
                        </a:buClr>
                        <a:buSzPct val="80000"/>
                        <a:buFont typeface="Wingdings" panose="05000000000000000000" pitchFamily="2" charset="2"/>
                        <a:defRPr sz="2600" b="1" kern="1200">
                          <a:solidFill>
                            <a:srgbClr val="000000"/>
                          </a:solidFill>
                          <a:latin typeface="Arial" panose="020B0604020202090204" pitchFamily="34" charset="0"/>
                          <a:ea typeface="华文细黑" panose="02010600040101010101" pitchFamily="2" charset="-122"/>
                        </a:defRPr>
                      </a:lvl1pPr>
                      <a:lvl2pPr marL="386080" indent="71755" algn="l" defTabSz="914400" rtl="0" eaLnBrk="1" latinLnBrk="0" hangingPunct="1">
                        <a:spcBef>
                          <a:spcPct val="10000"/>
                        </a:spcBef>
                        <a:spcAft>
                          <a:spcPct val="25000"/>
                        </a:spcAft>
                        <a:buClr>
                          <a:schemeClr val="tx1"/>
                        </a:buClr>
                        <a:buSzPct val="80000"/>
                        <a:buFont typeface="Wingdings" panose="05000000000000000000" pitchFamily="2" charset="2"/>
                        <a:defRPr sz="2000" kern="1200">
                          <a:solidFill>
                            <a:srgbClr val="000000"/>
                          </a:solidFill>
                          <a:latin typeface="Arial" panose="020B0604020202090204" pitchFamily="34" charset="0"/>
                          <a:ea typeface="华文细黑" panose="02010600040101010101" pitchFamily="2" charset="-122"/>
                        </a:defRPr>
                      </a:lvl2pPr>
                      <a:lvl3pPr marL="862330" indent="52705" algn="l" defTabSz="914400" rtl="0" eaLnBrk="1" latinLnBrk="0" hangingPunct="1">
                        <a:spcBef>
                          <a:spcPct val="10000"/>
                        </a:spcBef>
                        <a:spcAft>
                          <a:spcPct val="25000"/>
                        </a:spcAft>
                        <a:buClr>
                          <a:schemeClr val="tx1"/>
                        </a:buClr>
                        <a:buFont typeface="Times New Roman" panose="02020503050405090304" pitchFamily="18" charset="0"/>
                        <a:defRPr sz="2000" kern="1200">
                          <a:solidFill>
                            <a:srgbClr val="000000"/>
                          </a:solidFill>
                          <a:latin typeface="Arial" panose="020B0604020202090204" pitchFamily="34" charset="0"/>
                          <a:ea typeface="华文细黑" panose="02010600040101010101" pitchFamily="2" charset="-122"/>
                        </a:defRPr>
                      </a:lvl3pPr>
                      <a:lvl4pPr marL="1281430" indent="90805" algn="l" defTabSz="914400" rtl="0" eaLnBrk="1" latinLnBrk="0" hangingPunct="1">
                        <a:spcBef>
                          <a:spcPct val="10000"/>
                        </a:spcBef>
                        <a:spcAft>
                          <a:spcPct val="25000"/>
                        </a:spcAft>
                        <a:buClr>
                          <a:schemeClr val="tx1"/>
                        </a:buClr>
                        <a:buFont typeface="Times New Roman" panose="02020503050405090304" pitchFamily="18" charset="0"/>
                        <a:defRPr sz="1600" kern="1200">
                          <a:solidFill>
                            <a:srgbClr val="000000"/>
                          </a:solidFill>
                          <a:latin typeface="Arial" panose="020B0604020202090204" pitchFamily="34" charset="0"/>
                          <a:ea typeface="华文细黑" panose="02010600040101010101" pitchFamily="2" charset="-122"/>
                        </a:defRPr>
                      </a:lvl4pPr>
                      <a:lvl5pPr marL="1700530" indent="128905" algn="l" defTabSz="914400" rtl="0" eaLnBrk="1"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5pPr>
                      <a:lvl6pPr marL="21577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6pPr>
                      <a:lvl7pPr marL="26149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7pPr>
                      <a:lvl8pPr marL="30721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8pPr>
                      <a:lvl9pPr marL="35293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9pPr>
                    </a:lstStyle>
                    <a:p>
                      <a:pPr marL="0" marR="0" lvl="0" indent="0" algn="ctr" defTabSz="914400" rtl="0" eaLnBrk="1" fontAlgn="base" latinLnBrk="0" hangingPunct="1">
                        <a:lnSpc>
                          <a:spcPct val="100000"/>
                        </a:lnSpc>
                        <a:spcBef>
                          <a:spcPct val="10000"/>
                        </a:spcBef>
                        <a:spcAft>
                          <a:spcPct val="25000"/>
                        </a:spcAft>
                        <a:buClr>
                          <a:schemeClr val="tx1"/>
                        </a:buClr>
                        <a:buSzPct val="80000"/>
                        <a:buFont typeface="Wingdings" panose="05000000000000000000" pitchFamily="2" charset="2"/>
                        <a:buNone/>
                      </a:pPr>
                      <a:r>
                        <a:rPr kumimoji="0" lang="zh-CN" altLang="zh-CN" sz="1800" b="1" i="0" u="none" strike="noStrike" cap="none" normalizeH="0" baseline="0" dirty="0">
                          <a:ln>
                            <a:noFill/>
                          </a:ln>
                          <a:solidFill>
                            <a:schemeClr val="bg1"/>
                          </a:solidFill>
                          <a:effectLst/>
                          <a:latin typeface="+mn-ea"/>
                          <a:ea typeface="+mn-ea"/>
                        </a:rPr>
                        <a:t>MAC</a:t>
                      </a:r>
                      <a:r>
                        <a:rPr kumimoji="0" lang="zh-CN" altLang="en-US" sz="1800" b="1" i="0" u="none" strike="noStrike" cap="none" normalizeH="0" baseline="0" dirty="0">
                          <a:ln>
                            <a:noFill/>
                          </a:ln>
                          <a:solidFill>
                            <a:schemeClr val="bg1"/>
                          </a:solidFill>
                          <a:effectLst/>
                          <a:latin typeface="+mn-ea"/>
                          <a:ea typeface="+mn-ea"/>
                        </a:rPr>
                        <a:t>地址</a:t>
                      </a:r>
                      <a:endParaRPr kumimoji="0" lang="zh-CN" altLang="zh-CN" sz="1800" b="1" i="0" u="none" strike="noStrike" cap="none" normalizeH="0" baseline="0" dirty="0">
                        <a:ln>
                          <a:noFill/>
                        </a:ln>
                        <a:solidFill>
                          <a:schemeClr val="bg1"/>
                        </a:solidFill>
                        <a:effectLst/>
                        <a:latin typeface="+mn-ea"/>
                        <a:ea typeface="+mn-ea"/>
                      </a:endParaRPr>
                    </a:p>
                  </a:txBody>
                  <a:tcPr marT="45712" marB="45712"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lvl1pPr marL="0" algn="l" defTabSz="914400" rtl="0" eaLnBrk="1" latinLnBrk="0" hangingPunct="1">
                        <a:spcBef>
                          <a:spcPct val="10000"/>
                        </a:spcBef>
                        <a:spcAft>
                          <a:spcPct val="25000"/>
                        </a:spcAft>
                        <a:buClr>
                          <a:schemeClr val="tx1"/>
                        </a:buClr>
                        <a:buSzPct val="80000"/>
                        <a:buFont typeface="Wingdings" panose="05000000000000000000" pitchFamily="2" charset="2"/>
                        <a:defRPr sz="2600" b="1" kern="1200">
                          <a:solidFill>
                            <a:srgbClr val="000000"/>
                          </a:solidFill>
                          <a:latin typeface="Arial" panose="020B0604020202090204" pitchFamily="34" charset="0"/>
                          <a:ea typeface="华文细黑" panose="02010600040101010101" pitchFamily="2" charset="-122"/>
                        </a:defRPr>
                      </a:lvl1pPr>
                      <a:lvl2pPr marL="386080" indent="71755" algn="l" defTabSz="914400" rtl="0" eaLnBrk="1" latinLnBrk="0" hangingPunct="1">
                        <a:spcBef>
                          <a:spcPct val="10000"/>
                        </a:spcBef>
                        <a:spcAft>
                          <a:spcPct val="25000"/>
                        </a:spcAft>
                        <a:buClr>
                          <a:schemeClr val="tx1"/>
                        </a:buClr>
                        <a:buSzPct val="80000"/>
                        <a:buFont typeface="Wingdings" panose="05000000000000000000" pitchFamily="2" charset="2"/>
                        <a:defRPr sz="2000" kern="1200">
                          <a:solidFill>
                            <a:srgbClr val="000000"/>
                          </a:solidFill>
                          <a:latin typeface="Arial" panose="020B0604020202090204" pitchFamily="34" charset="0"/>
                          <a:ea typeface="华文细黑" panose="02010600040101010101" pitchFamily="2" charset="-122"/>
                        </a:defRPr>
                      </a:lvl2pPr>
                      <a:lvl3pPr marL="862330" indent="52705" algn="l" defTabSz="914400" rtl="0" eaLnBrk="1" latinLnBrk="0" hangingPunct="1">
                        <a:spcBef>
                          <a:spcPct val="10000"/>
                        </a:spcBef>
                        <a:spcAft>
                          <a:spcPct val="25000"/>
                        </a:spcAft>
                        <a:buClr>
                          <a:schemeClr val="tx1"/>
                        </a:buClr>
                        <a:buFont typeface="Times New Roman" panose="02020503050405090304" pitchFamily="18" charset="0"/>
                        <a:defRPr sz="2000" kern="1200">
                          <a:solidFill>
                            <a:srgbClr val="000000"/>
                          </a:solidFill>
                          <a:latin typeface="Arial" panose="020B0604020202090204" pitchFamily="34" charset="0"/>
                          <a:ea typeface="华文细黑" panose="02010600040101010101" pitchFamily="2" charset="-122"/>
                        </a:defRPr>
                      </a:lvl3pPr>
                      <a:lvl4pPr marL="1281430" indent="90805" algn="l" defTabSz="914400" rtl="0" eaLnBrk="1" latinLnBrk="0" hangingPunct="1">
                        <a:spcBef>
                          <a:spcPct val="10000"/>
                        </a:spcBef>
                        <a:spcAft>
                          <a:spcPct val="25000"/>
                        </a:spcAft>
                        <a:buClr>
                          <a:schemeClr val="tx1"/>
                        </a:buClr>
                        <a:buFont typeface="Times New Roman" panose="02020503050405090304" pitchFamily="18" charset="0"/>
                        <a:defRPr sz="1600" kern="1200">
                          <a:solidFill>
                            <a:srgbClr val="000000"/>
                          </a:solidFill>
                          <a:latin typeface="Arial" panose="020B0604020202090204" pitchFamily="34" charset="0"/>
                          <a:ea typeface="华文细黑" panose="02010600040101010101" pitchFamily="2" charset="-122"/>
                        </a:defRPr>
                      </a:lvl4pPr>
                      <a:lvl5pPr marL="1700530" indent="128905" algn="l" defTabSz="914400" rtl="0" eaLnBrk="1"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5pPr>
                      <a:lvl6pPr marL="21577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6pPr>
                      <a:lvl7pPr marL="26149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7pPr>
                      <a:lvl8pPr marL="30721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8pPr>
                      <a:lvl9pPr marL="35293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9pPr>
                    </a:lstStyle>
                    <a:p>
                      <a:pPr marL="0" marR="0" lvl="0" indent="0" algn="ctr" defTabSz="914400" rtl="0" eaLnBrk="1" fontAlgn="base" latinLnBrk="0" hangingPunct="1">
                        <a:lnSpc>
                          <a:spcPct val="100000"/>
                        </a:lnSpc>
                        <a:spcBef>
                          <a:spcPct val="10000"/>
                        </a:spcBef>
                        <a:spcAft>
                          <a:spcPct val="25000"/>
                        </a:spcAft>
                        <a:buClr>
                          <a:schemeClr val="tx1"/>
                        </a:buClr>
                        <a:buSzPct val="80000"/>
                        <a:buFont typeface="Wingdings" panose="05000000000000000000" pitchFamily="2" charset="2"/>
                        <a:buNone/>
                      </a:pPr>
                      <a:r>
                        <a:rPr kumimoji="0" lang="zh-CN" altLang="en-US" sz="1800" b="1" i="0" u="none" strike="noStrike" cap="none" normalizeH="0" baseline="0" dirty="0">
                          <a:ln>
                            <a:noFill/>
                          </a:ln>
                          <a:solidFill>
                            <a:schemeClr val="bg1"/>
                          </a:solidFill>
                          <a:effectLst/>
                          <a:latin typeface="+mn-ea"/>
                          <a:ea typeface="+mn-ea"/>
                        </a:rPr>
                        <a:t>端口</a:t>
                      </a:r>
                      <a:endParaRPr kumimoji="0" lang="zh-CN" altLang="zh-CN" sz="1800" b="1" i="0" u="none" strike="noStrike" cap="none" normalizeH="0" baseline="0" dirty="0">
                        <a:ln>
                          <a:noFill/>
                        </a:ln>
                        <a:solidFill>
                          <a:schemeClr val="bg1"/>
                        </a:solidFill>
                        <a:effectLst/>
                        <a:latin typeface="+mn-ea"/>
                        <a:ea typeface="+mn-ea"/>
                      </a:endParaRPr>
                    </a:p>
                  </a:txBody>
                  <a:tcPr marT="45712" marB="45712"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1"/>
                  </a:ext>
                </a:extLst>
              </a:tr>
              <a:tr h="314492">
                <a:tc>
                  <a:txBody>
                    <a:bodyPr/>
                    <a:lstStyle>
                      <a:lvl1pPr marL="0" algn="l" defTabSz="914400" rtl="0" eaLnBrk="1" latinLnBrk="0" hangingPunct="1">
                        <a:spcBef>
                          <a:spcPct val="10000"/>
                        </a:spcBef>
                        <a:spcAft>
                          <a:spcPct val="25000"/>
                        </a:spcAft>
                        <a:buClr>
                          <a:schemeClr val="tx1"/>
                        </a:buClr>
                        <a:buSzPct val="80000"/>
                        <a:buFont typeface="Wingdings" panose="05000000000000000000" pitchFamily="2" charset="2"/>
                        <a:defRPr sz="2600" b="1" kern="1200">
                          <a:solidFill>
                            <a:srgbClr val="000000"/>
                          </a:solidFill>
                          <a:latin typeface="Arial" panose="020B0604020202090204" pitchFamily="34" charset="0"/>
                          <a:ea typeface="华文细黑" panose="02010600040101010101" pitchFamily="2" charset="-122"/>
                        </a:defRPr>
                      </a:lvl1pPr>
                      <a:lvl2pPr marL="386080" indent="71755" algn="l" defTabSz="914400" rtl="0" eaLnBrk="1" latinLnBrk="0" hangingPunct="1">
                        <a:spcBef>
                          <a:spcPct val="10000"/>
                        </a:spcBef>
                        <a:spcAft>
                          <a:spcPct val="25000"/>
                        </a:spcAft>
                        <a:buClr>
                          <a:schemeClr val="tx1"/>
                        </a:buClr>
                        <a:buSzPct val="80000"/>
                        <a:buFont typeface="Wingdings" panose="05000000000000000000" pitchFamily="2" charset="2"/>
                        <a:defRPr sz="2000" kern="1200">
                          <a:solidFill>
                            <a:srgbClr val="000000"/>
                          </a:solidFill>
                          <a:latin typeface="Arial" panose="020B0604020202090204" pitchFamily="34" charset="0"/>
                          <a:ea typeface="华文细黑" panose="02010600040101010101" pitchFamily="2" charset="-122"/>
                        </a:defRPr>
                      </a:lvl2pPr>
                      <a:lvl3pPr marL="862330" indent="52705" algn="l" defTabSz="914400" rtl="0" eaLnBrk="1" latinLnBrk="0" hangingPunct="1">
                        <a:spcBef>
                          <a:spcPct val="10000"/>
                        </a:spcBef>
                        <a:spcAft>
                          <a:spcPct val="25000"/>
                        </a:spcAft>
                        <a:buClr>
                          <a:schemeClr val="tx1"/>
                        </a:buClr>
                        <a:buFont typeface="Times New Roman" panose="02020503050405090304" pitchFamily="18" charset="0"/>
                        <a:defRPr sz="2000" kern="1200">
                          <a:solidFill>
                            <a:srgbClr val="000000"/>
                          </a:solidFill>
                          <a:latin typeface="Arial" panose="020B0604020202090204" pitchFamily="34" charset="0"/>
                          <a:ea typeface="华文细黑" panose="02010600040101010101" pitchFamily="2" charset="-122"/>
                        </a:defRPr>
                      </a:lvl3pPr>
                      <a:lvl4pPr marL="1281430" indent="90805" algn="l" defTabSz="914400" rtl="0" eaLnBrk="1" latinLnBrk="0" hangingPunct="1">
                        <a:spcBef>
                          <a:spcPct val="10000"/>
                        </a:spcBef>
                        <a:spcAft>
                          <a:spcPct val="25000"/>
                        </a:spcAft>
                        <a:buClr>
                          <a:schemeClr val="tx1"/>
                        </a:buClr>
                        <a:buFont typeface="Times New Roman" panose="02020503050405090304" pitchFamily="18" charset="0"/>
                        <a:defRPr sz="1600" kern="1200">
                          <a:solidFill>
                            <a:srgbClr val="000000"/>
                          </a:solidFill>
                          <a:latin typeface="Arial" panose="020B0604020202090204" pitchFamily="34" charset="0"/>
                          <a:ea typeface="华文细黑" panose="02010600040101010101" pitchFamily="2" charset="-122"/>
                        </a:defRPr>
                      </a:lvl4pPr>
                      <a:lvl5pPr marL="1700530" indent="128905" algn="l" defTabSz="914400" rtl="0" eaLnBrk="1"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5pPr>
                      <a:lvl6pPr marL="21577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6pPr>
                      <a:lvl7pPr marL="26149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7pPr>
                      <a:lvl8pPr marL="30721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8pPr>
                      <a:lvl9pPr marL="35293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9pPr>
                    </a:lstStyle>
                    <a:p>
                      <a:pPr marL="0" marR="0" lvl="0" indent="0" algn="ctr" defTabSz="914400" rtl="0" eaLnBrk="1" fontAlgn="base" latinLnBrk="0" hangingPunct="1">
                        <a:lnSpc>
                          <a:spcPct val="100000"/>
                        </a:lnSpc>
                        <a:spcBef>
                          <a:spcPct val="10000"/>
                        </a:spcBef>
                        <a:spcAft>
                          <a:spcPct val="25000"/>
                        </a:spcAft>
                        <a:buClr>
                          <a:schemeClr val="tx1"/>
                        </a:buClr>
                        <a:buSzPct val="80000"/>
                        <a:buFont typeface="Wingdings" panose="05000000000000000000" pitchFamily="2" charset="2"/>
                        <a:buNone/>
                      </a:pPr>
                      <a:endParaRPr kumimoji="0" lang="zh-CN" altLang="zh-CN" sz="1600" b="1" i="0" u="none" strike="noStrike" cap="none" normalizeH="0" baseline="0" dirty="0">
                        <a:ln>
                          <a:noFill/>
                        </a:ln>
                        <a:solidFill>
                          <a:srgbClr val="000000"/>
                        </a:solidFill>
                        <a:effectLst/>
                        <a:latin typeface="Arial" panose="020B0604020202090204" pitchFamily="34" charset="0"/>
                        <a:ea typeface="华文细黑" panose="02010600040101010101" pitchFamily="2" charset="-122"/>
                      </a:endParaRPr>
                    </a:p>
                  </a:txBody>
                  <a:tcPr marT="45712" marB="45712"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marL="0" algn="l" defTabSz="914400" rtl="0" eaLnBrk="1" latinLnBrk="0" hangingPunct="1">
                        <a:spcBef>
                          <a:spcPct val="10000"/>
                        </a:spcBef>
                        <a:spcAft>
                          <a:spcPct val="25000"/>
                        </a:spcAft>
                        <a:buClr>
                          <a:schemeClr val="tx1"/>
                        </a:buClr>
                        <a:buSzPct val="80000"/>
                        <a:buFont typeface="Wingdings" panose="05000000000000000000" pitchFamily="2" charset="2"/>
                        <a:defRPr sz="2600" b="1" kern="1200">
                          <a:solidFill>
                            <a:srgbClr val="000000"/>
                          </a:solidFill>
                          <a:latin typeface="Arial" panose="020B0604020202090204" pitchFamily="34" charset="0"/>
                          <a:ea typeface="华文细黑" panose="02010600040101010101" pitchFamily="2" charset="-122"/>
                        </a:defRPr>
                      </a:lvl1pPr>
                      <a:lvl2pPr marL="386080" indent="71755" algn="l" defTabSz="914400" rtl="0" eaLnBrk="1" latinLnBrk="0" hangingPunct="1">
                        <a:spcBef>
                          <a:spcPct val="10000"/>
                        </a:spcBef>
                        <a:spcAft>
                          <a:spcPct val="25000"/>
                        </a:spcAft>
                        <a:buClr>
                          <a:schemeClr val="tx1"/>
                        </a:buClr>
                        <a:buSzPct val="80000"/>
                        <a:buFont typeface="Wingdings" panose="05000000000000000000" pitchFamily="2" charset="2"/>
                        <a:defRPr sz="2000" kern="1200">
                          <a:solidFill>
                            <a:srgbClr val="000000"/>
                          </a:solidFill>
                          <a:latin typeface="Arial" panose="020B0604020202090204" pitchFamily="34" charset="0"/>
                          <a:ea typeface="华文细黑" panose="02010600040101010101" pitchFamily="2" charset="-122"/>
                        </a:defRPr>
                      </a:lvl2pPr>
                      <a:lvl3pPr marL="862330" indent="52705" algn="l" defTabSz="914400" rtl="0" eaLnBrk="1" latinLnBrk="0" hangingPunct="1">
                        <a:spcBef>
                          <a:spcPct val="10000"/>
                        </a:spcBef>
                        <a:spcAft>
                          <a:spcPct val="25000"/>
                        </a:spcAft>
                        <a:buClr>
                          <a:schemeClr val="tx1"/>
                        </a:buClr>
                        <a:buFont typeface="Times New Roman" panose="02020503050405090304" pitchFamily="18" charset="0"/>
                        <a:defRPr sz="2000" kern="1200">
                          <a:solidFill>
                            <a:srgbClr val="000000"/>
                          </a:solidFill>
                          <a:latin typeface="Arial" panose="020B0604020202090204" pitchFamily="34" charset="0"/>
                          <a:ea typeface="华文细黑" panose="02010600040101010101" pitchFamily="2" charset="-122"/>
                        </a:defRPr>
                      </a:lvl3pPr>
                      <a:lvl4pPr marL="1281430" indent="90805" algn="l" defTabSz="914400" rtl="0" eaLnBrk="1" latinLnBrk="0" hangingPunct="1">
                        <a:spcBef>
                          <a:spcPct val="10000"/>
                        </a:spcBef>
                        <a:spcAft>
                          <a:spcPct val="25000"/>
                        </a:spcAft>
                        <a:buClr>
                          <a:schemeClr val="tx1"/>
                        </a:buClr>
                        <a:buFont typeface="Times New Roman" panose="02020503050405090304" pitchFamily="18" charset="0"/>
                        <a:defRPr sz="1600" kern="1200">
                          <a:solidFill>
                            <a:srgbClr val="000000"/>
                          </a:solidFill>
                          <a:latin typeface="Arial" panose="020B0604020202090204" pitchFamily="34" charset="0"/>
                          <a:ea typeface="华文细黑" panose="02010600040101010101" pitchFamily="2" charset="-122"/>
                        </a:defRPr>
                      </a:lvl4pPr>
                      <a:lvl5pPr marL="1700530" indent="128905" algn="l" defTabSz="914400" rtl="0" eaLnBrk="1"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5pPr>
                      <a:lvl6pPr marL="21577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6pPr>
                      <a:lvl7pPr marL="26149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7pPr>
                      <a:lvl8pPr marL="30721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8pPr>
                      <a:lvl9pPr marL="35293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9pPr>
                    </a:lstStyle>
                    <a:p>
                      <a:pPr marL="0" marR="0" lvl="0" indent="0" algn="ctr" defTabSz="914400" rtl="0" eaLnBrk="1" fontAlgn="base" latinLnBrk="0" hangingPunct="1">
                        <a:lnSpc>
                          <a:spcPct val="100000"/>
                        </a:lnSpc>
                        <a:spcBef>
                          <a:spcPct val="10000"/>
                        </a:spcBef>
                        <a:spcAft>
                          <a:spcPct val="25000"/>
                        </a:spcAft>
                        <a:buClr>
                          <a:schemeClr val="tx1"/>
                        </a:buClr>
                        <a:buSzPct val="80000"/>
                        <a:buFont typeface="Wingdings" panose="05000000000000000000" pitchFamily="2" charset="2"/>
                        <a:buNone/>
                      </a:pPr>
                      <a:endParaRPr kumimoji="0" lang="zh-CN" altLang="zh-CN" sz="1600" b="1" i="0" u="none" strike="noStrike" cap="none" normalizeH="0" baseline="0" dirty="0">
                        <a:ln>
                          <a:noFill/>
                        </a:ln>
                        <a:solidFill>
                          <a:srgbClr val="000000"/>
                        </a:solidFill>
                        <a:effectLst/>
                        <a:latin typeface="Arial" panose="020B0604020202090204" pitchFamily="34" charset="0"/>
                        <a:ea typeface="华文细黑" panose="02010600040101010101" pitchFamily="2" charset="-122"/>
                      </a:endParaRPr>
                    </a:p>
                  </a:txBody>
                  <a:tcPr marT="45712" marB="45712"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2"/>
                  </a:ext>
                </a:extLst>
              </a:tr>
              <a:tr h="314492">
                <a:tc>
                  <a:txBody>
                    <a:bodyPr/>
                    <a:lstStyle>
                      <a:lvl1pPr marL="0" algn="l" defTabSz="914400" rtl="0" eaLnBrk="1" latinLnBrk="0" hangingPunct="1">
                        <a:spcBef>
                          <a:spcPct val="10000"/>
                        </a:spcBef>
                        <a:spcAft>
                          <a:spcPct val="25000"/>
                        </a:spcAft>
                        <a:buClr>
                          <a:schemeClr val="tx1"/>
                        </a:buClr>
                        <a:buSzPct val="80000"/>
                        <a:buFont typeface="Wingdings" panose="05000000000000000000" pitchFamily="2" charset="2"/>
                        <a:defRPr sz="2600" b="1" kern="1200">
                          <a:solidFill>
                            <a:srgbClr val="000000"/>
                          </a:solidFill>
                          <a:latin typeface="Arial" panose="020B0604020202090204" pitchFamily="34" charset="0"/>
                          <a:ea typeface="华文细黑" panose="02010600040101010101" pitchFamily="2" charset="-122"/>
                        </a:defRPr>
                      </a:lvl1pPr>
                      <a:lvl2pPr marL="386080" indent="71755" algn="l" defTabSz="914400" rtl="0" eaLnBrk="1" latinLnBrk="0" hangingPunct="1">
                        <a:spcBef>
                          <a:spcPct val="10000"/>
                        </a:spcBef>
                        <a:spcAft>
                          <a:spcPct val="25000"/>
                        </a:spcAft>
                        <a:buClr>
                          <a:schemeClr val="tx1"/>
                        </a:buClr>
                        <a:buSzPct val="80000"/>
                        <a:buFont typeface="Wingdings" panose="05000000000000000000" pitchFamily="2" charset="2"/>
                        <a:defRPr sz="2000" kern="1200">
                          <a:solidFill>
                            <a:srgbClr val="000000"/>
                          </a:solidFill>
                          <a:latin typeface="Arial" panose="020B0604020202090204" pitchFamily="34" charset="0"/>
                          <a:ea typeface="华文细黑" panose="02010600040101010101" pitchFamily="2" charset="-122"/>
                        </a:defRPr>
                      </a:lvl2pPr>
                      <a:lvl3pPr marL="862330" indent="52705" algn="l" defTabSz="914400" rtl="0" eaLnBrk="1" latinLnBrk="0" hangingPunct="1">
                        <a:spcBef>
                          <a:spcPct val="10000"/>
                        </a:spcBef>
                        <a:spcAft>
                          <a:spcPct val="25000"/>
                        </a:spcAft>
                        <a:buClr>
                          <a:schemeClr val="tx1"/>
                        </a:buClr>
                        <a:buFont typeface="Times New Roman" panose="02020503050405090304" pitchFamily="18" charset="0"/>
                        <a:defRPr sz="2000" kern="1200">
                          <a:solidFill>
                            <a:srgbClr val="000000"/>
                          </a:solidFill>
                          <a:latin typeface="Arial" panose="020B0604020202090204" pitchFamily="34" charset="0"/>
                          <a:ea typeface="华文细黑" panose="02010600040101010101" pitchFamily="2" charset="-122"/>
                        </a:defRPr>
                      </a:lvl3pPr>
                      <a:lvl4pPr marL="1281430" indent="90805" algn="l" defTabSz="914400" rtl="0" eaLnBrk="1" latinLnBrk="0" hangingPunct="1">
                        <a:spcBef>
                          <a:spcPct val="10000"/>
                        </a:spcBef>
                        <a:spcAft>
                          <a:spcPct val="25000"/>
                        </a:spcAft>
                        <a:buClr>
                          <a:schemeClr val="tx1"/>
                        </a:buClr>
                        <a:buFont typeface="Times New Roman" panose="02020503050405090304" pitchFamily="18" charset="0"/>
                        <a:defRPr sz="1600" kern="1200">
                          <a:solidFill>
                            <a:srgbClr val="000000"/>
                          </a:solidFill>
                          <a:latin typeface="Arial" panose="020B0604020202090204" pitchFamily="34" charset="0"/>
                          <a:ea typeface="华文细黑" panose="02010600040101010101" pitchFamily="2" charset="-122"/>
                        </a:defRPr>
                      </a:lvl4pPr>
                      <a:lvl5pPr marL="1700530" indent="128905" algn="l" defTabSz="914400" rtl="0" eaLnBrk="1"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5pPr>
                      <a:lvl6pPr marL="21577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6pPr>
                      <a:lvl7pPr marL="26149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7pPr>
                      <a:lvl8pPr marL="30721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8pPr>
                      <a:lvl9pPr marL="35293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9pPr>
                    </a:lstStyle>
                    <a:p>
                      <a:pPr marL="0" marR="0" lvl="0" indent="0" algn="ctr" defTabSz="914400" rtl="0" eaLnBrk="1" fontAlgn="base" latinLnBrk="0" hangingPunct="1">
                        <a:lnSpc>
                          <a:spcPct val="100000"/>
                        </a:lnSpc>
                        <a:spcBef>
                          <a:spcPct val="10000"/>
                        </a:spcBef>
                        <a:spcAft>
                          <a:spcPct val="25000"/>
                        </a:spcAft>
                        <a:buClr>
                          <a:schemeClr val="tx1"/>
                        </a:buClr>
                        <a:buSzPct val="80000"/>
                        <a:buFont typeface="Wingdings" panose="05000000000000000000" pitchFamily="2" charset="2"/>
                        <a:buNone/>
                      </a:pPr>
                      <a:endParaRPr kumimoji="0" lang="zh-CN" altLang="zh-CN" sz="1600" b="1" i="0" u="none" strike="noStrike" cap="none" normalizeH="0" baseline="0" dirty="0">
                        <a:ln>
                          <a:noFill/>
                        </a:ln>
                        <a:solidFill>
                          <a:srgbClr val="000000"/>
                        </a:solidFill>
                        <a:effectLst/>
                        <a:latin typeface="Arial" panose="020B0604020202090204" pitchFamily="34" charset="0"/>
                        <a:ea typeface="华文细黑" panose="02010600040101010101" pitchFamily="2" charset="-122"/>
                      </a:endParaRPr>
                    </a:p>
                  </a:txBody>
                  <a:tcPr marT="45712" marB="45712"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marL="0" algn="l" defTabSz="914400" rtl="0" eaLnBrk="1" latinLnBrk="0" hangingPunct="1">
                        <a:spcBef>
                          <a:spcPct val="10000"/>
                        </a:spcBef>
                        <a:spcAft>
                          <a:spcPct val="25000"/>
                        </a:spcAft>
                        <a:buClr>
                          <a:schemeClr val="tx1"/>
                        </a:buClr>
                        <a:buSzPct val="80000"/>
                        <a:buFont typeface="Wingdings" panose="05000000000000000000" pitchFamily="2" charset="2"/>
                        <a:defRPr sz="2600" b="1" kern="1200">
                          <a:solidFill>
                            <a:srgbClr val="000000"/>
                          </a:solidFill>
                          <a:latin typeface="Arial" panose="020B0604020202090204" pitchFamily="34" charset="0"/>
                          <a:ea typeface="华文细黑" panose="02010600040101010101" pitchFamily="2" charset="-122"/>
                        </a:defRPr>
                      </a:lvl1pPr>
                      <a:lvl2pPr marL="386080" indent="71755" algn="l" defTabSz="914400" rtl="0" eaLnBrk="1" latinLnBrk="0" hangingPunct="1">
                        <a:spcBef>
                          <a:spcPct val="10000"/>
                        </a:spcBef>
                        <a:spcAft>
                          <a:spcPct val="25000"/>
                        </a:spcAft>
                        <a:buClr>
                          <a:schemeClr val="tx1"/>
                        </a:buClr>
                        <a:buSzPct val="80000"/>
                        <a:buFont typeface="Wingdings" panose="05000000000000000000" pitchFamily="2" charset="2"/>
                        <a:defRPr sz="2000" kern="1200">
                          <a:solidFill>
                            <a:srgbClr val="000000"/>
                          </a:solidFill>
                          <a:latin typeface="Arial" panose="020B0604020202090204" pitchFamily="34" charset="0"/>
                          <a:ea typeface="华文细黑" panose="02010600040101010101" pitchFamily="2" charset="-122"/>
                        </a:defRPr>
                      </a:lvl2pPr>
                      <a:lvl3pPr marL="862330" indent="52705" algn="l" defTabSz="914400" rtl="0" eaLnBrk="1" latinLnBrk="0" hangingPunct="1">
                        <a:spcBef>
                          <a:spcPct val="10000"/>
                        </a:spcBef>
                        <a:spcAft>
                          <a:spcPct val="25000"/>
                        </a:spcAft>
                        <a:buClr>
                          <a:schemeClr val="tx1"/>
                        </a:buClr>
                        <a:buFont typeface="Times New Roman" panose="02020503050405090304" pitchFamily="18" charset="0"/>
                        <a:defRPr sz="2000" kern="1200">
                          <a:solidFill>
                            <a:srgbClr val="000000"/>
                          </a:solidFill>
                          <a:latin typeface="Arial" panose="020B0604020202090204" pitchFamily="34" charset="0"/>
                          <a:ea typeface="华文细黑" panose="02010600040101010101" pitchFamily="2" charset="-122"/>
                        </a:defRPr>
                      </a:lvl3pPr>
                      <a:lvl4pPr marL="1281430" indent="90805" algn="l" defTabSz="914400" rtl="0" eaLnBrk="1" latinLnBrk="0" hangingPunct="1">
                        <a:spcBef>
                          <a:spcPct val="10000"/>
                        </a:spcBef>
                        <a:spcAft>
                          <a:spcPct val="25000"/>
                        </a:spcAft>
                        <a:buClr>
                          <a:schemeClr val="tx1"/>
                        </a:buClr>
                        <a:buFont typeface="Times New Roman" panose="02020503050405090304" pitchFamily="18" charset="0"/>
                        <a:defRPr sz="1600" kern="1200">
                          <a:solidFill>
                            <a:srgbClr val="000000"/>
                          </a:solidFill>
                          <a:latin typeface="Arial" panose="020B0604020202090204" pitchFamily="34" charset="0"/>
                          <a:ea typeface="华文细黑" panose="02010600040101010101" pitchFamily="2" charset="-122"/>
                        </a:defRPr>
                      </a:lvl4pPr>
                      <a:lvl5pPr marL="1700530" indent="128905" algn="l" defTabSz="914400" rtl="0" eaLnBrk="1"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5pPr>
                      <a:lvl6pPr marL="21577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6pPr>
                      <a:lvl7pPr marL="26149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7pPr>
                      <a:lvl8pPr marL="30721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8pPr>
                      <a:lvl9pPr marL="35293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9pPr>
                    </a:lstStyle>
                    <a:p>
                      <a:pPr marL="0" marR="0" lvl="0" indent="0" algn="ctr" defTabSz="914400" rtl="0" eaLnBrk="1" fontAlgn="base" latinLnBrk="0" hangingPunct="1">
                        <a:lnSpc>
                          <a:spcPct val="100000"/>
                        </a:lnSpc>
                        <a:spcBef>
                          <a:spcPct val="10000"/>
                        </a:spcBef>
                        <a:spcAft>
                          <a:spcPct val="25000"/>
                        </a:spcAft>
                        <a:buClr>
                          <a:schemeClr val="tx1"/>
                        </a:buClr>
                        <a:buSzPct val="80000"/>
                        <a:buFont typeface="Wingdings" panose="05000000000000000000" pitchFamily="2" charset="2"/>
                        <a:buNone/>
                      </a:pPr>
                      <a:endParaRPr kumimoji="0" lang="zh-CN" altLang="zh-CN" sz="1600" b="1" i="0" u="none" strike="noStrike" cap="none" normalizeH="0" baseline="0" dirty="0">
                        <a:ln>
                          <a:noFill/>
                        </a:ln>
                        <a:solidFill>
                          <a:srgbClr val="000000"/>
                        </a:solidFill>
                        <a:effectLst/>
                        <a:latin typeface="Arial" panose="020B0604020202090204" pitchFamily="34" charset="0"/>
                        <a:ea typeface="华文细黑" panose="02010600040101010101" pitchFamily="2" charset="-122"/>
                      </a:endParaRPr>
                    </a:p>
                  </a:txBody>
                  <a:tcPr marT="45712" marB="45712"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3"/>
                  </a:ext>
                </a:extLst>
              </a:tr>
              <a:tr h="314492">
                <a:tc>
                  <a:txBody>
                    <a:bodyPr/>
                    <a:lstStyle>
                      <a:lvl1pPr marL="0" algn="l" defTabSz="914400" rtl="0" eaLnBrk="1" latinLnBrk="0" hangingPunct="1">
                        <a:spcBef>
                          <a:spcPct val="10000"/>
                        </a:spcBef>
                        <a:spcAft>
                          <a:spcPct val="25000"/>
                        </a:spcAft>
                        <a:buClr>
                          <a:schemeClr val="tx1"/>
                        </a:buClr>
                        <a:buSzPct val="80000"/>
                        <a:buFont typeface="Wingdings" panose="05000000000000000000" pitchFamily="2" charset="2"/>
                        <a:defRPr sz="2600" b="1" kern="1200">
                          <a:solidFill>
                            <a:srgbClr val="000000"/>
                          </a:solidFill>
                          <a:latin typeface="Arial" panose="020B0604020202090204" pitchFamily="34" charset="0"/>
                          <a:ea typeface="华文细黑" panose="02010600040101010101" pitchFamily="2" charset="-122"/>
                        </a:defRPr>
                      </a:lvl1pPr>
                      <a:lvl2pPr marL="386080" indent="71755" algn="l" defTabSz="914400" rtl="0" eaLnBrk="1" latinLnBrk="0" hangingPunct="1">
                        <a:spcBef>
                          <a:spcPct val="10000"/>
                        </a:spcBef>
                        <a:spcAft>
                          <a:spcPct val="25000"/>
                        </a:spcAft>
                        <a:buClr>
                          <a:schemeClr val="tx1"/>
                        </a:buClr>
                        <a:buSzPct val="80000"/>
                        <a:buFont typeface="Wingdings" panose="05000000000000000000" pitchFamily="2" charset="2"/>
                        <a:defRPr sz="2000" kern="1200">
                          <a:solidFill>
                            <a:srgbClr val="000000"/>
                          </a:solidFill>
                          <a:latin typeface="Arial" panose="020B0604020202090204" pitchFamily="34" charset="0"/>
                          <a:ea typeface="华文细黑" panose="02010600040101010101" pitchFamily="2" charset="-122"/>
                        </a:defRPr>
                      </a:lvl2pPr>
                      <a:lvl3pPr marL="862330" indent="52705" algn="l" defTabSz="914400" rtl="0" eaLnBrk="1" latinLnBrk="0" hangingPunct="1">
                        <a:spcBef>
                          <a:spcPct val="10000"/>
                        </a:spcBef>
                        <a:spcAft>
                          <a:spcPct val="25000"/>
                        </a:spcAft>
                        <a:buClr>
                          <a:schemeClr val="tx1"/>
                        </a:buClr>
                        <a:buFont typeface="Times New Roman" panose="02020503050405090304" pitchFamily="18" charset="0"/>
                        <a:defRPr sz="2000" kern="1200">
                          <a:solidFill>
                            <a:srgbClr val="000000"/>
                          </a:solidFill>
                          <a:latin typeface="Arial" panose="020B0604020202090204" pitchFamily="34" charset="0"/>
                          <a:ea typeface="华文细黑" panose="02010600040101010101" pitchFamily="2" charset="-122"/>
                        </a:defRPr>
                      </a:lvl3pPr>
                      <a:lvl4pPr marL="1281430" indent="90805" algn="l" defTabSz="914400" rtl="0" eaLnBrk="1" latinLnBrk="0" hangingPunct="1">
                        <a:spcBef>
                          <a:spcPct val="10000"/>
                        </a:spcBef>
                        <a:spcAft>
                          <a:spcPct val="25000"/>
                        </a:spcAft>
                        <a:buClr>
                          <a:schemeClr val="tx1"/>
                        </a:buClr>
                        <a:buFont typeface="Times New Roman" panose="02020503050405090304" pitchFamily="18" charset="0"/>
                        <a:defRPr sz="1600" kern="1200">
                          <a:solidFill>
                            <a:srgbClr val="000000"/>
                          </a:solidFill>
                          <a:latin typeface="Arial" panose="020B0604020202090204" pitchFamily="34" charset="0"/>
                          <a:ea typeface="华文细黑" panose="02010600040101010101" pitchFamily="2" charset="-122"/>
                        </a:defRPr>
                      </a:lvl4pPr>
                      <a:lvl5pPr marL="1700530" indent="128905" algn="l" defTabSz="914400" rtl="0" eaLnBrk="1"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5pPr>
                      <a:lvl6pPr marL="21577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6pPr>
                      <a:lvl7pPr marL="26149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7pPr>
                      <a:lvl8pPr marL="30721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8pPr>
                      <a:lvl9pPr marL="35293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9pPr>
                    </a:lstStyle>
                    <a:p>
                      <a:pPr marL="0" marR="0" lvl="0" indent="0" algn="ctr" defTabSz="914400" rtl="0" eaLnBrk="1" fontAlgn="base" latinLnBrk="0" hangingPunct="1">
                        <a:lnSpc>
                          <a:spcPct val="100000"/>
                        </a:lnSpc>
                        <a:spcBef>
                          <a:spcPct val="10000"/>
                        </a:spcBef>
                        <a:spcAft>
                          <a:spcPct val="25000"/>
                        </a:spcAft>
                        <a:buClr>
                          <a:schemeClr val="tx1"/>
                        </a:buClr>
                        <a:buSzPct val="80000"/>
                        <a:buFont typeface="Wingdings" panose="05000000000000000000" pitchFamily="2" charset="2"/>
                        <a:buNone/>
                      </a:pPr>
                      <a:endParaRPr kumimoji="0" lang="zh-CN" altLang="zh-CN" sz="1600" b="1" i="0" u="none" strike="noStrike" cap="none" normalizeH="0" baseline="0">
                        <a:ln>
                          <a:noFill/>
                        </a:ln>
                        <a:solidFill>
                          <a:srgbClr val="000000"/>
                        </a:solidFill>
                        <a:effectLst/>
                        <a:latin typeface="Arial" panose="020B0604020202090204" pitchFamily="34" charset="0"/>
                        <a:ea typeface="华文细黑" panose="02010600040101010101" pitchFamily="2" charset="-122"/>
                      </a:endParaRPr>
                    </a:p>
                  </a:txBody>
                  <a:tcPr marT="45712" marB="45712"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marL="0" algn="l" defTabSz="914400" rtl="0" eaLnBrk="1" latinLnBrk="0" hangingPunct="1">
                        <a:spcBef>
                          <a:spcPct val="10000"/>
                        </a:spcBef>
                        <a:spcAft>
                          <a:spcPct val="25000"/>
                        </a:spcAft>
                        <a:buClr>
                          <a:schemeClr val="tx1"/>
                        </a:buClr>
                        <a:buSzPct val="80000"/>
                        <a:buFont typeface="Wingdings" panose="05000000000000000000" pitchFamily="2" charset="2"/>
                        <a:defRPr sz="2600" b="1" kern="1200">
                          <a:solidFill>
                            <a:srgbClr val="000000"/>
                          </a:solidFill>
                          <a:latin typeface="Arial" panose="020B0604020202090204" pitchFamily="34" charset="0"/>
                          <a:ea typeface="华文细黑" panose="02010600040101010101" pitchFamily="2" charset="-122"/>
                        </a:defRPr>
                      </a:lvl1pPr>
                      <a:lvl2pPr marL="386080" indent="71755" algn="l" defTabSz="914400" rtl="0" eaLnBrk="1" latinLnBrk="0" hangingPunct="1">
                        <a:spcBef>
                          <a:spcPct val="10000"/>
                        </a:spcBef>
                        <a:spcAft>
                          <a:spcPct val="25000"/>
                        </a:spcAft>
                        <a:buClr>
                          <a:schemeClr val="tx1"/>
                        </a:buClr>
                        <a:buSzPct val="80000"/>
                        <a:buFont typeface="Wingdings" panose="05000000000000000000" pitchFamily="2" charset="2"/>
                        <a:defRPr sz="2000" kern="1200">
                          <a:solidFill>
                            <a:srgbClr val="000000"/>
                          </a:solidFill>
                          <a:latin typeface="Arial" panose="020B0604020202090204" pitchFamily="34" charset="0"/>
                          <a:ea typeface="华文细黑" panose="02010600040101010101" pitchFamily="2" charset="-122"/>
                        </a:defRPr>
                      </a:lvl2pPr>
                      <a:lvl3pPr marL="862330" indent="52705" algn="l" defTabSz="914400" rtl="0" eaLnBrk="1" latinLnBrk="0" hangingPunct="1">
                        <a:spcBef>
                          <a:spcPct val="10000"/>
                        </a:spcBef>
                        <a:spcAft>
                          <a:spcPct val="25000"/>
                        </a:spcAft>
                        <a:buClr>
                          <a:schemeClr val="tx1"/>
                        </a:buClr>
                        <a:buFont typeface="Times New Roman" panose="02020503050405090304" pitchFamily="18" charset="0"/>
                        <a:defRPr sz="2000" kern="1200">
                          <a:solidFill>
                            <a:srgbClr val="000000"/>
                          </a:solidFill>
                          <a:latin typeface="Arial" panose="020B0604020202090204" pitchFamily="34" charset="0"/>
                          <a:ea typeface="华文细黑" panose="02010600040101010101" pitchFamily="2" charset="-122"/>
                        </a:defRPr>
                      </a:lvl3pPr>
                      <a:lvl4pPr marL="1281430" indent="90805" algn="l" defTabSz="914400" rtl="0" eaLnBrk="1" latinLnBrk="0" hangingPunct="1">
                        <a:spcBef>
                          <a:spcPct val="10000"/>
                        </a:spcBef>
                        <a:spcAft>
                          <a:spcPct val="25000"/>
                        </a:spcAft>
                        <a:buClr>
                          <a:schemeClr val="tx1"/>
                        </a:buClr>
                        <a:buFont typeface="Times New Roman" panose="02020503050405090304" pitchFamily="18" charset="0"/>
                        <a:defRPr sz="1600" kern="1200">
                          <a:solidFill>
                            <a:srgbClr val="000000"/>
                          </a:solidFill>
                          <a:latin typeface="Arial" panose="020B0604020202090204" pitchFamily="34" charset="0"/>
                          <a:ea typeface="华文细黑" panose="02010600040101010101" pitchFamily="2" charset="-122"/>
                        </a:defRPr>
                      </a:lvl4pPr>
                      <a:lvl5pPr marL="1700530" indent="128905" algn="l" defTabSz="914400" rtl="0" eaLnBrk="1"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5pPr>
                      <a:lvl6pPr marL="21577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6pPr>
                      <a:lvl7pPr marL="26149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7pPr>
                      <a:lvl8pPr marL="30721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8pPr>
                      <a:lvl9pPr marL="35293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9pPr>
                    </a:lstStyle>
                    <a:p>
                      <a:pPr marL="0" marR="0" lvl="0" indent="0" algn="ctr" defTabSz="914400" rtl="0" eaLnBrk="1" fontAlgn="base" latinLnBrk="0" hangingPunct="1">
                        <a:lnSpc>
                          <a:spcPct val="100000"/>
                        </a:lnSpc>
                        <a:spcBef>
                          <a:spcPct val="10000"/>
                        </a:spcBef>
                        <a:spcAft>
                          <a:spcPct val="25000"/>
                        </a:spcAft>
                        <a:buClr>
                          <a:schemeClr val="tx1"/>
                        </a:buClr>
                        <a:buSzPct val="80000"/>
                        <a:buFont typeface="Wingdings" panose="05000000000000000000" pitchFamily="2" charset="2"/>
                        <a:buNone/>
                      </a:pPr>
                      <a:endParaRPr kumimoji="0" lang="zh-CN" altLang="zh-CN" sz="1600" b="1" i="0" u="none" strike="noStrike" cap="none" normalizeH="0" baseline="0" dirty="0">
                        <a:ln>
                          <a:noFill/>
                        </a:ln>
                        <a:solidFill>
                          <a:srgbClr val="000000"/>
                        </a:solidFill>
                        <a:effectLst/>
                        <a:latin typeface="Arial" panose="020B0604020202090204" pitchFamily="34" charset="0"/>
                        <a:ea typeface="华文细黑" panose="02010600040101010101" pitchFamily="2" charset="-122"/>
                      </a:endParaRPr>
                    </a:p>
                  </a:txBody>
                  <a:tcPr marT="45712" marB="45712"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4"/>
                  </a:ext>
                </a:extLst>
              </a:tr>
              <a:tr h="314492">
                <a:tc>
                  <a:txBody>
                    <a:bodyPr/>
                    <a:lstStyle>
                      <a:lvl1pPr marL="0" algn="l" defTabSz="914400" rtl="0" eaLnBrk="1" latinLnBrk="0" hangingPunct="1">
                        <a:spcBef>
                          <a:spcPct val="10000"/>
                        </a:spcBef>
                        <a:spcAft>
                          <a:spcPct val="25000"/>
                        </a:spcAft>
                        <a:buClr>
                          <a:schemeClr val="tx1"/>
                        </a:buClr>
                        <a:buSzPct val="80000"/>
                        <a:buFont typeface="Wingdings" panose="05000000000000000000" pitchFamily="2" charset="2"/>
                        <a:defRPr sz="2600" b="1" kern="1200">
                          <a:solidFill>
                            <a:srgbClr val="000000"/>
                          </a:solidFill>
                          <a:latin typeface="Arial" panose="020B0604020202090204" pitchFamily="34" charset="0"/>
                          <a:ea typeface="华文细黑" panose="02010600040101010101" pitchFamily="2" charset="-122"/>
                        </a:defRPr>
                      </a:lvl1pPr>
                      <a:lvl2pPr marL="386080" indent="71755" algn="l" defTabSz="914400" rtl="0" eaLnBrk="1" latinLnBrk="0" hangingPunct="1">
                        <a:spcBef>
                          <a:spcPct val="10000"/>
                        </a:spcBef>
                        <a:spcAft>
                          <a:spcPct val="25000"/>
                        </a:spcAft>
                        <a:buClr>
                          <a:schemeClr val="tx1"/>
                        </a:buClr>
                        <a:buSzPct val="80000"/>
                        <a:buFont typeface="Wingdings" panose="05000000000000000000" pitchFamily="2" charset="2"/>
                        <a:defRPr sz="2000" kern="1200">
                          <a:solidFill>
                            <a:srgbClr val="000000"/>
                          </a:solidFill>
                          <a:latin typeface="Arial" panose="020B0604020202090204" pitchFamily="34" charset="0"/>
                          <a:ea typeface="华文细黑" panose="02010600040101010101" pitchFamily="2" charset="-122"/>
                        </a:defRPr>
                      </a:lvl2pPr>
                      <a:lvl3pPr marL="862330" indent="52705" algn="l" defTabSz="914400" rtl="0" eaLnBrk="1" latinLnBrk="0" hangingPunct="1">
                        <a:spcBef>
                          <a:spcPct val="10000"/>
                        </a:spcBef>
                        <a:spcAft>
                          <a:spcPct val="25000"/>
                        </a:spcAft>
                        <a:buClr>
                          <a:schemeClr val="tx1"/>
                        </a:buClr>
                        <a:buFont typeface="Times New Roman" panose="02020503050405090304" pitchFamily="18" charset="0"/>
                        <a:defRPr sz="2000" kern="1200">
                          <a:solidFill>
                            <a:srgbClr val="000000"/>
                          </a:solidFill>
                          <a:latin typeface="Arial" panose="020B0604020202090204" pitchFamily="34" charset="0"/>
                          <a:ea typeface="华文细黑" panose="02010600040101010101" pitchFamily="2" charset="-122"/>
                        </a:defRPr>
                      </a:lvl3pPr>
                      <a:lvl4pPr marL="1281430" indent="90805" algn="l" defTabSz="914400" rtl="0" eaLnBrk="1" latinLnBrk="0" hangingPunct="1">
                        <a:spcBef>
                          <a:spcPct val="10000"/>
                        </a:spcBef>
                        <a:spcAft>
                          <a:spcPct val="25000"/>
                        </a:spcAft>
                        <a:buClr>
                          <a:schemeClr val="tx1"/>
                        </a:buClr>
                        <a:buFont typeface="Times New Roman" panose="02020503050405090304" pitchFamily="18" charset="0"/>
                        <a:defRPr sz="1600" kern="1200">
                          <a:solidFill>
                            <a:srgbClr val="000000"/>
                          </a:solidFill>
                          <a:latin typeface="Arial" panose="020B0604020202090204" pitchFamily="34" charset="0"/>
                          <a:ea typeface="华文细黑" panose="02010600040101010101" pitchFamily="2" charset="-122"/>
                        </a:defRPr>
                      </a:lvl4pPr>
                      <a:lvl5pPr marL="1700530" indent="128905" algn="l" defTabSz="914400" rtl="0" eaLnBrk="1"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5pPr>
                      <a:lvl6pPr marL="21577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6pPr>
                      <a:lvl7pPr marL="26149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7pPr>
                      <a:lvl8pPr marL="30721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8pPr>
                      <a:lvl9pPr marL="35293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9pPr>
                    </a:lstStyle>
                    <a:p>
                      <a:pPr marL="0" marR="0" lvl="0" indent="0" algn="ctr" defTabSz="914400" rtl="0" eaLnBrk="1" fontAlgn="base" latinLnBrk="0" hangingPunct="1">
                        <a:lnSpc>
                          <a:spcPct val="100000"/>
                        </a:lnSpc>
                        <a:spcBef>
                          <a:spcPct val="10000"/>
                        </a:spcBef>
                        <a:spcAft>
                          <a:spcPct val="25000"/>
                        </a:spcAft>
                        <a:buClr>
                          <a:schemeClr val="tx1"/>
                        </a:buClr>
                        <a:buSzPct val="80000"/>
                        <a:buFont typeface="Wingdings" panose="05000000000000000000" pitchFamily="2" charset="2"/>
                        <a:buNone/>
                      </a:pPr>
                      <a:endParaRPr kumimoji="0" lang="zh-CN" altLang="zh-CN" sz="1600" b="1" i="0" u="none" strike="noStrike" cap="none" normalizeH="0" baseline="0">
                        <a:ln>
                          <a:noFill/>
                        </a:ln>
                        <a:solidFill>
                          <a:srgbClr val="000000"/>
                        </a:solidFill>
                        <a:effectLst/>
                        <a:latin typeface="Arial" panose="020B0604020202090204" pitchFamily="34" charset="0"/>
                        <a:ea typeface="华文细黑" panose="02010600040101010101" pitchFamily="2" charset="-122"/>
                      </a:endParaRPr>
                    </a:p>
                  </a:txBody>
                  <a:tcPr marT="45712" marB="45712"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marL="0" algn="l" defTabSz="914400" rtl="0" eaLnBrk="1" latinLnBrk="0" hangingPunct="1">
                        <a:spcBef>
                          <a:spcPct val="10000"/>
                        </a:spcBef>
                        <a:spcAft>
                          <a:spcPct val="25000"/>
                        </a:spcAft>
                        <a:buClr>
                          <a:schemeClr val="tx1"/>
                        </a:buClr>
                        <a:buSzPct val="80000"/>
                        <a:buFont typeface="Wingdings" panose="05000000000000000000" pitchFamily="2" charset="2"/>
                        <a:defRPr sz="2600" b="1" kern="1200">
                          <a:solidFill>
                            <a:srgbClr val="000000"/>
                          </a:solidFill>
                          <a:latin typeface="Arial" panose="020B0604020202090204" pitchFamily="34" charset="0"/>
                          <a:ea typeface="华文细黑" panose="02010600040101010101" pitchFamily="2" charset="-122"/>
                        </a:defRPr>
                      </a:lvl1pPr>
                      <a:lvl2pPr marL="386080" indent="71755" algn="l" defTabSz="914400" rtl="0" eaLnBrk="1" latinLnBrk="0" hangingPunct="1">
                        <a:spcBef>
                          <a:spcPct val="10000"/>
                        </a:spcBef>
                        <a:spcAft>
                          <a:spcPct val="25000"/>
                        </a:spcAft>
                        <a:buClr>
                          <a:schemeClr val="tx1"/>
                        </a:buClr>
                        <a:buSzPct val="80000"/>
                        <a:buFont typeface="Wingdings" panose="05000000000000000000" pitchFamily="2" charset="2"/>
                        <a:defRPr sz="2000" kern="1200">
                          <a:solidFill>
                            <a:srgbClr val="000000"/>
                          </a:solidFill>
                          <a:latin typeface="Arial" panose="020B0604020202090204" pitchFamily="34" charset="0"/>
                          <a:ea typeface="华文细黑" panose="02010600040101010101" pitchFamily="2" charset="-122"/>
                        </a:defRPr>
                      </a:lvl2pPr>
                      <a:lvl3pPr marL="862330" indent="52705" algn="l" defTabSz="914400" rtl="0" eaLnBrk="1" latinLnBrk="0" hangingPunct="1">
                        <a:spcBef>
                          <a:spcPct val="10000"/>
                        </a:spcBef>
                        <a:spcAft>
                          <a:spcPct val="25000"/>
                        </a:spcAft>
                        <a:buClr>
                          <a:schemeClr val="tx1"/>
                        </a:buClr>
                        <a:buFont typeface="Times New Roman" panose="02020503050405090304" pitchFamily="18" charset="0"/>
                        <a:defRPr sz="2000" kern="1200">
                          <a:solidFill>
                            <a:srgbClr val="000000"/>
                          </a:solidFill>
                          <a:latin typeface="Arial" panose="020B0604020202090204" pitchFamily="34" charset="0"/>
                          <a:ea typeface="华文细黑" panose="02010600040101010101" pitchFamily="2" charset="-122"/>
                        </a:defRPr>
                      </a:lvl3pPr>
                      <a:lvl4pPr marL="1281430" indent="90805" algn="l" defTabSz="914400" rtl="0" eaLnBrk="1" latinLnBrk="0" hangingPunct="1">
                        <a:spcBef>
                          <a:spcPct val="10000"/>
                        </a:spcBef>
                        <a:spcAft>
                          <a:spcPct val="25000"/>
                        </a:spcAft>
                        <a:buClr>
                          <a:schemeClr val="tx1"/>
                        </a:buClr>
                        <a:buFont typeface="Times New Roman" panose="02020503050405090304" pitchFamily="18" charset="0"/>
                        <a:defRPr sz="1600" kern="1200">
                          <a:solidFill>
                            <a:srgbClr val="000000"/>
                          </a:solidFill>
                          <a:latin typeface="Arial" panose="020B0604020202090204" pitchFamily="34" charset="0"/>
                          <a:ea typeface="华文细黑" panose="02010600040101010101" pitchFamily="2" charset="-122"/>
                        </a:defRPr>
                      </a:lvl4pPr>
                      <a:lvl5pPr marL="1700530" indent="128905" algn="l" defTabSz="914400" rtl="0" eaLnBrk="1"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5pPr>
                      <a:lvl6pPr marL="21577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6pPr>
                      <a:lvl7pPr marL="26149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7pPr>
                      <a:lvl8pPr marL="30721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8pPr>
                      <a:lvl9pPr marL="35293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9pPr>
                    </a:lstStyle>
                    <a:p>
                      <a:pPr marL="0" marR="0" lvl="0" indent="0" algn="ctr" defTabSz="914400" rtl="0" eaLnBrk="1" fontAlgn="base" latinLnBrk="0" hangingPunct="1">
                        <a:lnSpc>
                          <a:spcPct val="100000"/>
                        </a:lnSpc>
                        <a:spcBef>
                          <a:spcPct val="10000"/>
                        </a:spcBef>
                        <a:spcAft>
                          <a:spcPct val="25000"/>
                        </a:spcAft>
                        <a:buClr>
                          <a:schemeClr val="tx1"/>
                        </a:buClr>
                        <a:buSzPct val="80000"/>
                        <a:buFont typeface="Wingdings" panose="05000000000000000000" pitchFamily="2" charset="2"/>
                        <a:buNone/>
                      </a:pPr>
                      <a:endParaRPr kumimoji="0" lang="zh-CN" altLang="zh-CN" sz="1600" b="1" i="0" u="none" strike="noStrike" cap="none" normalizeH="0" baseline="0" dirty="0">
                        <a:ln>
                          <a:noFill/>
                        </a:ln>
                        <a:solidFill>
                          <a:srgbClr val="000000"/>
                        </a:solidFill>
                        <a:effectLst/>
                        <a:latin typeface="Arial" panose="020B0604020202090204" pitchFamily="34" charset="0"/>
                        <a:ea typeface="华文细黑" panose="02010600040101010101" pitchFamily="2" charset="-122"/>
                      </a:endParaRPr>
                    </a:p>
                  </a:txBody>
                  <a:tcPr marT="45712" marB="45712"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5"/>
                  </a:ext>
                </a:extLst>
              </a:tr>
            </a:tbl>
          </a:graphicData>
        </a:graphic>
      </p:graphicFrame>
      <p:sp>
        <p:nvSpPr>
          <p:cNvPr id="14" name="AutoShape 48"/>
          <p:cNvSpPr>
            <a:spLocks noChangeArrowheads="1"/>
          </p:cNvSpPr>
          <p:nvPr/>
        </p:nvSpPr>
        <p:spPr bwMode="auto">
          <a:xfrm>
            <a:off x="2416067" y="4239615"/>
            <a:ext cx="2560638" cy="2151554"/>
          </a:xfrm>
          <a:prstGeom prst="roundRect">
            <a:avLst>
              <a:gd name="adj" fmla="val 16667"/>
            </a:avLst>
          </a:prstGeom>
          <a:solidFill>
            <a:schemeClr val="bg1">
              <a:lumMod val="85000"/>
            </a:schemeClr>
          </a:solidFill>
          <a:ln>
            <a:noFill/>
          </a:ln>
        </p:spPr>
        <p:txBody>
          <a:bodyPr wrap="none" anchor="ctr"/>
          <a:lstStyle>
            <a:lvl1pPr>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marL="0" marR="0" lvl="0" indent="0" algn="l" defTabSz="914400" rtl="0" eaLnBrk="1" fontAlgn="auto" latinLnBrk="0" hangingPunct="1">
              <a:lnSpc>
                <a:spcPts val="3100"/>
              </a:lnSpc>
              <a:spcBef>
                <a:spcPct val="20000"/>
              </a:spcBef>
              <a:spcAft>
                <a:spcPts val="0"/>
              </a:spcAft>
              <a:buClr>
                <a:srgbClr val="A50021"/>
              </a:buClr>
              <a:buSzPct val="75000"/>
              <a:buFont typeface="Wingdings" panose="05000000000000000000" pitchFamily="2" charset="2"/>
              <a:buNone/>
              <a:defRPr/>
            </a:pPr>
            <a:endParaRPr kumimoji="0" lang="zh-CN" altLang="en-US" sz="3200" b="0" i="0" u="none" strike="noStrike" kern="1200" cap="none" spc="0" normalizeH="0" baseline="0" noProof="0">
              <a:ln>
                <a:noFill/>
              </a:ln>
              <a:solidFill>
                <a:srgbClr val="020202"/>
              </a:solidFill>
              <a:effectLst/>
              <a:uLnTx/>
              <a:uFillTx/>
              <a:latin typeface="Tahoma" panose="020B0604030504040204" pitchFamily="34" charset="0"/>
              <a:ea typeface="宋体" panose="02010600030101010101" pitchFamily="2" charset="-122"/>
              <a:cs typeface="+mn-cs"/>
            </a:endParaRPr>
          </a:p>
        </p:txBody>
      </p:sp>
      <p:sp>
        <p:nvSpPr>
          <p:cNvPr id="15" name="文本框 14"/>
          <p:cNvSpPr txBox="1"/>
          <p:nvPr/>
        </p:nvSpPr>
        <p:spPr>
          <a:xfrm>
            <a:off x="2621988" y="4535719"/>
            <a:ext cx="91440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Hub</a:t>
            </a: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pic>
        <p:nvPicPr>
          <p:cNvPr id="16" name="Picture 40" descr="comput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67620" y="5507297"/>
            <a:ext cx="390846" cy="371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 name="Picture 40" descr="computer"/>
          <p:cNvPicPr>
            <a:picLocks noChangeAspect="1" noChangeArrowheads="1"/>
          </p:cNvPicPr>
          <p:nvPr/>
        </p:nvPicPr>
        <p:blipFill>
          <a:blip r:embed="rId3">
            <a:duotone>
              <a:prstClr val="black"/>
              <a:schemeClr val="accent2">
                <a:tint val="45000"/>
                <a:satMod val="400000"/>
              </a:schemeClr>
            </a:duotone>
            <a:extLst>
              <a:ext uri="{28A0092B-C50C-407E-A947-70E740481C1C}">
                <a14:useLocalDpi xmlns:a14="http://schemas.microsoft.com/office/drawing/2010/main" val="0"/>
              </a:ext>
            </a:extLst>
          </a:blip>
          <a:srcRect/>
          <a:stretch>
            <a:fillRect/>
          </a:stretch>
        </p:blipFill>
        <p:spPr bwMode="auto">
          <a:xfrm>
            <a:off x="3883541" y="5507298"/>
            <a:ext cx="390846" cy="371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8" name="直接连接符 17"/>
          <p:cNvCxnSpPr>
            <a:stCxn id="16" idx="0"/>
          </p:cNvCxnSpPr>
          <p:nvPr/>
        </p:nvCxnSpPr>
        <p:spPr>
          <a:xfrm flipV="1">
            <a:off x="3263043" y="4761848"/>
            <a:ext cx="221444" cy="745449"/>
          </a:xfrm>
          <a:prstGeom prst="line">
            <a:avLst/>
          </a:prstGeom>
        </p:spPr>
        <p:style>
          <a:lnRef idx="3">
            <a:schemeClr val="accent1"/>
          </a:lnRef>
          <a:fillRef idx="0">
            <a:schemeClr val="accent1"/>
          </a:fillRef>
          <a:effectRef idx="2">
            <a:schemeClr val="accent1"/>
          </a:effectRef>
          <a:fontRef idx="minor">
            <a:schemeClr val="tx1"/>
          </a:fontRef>
        </p:style>
      </p:cxnSp>
      <p:cxnSp>
        <p:nvCxnSpPr>
          <p:cNvPr id="19" name="直接连接符 18"/>
          <p:cNvCxnSpPr>
            <a:stCxn id="17" idx="0"/>
          </p:cNvCxnSpPr>
          <p:nvPr/>
        </p:nvCxnSpPr>
        <p:spPr>
          <a:xfrm flipH="1" flipV="1">
            <a:off x="3897032" y="4565358"/>
            <a:ext cx="181932" cy="941940"/>
          </a:xfrm>
          <a:prstGeom prst="line">
            <a:avLst/>
          </a:prstGeom>
        </p:spPr>
        <p:style>
          <a:lnRef idx="3">
            <a:schemeClr val="accent1"/>
          </a:lnRef>
          <a:fillRef idx="0">
            <a:schemeClr val="accent1"/>
          </a:fillRef>
          <a:effectRef idx="2">
            <a:schemeClr val="accent1"/>
          </a:effectRef>
          <a:fontRef idx="minor">
            <a:schemeClr val="tx1"/>
          </a:fontRef>
        </p:style>
      </p:cxnSp>
      <p:pic>
        <p:nvPicPr>
          <p:cNvPr id="20" name="Picture 24" descr="集线器"/>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16530" y="4445106"/>
            <a:ext cx="914400" cy="6029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 name="文本框 20"/>
          <p:cNvSpPr txBox="1"/>
          <p:nvPr/>
        </p:nvSpPr>
        <p:spPr>
          <a:xfrm>
            <a:off x="3064234" y="5878932"/>
            <a:ext cx="33214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a:t>
            </a: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2" name="文本框 21"/>
          <p:cNvSpPr txBox="1"/>
          <p:nvPr/>
        </p:nvSpPr>
        <p:spPr>
          <a:xfrm>
            <a:off x="3909530" y="5878933"/>
            <a:ext cx="31290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B</a:t>
            </a: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cxnSp>
        <p:nvCxnSpPr>
          <p:cNvPr id="23" name="直接连接符 22"/>
          <p:cNvCxnSpPr>
            <a:stCxn id="20" idx="3"/>
          </p:cNvCxnSpPr>
          <p:nvPr/>
        </p:nvCxnSpPr>
        <p:spPr>
          <a:xfrm>
            <a:off x="4130930" y="4746571"/>
            <a:ext cx="5034217" cy="0"/>
          </a:xfrm>
          <a:prstGeom prst="line">
            <a:avLst/>
          </a:prstGeom>
        </p:spPr>
        <p:style>
          <a:lnRef idx="3">
            <a:schemeClr val="accent1"/>
          </a:lnRef>
          <a:fillRef idx="0">
            <a:schemeClr val="accent1"/>
          </a:fillRef>
          <a:effectRef idx="2">
            <a:schemeClr val="accent1"/>
          </a:effectRef>
          <a:fontRef idx="minor">
            <a:schemeClr val="tx1"/>
          </a:fontRef>
        </p:style>
      </p:cxnSp>
      <p:grpSp>
        <p:nvGrpSpPr>
          <p:cNvPr id="24" name="组合 23"/>
          <p:cNvGrpSpPr/>
          <p:nvPr/>
        </p:nvGrpSpPr>
        <p:grpSpPr>
          <a:xfrm>
            <a:off x="5472951" y="4356926"/>
            <a:ext cx="2299836" cy="943937"/>
            <a:chOff x="4223344" y="4271744"/>
            <a:chExt cx="2299836" cy="943937"/>
          </a:xfrm>
        </p:grpSpPr>
        <p:pic>
          <p:nvPicPr>
            <p:cNvPr id="25" name="Picture 48"/>
            <p:cNvPicPr>
              <a:picLocks noChangeArrowheads="1"/>
            </p:cNvPicPr>
            <p:nvPr/>
          </p:nvPicPr>
          <p:blipFill>
            <a:blip r:embed="rId5">
              <a:duotone>
                <a:prstClr val="black"/>
                <a:schemeClr val="accent1">
                  <a:tint val="45000"/>
                  <a:satMod val="400000"/>
                </a:schemeClr>
              </a:duotone>
              <a:extLst>
                <a:ext uri="{28A0092B-C50C-407E-A947-70E740481C1C}">
                  <a14:useLocalDpi xmlns:a14="http://schemas.microsoft.com/office/drawing/2010/main" val="0"/>
                </a:ext>
              </a:extLst>
            </a:blip>
            <a:srcRect/>
            <a:stretch>
              <a:fillRect/>
            </a:stretch>
          </p:blipFill>
          <p:spPr bwMode="auto">
            <a:xfrm>
              <a:off x="4939400" y="4271744"/>
              <a:ext cx="870272" cy="606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26" name="文本框 25"/>
            <p:cNvSpPr txBox="1"/>
            <p:nvPr/>
          </p:nvSpPr>
          <p:spPr>
            <a:xfrm>
              <a:off x="4928233" y="4846349"/>
              <a:ext cx="82747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Bridge</a:t>
              </a: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7" name="椭圆 26"/>
            <p:cNvSpPr/>
            <p:nvPr/>
          </p:nvSpPr>
          <p:spPr>
            <a:xfrm>
              <a:off x="4819351" y="4602038"/>
              <a:ext cx="135653" cy="114883"/>
            </a:xfrm>
            <a:prstGeom prst="ellipse">
              <a:avLst/>
            </a:prstGeom>
            <a:solidFill>
              <a:srgbClr val="5B30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28" name="椭圆 27"/>
            <p:cNvSpPr/>
            <p:nvPr/>
          </p:nvSpPr>
          <p:spPr>
            <a:xfrm>
              <a:off x="5770850" y="4590334"/>
              <a:ext cx="135653" cy="114883"/>
            </a:xfrm>
            <a:prstGeom prst="ellipse">
              <a:avLst/>
            </a:prstGeom>
            <a:solidFill>
              <a:srgbClr val="5B30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29" name="文本框 28"/>
            <p:cNvSpPr txBox="1"/>
            <p:nvPr/>
          </p:nvSpPr>
          <p:spPr>
            <a:xfrm>
              <a:off x="4223344" y="4329385"/>
              <a:ext cx="715260"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端口</a:t>
              </a:r>
              <a:r>
                <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30" name="文本框 29"/>
            <p:cNvSpPr txBox="1"/>
            <p:nvPr/>
          </p:nvSpPr>
          <p:spPr>
            <a:xfrm>
              <a:off x="5807920" y="4303169"/>
              <a:ext cx="715260"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端口</a:t>
              </a:r>
              <a:r>
                <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2</a:t>
              </a: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pic>
        <p:nvPicPr>
          <p:cNvPr id="31" name="Picture 24" descr="集线器"/>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72176" y="4463457"/>
            <a:ext cx="914400" cy="6029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 name="文本框 31"/>
          <p:cNvSpPr txBox="1"/>
          <p:nvPr/>
        </p:nvSpPr>
        <p:spPr>
          <a:xfrm>
            <a:off x="5584399" y="2727273"/>
            <a:ext cx="2438946" cy="36933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MAC_A</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                </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1</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      </a:t>
            </a:r>
            <a:endParaRPr kumimoji="0" lang="zh-CN"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33" name="文本框 32"/>
          <p:cNvSpPr txBox="1"/>
          <p:nvPr/>
        </p:nvSpPr>
        <p:spPr>
          <a:xfrm>
            <a:off x="5603649" y="3071899"/>
            <a:ext cx="2438946" cy="36933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MAC_B</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                </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1</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      </a:t>
            </a:r>
            <a:endParaRPr kumimoji="0" lang="zh-CN"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34" name="文本框 33"/>
          <p:cNvSpPr txBox="1"/>
          <p:nvPr/>
        </p:nvSpPr>
        <p:spPr>
          <a:xfrm>
            <a:off x="5603649" y="3407171"/>
            <a:ext cx="2438946" cy="36933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MAC_C</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                </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2</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      </a:t>
            </a:r>
            <a:endParaRPr kumimoji="0" lang="zh-CN"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35" name="文本框 34"/>
          <p:cNvSpPr txBox="1"/>
          <p:nvPr/>
        </p:nvSpPr>
        <p:spPr>
          <a:xfrm>
            <a:off x="5594024" y="3732944"/>
            <a:ext cx="2438946" cy="36933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MAC_D</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                </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2</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      </a:t>
            </a:r>
            <a:endParaRPr kumimoji="0" lang="zh-CN"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44" name="直接箭头连接符 43"/>
          <p:cNvCxnSpPr/>
          <p:nvPr/>
        </p:nvCxnSpPr>
        <p:spPr>
          <a:xfrm flipH="1" flipV="1">
            <a:off x="4105231" y="5076377"/>
            <a:ext cx="93889" cy="273124"/>
          </a:xfrm>
          <a:prstGeom prst="straightConnector1">
            <a:avLst/>
          </a:prstGeom>
          <a:ln w="38100">
            <a:solidFill>
              <a:schemeClr val="accent2">
                <a:lumMod val="50000"/>
              </a:schemeClr>
            </a:solidFill>
            <a:tailEnd type="triangle"/>
          </a:ln>
        </p:spPr>
        <p:style>
          <a:lnRef idx="3">
            <a:schemeClr val="accent2"/>
          </a:lnRef>
          <a:fillRef idx="0">
            <a:schemeClr val="accent2"/>
          </a:fillRef>
          <a:effectRef idx="2">
            <a:schemeClr val="accent2"/>
          </a:effectRef>
          <a:fontRef idx="minor">
            <a:schemeClr val="tx1"/>
          </a:fontRef>
        </p:style>
      </p:cxnSp>
      <p:cxnSp>
        <p:nvCxnSpPr>
          <p:cNvPr id="45" name="直接箭头连接符 44"/>
          <p:cNvCxnSpPr/>
          <p:nvPr/>
        </p:nvCxnSpPr>
        <p:spPr>
          <a:xfrm flipH="1">
            <a:off x="3202704" y="5054679"/>
            <a:ext cx="91018" cy="279064"/>
          </a:xfrm>
          <a:prstGeom prst="straightConnector1">
            <a:avLst/>
          </a:prstGeom>
          <a:ln w="38100">
            <a:solidFill>
              <a:srgbClr val="333399"/>
            </a:solidFill>
            <a:tailEnd type="triangle"/>
          </a:ln>
        </p:spPr>
        <p:style>
          <a:lnRef idx="3">
            <a:schemeClr val="accent2"/>
          </a:lnRef>
          <a:fillRef idx="0">
            <a:schemeClr val="accent2"/>
          </a:fillRef>
          <a:effectRef idx="2">
            <a:schemeClr val="accent2"/>
          </a:effectRef>
          <a:fontRef idx="minor">
            <a:schemeClr val="tx1"/>
          </a:fontRef>
        </p:style>
      </p:cxnSp>
      <p:cxnSp>
        <p:nvCxnSpPr>
          <p:cNvPr id="46" name="直接箭头连接符 45"/>
          <p:cNvCxnSpPr/>
          <p:nvPr/>
        </p:nvCxnSpPr>
        <p:spPr>
          <a:xfrm>
            <a:off x="4693950" y="4858414"/>
            <a:ext cx="827126" cy="0"/>
          </a:xfrm>
          <a:prstGeom prst="straightConnector1">
            <a:avLst/>
          </a:prstGeom>
          <a:ln w="38100">
            <a:solidFill>
              <a:srgbClr val="333399"/>
            </a:solidFill>
            <a:tailEnd type="triangle"/>
          </a:ln>
        </p:spPr>
        <p:style>
          <a:lnRef idx="3">
            <a:schemeClr val="accent2"/>
          </a:lnRef>
          <a:fillRef idx="0">
            <a:schemeClr val="accent2"/>
          </a:fillRef>
          <a:effectRef idx="2">
            <a:schemeClr val="accent2"/>
          </a:effectRef>
          <a:fontRef idx="minor">
            <a:schemeClr val="tx1"/>
          </a:fontRef>
        </p:style>
      </p:cxnSp>
      <p:sp>
        <p:nvSpPr>
          <p:cNvPr id="84" name="文本框 83"/>
          <p:cNvSpPr txBox="1"/>
          <p:nvPr/>
        </p:nvSpPr>
        <p:spPr>
          <a:xfrm>
            <a:off x="1146102" y="2166723"/>
            <a:ext cx="2747868" cy="531749"/>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2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B</a:t>
            </a:r>
            <a:r>
              <a:rPr kumimoji="0" lang="zh-CN" altLang="en-US" sz="2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r>
              <a:rPr kumimoji="0" lang="en-US" altLang="zh-CN" sz="2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D </a:t>
            </a:r>
            <a:r>
              <a:rPr kumimoji="0" lang="zh-CN" altLang="zh-CN" sz="2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发出数据帧</a:t>
            </a:r>
          </a:p>
        </p:txBody>
      </p:sp>
      <p:sp>
        <p:nvSpPr>
          <p:cNvPr id="87" name="文本框 86"/>
          <p:cNvSpPr txBox="1"/>
          <p:nvPr/>
        </p:nvSpPr>
        <p:spPr>
          <a:xfrm>
            <a:off x="1419480" y="2857003"/>
            <a:ext cx="2066143" cy="1169038"/>
          </a:xfrm>
          <a:prstGeom prst="rect">
            <a:avLst/>
          </a:prstGeom>
          <a:solidFill>
            <a:schemeClr val="accent1">
              <a:lumMod val="20000"/>
              <a:lumOff val="80000"/>
            </a:schemeClr>
          </a:solid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lang="zh-CN" altLang="en-US" sz="2000" dirty="0">
                <a:solidFill>
                  <a:prstClr val="black"/>
                </a:solidFill>
                <a:latin typeface="微软雅黑" panose="020B0503020204020204" pitchFamily="34" charset="-122"/>
                <a:ea typeface="微软雅黑" panose="020B0503020204020204" pitchFamily="34" charset="-122"/>
              </a:rPr>
              <a:t>逆向学习源地址</a:t>
            </a:r>
            <a:endPar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并根据</a:t>
            </a:r>
            <a:r>
              <a:rPr lang="zh-CN" altLang="en-US" sz="2000" b="1" noProof="0" dirty="0">
                <a:solidFill>
                  <a:srgbClr val="7030A0"/>
                </a:solidFill>
                <a:latin typeface="微软雅黑" panose="020B0503020204020204" pitchFamily="34" charset="-122"/>
                <a:ea typeface="微软雅黑" panose="020B0503020204020204" pitchFamily="34" charset="-122"/>
              </a:rPr>
              <a:t>目的</a:t>
            </a:r>
            <a:r>
              <a:rPr kumimoji="0" lang="zh-CN" altLang="en-US" sz="2000" b="1" i="0" u="none" strike="noStrike" kern="120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rPr>
              <a:t>地址</a:t>
            </a:r>
            <a:endParaRPr kumimoji="0" lang="en-US" altLang="zh-CN" sz="2000" b="1" i="0" u="none" strike="noStrike" kern="120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endParaRP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查询</a:t>
            </a: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MAC</a:t>
            </a: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地址表</a:t>
            </a:r>
          </a:p>
        </p:txBody>
      </p:sp>
      <p:sp>
        <p:nvSpPr>
          <p:cNvPr id="3" name="矩形 2"/>
          <p:cNvSpPr/>
          <p:nvPr/>
        </p:nvSpPr>
        <p:spPr>
          <a:xfrm>
            <a:off x="1751797" y="2233061"/>
            <a:ext cx="279133" cy="431693"/>
          </a:xfrm>
          <a:prstGeom prst="rect">
            <a:avLst/>
          </a:prstGeom>
          <a:noFill/>
          <a:ln w="28575">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矩形 47"/>
          <p:cNvSpPr/>
          <p:nvPr/>
        </p:nvSpPr>
        <p:spPr>
          <a:xfrm>
            <a:off x="5128871" y="3745555"/>
            <a:ext cx="3050723" cy="353671"/>
          </a:xfrm>
          <a:prstGeom prst="rect">
            <a:avLst/>
          </a:prstGeom>
          <a:noFill/>
          <a:ln w="571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文本框 36"/>
          <p:cNvSpPr txBox="1"/>
          <p:nvPr/>
        </p:nvSpPr>
        <p:spPr>
          <a:xfrm>
            <a:off x="8198844" y="3411273"/>
            <a:ext cx="2643672" cy="707886"/>
          </a:xfrm>
          <a:prstGeom prst="rect">
            <a:avLst/>
          </a:prstGeom>
          <a:noFill/>
        </p:spPr>
        <p:txBody>
          <a:bodyPr wrap="none" rtlCol="0">
            <a:spAutoFit/>
          </a:bodyPr>
          <a:lstStyle/>
          <a:p>
            <a:r>
              <a:rPr lang="zh-CN" altLang="en-US" sz="2000" dirty="0">
                <a:solidFill>
                  <a:prstClr val="black"/>
                </a:solidFill>
                <a:latin typeface="微软雅黑" panose="020B0503020204020204" pitchFamily="34" charset="-122"/>
                <a:ea typeface="微软雅黑" panose="020B0503020204020204" pitchFamily="34" charset="-122"/>
              </a:rPr>
              <a:t>找到匹配项！</a:t>
            </a:r>
            <a:endParaRPr lang="en-US" altLang="zh-CN" sz="2000" dirty="0">
              <a:solidFill>
                <a:prstClr val="black"/>
              </a:solidFill>
              <a:latin typeface="微软雅黑" panose="020B0503020204020204" pitchFamily="34" charset="-122"/>
              <a:ea typeface="微软雅黑" panose="020B0503020204020204" pitchFamily="34" charset="-122"/>
            </a:endParaRPr>
          </a:p>
          <a:p>
            <a:r>
              <a:rPr lang="zh-CN" altLang="en-US" sz="2000" dirty="0">
                <a:solidFill>
                  <a:prstClr val="black"/>
                </a:solidFill>
                <a:latin typeface="微软雅黑" panose="020B0503020204020204" pitchFamily="34" charset="-122"/>
                <a:ea typeface="微软雅黑" panose="020B0503020204020204" pitchFamily="34" charset="-122"/>
              </a:rPr>
              <a:t>从对应端口</a:t>
            </a:r>
            <a:r>
              <a:rPr lang="en-US" altLang="zh-CN" sz="2000" dirty="0">
                <a:solidFill>
                  <a:prstClr val="black"/>
                </a:solidFill>
                <a:latin typeface="微软雅黑" panose="020B0503020204020204" pitchFamily="34" charset="-122"/>
                <a:ea typeface="微软雅黑" panose="020B0503020204020204" pitchFamily="34" charset="-122"/>
              </a:rPr>
              <a:t>2</a:t>
            </a:r>
            <a:r>
              <a:rPr lang="zh-CN" altLang="en-US" sz="2000" dirty="0">
                <a:solidFill>
                  <a:prstClr val="black"/>
                </a:solidFill>
                <a:latin typeface="微软雅黑" panose="020B0503020204020204" pitchFamily="34" charset="-122"/>
                <a:ea typeface="微软雅黑" panose="020B0503020204020204" pitchFamily="34" charset="-122"/>
              </a:rPr>
              <a:t>转发出去</a:t>
            </a:r>
          </a:p>
        </p:txBody>
      </p:sp>
      <p:cxnSp>
        <p:nvCxnSpPr>
          <p:cNvPr id="51" name="直接箭头连接符 50"/>
          <p:cNvCxnSpPr/>
          <p:nvPr/>
        </p:nvCxnSpPr>
        <p:spPr>
          <a:xfrm>
            <a:off x="7609782" y="4858414"/>
            <a:ext cx="827126" cy="0"/>
          </a:xfrm>
          <a:prstGeom prst="straightConnector1">
            <a:avLst/>
          </a:prstGeom>
          <a:ln w="38100">
            <a:solidFill>
              <a:srgbClr val="333399"/>
            </a:solidFill>
            <a:tailEnd type="triangle"/>
          </a:ln>
        </p:spPr>
        <p:style>
          <a:lnRef idx="3">
            <a:schemeClr val="accent2"/>
          </a:lnRef>
          <a:fillRef idx="0">
            <a:schemeClr val="accent2"/>
          </a:fillRef>
          <a:effectRef idx="2">
            <a:schemeClr val="accent2"/>
          </a:effectRef>
          <a:fontRef idx="minor">
            <a:schemeClr val="tx1"/>
          </a:fontRef>
        </p:style>
      </p:cxnSp>
      <p:cxnSp>
        <p:nvCxnSpPr>
          <p:cNvPr id="52" name="直接箭头连接符 51"/>
          <p:cNvCxnSpPr/>
          <p:nvPr/>
        </p:nvCxnSpPr>
        <p:spPr>
          <a:xfrm flipH="1">
            <a:off x="9026667" y="5132346"/>
            <a:ext cx="91018" cy="279064"/>
          </a:xfrm>
          <a:prstGeom prst="straightConnector1">
            <a:avLst/>
          </a:prstGeom>
          <a:ln w="38100">
            <a:solidFill>
              <a:srgbClr val="333399"/>
            </a:solidFill>
            <a:tailEnd type="triangle"/>
          </a:ln>
        </p:spPr>
        <p:style>
          <a:lnRef idx="3">
            <a:schemeClr val="accent2"/>
          </a:lnRef>
          <a:fillRef idx="0">
            <a:schemeClr val="accent2"/>
          </a:fillRef>
          <a:effectRef idx="2">
            <a:schemeClr val="accent2"/>
          </a:effectRef>
          <a:fontRef idx="minor">
            <a:schemeClr val="tx1"/>
          </a:fontRef>
        </p:style>
      </p:cxnSp>
      <p:cxnSp>
        <p:nvCxnSpPr>
          <p:cNvPr id="53" name="直接箭头连接符 52"/>
          <p:cNvCxnSpPr/>
          <p:nvPr/>
        </p:nvCxnSpPr>
        <p:spPr>
          <a:xfrm>
            <a:off x="9946483" y="5096598"/>
            <a:ext cx="107337" cy="314812"/>
          </a:xfrm>
          <a:prstGeom prst="straightConnector1">
            <a:avLst/>
          </a:prstGeom>
          <a:ln w="38100">
            <a:solidFill>
              <a:schemeClr val="accent2">
                <a:lumMod val="50000"/>
              </a:schemeClr>
            </a:solidFill>
            <a:tailEnd type="triangle"/>
          </a:ln>
        </p:spPr>
        <p:style>
          <a:lnRef idx="3">
            <a:schemeClr val="accent2"/>
          </a:lnRef>
          <a:fillRef idx="0">
            <a:schemeClr val="accent2"/>
          </a:fillRef>
          <a:effectRef idx="2">
            <a:schemeClr val="accent2"/>
          </a:effectRef>
          <a:fontRef idx="minor">
            <a:schemeClr val="tx1"/>
          </a:fontRef>
        </p:style>
      </p:cxnSp>
      <p:sp>
        <p:nvSpPr>
          <p:cNvPr id="50" name="文本框 49"/>
          <p:cNvSpPr txBox="1"/>
          <p:nvPr/>
        </p:nvSpPr>
        <p:spPr>
          <a:xfrm>
            <a:off x="5193863" y="1488264"/>
            <a:ext cx="2914909" cy="435697"/>
          </a:xfrm>
          <a:prstGeom prst="rect">
            <a:avLst/>
          </a:prstGeom>
          <a:solidFill>
            <a:schemeClr val="bg2"/>
          </a:solid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zh-CN" sz="2000" b="0" i="0" u="none" strike="noStrike" kern="1200" cap="none" spc="0" normalizeH="0" baseline="0" noProof="0" dirty="0">
                <a:ln>
                  <a:noFill/>
                </a:ln>
                <a:solidFill>
                  <a:srgbClr val="000000"/>
                </a:solidFill>
                <a:effectLst/>
                <a:uLnTx/>
                <a:uFillTx/>
                <a:latin typeface="Arial" panose="020B0604020202090204"/>
                <a:ea typeface="微软雅黑"/>
                <a:cs typeface="+mn-cs"/>
              </a:rPr>
              <a:t>MAC地址</a:t>
            </a:r>
            <a:r>
              <a:rPr kumimoji="0" lang="zh-CN" altLang="en-US" sz="2000" b="0" i="0" u="none" strike="noStrike" kern="1200" cap="none" spc="0" normalizeH="0" baseline="0" noProof="0" dirty="0">
                <a:ln>
                  <a:noFill/>
                </a:ln>
                <a:solidFill>
                  <a:srgbClr val="000000"/>
                </a:solidFill>
                <a:effectLst/>
                <a:uLnTx/>
                <a:uFillTx/>
                <a:latin typeface="Arial" panose="020B0604020202090204"/>
                <a:ea typeface="微软雅黑"/>
                <a:cs typeface="+mn-cs"/>
              </a:rPr>
              <a:t>表</a:t>
            </a:r>
            <a:r>
              <a:rPr lang="zh-CN" altLang="en-US" sz="2000" dirty="0">
                <a:solidFill>
                  <a:srgbClr val="000000"/>
                </a:solidFill>
                <a:latin typeface="Arial" panose="020B0604020202090204"/>
                <a:ea typeface="微软雅黑"/>
              </a:rPr>
              <a:t>完善时</a:t>
            </a:r>
            <a:endParaRPr kumimoji="0" lang="zh-CN" altLang="en-US" sz="20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54" name="日期占位符 36"/>
          <p:cNvSpPr>
            <a:spLocks noGrp="1"/>
          </p:cNvSpPr>
          <p:nvPr>
            <p:ph type="dt" sz="half" idx="10"/>
          </p:nvPr>
        </p:nvSpPr>
        <p:spPr>
          <a:xfrm>
            <a:off x="197335" y="6489303"/>
            <a:ext cx="2743200" cy="365125"/>
          </a:xfrm>
        </p:spPr>
        <p:txBody>
          <a:bodyPr/>
          <a:lstStyle/>
          <a:p>
            <a:r>
              <a:rPr lang="en-US" altLang="zh-CN" dirty="0">
                <a:latin typeface="微软雅黑" panose="020B0503020204020204" pitchFamily="34" charset="-122"/>
                <a:ea typeface="微软雅黑" panose="020B0503020204020204" pitchFamily="34" charset="-122"/>
              </a:rPr>
              <a:t>4.4 </a:t>
            </a:r>
            <a:r>
              <a:rPr lang="zh-CN" altLang="en-US" dirty="0">
                <a:latin typeface="微软雅黑" panose="020B0503020204020204" pitchFamily="34" charset="-122"/>
                <a:ea typeface="微软雅黑" panose="020B0503020204020204" pitchFamily="34" charset="-122"/>
              </a:rPr>
              <a:t>数据链路层交换</a:t>
            </a:r>
          </a:p>
        </p:txBody>
      </p:sp>
      <p:sp>
        <p:nvSpPr>
          <p:cNvPr id="55" name="灯片编号占位符 38"/>
          <p:cNvSpPr>
            <a:spLocks noGrp="1"/>
          </p:cNvSpPr>
          <p:nvPr>
            <p:ph type="sldNum" sz="quarter" idx="12"/>
          </p:nvPr>
        </p:nvSpPr>
        <p:spPr>
          <a:xfrm>
            <a:off x="8686810" y="6489303"/>
            <a:ext cx="3319670" cy="365125"/>
          </a:xfrm>
        </p:spPr>
        <p:txBody>
          <a:bodyPr/>
          <a:lstStyle/>
          <a:p>
            <a:fld id="{8D4D1E41-7A09-AB4A-A4E1-09765ADA2698}" type="slidenum">
              <a:rPr kumimoji="1" lang="zh-CN" altLang="en-US" smtClean="0"/>
              <a:t>67</a:t>
            </a:fld>
            <a:endParaRPr kumimoji="1"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4"/>
                                        </p:tgtEl>
                                        <p:attrNameLst>
                                          <p:attrName>style.visibility</p:attrName>
                                        </p:attrNameLst>
                                      </p:cBhvr>
                                      <p:to>
                                        <p:strVal val="visible"/>
                                      </p:to>
                                    </p:set>
                                    <p:animEffect transition="in" filter="wipe(down)">
                                      <p:cBhvr>
                                        <p:cTn id="7" dur="500"/>
                                        <p:tgtEl>
                                          <p:spTgt spid="44"/>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45"/>
                                        </p:tgtEl>
                                        <p:attrNameLst>
                                          <p:attrName>style.visibility</p:attrName>
                                        </p:attrNameLst>
                                      </p:cBhvr>
                                      <p:to>
                                        <p:strVal val="visible"/>
                                      </p:to>
                                    </p:set>
                                    <p:animEffect transition="in" filter="wipe(up)">
                                      <p:cBhvr>
                                        <p:cTn id="11" dur="500"/>
                                        <p:tgtEl>
                                          <p:spTgt spid="45"/>
                                        </p:tgtEl>
                                      </p:cBhvr>
                                    </p:animEffect>
                                  </p:childTnLst>
                                </p:cTn>
                              </p:par>
                              <p:par>
                                <p:cTn id="12" presetID="22" presetClass="entr" presetSubtype="8" fill="hold" nodeType="withEffect">
                                  <p:stCondLst>
                                    <p:cond delay="0"/>
                                  </p:stCondLst>
                                  <p:childTnLst>
                                    <p:set>
                                      <p:cBhvr>
                                        <p:cTn id="13" dur="1" fill="hold">
                                          <p:stCondLst>
                                            <p:cond delay="0"/>
                                          </p:stCondLst>
                                        </p:cTn>
                                        <p:tgtEl>
                                          <p:spTgt spid="46"/>
                                        </p:tgtEl>
                                        <p:attrNameLst>
                                          <p:attrName>style.visibility</p:attrName>
                                        </p:attrNameLst>
                                      </p:cBhvr>
                                      <p:to>
                                        <p:strVal val="visible"/>
                                      </p:to>
                                    </p:set>
                                    <p:animEffect transition="in" filter="wipe(left)">
                                      <p:cBhvr>
                                        <p:cTn id="14" dur="500"/>
                                        <p:tgtEl>
                                          <p:spTgt spid="46"/>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87"/>
                                        </p:tgtEl>
                                        <p:attrNameLst>
                                          <p:attrName>style.visibility</p:attrName>
                                        </p:attrNameLst>
                                      </p:cBhvr>
                                      <p:to>
                                        <p:strVal val="visible"/>
                                      </p:to>
                                    </p:set>
                                    <p:animEffect transition="in" filter="fade">
                                      <p:cBhvr>
                                        <p:cTn id="19" dur="500"/>
                                        <p:tgtEl>
                                          <p:spTgt spid="87"/>
                                        </p:tgtEl>
                                      </p:cBhvr>
                                    </p:animEffect>
                                  </p:childTnLst>
                                </p:cTn>
                              </p:par>
                            </p:childTnLst>
                          </p:cTn>
                        </p:par>
                      </p:childTnLst>
                    </p:cTn>
                  </p:par>
                  <p:par>
                    <p:cTn id="20" fill="hold">
                      <p:stCondLst>
                        <p:cond delay="indefinite"/>
                      </p:stCondLst>
                      <p:childTnLst>
                        <p:par>
                          <p:cTn id="21" fill="hold">
                            <p:stCondLst>
                              <p:cond delay="0"/>
                            </p:stCondLst>
                            <p:childTnLst>
                              <p:par>
                                <p:cTn id="22" presetID="21" presetClass="entr" presetSubtype="1" fill="hold" grpId="0" nodeType="clickEffect">
                                  <p:stCondLst>
                                    <p:cond delay="0"/>
                                  </p:stCondLst>
                                  <p:childTnLst>
                                    <p:set>
                                      <p:cBhvr>
                                        <p:cTn id="23" dur="1" fill="hold">
                                          <p:stCondLst>
                                            <p:cond delay="0"/>
                                          </p:stCondLst>
                                        </p:cTn>
                                        <p:tgtEl>
                                          <p:spTgt spid="3"/>
                                        </p:tgtEl>
                                        <p:attrNameLst>
                                          <p:attrName>style.visibility</p:attrName>
                                        </p:attrNameLst>
                                      </p:cBhvr>
                                      <p:to>
                                        <p:strVal val="visible"/>
                                      </p:to>
                                    </p:set>
                                    <p:animEffect transition="in" filter="wheel(1)">
                                      <p:cBhvr>
                                        <p:cTn id="24" dur="500"/>
                                        <p:tgtEl>
                                          <p:spTgt spid="3"/>
                                        </p:tgtEl>
                                      </p:cBhvr>
                                    </p:animEffect>
                                  </p:childTnLst>
                                </p:cTn>
                              </p:par>
                            </p:childTnLst>
                          </p:cTn>
                        </p:par>
                      </p:childTnLst>
                    </p:cTn>
                  </p:par>
                  <p:par>
                    <p:cTn id="25" fill="hold">
                      <p:stCondLst>
                        <p:cond delay="indefinite"/>
                      </p:stCondLst>
                      <p:childTnLst>
                        <p:par>
                          <p:cTn id="26" fill="hold">
                            <p:stCondLst>
                              <p:cond delay="0"/>
                            </p:stCondLst>
                            <p:childTnLst>
                              <p:par>
                                <p:cTn id="27" presetID="53" presetClass="entr" presetSubtype="16" fill="hold" grpId="0" nodeType="clickEffect">
                                  <p:stCondLst>
                                    <p:cond delay="0"/>
                                  </p:stCondLst>
                                  <p:childTnLst>
                                    <p:set>
                                      <p:cBhvr>
                                        <p:cTn id="28" dur="1" fill="hold">
                                          <p:stCondLst>
                                            <p:cond delay="0"/>
                                          </p:stCondLst>
                                        </p:cTn>
                                        <p:tgtEl>
                                          <p:spTgt spid="48"/>
                                        </p:tgtEl>
                                        <p:attrNameLst>
                                          <p:attrName>style.visibility</p:attrName>
                                        </p:attrNameLst>
                                      </p:cBhvr>
                                      <p:to>
                                        <p:strVal val="visible"/>
                                      </p:to>
                                    </p:set>
                                    <p:anim calcmode="lin" valueType="num">
                                      <p:cBhvr>
                                        <p:cTn id="29" dur="500" fill="hold"/>
                                        <p:tgtEl>
                                          <p:spTgt spid="48"/>
                                        </p:tgtEl>
                                        <p:attrNameLst>
                                          <p:attrName>ppt_w</p:attrName>
                                        </p:attrNameLst>
                                      </p:cBhvr>
                                      <p:tavLst>
                                        <p:tav tm="0">
                                          <p:val>
                                            <p:fltVal val="0"/>
                                          </p:val>
                                        </p:tav>
                                        <p:tav tm="100000">
                                          <p:val>
                                            <p:strVal val="#ppt_w"/>
                                          </p:val>
                                        </p:tav>
                                      </p:tavLst>
                                    </p:anim>
                                    <p:anim calcmode="lin" valueType="num">
                                      <p:cBhvr>
                                        <p:cTn id="30" dur="500" fill="hold"/>
                                        <p:tgtEl>
                                          <p:spTgt spid="48"/>
                                        </p:tgtEl>
                                        <p:attrNameLst>
                                          <p:attrName>ppt_h</p:attrName>
                                        </p:attrNameLst>
                                      </p:cBhvr>
                                      <p:tavLst>
                                        <p:tav tm="0">
                                          <p:val>
                                            <p:fltVal val="0"/>
                                          </p:val>
                                        </p:tav>
                                        <p:tav tm="100000">
                                          <p:val>
                                            <p:strVal val="#ppt_h"/>
                                          </p:val>
                                        </p:tav>
                                      </p:tavLst>
                                    </p:anim>
                                    <p:animEffect transition="in" filter="fade">
                                      <p:cBhvr>
                                        <p:cTn id="31" dur="500"/>
                                        <p:tgtEl>
                                          <p:spTgt spid="48"/>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37"/>
                                        </p:tgtEl>
                                        <p:attrNameLst>
                                          <p:attrName>style.visibility</p:attrName>
                                        </p:attrNameLst>
                                      </p:cBhvr>
                                      <p:to>
                                        <p:strVal val="visible"/>
                                      </p:to>
                                    </p:set>
                                    <p:animEffect transition="in" filter="fade">
                                      <p:cBhvr>
                                        <p:cTn id="36" dur="500"/>
                                        <p:tgtEl>
                                          <p:spTgt spid="37"/>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51"/>
                                        </p:tgtEl>
                                        <p:attrNameLst>
                                          <p:attrName>style.visibility</p:attrName>
                                        </p:attrNameLst>
                                      </p:cBhvr>
                                      <p:to>
                                        <p:strVal val="visible"/>
                                      </p:to>
                                    </p:set>
                                    <p:animEffect transition="in" filter="wipe(left)">
                                      <p:cBhvr>
                                        <p:cTn id="41" dur="500"/>
                                        <p:tgtEl>
                                          <p:spTgt spid="51"/>
                                        </p:tgtEl>
                                      </p:cBhvr>
                                    </p:animEffect>
                                  </p:childTnLst>
                                </p:cTn>
                              </p:par>
                            </p:childTnLst>
                          </p:cTn>
                        </p:par>
                        <p:par>
                          <p:cTn id="42" fill="hold">
                            <p:stCondLst>
                              <p:cond delay="500"/>
                            </p:stCondLst>
                            <p:childTnLst>
                              <p:par>
                                <p:cTn id="43" presetID="22" presetClass="entr" presetSubtype="1" fill="hold" nodeType="afterEffect">
                                  <p:stCondLst>
                                    <p:cond delay="0"/>
                                  </p:stCondLst>
                                  <p:childTnLst>
                                    <p:set>
                                      <p:cBhvr>
                                        <p:cTn id="44" dur="1" fill="hold">
                                          <p:stCondLst>
                                            <p:cond delay="0"/>
                                          </p:stCondLst>
                                        </p:cTn>
                                        <p:tgtEl>
                                          <p:spTgt spid="52"/>
                                        </p:tgtEl>
                                        <p:attrNameLst>
                                          <p:attrName>style.visibility</p:attrName>
                                        </p:attrNameLst>
                                      </p:cBhvr>
                                      <p:to>
                                        <p:strVal val="visible"/>
                                      </p:to>
                                    </p:set>
                                    <p:animEffect transition="in" filter="wipe(up)">
                                      <p:cBhvr>
                                        <p:cTn id="45" dur="500"/>
                                        <p:tgtEl>
                                          <p:spTgt spid="52"/>
                                        </p:tgtEl>
                                      </p:cBhvr>
                                    </p:animEffect>
                                  </p:childTnLst>
                                </p:cTn>
                              </p:par>
                              <p:par>
                                <p:cTn id="46" presetID="22" presetClass="entr" presetSubtype="1" fill="hold" nodeType="withEffect">
                                  <p:stCondLst>
                                    <p:cond delay="0"/>
                                  </p:stCondLst>
                                  <p:childTnLst>
                                    <p:set>
                                      <p:cBhvr>
                                        <p:cTn id="47" dur="1" fill="hold">
                                          <p:stCondLst>
                                            <p:cond delay="0"/>
                                          </p:stCondLst>
                                        </p:cTn>
                                        <p:tgtEl>
                                          <p:spTgt spid="53"/>
                                        </p:tgtEl>
                                        <p:attrNameLst>
                                          <p:attrName>style.visibility</p:attrName>
                                        </p:attrNameLst>
                                      </p:cBhvr>
                                      <p:to>
                                        <p:strVal val="visible"/>
                                      </p:to>
                                    </p:set>
                                    <p:animEffect transition="in" filter="wipe(up)">
                                      <p:cBhvr>
                                        <p:cTn id="48" dur="5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 grpId="0" animBg="1"/>
      <p:bldP spid="3" grpId="0" animBg="1"/>
      <p:bldP spid="48" grpId="0" animBg="1"/>
      <p:bldP spid="37"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 name="内容占位符 2"/>
          <p:cNvSpPr>
            <a:spLocks noGrp="1"/>
          </p:cNvSpPr>
          <p:nvPr>
            <p:ph idx="1"/>
          </p:nvPr>
        </p:nvSpPr>
        <p:spPr>
          <a:xfrm>
            <a:off x="838200" y="1417272"/>
            <a:ext cx="10515600" cy="5131205"/>
          </a:xfrm>
        </p:spPr>
        <p:txBody>
          <a:bodyPr>
            <a:normAutofit/>
          </a:bodyPr>
          <a:lstStyle/>
          <a:p>
            <a:pPr>
              <a:lnSpc>
                <a:spcPct val="120000"/>
              </a:lnSpc>
            </a:pPr>
            <a:r>
              <a:rPr lang="en-US" altLang="zh-CN" dirty="0"/>
              <a:t>Filtering</a:t>
            </a:r>
            <a:r>
              <a:rPr lang="zh-CN" altLang="en-US" dirty="0"/>
              <a:t>（过滤）</a:t>
            </a:r>
            <a:endParaRPr lang="en-US" altLang="zh-CN" dirty="0"/>
          </a:p>
          <a:p>
            <a:pPr marL="0" indent="0">
              <a:lnSpc>
                <a:spcPct val="120000"/>
              </a:lnSpc>
              <a:buNone/>
            </a:pPr>
            <a:endParaRPr kumimoji="1" lang="zh-CN" altLang="en-US" dirty="0"/>
          </a:p>
        </p:txBody>
      </p:sp>
      <p:sp>
        <p:nvSpPr>
          <p:cNvPr id="2" name="标题 1"/>
          <p:cNvSpPr>
            <a:spLocks noGrp="1"/>
          </p:cNvSpPr>
          <p:nvPr>
            <p:ph type="title"/>
          </p:nvPr>
        </p:nvSpPr>
        <p:spPr/>
        <p:txBody>
          <a:bodyPr>
            <a:normAutofit/>
          </a:bodyPr>
          <a:lstStyle/>
          <a:p>
            <a:r>
              <a:rPr kumimoji="1" lang="en-US" altLang="zh-CN" dirty="0"/>
              <a:t> </a:t>
            </a:r>
            <a:r>
              <a:rPr kumimoji="1" lang="zh-CN" altLang="zh-CN" dirty="0"/>
              <a:t>数据链路层交换原理</a:t>
            </a:r>
            <a:endParaRPr kumimoji="1" lang="zh-CN" altLang="en-US" dirty="0"/>
          </a:p>
        </p:txBody>
      </p:sp>
      <p:sp>
        <p:nvSpPr>
          <p:cNvPr id="5" name="AutoShape 48"/>
          <p:cNvSpPr>
            <a:spLocks noChangeArrowheads="1"/>
          </p:cNvSpPr>
          <p:nvPr/>
        </p:nvSpPr>
        <p:spPr bwMode="auto">
          <a:xfrm>
            <a:off x="8271713" y="4257966"/>
            <a:ext cx="2560638" cy="2151554"/>
          </a:xfrm>
          <a:prstGeom prst="roundRect">
            <a:avLst>
              <a:gd name="adj" fmla="val 16667"/>
            </a:avLst>
          </a:prstGeom>
          <a:solidFill>
            <a:schemeClr val="bg1">
              <a:lumMod val="85000"/>
            </a:schemeClr>
          </a:solidFill>
          <a:ln>
            <a:noFill/>
          </a:ln>
        </p:spPr>
        <p:txBody>
          <a:bodyPr wrap="none" anchor="ctr"/>
          <a:lstStyle>
            <a:lvl1pPr>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marL="0" marR="0" lvl="0" indent="0" algn="l" defTabSz="914400" rtl="0" eaLnBrk="1" fontAlgn="auto" latinLnBrk="0" hangingPunct="1">
              <a:lnSpc>
                <a:spcPts val="3100"/>
              </a:lnSpc>
              <a:spcBef>
                <a:spcPct val="20000"/>
              </a:spcBef>
              <a:spcAft>
                <a:spcPts val="0"/>
              </a:spcAft>
              <a:buClr>
                <a:srgbClr val="A50021"/>
              </a:buClr>
              <a:buSzPct val="75000"/>
              <a:buFont typeface="Wingdings" panose="05000000000000000000" pitchFamily="2" charset="2"/>
              <a:buNone/>
              <a:defRPr/>
            </a:pPr>
            <a:endParaRPr kumimoji="0" lang="zh-CN" altLang="en-US" sz="3200" b="0" i="0" u="none" strike="noStrike" kern="1200" cap="none" spc="0" normalizeH="0" baseline="0" noProof="0">
              <a:ln>
                <a:noFill/>
              </a:ln>
              <a:solidFill>
                <a:srgbClr val="020202"/>
              </a:solidFill>
              <a:effectLst/>
              <a:uLnTx/>
              <a:uFillTx/>
              <a:latin typeface="Tahoma" panose="020B0604030504040204" pitchFamily="34" charset="0"/>
              <a:ea typeface="宋体" panose="02010600030101010101" pitchFamily="2" charset="-122"/>
              <a:cs typeface="+mn-cs"/>
            </a:endParaRPr>
          </a:p>
        </p:txBody>
      </p:sp>
      <p:sp>
        <p:nvSpPr>
          <p:cNvPr id="6" name="文本框 5"/>
          <p:cNvSpPr txBox="1"/>
          <p:nvPr/>
        </p:nvSpPr>
        <p:spPr>
          <a:xfrm>
            <a:off x="10009618" y="4542239"/>
            <a:ext cx="91440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Hub</a:t>
            </a: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pic>
        <p:nvPicPr>
          <p:cNvPr id="7" name="Picture 40" descr="comput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23266" y="5525648"/>
            <a:ext cx="390846" cy="371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40" descr="comput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39187" y="5525649"/>
            <a:ext cx="390846" cy="371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9" name="直接连接符 8"/>
          <p:cNvCxnSpPr>
            <a:stCxn id="7" idx="0"/>
          </p:cNvCxnSpPr>
          <p:nvPr/>
        </p:nvCxnSpPr>
        <p:spPr>
          <a:xfrm flipV="1">
            <a:off x="9118689" y="4780199"/>
            <a:ext cx="221444" cy="745449"/>
          </a:xfrm>
          <a:prstGeom prst="line">
            <a:avLst/>
          </a:prstGeom>
        </p:spPr>
        <p:style>
          <a:lnRef idx="3">
            <a:schemeClr val="accent1"/>
          </a:lnRef>
          <a:fillRef idx="0">
            <a:schemeClr val="accent1"/>
          </a:fillRef>
          <a:effectRef idx="2">
            <a:schemeClr val="accent1"/>
          </a:effectRef>
          <a:fontRef idx="minor">
            <a:schemeClr val="tx1"/>
          </a:fontRef>
        </p:style>
      </p:cxnSp>
      <p:cxnSp>
        <p:nvCxnSpPr>
          <p:cNvPr id="10" name="直接连接符 9"/>
          <p:cNvCxnSpPr>
            <a:stCxn id="8" idx="0"/>
          </p:cNvCxnSpPr>
          <p:nvPr/>
        </p:nvCxnSpPr>
        <p:spPr>
          <a:xfrm flipH="1" flipV="1">
            <a:off x="9752678" y="4583709"/>
            <a:ext cx="181932" cy="941940"/>
          </a:xfrm>
          <a:prstGeom prst="line">
            <a:avLst/>
          </a:prstGeom>
        </p:spPr>
        <p:style>
          <a:lnRef idx="3">
            <a:schemeClr val="accent1"/>
          </a:lnRef>
          <a:fillRef idx="0">
            <a:schemeClr val="accent1"/>
          </a:fillRef>
          <a:effectRef idx="2">
            <a:schemeClr val="accent1"/>
          </a:effectRef>
          <a:fontRef idx="minor">
            <a:schemeClr val="tx1"/>
          </a:fontRef>
        </p:style>
      </p:cxnSp>
      <p:sp>
        <p:nvSpPr>
          <p:cNvPr id="11" name="文本框 10"/>
          <p:cNvSpPr txBox="1"/>
          <p:nvPr/>
        </p:nvSpPr>
        <p:spPr>
          <a:xfrm>
            <a:off x="8929505" y="5897283"/>
            <a:ext cx="32733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C</a:t>
            </a: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12" name="文本框 11"/>
          <p:cNvSpPr txBox="1"/>
          <p:nvPr/>
        </p:nvSpPr>
        <p:spPr>
          <a:xfrm>
            <a:off x="9774801" y="5897284"/>
            <a:ext cx="34336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D</a:t>
            </a: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graphicFrame>
        <p:nvGraphicFramePr>
          <p:cNvPr id="13" name="Group 40"/>
          <p:cNvGraphicFramePr>
            <a:graphicFrameLocks noGrp="1"/>
          </p:cNvGraphicFramePr>
          <p:nvPr/>
        </p:nvGraphicFramePr>
        <p:xfrm>
          <a:off x="5128871" y="2016779"/>
          <a:ext cx="3050723" cy="2072544"/>
        </p:xfrm>
        <a:graphic>
          <a:graphicData uri="http://schemas.openxmlformats.org/drawingml/2006/table">
            <a:tbl>
              <a:tblPr/>
              <a:tblGrid>
                <a:gridCol w="1910285">
                  <a:extLst>
                    <a:ext uri="{9D8B030D-6E8A-4147-A177-3AD203B41FA5}">
                      <a16:colId xmlns:a16="http://schemas.microsoft.com/office/drawing/2014/main" val="20000"/>
                    </a:ext>
                  </a:extLst>
                </a:gridCol>
                <a:gridCol w="1140438">
                  <a:extLst>
                    <a:ext uri="{9D8B030D-6E8A-4147-A177-3AD203B41FA5}">
                      <a16:colId xmlns:a16="http://schemas.microsoft.com/office/drawing/2014/main" val="20001"/>
                    </a:ext>
                  </a:extLst>
                </a:gridCol>
              </a:tblGrid>
              <a:tr h="290300">
                <a:tc gridSpan="2">
                  <a:txBody>
                    <a:bodyPr/>
                    <a:lstStyle>
                      <a:lvl1pPr marL="0" algn="l" defTabSz="914400" rtl="0" eaLnBrk="1" latinLnBrk="0" hangingPunct="1">
                        <a:spcBef>
                          <a:spcPct val="10000"/>
                        </a:spcBef>
                        <a:spcAft>
                          <a:spcPct val="25000"/>
                        </a:spcAft>
                        <a:buClr>
                          <a:schemeClr val="tx1"/>
                        </a:buClr>
                        <a:buSzPct val="80000"/>
                        <a:buFont typeface="Wingdings" panose="05000000000000000000" pitchFamily="2" charset="2"/>
                        <a:defRPr sz="2600" b="1" kern="1200">
                          <a:solidFill>
                            <a:srgbClr val="000000"/>
                          </a:solidFill>
                          <a:latin typeface="Arial" panose="020B0604020202090204" pitchFamily="34" charset="0"/>
                          <a:ea typeface="华文细黑" panose="02010600040101010101" pitchFamily="2" charset="-122"/>
                        </a:defRPr>
                      </a:lvl1pPr>
                      <a:lvl2pPr marL="386080" indent="71755" algn="l" defTabSz="914400" rtl="0" eaLnBrk="1" latinLnBrk="0" hangingPunct="1">
                        <a:spcBef>
                          <a:spcPct val="10000"/>
                        </a:spcBef>
                        <a:spcAft>
                          <a:spcPct val="25000"/>
                        </a:spcAft>
                        <a:buClr>
                          <a:schemeClr val="tx1"/>
                        </a:buClr>
                        <a:buSzPct val="80000"/>
                        <a:buFont typeface="Wingdings" panose="05000000000000000000" pitchFamily="2" charset="2"/>
                        <a:defRPr sz="2000" kern="1200">
                          <a:solidFill>
                            <a:srgbClr val="000000"/>
                          </a:solidFill>
                          <a:latin typeface="Arial" panose="020B0604020202090204" pitchFamily="34" charset="0"/>
                          <a:ea typeface="华文细黑" panose="02010600040101010101" pitchFamily="2" charset="-122"/>
                        </a:defRPr>
                      </a:lvl2pPr>
                      <a:lvl3pPr marL="862330" indent="52705" algn="l" defTabSz="914400" rtl="0" eaLnBrk="1" latinLnBrk="0" hangingPunct="1">
                        <a:spcBef>
                          <a:spcPct val="10000"/>
                        </a:spcBef>
                        <a:spcAft>
                          <a:spcPct val="25000"/>
                        </a:spcAft>
                        <a:buClr>
                          <a:schemeClr val="tx1"/>
                        </a:buClr>
                        <a:buFont typeface="Times New Roman" panose="02020503050405090304" pitchFamily="18" charset="0"/>
                        <a:defRPr sz="2000" kern="1200">
                          <a:solidFill>
                            <a:srgbClr val="000000"/>
                          </a:solidFill>
                          <a:latin typeface="Arial" panose="020B0604020202090204" pitchFamily="34" charset="0"/>
                          <a:ea typeface="华文细黑" panose="02010600040101010101" pitchFamily="2" charset="-122"/>
                        </a:defRPr>
                      </a:lvl3pPr>
                      <a:lvl4pPr marL="1281430" indent="90805" algn="l" defTabSz="914400" rtl="0" eaLnBrk="1" latinLnBrk="0" hangingPunct="1">
                        <a:spcBef>
                          <a:spcPct val="10000"/>
                        </a:spcBef>
                        <a:spcAft>
                          <a:spcPct val="25000"/>
                        </a:spcAft>
                        <a:buClr>
                          <a:schemeClr val="tx1"/>
                        </a:buClr>
                        <a:buFont typeface="Times New Roman" panose="02020503050405090304" pitchFamily="18" charset="0"/>
                        <a:defRPr sz="1600" kern="1200">
                          <a:solidFill>
                            <a:srgbClr val="000000"/>
                          </a:solidFill>
                          <a:latin typeface="Arial" panose="020B0604020202090204" pitchFamily="34" charset="0"/>
                          <a:ea typeface="华文细黑" panose="02010600040101010101" pitchFamily="2" charset="-122"/>
                        </a:defRPr>
                      </a:lvl4pPr>
                      <a:lvl5pPr marL="1700530" indent="128905" algn="l" defTabSz="914400" rtl="0" eaLnBrk="1"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5pPr>
                      <a:lvl6pPr marL="21577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6pPr>
                      <a:lvl7pPr marL="26149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7pPr>
                      <a:lvl8pPr marL="30721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8pPr>
                      <a:lvl9pPr marL="35293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9pPr>
                    </a:lstStyle>
                    <a:p>
                      <a:pPr marL="0" marR="0" lvl="0" indent="0" algn="ctr" defTabSz="914400" rtl="0" eaLnBrk="1" fontAlgn="base" latinLnBrk="0" hangingPunct="1">
                        <a:lnSpc>
                          <a:spcPct val="100000"/>
                        </a:lnSpc>
                        <a:spcBef>
                          <a:spcPct val="10000"/>
                        </a:spcBef>
                        <a:spcAft>
                          <a:spcPct val="25000"/>
                        </a:spcAft>
                        <a:buClr>
                          <a:schemeClr val="tx1"/>
                        </a:buClr>
                        <a:buSzPct val="80000"/>
                        <a:buFont typeface="Wingdings" panose="05000000000000000000" pitchFamily="2" charset="2"/>
                        <a:buNone/>
                      </a:pPr>
                      <a:r>
                        <a:rPr kumimoji="0" lang="zh-CN" altLang="zh-CN" sz="1800" b="1" i="0" u="none" strike="noStrike" cap="none" normalizeH="0" baseline="0" dirty="0">
                          <a:ln>
                            <a:noFill/>
                          </a:ln>
                          <a:solidFill>
                            <a:schemeClr val="bg1"/>
                          </a:solidFill>
                          <a:effectLst/>
                          <a:latin typeface="+mn-ea"/>
                          <a:ea typeface="+mn-ea"/>
                        </a:rPr>
                        <a:t>MAC</a:t>
                      </a:r>
                      <a:r>
                        <a:rPr kumimoji="0" lang="zh-CN" altLang="en-US" sz="1800" b="1" i="0" u="none" strike="noStrike" cap="none" normalizeH="0" baseline="0" dirty="0">
                          <a:ln>
                            <a:noFill/>
                          </a:ln>
                          <a:solidFill>
                            <a:schemeClr val="bg1"/>
                          </a:solidFill>
                          <a:effectLst/>
                          <a:latin typeface="+mn-ea"/>
                          <a:ea typeface="+mn-ea"/>
                        </a:rPr>
                        <a:t>地址表</a:t>
                      </a:r>
                      <a:endParaRPr kumimoji="0" lang="zh-CN" altLang="zh-CN" sz="1800" b="1" i="0" u="none" strike="noStrike" cap="none" normalizeH="0" baseline="0" dirty="0">
                        <a:ln>
                          <a:noFill/>
                        </a:ln>
                        <a:solidFill>
                          <a:schemeClr val="bg1"/>
                        </a:solidFill>
                        <a:effectLst/>
                        <a:latin typeface="+mn-ea"/>
                        <a:ea typeface="+mn-ea"/>
                      </a:endParaRPr>
                    </a:p>
                  </a:txBody>
                  <a:tcPr marT="45712" marB="45712"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hMerge="1">
                  <a:txBody>
                    <a:bodyPr/>
                    <a:lstStyle/>
                    <a:p>
                      <a:endParaRPr lang="zh-CN"/>
                    </a:p>
                  </a:txBody>
                  <a:tcPr/>
                </a:tc>
                <a:extLst>
                  <a:ext uri="{0D108BD9-81ED-4DB2-BD59-A6C34878D82A}">
                    <a16:rowId xmlns:a16="http://schemas.microsoft.com/office/drawing/2014/main" val="10000"/>
                  </a:ext>
                </a:extLst>
              </a:tr>
              <a:tr h="290300">
                <a:tc>
                  <a:txBody>
                    <a:bodyPr/>
                    <a:lstStyle>
                      <a:lvl1pPr marL="0" algn="l" defTabSz="914400" rtl="0" eaLnBrk="1" latinLnBrk="0" hangingPunct="1">
                        <a:spcBef>
                          <a:spcPct val="10000"/>
                        </a:spcBef>
                        <a:spcAft>
                          <a:spcPct val="25000"/>
                        </a:spcAft>
                        <a:buClr>
                          <a:schemeClr val="tx1"/>
                        </a:buClr>
                        <a:buSzPct val="80000"/>
                        <a:buFont typeface="Wingdings" panose="05000000000000000000" pitchFamily="2" charset="2"/>
                        <a:defRPr sz="2600" b="1" kern="1200">
                          <a:solidFill>
                            <a:srgbClr val="000000"/>
                          </a:solidFill>
                          <a:latin typeface="Arial" panose="020B0604020202090204" pitchFamily="34" charset="0"/>
                          <a:ea typeface="华文细黑" panose="02010600040101010101" pitchFamily="2" charset="-122"/>
                        </a:defRPr>
                      </a:lvl1pPr>
                      <a:lvl2pPr marL="386080" indent="71755" algn="l" defTabSz="914400" rtl="0" eaLnBrk="1" latinLnBrk="0" hangingPunct="1">
                        <a:spcBef>
                          <a:spcPct val="10000"/>
                        </a:spcBef>
                        <a:spcAft>
                          <a:spcPct val="25000"/>
                        </a:spcAft>
                        <a:buClr>
                          <a:schemeClr val="tx1"/>
                        </a:buClr>
                        <a:buSzPct val="80000"/>
                        <a:buFont typeface="Wingdings" panose="05000000000000000000" pitchFamily="2" charset="2"/>
                        <a:defRPr sz="2000" kern="1200">
                          <a:solidFill>
                            <a:srgbClr val="000000"/>
                          </a:solidFill>
                          <a:latin typeface="Arial" panose="020B0604020202090204" pitchFamily="34" charset="0"/>
                          <a:ea typeface="华文细黑" panose="02010600040101010101" pitchFamily="2" charset="-122"/>
                        </a:defRPr>
                      </a:lvl2pPr>
                      <a:lvl3pPr marL="862330" indent="52705" algn="l" defTabSz="914400" rtl="0" eaLnBrk="1" latinLnBrk="0" hangingPunct="1">
                        <a:spcBef>
                          <a:spcPct val="10000"/>
                        </a:spcBef>
                        <a:spcAft>
                          <a:spcPct val="25000"/>
                        </a:spcAft>
                        <a:buClr>
                          <a:schemeClr val="tx1"/>
                        </a:buClr>
                        <a:buFont typeface="Times New Roman" panose="02020503050405090304" pitchFamily="18" charset="0"/>
                        <a:defRPr sz="2000" kern="1200">
                          <a:solidFill>
                            <a:srgbClr val="000000"/>
                          </a:solidFill>
                          <a:latin typeface="Arial" panose="020B0604020202090204" pitchFamily="34" charset="0"/>
                          <a:ea typeface="华文细黑" panose="02010600040101010101" pitchFamily="2" charset="-122"/>
                        </a:defRPr>
                      </a:lvl3pPr>
                      <a:lvl4pPr marL="1281430" indent="90805" algn="l" defTabSz="914400" rtl="0" eaLnBrk="1" latinLnBrk="0" hangingPunct="1">
                        <a:spcBef>
                          <a:spcPct val="10000"/>
                        </a:spcBef>
                        <a:spcAft>
                          <a:spcPct val="25000"/>
                        </a:spcAft>
                        <a:buClr>
                          <a:schemeClr val="tx1"/>
                        </a:buClr>
                        <a:buFont typeface="Times New Roman" panose="02020503050405090304" pitchFamily="18" charset="0"/>
                        <a:defRPr sz="1600" kern="1200">
                          <a:solidFill>
                            <a:srgbClr val="000000"/>
                          </a:solidFill>
                          <a:latin typeface="Arial" panose="020B0604020202090204" pitchFamily="34" charset="0"/>
                          <a:ea typeface="华文细黑" panose="02010600040101010101" pitchFamily="2" charset="-122"/>
                        </a:defRPr>
                      </a:lvl4pPr>
                      <a:lvl5pPr marL="1700530" indent="128905" algn="l" defTabSz="914400" rtl="0" eaLnBrk="1"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5pPr>
                      <a:lvl6pPr marL="21577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6pPr>
                      <a:lvl7pPr marL="26149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7pPr>
                      <a:lvl8pPr marL="30721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8pPr>
                      <a:lvl9pPr marL="35293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9pPr>
                    </a:lstStyle>
                    <a:p>
                      <a:pPr marL="0" marR="0" lvl="0" indent="0" algn="ctr" defTabSz="914400" rtl="0" eaLnBrk="1" fontAlgn="base" latinLnBrk="0" hangingPunct="1">
                        <a:lnSpc>
                          <a:spcPct val="100000"/>
                        </a:lnSpc>
                        <a:spcBef>
                          <a:spcPct val="10000"/>
                        </a:spcBef>
                        <a:spcAft>
                          <a:spcPct val="25000"/>
                        </a:spcAft>
                        <a:buClr>
                          <a:schemeClr val="tx1"/>
                        </a:buClr>
                        <a:buSzPct val="80000"/>
                        <a:buFont typeface="Wingdings" panose="05000000000000000000" pitchFamily="2" charset="2"/>
                        <a:buNone/>
                      </a:pPr>
                      <a:r>
                        <a:rPr kumimoji="0" lang="zh-CN" altLang="zh-CN" sz="1800" b="1" i="0" u="none" strike="noStrike" cap="none" normalizeH="0" baseline="0" dirty="0">
                          <a:ln>
                            <a:noFill/>
                          </a:ln>
                          <a:solidFill>
                            <a:schemeClr val="bg1"/>
                          </a:solidFill>
                          <a:effectLst/>
                          <a:latin typeface="+mn-ea"/>
                          <a:ea typeface="+mn-ea"/>
                        </a:rPr>
                        <a:t>MAC</a:t>
                      </a:r>
                      <a:r>
                        <a:rPr kumimoji="0" lang="zh-CN" altLang="en-US" sz="1800" b="1" i="0" u="none" strike="noStrike" cap="none" normalizeH="0" baseline="0" dirty="0">
                          <a:ln>
                            <a:noFill/>
                          </a:ln>
                          <a:solidFill>
                            <a:schemeClr val="bg1"/>
                          </a:solidFill>
                          <a:effectLst/>
                          <a:latin typeface="+mn-ea"/>
                          <a:ea typeface="+mn-ea"/>
                        </a:rPr>
                        <a:t>地址</a:t>
                      </a:r>
                      <a:endParaRPr kumimoji="0" lang="zh-CN" altLang="zh-CN" sz="1800" b="1" i="0" u="none" strike="noStrike" cap="none" normalizeH="0" baseline="0" dirty="0">
                        <a:ln>
                          <a:noFill/>
                        </a:ln>
                        <a:solidFill>
                          <a:schemeClr val="bg1"/>
                        </a:solidFill>
                        <a:effectLst/>
                        <a:latin typeface="+mn-ea"/>
                        <a:ea typeface="+mn-ea"/>
                      </a:endParaRPr>
                    </a:p>
                  </a:txBody>
                  <a:tcPr marT="45712" marB="45712"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lvl1pPr marL="0" algn="l" defTabSz="914400" rtl="0" eaLnBrk="1" latinLnBrk="0" hangingPunct="1">
                        <a:spcBef>
                          <a:spcPct val="10000"/>
                        </a:spcBef>
                        <a:spcAft>
                          <a:spcPct val="25000"/>
                        </a:spcAft>
                        <a:buClr>
                          <a:schemeClr val="tx1"/>
                        </a:buClr>
                        <a:buSzPct val="80000"/>
                        <a:buFont typeface="Wingdings" panose="05000000000000000000" pitchFamily="2" charset="2"/>
                        <a:defRPr sz="2600" b="1" kern="1200">
                          <a:solidFill>
                            <a:srgbClr val="000000"/>
                          </a:solidFill>
                          <a:latin typeface="Arial" panose="020B0604020202090204" pitchFamily="34" charset="0"/>
                          <a:ea typeface="华文细黑" panose="02010600040101010101" pitchFamily="2" charset="-122"/>
                        </a:defRPr>
                      </a:lvl1pPr>
                      <a:lvl2pPr marL="386080" indent="71755" algn="l" defTabSz="914400" rtl="0" eaLnBrk="1" latinLnBrk="0" hangingPunct="1">
                        <a:spcBef>
                          <a:spcPct val="10000"/>
                        </a:spcBef>
                        <a:spcAft>
                          <a:spcPct val="25000"/>
                        </a:spcAft>
                        <a:buClr>
                          <a:schemeClr val="tx1"/>
                        </a:buClr>
                        <a:buSzPct val="80000"/>
                        <a:buFont typeface="Wingdings" panose="05000000000000000000" pitchFamily="2" charset="2"/>
                        <a:defRPr sz="2000" kern="1200">
                          <a:solidFill>
                            <a:srgbClr val="000000"/>
                          </a:solidFill>
                          <a:latin typeface="Arial" panose="020B0604020202090204" pitchFamily="34" charset="0"/>
                          <a:ea typeface="华文细黑" panose="02010600040101010101" pitchFamily="2" charset="-122"/>
                        </a:defRPr>
                      </a:lvl2pPr>
                      <a:lvl3pPr marL="862330" indent="52705" algn="l" defTabSz="914400" rtl="0" eaLnBrk="1" latinLnBrk="0" hangingPunct="1">
                        <a:spcBef>
                          <a:spcPct val="10000"/>
                        </a:spcBef>
                        <a:spcAft>
                          <a:spcPct val="25000"/>
                        </a:spcAft>
                        <a:buClr>
                          <a:schemeClr val="tx1"/>
                        </a:buClr>
                        <a:buFont typeface="Times New Roman" panose="02020503050405090304" pitchFamily="18" charset="0"/>
                        <a:defRPr sz="2000" kern="1200">
                          <a:solidFill>
                            <a:srgbClr val="000000"/>
                          </a:solidFill>
                          <a:latin typeface="Arial" panose="020B0604020202090204" pitchFamily="34" charset="0"/>
                          <a:ea typeface="华文细黑" panose="02010600040101010101" pitchFamily="2" charset="-122"/>
                        </a:defRPr>
                      </a:lvl3pPr>
                      <a:lvl4pPr marL="1281430" indent="90805" algn="l" defTabSz="914400" rtl="0" eaLnBrk="1" latinLnBrk="0" hangingPunct="1">
                        <a:spcBef>
                          <a:spcPct val="10000"/>
                        </a:spcBef>
                        <a:spcAft>
                          <a:spcPct val="25000"/>
                        </a:spcAft>
                        <a:buClr>
                          <a:schemeClr val="tx1"/>
                        </a:buClr>
                        <a:buFont typeface="Times New Roman" panose="02020503050405090304" pitchFamily="18" charset="0"/>
                        <a:defRPr sz="1600" kern="1200">
                          <a:solidFill>
                            <a:srgbClr val="000000"/>
                          </a:solidFill>
                          <a:latin typeface="Arial" panose="020B0604020202090204" pitchFamily="34" charset="0"/>
                          <a:ea typeface="华文细黑" panose="02010600040101010101" pitchFamily="2" charset="-122"/>
                        </a:defRPr>
                      </a:lvl4pPr>
                      <a:lvl5pPr marL="1700530" indent="128905" algn="l" defTabSz="914400" rtl="0" eaLnBrk="1"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5pPr>
                      <a:lvl6pPr marL="21577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6pPr>
                      <a:lvl7pPr marL="26149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7pPr>
                      <a:lvl8pPr marL="30721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8pPr>
                      <a:lvl9pPr marL="35293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9pPr>
                    </a:lstStyle>
                    <a:p>
                      <a:pPr marL="0" marR="0" lvl="0" indent="0" algn="ctr" defTabSz="914400" rtl="0" eaLnBrk="1" fontAlgn="base" latinLnBrk="0" hangingPunct="1">
                        <a:lnSpc>
                          <a:spcPct val="100000"/>
                        </a:lnSpc>
                        <a:spcBef>
                          <a:spcPct val="10000"/>
                        </a:spcBef>
                        <a:spcAft>
                          <a:spcPct val="25000"/>
                        </a:spcAft>
                        <a:buClr>
                          <a:schemeClr val="tx1"/>
                        </a:buClr>
                        <a:buSzPct val="80000"/>
                        <a:buFont typeface="Wingdings" panose="05000000000000000000" pitchFamily="2" charset="2"/>
                        <a:buNone/>
                      </a:pPr>
                      <a:r>
                        <a:rPr kumimoji="0" lang="zh-CN" altLang="en-US" sz="1800" b="1" i="0" u="none" strike="noStrike" cap="none" normalizeH="0" baseline="0" dirty="0">
                          <a:ln>
                            <a:noFill/>
                          </a:ln>
                          <a:solidFill>
                            <a:schemeClr val="bg1"/>
                          </a:solidFill>
                          <a:effectLst/>
                          <a:latin typeface="+mn-ea"/>
                          <a:ea typeface="+mn-ea"/>
                        </a:rPr>
                        <a:t>端口</a:t>
                      </a:r>
                      <a:endParaRPr kumimoji="0" lang="zh-CN" altLang="zh-CN" sz="1800" b="1" i="0" u="none" strike="noStrike" cap="none" normalizeH="0" baseline="0" dirty="0">
                        <a:ln>
                          <a:noFill/>
                        </a:ln>
                        <a:solidFill>
                          <a:schemeClr val="bg1"/>
                        </a:solidFill>
                        <a:effectLst/>
                        <a:latin typeface="+mn-ea"/>
                        <a:ea typeface="+mn-ea"/>
                      </a:endParaRPr>
                    </a:p>
                  </a:txBody>
                  <a:tcPr marT="45712" marB="45712"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1"/>
                  </a:ext>
                </a:extLst>
              </a:tr>
              <a:tr h="314492">
                <a:tc>
                  <a:txBody>
                    <a:bodyPr/>
                    <a:lstStyle>
                      <a:lvl1pPr marL="0" algn="l" defTabSz="914400" rtl="0" eaLnBrk="1" latinLnBrk="0" hangingPunct="1">
                        <a:spcBef>
                          <a:spcPct val="10000"/>
                        </a:spcBef>
                        <a:spcAft>
                          <a:spcPct val="25000"/>
                        </a:spcAft>
                        <a:buClr>
                          <a:schemeClr val="tx1"/>
                        </a:buClr>
                        <a:buSzPct val="80000"/>
                        <a:buFont typeface="Wingdings" panose="05000000000000000000" pitchFamily="2" charset="2"/>
                        <a:defRPr sz="2600" b="1" kern="1200">
                          <a:solidFill>
                            <a:srgbClr val="000000"/>
                          </a:solidFill>
                          <a:latin typeface="Arial" panose="020B0604020202090204" pitchFamily="34" charset="0"/>
                          <a:ea typeface="华文细黑" panose="02010600040101010101" pitchFamily="2" charset="-122"/>
                        </a:defRPr>
                      </a:lvl1pPr>
                      <a:lvl2pPr marL="386080" indent="71755" algn="l" defTabSz="914400" rtl="0" eaLnBrk="1" latinLnBrk="0" hangingPunct="1">
                        <a:spcBef>
                          <a:spcPct val="10000"/>
                        </a:spcBef>
                        <a:spcAft>
                          <a:spcPct val="25000"/>
                        </a:spcAft>
                        <a:buClr>
                          <a:schemeClr val="tx1"/>
                        </a:buClr>
                        <a:buSzPct val="80000"/>
                        <a:buFont typeface="Wingdings" panose="05000000000000000000" pitchFamily="2" charset="2"/>
                        <a:defRPr sz="2000" kern="1200">
                          <a:solidFill>
                            <a:srgbClr val="000000"/>
                          </a:solidFill>
                          <a:latin typeface="Arial" panose="020B0604020202090204" pitchFamily="34" charset="0"/>
                          <a:ea typeface="华文细黑" panose="02010600040101010101" pitchFamily="2" charset="-122"/>
                        </a:defRPr>
                      </a:lvl2pPr>
                      <a:lvl3pPr marL="862330" indent="52705" algn="l" defTabSz="914400" rtl="0" eaLnBrk="1" latinLnBrk="0" hangingPunct="1">
                        <a:spcBef>
                          <a:spcPct val="10000"/>
                        </a:spcBef>
                        <a:spcAft>
                          <a:spcPct val="25000"/>
                        </a:spcAft>
                        <a:buClr>
                          <a:schemeClr val="tx1"/>
                        </a:buClr>
                        <a:buFont typeface="Times New Roman" panose="02020503050405090304" pitchFamily="18" charset="0"/>
                        <a:defRPr sz="2000" kern="1200">
                          <a:solidFill>
                            <a:srgbClr val="000000"/>
                          </a:solidFill>
                          <a:latin typeface="Arial" panose="020B0604020202090204" pitchFamily="34" charset="0"/>
                          <a:ea typeface="华文细黑" panose="02010600040101010101" pitchFamily="2" charset="-122"/>
                        </a:defRPr>
                      </a:lvl3pPr>
                      <a:lvl4pPr marL="1281430" indent="90805" algn="l" defTabSz="914400" rtl="0" eaLnBrk="1" latinLnBrk="0" hangingPunct="1">
                        <a:spcBef>
                          <a:spcPct val="10000"/>
                        </a:spcBef>
                        <a:spcAft>
                          <a:spcPct val="25000"/>
                        </a:spcAft>
                        <a:buClr>
                          <a:schemeClr val="tx1"/>
                        </a:buClr>
                        <a:buFont typeface="Times New Roman" panose="02020503050405090304" pitchFamily="18" charset="0"/>
                        <a:defRPr sz="1600" kern="1200">
                          <a:solidFill>
                            <a:srgbClr val="000000"/>
                          </a:solidFill>
                          <a:latin typeface="Arial" panose="020B0604020202090204" pitchFamily="34" charset="0"/>
                          <a:ea typeface="华文细黑" panose="02010600040101010101" pitchFamily="2" charset="-122"/>
                        </a:defRPr>
                      </a:lvl4pPr>
                      <a:lvl5pPr marL="1700530" indent="128905" algn="l" defTabSz="914400" rtl="0" eaLnBrk="1"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5pPr>
                      <a:lvl6pPr marL="21577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6pPr>
                      <a:lvl7pPr marL="26149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7pPr>
                      <a:lvl8pPr marL="30721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8pPr>
                      <a:lvl9pPr marL="35293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9pPr>
                    </a:lstStyle>
                    <a:p>
                      <a:pPr marL="0" marR="0" lvl="0" indent="0" algn="ctr" defTabSz="914400" rtl="0" eaLnBrk="1" fontAlgn="base" latinLnBrk="0" hangingPunct="1">
                        <a:lnSpc>
                          <a:spcPct val="100000"/>
                        </a:lnSpc>
                        <a:spcBef>
                          <a:spcPct val="10000"/>
                        </a:spcBef>
                        <a:spcAft>
                          <a:spcPct val="25000"/>
                        </a:spcAft>
                        <a:buClr>
                          <a:schemeClr val="tx1"/>
                        </a:buClr>
                        <a:buSzPct val="80000"/>
                        <a:buFont typeface="Wingdings" panose="05000000000000000000" pitchFamily="2" charset="2"/>
                        <a:buNone/>
                      </a:pPr>
                      <a:endParaRPr kumimoji="0" lang="zh-CN" altLang="zh-CN" sz="1600" b="1" i="0" u="none" strike="noStrike" cap="none" normalizeH="0" baseline="0" dirty="0">
                        <a:ln>
                          <a:noFill/>
                        </a:ln>
                        <a:solidFill>
                          <a:srgbClr val="000000"/>
                        </a:solidFill>
                        <a:effectLst/>
                        <a:latin typeface="Arial" panose="020B0604020202090204" pitchFamily="34" charset="0"/>
                        <a:ea typeface="华文细黑" panose="02010600040101010101" pitchFamily="2" charset="-122"/>
                      </a:endParaRPr>
                    </a:p>
                  </a:txBody>
                  <a:tcPr marT="45712" marB="45712"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marL="0" algn="l" defTabSz="914400" rtl="0" eaLnBrk="1" latinLnBrk="0" hangingPunct="1">
                        <a:spcBef>
                          <a:spcPct val="10000"/>
                        </a:spcBef>
                        <a:spcAft>
                          <a:spcPct val="25000"/>
                        </a:spcAft>
                        <a:buClr>
                          <a:schemeClr val="tx1"/>
                        </a:buClr>
                        <a:buSzPct val="80000"/>
                        <a:buFont typeface="Wingdings" panose="05000000000000000000" pitchFamily="2" charset="2"/>
                        <a:defRPr sz="2600" b="1" kern="1200">
                          <a:solidFill>
                            <a:srgbClr val="000000"/>
                          </a:solidFill>
                          <a:latin typeface="Arial" panose="020B0604020202090204" pitchFamily="34" charset="0"/>
                          <a:ea typeface="华文细黑" panose="02010600040101010101" pitchFamily="2" charset="-122"/>
                        </a:defRPr>
                      </a:lvl1pPr>
                      <a:lvl2pPr marL="386080" indent="71755" algn="l" defTabSz="914400" rtl="0" eaLnBrk="1" latinLnBrk="0" hangingPunct="1">
                        <a:spcBef>
                          <a:spcPct val="10000"/>
                        </a:spcBef>
                        <a:spcAft>
                          <a:spcPct val="25000"/>
                        </a:spcAft>
                        <a:buClr>
                          <a:schemeClr val="tx1"/>
                        </a:buClr>
                        <a:buSzPct val="80000"/>
                        <a:buFont typeface="Wingdings" panose="05000000000000000000" pitchFamily="2" charset="2"/>
                        <a:defRPr sz="2000" kern="1200">
                          <a:solidFill>
                            <a:srgbClr val="000000"/>
                          </a:solidFill>
                          <a:latin typeface="Arial" panose="020B0604020202090204" pitchFamily="34" charset="0"/>
                          <a:ea typeface="华文细黑" panose="02010600040101010101" pitchFamily="2" charset="-122"/>
                        </a:defRPr>
                      </a:lvl2pPr>
                      <a:lvl3pPr marL="862330" indent="52705" algn="l" defTabSz="914400" rtl="0" eaLnBrk="1" latinLnBrk="0" hangingPunct="1">
                        <a:spcBef>
                          <a:spcPct val="10000"/>
                        </a:spcBef>
                        <a:spcAft>
                          <a:spcPct val="25000"/>
                        </a:spcAft>
                        <a:buClr>
                          <a:schemeClr val="tx1"/>
                        </a:buClr>
                        <a:buFont typeface="Times New Roman" panose="02020503050405090304" pitchFamily="18" charset="0"/>
                        <a:defRPr sz="2000" kern="1200">
                          <a:solidFill>
                            <a:srgbClr val="000000"/>
                          </a:solidFill>
                          <a:latin typeface="Arial" panose="020B0604020202090204" pitchFamily="34" charset="0"/>
                          <a:ea typeface="华文细黑" panose="02010600040101010101" pitchFamily="2" charset="-122"/>
                        </a:defRPr>
                      </a:lvl3pPr>
                      <a:lvl4pPr marL="1281430" indent="90805" algn="l" defTabSz="914400" rtl="0" eaLnBrk="1" latinLnBrk="0" hangingPunct="1">
                        <a:spcBef>
                          <a:spcPct val="10000"/>
                        </a:spcBef>
                        <a:spcAft>
                          <a:spcPct val="25000"/>
                        </a:spcAft>
                        <a:buClr>
                          <a:schemeClr val="tx1"/>
                        </a:buClr>
                        <a:buFont typeface="Times New Roman" panose="02020503050405090304" pitchFamily="18" charset="0"/>
                        <a:defRPr sz="1600" kern="1200">
                          <a:solidFill>
                            <a:srgbClr val="000000"/>
                          </a:solidFill>
                          <a:latin typeface="Arial" panose="020B0604020202090204" pitchFamily="34" charset="0"/>
                          <a:ea typeface="华文细黑" panose="02010600040101010101" pitchFamily="2" charset="-122"/>
                        </a:defRPr>
                      </a:lvl4pPr>
                      <a:lvl5pPr marL="1700530" indent="128905" algn="l" defTabSz="914400" rtl="0" eaLnBrk="1"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5pPr>
                      <a:lvl6pPr marL="21577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6pPr>
                      <a:lvl7pPr marL="26149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7pPr>
                      <a:lvl8pPr marL="30721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8pPr>
                      <a:lvl9pPr marL="35293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9pPr>
                    </a:lstStyle>
                    <a:p>
                      <a:pPr marL="0" marR="0" lvl="0" indent="0" algn="ctr" defTabSz="914400" rtl="0" eaLnBrk="1" fontAlgn="base" latinLnBrk="0" hangingPunct="1">
                        <a:lnSpc>
                          <a:spcPct val="100000"/>
                        </a:lnSpc>
                        <a:spcBef>
                          <a:spcPct val="10000"/>
                        </a:spcBef>
                        <a:spcAft>
                          <a:spcPct val="25000"/>
                        </a:spcAft>
                        <a:buClr>
                          <a:schemeClr val="tx1"/>
                        </a:buClr>
                        <a:buSzPct val="80000"/>
                        <a:buFont typeface="Wingdings" panose="05000000000000000000" pitchFamily="2" charset="2"/>
                        <a:buNone/>
                      </a:pPr>
                      <a:endParaRPr kumimoji="0" lang="zh-CN" altLang="zh-CN" sz="1600" b="1" i="0" u="none" strike="noStrike" cap="none" normalizeH="0" baseline="0" dirty="0">
                        <a:ln>
                          <a:noFill/>
                        </a:ln>
                        <a:solidFill>
                          <a:srgbClr val="000000"/>
                        </a:solidFill>
                        <a:effectLst/>
                        <a:latin typeface="Arial" panose="020B0604020202090204" pitchFamily="34" charset="0"/>
                        <a:ea typeface="华文细黑" panose="02010600040101010101" pitchFamily="2" charset="-122"/>
                      </a:endParaRPr>
                    </a:p>
                  </a:txBody>
                  <a:tcPr marT="45712" marB="45712"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2"/>
                  </a:ext>
                </a:extLst>
              </a:tr>
              <a:tr h="314492">
                <a:tc>
                  <a:txBody>
                    <a:bodyPr/>
                    <a:lstStyle>
                      <a:lvl1pPr marL="0" algn="l" defTabSz="914400" rtl="0" eaLnBrk="1" latinLnBrk="0" hangingPunct="1">
                        <a:spcBef>
                          <a:spcPct val="10000"/>
                        </a:spcBef>
                        <a:spcAft>
                          <a:spcPct val="25000"/>
                        </a:spcAft>
                        <a:buClr>
                          <a:schemeClr val="tx1"/>
                        </a:buClr>
                        <a:buSzPct val="80000"/>
                        <a:buFont typeface="Wingdings" panose="05000000000000000000" pitchFamily="2" charset="2"/>
                        <a:defRPr sz="2600" b="1" kern="1200">
                          <a:solidFill>
                            <a:srgbClr val="000000"/>
                          </a:solidFill>
                          <a:latin typeface="Arial" panose="020B0604020202090204" pitchFamily="34" charset="0"/>
                          <a:ea typeface="华文细黑" panose="02010600040101010101" pitchFamily="2" charset="-122"/>
                        </a:defRPr>
                      </a:lvl1pPr>
                      <a:lvl2pPr marL="386080" indent="71755" algn="l" defTabSz="914400" rtl="0" eaLnBrk="1" latinLnBrk="0" hangingPunct="1">
                        <a:spcBef>
                          <a:spcPct val="10000"/>
                        </a:spcBef>
                        <a:spcAft>
                          <a:spcPct val="25000"/>
                        </a:spcAft>
                        <a:buClr>
                          <a:schemeClr val="tx1"/>
                        </a:buClr>
                        <a:buSzPct val="80000"/>
                        <a:buFont typeface="Wingdings" panose="05000000000000000000" pitchFamily="2" charset="2"/>
                        <a:defRPr sz="2000" kern="1200">
                          <a:solidFill>
                            <a:srgbClr val="000000"/>
                          </a:solidFill>
                          <a:latin typeface="Arial" panose="020B0604020202090204" pitchFamily="34" charset="0"/>
                          <a:ea typeface="华文细黑" panose="02010600040101010101" pitchFamily="2" charset="-122"/>
                        </a:defRPr>
                      </a:lvl2pPr>
                      <a:lvl3pPr marL="862330" indent="52705" algn="l" defTabSz="914400" rtl="0" eaLnBrk="1" latinLnBrk="0" hangingPunct="1">
                        <a:spcBef>
                          <a:spcPct val="10000"/>
                        </a:spcBef>
                        <a:spcAft>
                          <a:spcPct val="25000"/>
                        </a:spcAft>
                        <a:buClr>
                          <a:schemeClr val="tx1"/>
                        </a:buClr>
                        <a:buFont typeface="Times New Roman" panose="02020503050405090304" pitchFamily="18" charset="0"/>
                        <a:defRPr sz="2000" kern="1200">
                          <a:solidFill>
                            <a:srgbClr val="000000"/>
                          </a:solidFill>
                          <a:latin typeface="Arial" panose="020B0604020202090204" pitchFamily="34" charset="0"/>
                          <a:ea typeface="华文细黑" panose="02010600040101010101" pitchFamily="2" charset="-122"/>
                        </a:defRPr>
                      </a:lvl3pPr>
                      <a:lvl4pPr marL="1281430" indent="90805" algn="l" defTabSz="914400" rtl="0" eaLnBrk="1" latinLnBrk="0" hangingPunct="1">
                        <a:spcBef>
                          <a:spcPct val="10000"/>
                        </a:spcBef>
                        <a:spcAft>
                          <a:spcPct val="25000"/>
                        </a:spcAft>
                        <a:buClr>
                          <a:schemeClr val="tx1"/>
                        </a:buClr>
                        <a:buFont typeface="Times New Roman" panose="02020503050405090304" pitchFamily="18" charset="0"/>
                        <a:defRPr sz="1600" kern="1200">
                          <a:solidFill>
                            <a:srgbClr val="000000"/>
                          </a:solidFill>
                          <a:latin typeface="Arial" panose="020B0604020202090204" pitchFamily="34" charset="0"/>
                          <a:ea typeface="华文细黑" panose="02010600040101010101" pitchFamily="2" charset="-122"/>
                        </a:defRPr>
                      </a:lvl4pPr>
                      <a:lvl5pPr marL="1700530" indent="128905" algn="l" defTabSz="914400" rtl="0" eaLnBrk="1"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5pPr>
                      <a:lvl6pPr marL="21577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6pPr>
                      <a:lvl7pPr marL="26149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7pPr>
                      <a:lvl8pPr marL="30721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8pPr>
                      <a:lvl9pPr marL="35293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9pPr>
                    </a:lstStyle>
                    <a:p>
                      <a:pPr marL="0" marR="0" lvl="0" indent="0" algn="ctr" defTabSz="914400" rtl="0" eaLnBrk="1" fontAlgn="base" latinLnBrk="0" hangingPunct="1">
                        <a:lnSpc>
                          <a:spcPct val="100000"/>
                        </a:lnSpc>
                        <a:spcBef>
                          <a:spcPct val="10000"/>
                        </a:spcBef>
                        <a:spcAft>
                          <a:spcPct val="25000"/>
                        </a:spcAft>
                        <a:buClr>
                          <a:schemeClr val="tx1"/>
                        </a:buClr>
                        <a:buSzPct val="80000"/>
                        <a:buFont typeface="Wingdings" panose="05000000000000000000" pitchFamily="2" charset="2"/>
                        <a:buNone/>
                      </a:pPr>
                      <a:endParaRPr kumimoji="0" lang="zh-CN" altLang="zh-CN" sz="1600" b="1" i="0" u="none" strike="noStrike" cap="none" normalizeH="0" baseline="0" dirty="0">
                        <a:ln>
                          <a:noFill/>
                        </a:ln>
                        <a:solidFill>
                          <a:srgbClr val="000000"/>
                        </a:solidFill>
                        <a:effectLst/>
                        <a:latin typeface="Arial" panose="020B0604020202090204" pitchFamily="34" charset="0"/>
                        <a:ea typeface="华文细黑" panose="02010600040101010101" pitchFamily="2" charset="-122"/>
                      </a:endParaRPr>
                    </a:p>
                  </a:txBody>
                  <a:tcPr marT="45712" marB="45712"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marL="0" algn="l" defTabSz="914400" rtl="0" eaLnBrk="1" latinLnBrk="0" hangingPunct="1">
                        <a:spcBef>
                          <a:spcPct val="10000"/>
                        </a:spcBef>
                        <a:spcAft>
                          <a:spcPct val="25000"/>
                        </a:spcAft>
                        <a:buClr>
                          <a:schemeClr val="tx1"/>
                        </a:buClr>
                        <a:buSzPct val="80000"/>
                        <a:buFont typeface="Wingdings" panose="05000000000000000000" pitchFamily="2" charset="2"/>
                        <a:defRPr sz="2600" b="1" kern="1200">
                          <a:solidFill>
                            <a:srgbClr val="000000"/>
                          </a:solidFill>
                          <a:latin typeface="Arial" panose="020B0604020202090204" pitchFamily="34" charset="0"/>
                          <a:ea typeface="华文细黑" panose="02010600040101010101" pitchFamily="2" charset="-122"/>
                        </a:defRPr>
                      </a:lvl1pPr>
                      <a:lvl2pPr marL="386080" indent="71755" algn="l" defTabSz="914400" rtl="0" eaLnBrk="1" latinLnBrk="0" hangingPunct="1">
                        <a:spcBef>
                          <a:spcPct val="10000"/>
                        </a:spcBef>
                        <a:spcAft>
                          <a:spcPct val="25000"/>
                        </a:spcAft>
                        <a:buClr>
                          <a:schemeClr val="tx1"/>
                        </a:buClr>
                        <a:buSzPct val="80000"/>
                        <a:buFont typeface="Wingdings" panose="05000000000000000000" pitchFamily="2" charset="2"/>
                        <a:defRPr sz="2000" kern="1200">
                          <a:solidFill>
                            <a:srgbClr val="000000"/>
                          </a:solidFill>
                          <a:latin typeface="Arial" panose="020B0604020202090204" pitchFamily="34" charset="0"/>
                          <a:ea typeface="华文细黑" panose="02010600040101010101" pitchFamily="2" charset="-122"/>
                        </a:defRPr>
                      </a:lvl2pPr>
                      <a:lvl3pPr marL="862330" indent="52705" algn="l" defTabSz="914400" rtl="0" eaLnBrk="1" latinLnBrk="0" hangingPunct="1">
                        <a:spcBef>
                          <a:spcPct val="10000"/>
                        </a:spcBef>
                        <a:spcAft>
                          <a:spcPct val="25000"/>
                        </a:spcAft>
                        <a:buClr>
                          <a:schemeClr val="tx1"/>
                        </a:buClr>
                        <a:buFont typeface="Times New Roman" panose="02020503050405090304" pitchFamily="18" charset="0"/>
                        <a:defRPr sz="2000" kern="1200">
                          <a:solidFill>
                            <a:srgbClr val="000000"/>
                          </a:solidFill>
                          <a:latin typeface="Arial" panose="020B0604020202090204" pitchFamily="34" charset="0"/>
                          <a:ea typeface="华文细黑" panose="02010600040101010101" pitchFamily="2" charset="-122"/>
                        </a:defRPr>
                      </a:lvl3pPr>
                      <a:lvl4pPr marL="1281430" indent="90805" algn="l" defTabSz="914400" rtl="0" eaLnBrk="1" latinLnBrk="0" hangingPunct="1">
                        <a:spcBef>
                          <a:spcPct val="10000"/>
                        </a:spcBef>
                        <a:spcAft>
                          <a:spcPct val="25000"/>
                        </a:spcAft>
                        <a:buClr>
                          <a:schemeClr val="tx1"/>
                        </a:buClr>
                        <a:buFont typeface="Times New Roman" panose="02020503050405090304" pitchFamily="18" charset="0"/>
                        <a:defRPr sz="1600" kern="1200">
                          <a:solidFill>
                            <a:srgbClr val="000000"/>
                          </a:solidFill>
                          <a:latin typeface="Arial" panose="020B0604020202090204" pitchFamily="34" charset="0"/>
                          <a:ea typeface="华文细黑" panose="02010600040101010101" pitchFamily="2" charset="-122"/>
                        </a:defRPr>
                      </a:lvl4pPr>
                      <a:lvl5pPr marL="1700530" indent="128905" algn="l" defTabSz="914400" rtl="0" eaLnBrk="1"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5pPr>
                      <a:lvl6pPr marL="21577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6pPr>
                      <a:lvl7pPr marL="26149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7pPr>
                      <a:lvl8pPr marL="30721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8pPr>
                      <a:lvl9pPr marL="35293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9pPr>
                    </a:lstStyle>
                    <a:p>
                      <a:pPr marL="0" marR="0" lvl="0" indent="0" algn="ctr" defTabSz="914400" rtl="0" eaLnBrk="1" fontAlgn="base" latinLnBrk="0" hangingPunct="1">
                        <a:lnSpc>
                          <a:spcPct val="100000"/>
                        </a:lnSpc>
                        <a:spcBef>
                          <a:spcPct val="10000"/>
                        </a:spcBef>
                        <a:spcAft>
                          <a:spcPct val="25000"/>
                        </a:spcAft>
                        <a:buClr>
                          <a:schemeClr val="tx1"/>
                        </a:buClr>
                        <a:buSzPct val="80000"/>
                        <a:buFont typeface="Wingdings" panose="05000000000000000000" pitchFamily="2" charset="2"/>
                        <a:buNone/>
                      </a:pPr>
                      <a:endParaRPr kumimoji="0" lang="zh-CN" altLang="zh-CN" sz="1600" b="1" i="0" u="none" strike="noStrike" cap="none" normalizeH="0" baseline="0" dirty="0">
                        <a:ln>
                          <a:noFill/>
                        </a:ln>
                        <a:solidFill>
                          <a:srgbClr val="000000"/>
                        </a:solidFill>
                        <a:effectLst/>
                        <a:latin typeface="Arial" panose="020B0604020202090204" pitchFamily="34" charset="0"/>
                        <a:ea typeface="华文细黑" panose="02010600040101010101" pitchFamily="2" charset="-122"/>
                      </a:endParaRPr>
                    </a:p>
                  </a:txBody>
                  <a:tcPr marT="45712" marB="45712"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3"/>
                  </a:ext>
                </a:extLst>
              </a:tr>
              <a:tr h="314492">
                <a:tc>
                  <a:txBody>
                    <a:bodyPr/>
                    <a:lstStyle>
                      <a:lvl1pPr marL="0" algn="l" defTabSz="914400" rtl="0" eaLnBrk="1" latinLnBrk="0" hangingPunct="1">
                        <a:spcBef>
                          <a:spcPct val="10000"/>
                        </a:spcBef>
                        <a:spcAft>
                          <a:spcPct val="25000"/>
                        </a:spcAft>
                        <a:buClr>
                          <a:schemeClr val="tx1"/>
                        </a:buClr>
                        <a:buSzPct val="80000"/>
                        <a:buFont typeface="Wingdings" panose="05000000000000000000" pitchFamily="2" charset="2"/>
                        <a:defRPr sz="2600" b="1" kern="1200">
                          <a:solidFill>
                            <a:srgbClr val="000000"/>
                          </a:solidFill>
                          <a:latin typeface="Arial" panose="020B0604020202090204" pitchFamily="34" charset="0"/>
                          <a:ea typeface="华文细黑" panose="02010600040101010101" pitchFamily="2" charset="-122"/>
                        </a:defRPr>
                      </a:lvl1pPr>
                      <a:lvl2pPr marL="386080" indent="71755" algn="l" defTabSz="914400" rtl="0" eaLnBrk="1" latinLnBrk="0" hangingPunct="1">
                        <a:spcBef>
                          <a:spcPct val="10000"/>
                        </a:spcBef>
                        <a:spcAft>
                          <a:spcPct val="25000"/>
                        </a:spcAft>
                        <a:buClr>
                          <a:schemeClr val="tx1"/>
                        </a:buClr>
                        <a:buSzPct val="80000"/>
                        <a:buFont typeface="Wingdings" panose="05000000000000000000" pitchFamily="2" charset="2"/>
                        <a:defRPr sz="2000" kern="1200">
                          <a:solidFill>
                            <a:srgbClr val="000000"/>
                          </a:solidFill>
                          <a:latin typeface="Arial" panose="020B0604020202090204" pitchFamily="34" charset="0"/>
                          <a:ea typeface="华文细黑" panose="02010600040101010101" pitchFamily="2" charset="-122"/>
                        </a:defRPr>
                      </a:lvl2pPr>
                      <a:lvl3pPr marL="862330" indent="52705" algn="l" defTabSz="914400" rtl="0" eaLnBrk="1" latinLnBrk="0" hangingPunct="1">
                        <a:spcBef>
                          <a:spcPct val="10000"/>
                        </a:spcBef>
                        <a:spcAft>
                          <a:spcPct val="25000"/>
                        </a:spcAft>
                        <a:buClr>
                          <a:schemeClr val="tx1"/>
                        </a:buClr>
                        <a:buFont typeface="Times New Roman" panose="02020503050405090304" pitchFamily="18" charset="0"/>
                        <a:defRPr sz="2000" kern="1200">
                          <a:solidFill>
                            <a:srgbClr val="000000"/>
                          </a:solidFill>
                          <a:latin typeface="Arial" panose="020B0604020202090204" pitchFamily="34" charset="0"/>
                          <a:ea typeface="华文细黑" panose="02010600040101010101" pitchFamily="2" charset="-122"/>
                        </a:defRPr>
                      </a:lvl3pPr>
                      <a:lvl4pPr marL="1281430" indent="90805" algn="l" defTabSz="914400" rtl="0" eaLnBrk="1" latinLnBrk="0" hangingPunct="1">
                        <a:spcBef>
                          <a:spcPct val="10000"/>
                        </a:spcBef>
                        <a:spcAft>
                          <a:spcPct val="25000"/>
                        </a:spcAft>
                        <a:buClr>
                          <a:schemeClr val="tx1"/>
                        </a:buClr>
                        <a:buFont typeface="Times New Roman" panose="02020503050405090304" pitchFamily="18" charset="0"/>
                        <a:defRPr sz="1600" kern="1200">
                          <a:solidFill>
                            <a:srgbClr val="000000"/>
                          </a:solidFill>
                          <a:latin typeface="Arial" panose="020B0604020202090204" pitchFamily="34" charset="0"/>
                          <a:ea typeface="华文细黑" panose="02010600040101010101" pitchFamily="2" charset="-122"/>
                        </a:defRPr>
                      </a:lvl4pPr>
                      <a:lvl5pPr marL="1700530" indent="128905" algn="l" defTabSz="914400" rtl="0" eaLnBrk="1"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5pPr>
                      <a:lvl6pPr marL="21577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6pPr>
                      <a:lvl7pPr marL="26149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7pPr>
                      <a:lvl8pPr marL="30721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8pPr>
                      <a:lvl9pPr marL="35293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9pPr>
                    </a:lstStyle>
                    <a:p>
                      <a:pPr marL="0" marR="0" lvl="0" indent="0" algn="ctr" defTabSz="914400" rtl="0" eaLnBrk="1" fontAlgn="base" latinLnBrk="0" hangingPunct="1">
                        <a:lnSpc>
                          <a:spcPct val="100000"/>
                        </a:lnSpc>
                        <a:spcBef>
                          <a:spcPct val="10000"/>
                        </a:spcBef>
                        <a:spcAft>
                          <a:spcPct val="25000"/>
                        </a:spcAft>
                        <a:buClr>
                          <a:schemeClr val="tx1"/>
                        </a:buClr>
                        <a:buSzPct val="80000"/>
                        <a:buFont typeface="Wingdings" panose="05000000000000000000" pitchFamily="2" charset="2"/>
                        <a:buNone/>
                      </a:pPr>
                      <a:endParaRPr kumimoji="0" lang="zh-CN" altLang="zh-CN" sz="1600" b="1" i="0" u="none" strike="noStrike" cap="none" normalizeH="0" baseline="0">
                        <a:ln>
                          <a:noFill/>
                        </a:ln>
                        <a:solidFill>
                          <a:srgbClr val="000000"/>
                        </a:solidFill>
                        <a:effectLst/>
                        <a:latin typeface="Arial" panose="020B0604020202090204" pitchFamily="34" charset="0"/>
                        <a:ea typeface="华文细黑" panose="02010600040101010101" pitchFamily="2" charset="-122"/>
                      </a:endParaRPr>
                    </a:p>
                  </a:txBody>
                  <a:tcPr marT="45712" marB="45712"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marL="0" algn="l" defTabSz="914400" rtl="0" eaLnBrk="1" latinLnBrk="0" hangingPunct="1">
                        <a:spcBef>
                          <a:spcPct val="10000"/>
                        </a:spcBef>
                        <a:spcAft>
                          <a:spcPct val="25000"/>
                        </a:spcAft>
                        <a:buClr>
                          <a:schemeClr val="tx1"/>
                        </a:buClr>
                        <a:buSzPct val="80000"/>
                        <a:buFont typeface="Wingdings" panose="05000000000000000000" pitchFamily="2" charset="2"/>
                        <a:defRPr sz="2600" b="1" kern="1200">
                          <a:solidFill>
                            <a:srgbClr val="000000"/>
                          </a:solidFill>
                          <a:latin typeface="Arial" panose="020B0604020202090204" pitchFamily="34" charset="0"/>
                          <a:ea typeface="华文细黑" panose="02010600040101010101" pitchFamily="2" charset="-122"/>
                        </a:defRPr>
                      </a:lvl1pPr>
                      <a:lvl2pPr marL="386080" indent="71755" algn="l" defTabSz="914400" rtl="0" eaLnBrk="1" latinLnBrk="0" hangingPunct="1">
                        <a:spcBef>
                          <a:spcPct val="10000"/>
                        </a:spcBef>
                        <a:spcAft>
                          <a:spcPct val="25000"/>
                        </a:spcAft>
                        <a:buClr>
                          <a:schemeClr val="tx1"/>
                        </a:buClr>
                        <a:buSzPct val="80000"/>
                        <a:buFont typeface="Wingdings" panose="05000000000000000000" pitchFamily="2" charset="2"/>
                        <a:defRPr sz="2000" kern="1200">
                          <a:solidFill>
                            <a:srgbClr val="000000"/>
                          </a:solidFill>
                          <a:latin typeface="Arial" panose="020B0604020202090204" pitchFamily="34" charset="0"/>
                          <a:ea typeface="华文细黑" panose="02010600040101010101" pitchFamily="2" charset="-122"/>
                        </a:defRPr>
                      </a:lvl2pPr>
                      <a:lvl3pPr marL="862330" indent="52705" algn="l" defTabSz="914400" rtl="0" eaLnBrk="1" latinLnBrk="0" hangingPunct="1">
                        <a:spcBef>
                          <a:spcPct val="10000"/>
                        </a:spcBef>
                        <a:spcAft>
                          <a:spcPct val="25000"/>
                        </a:spcAft>
                        <a:buClr>
                          <a:schemeClr val="tx1"/>
                        </a:buClr>
                        <a:buFont typeface="Times New Roman" panose="02020503050405090304" pitchFamily="18" charset="0"/>
                        <a:defRPr sz="2000" kern="1200">
                          <a:solidFill>
                            <a:srgbClr val="000000"/>
                          </a:solidFill>
                          <a:latin typeface="Arial" panose="020B0604020202090204" pitchFamily="34" charset="0"/>
                          <a:ea typeface="华文细黑" panose="02010600040101010101" pitchFamily="2" charset="-122"/>
                        </a:defRPr>
                      </a:lvl3pPr>
                      <a:lvl4pPr marL="1281430" indent="90805" algn="l" defTabSz="914400" rtl="0" eaLnBrk="1" latinLnBrk="0" hangingPunct="1">
                        <a:spcBef>
                          <a:spcPct val="10000"/>
                        </a:spcBef>
                        <a:spcAft>
                          <a:spcPct val="25000"/>
                        </a:spcAft>
                        <a:buClr>
                          <a:schemeClr val="tx1"/>
                        </a:buClr>
                        <a:buFont typeface="Times New Roman" panose="02020503050405090304" pitchFamily="18" charset="0"/>
                        <a:defRPr sz="1600" kern="1200">
                          <a:solidFill>
                            <a:srgbClr val="000000"/>
                          </a:solidFill>
                          <a:latin typeface="Arial" panose="020B0604020202090204" pitchFamily="34" charset="0"/>
                          <a:ea typeface="华文细黑" panose="02010600040101010101" pitchFamily="2" charset="-122"/>
                        </a:defRPr>
                      </a:lvl4pPr>
                      <a:lvl5pPr marL="1700530" indent="128905" algn="l" defTabSz="914400" rtl="0" eaLnBrk="1"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5pPr>
                      <a:lvl6pPr marL="21577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6pPr>
                      <a:lvl7pPr marL="26149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7pPr>
                      <a:lvl8pPr marL="30721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8pPr>
                      <a:lvl9pPr marL="35293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9pPr>
                    </a:lstStyle>
                    <a:p>
                      <a:pPr marL="0" marR="0" lvl="0" indent="0" algn="ctr" defTabSz="914400" rtl="0" eaLnBrk="1" fontAlgn="base" latinLnBrk="0" hangingPunct="1">
                        <a:lnSpc>
                          <a:spcPct val="100000"/>
                        </a:lnSpc>
                        <a:spcBef>
                          <a:spcPct val="10000"/>
                        </a:spcBef>
                        <a:spcAft>
                          <a:spcPct val="25000"/>
                        </a:spcAft>
                        <a:buClr>
                          <a:schemeClr val="tx1"/>
                        </a:buClr>
                        <a:buSzPct val="80000"/>
                        <a:buFont typeface="Wingdings" panose="05000000000000000000" pitchFamily="2" charset="2"/>
                        <a:buNone/>
                      </a:pPr>
                      <a:endParaRPr kumimoji="0" lang="zh-CN" altLang="zh-CN" sz="1600" b="1" i="0" u="none" strike="noStrike" cap="none" normalizeH="0" baseline="0" dirty="0">
                        <a:ln>
                          <a:noFill/>
                        </a:ln>
                        <a:solidFill>
                          <a:srgbClr val="000000"/>
                        </a:solidFill>
                        <a:effectLst/>
                        <a:latin typeface="Arial" panose="020B0604020202090204" pitchFamily="34" charset="0"/>
                        <a:ea typeface="华文细黑" panose="02010600040101010101" pitchFamily="2" charset="-122"/>
                      </a:endParaRPr>
                    </a:p>
                  </a:txBody>
                  <a:tcPr marT="45712" marB="45712"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4"/>
                  </a:ext>
                </a:extLst>
              </a:tr>
              <a:tr h="314492">
                <a:tc>
                  <a:txBody>
                    <a:bodyPr/>
                    <a:lstStyle>
                      <a:lvl1pPr marL="0" algn="l" defTabSz="914400" rtl="0" eaLnBrk="1" latinLnBrk="0" hangingPunct="1">
                        <a:spcBef>
                          <a:spcPct val="10000"/>
                        </a:spcBef>
                        <a:spcAft>
                          <a:spcPct val="25000"/>
                        </a:spcAft>
                        <a:buClr>
                          <a:schemeClr val="tx1"/>
                        </a:buClr>
                        <a:buSzPct val="80000"/>
                        <a:buFont typeface="Wingdings" panose="05000000000000000000" pitchFamily="2" charset="2"/>
                        <a:defRPr sz="2600" b="1" kern="1200">
                          <a:solidFill>
                            <a:srgbClr val="000000"/>
                          </a:solidFill>
                          <a:latin typeface="Arial" panose="020B0604020202090204" pitchFamily="34" charset="0"/>
                          <a:ea typeface="华文细黑" panose="02010600040101010101" pitchFamily="2" charset="-122"/>
                        </a:defRPr>
                      </a:lvl1pPr>
                      <a:lvl2pPr marL="386080" indent="71755" algn="l" defTabSz="914400" rtl="0" eaLnBrk="1" latinLnBrk="0" hangingPunct="1">
                        <a:spcBef>
                          <a:spcPct val="10000"/>
                        </a:spcBef>
                        <a:spcAft>
                          <a:spcPct val="25000"/>
                        </a:spcAft>
                        <a:buClr>
                          <a:schemeClr val="tx1"/>
                        </a:buClr>
                        <a:buSzPct val="80000"/>
                        <a:buFont typeface="Wingdings" panose="05000000000000000000" pitchFamily="2" charset="2"/>
                        <a:defRPr sz="2000" kern="1200">
                          <a:solidFill>
                            <a:srgbClr val="000000"/>
                          </a:solidFill>
                          <a:latin typeface="Arial" panose="020B0604020202090204" pitchFamily="34" charset="0"/>
                          <a:ea typeface="华文细黑" panose="02010600040101010101" pitchFamily="2" charset="-122"/>
                        </a:defRPr>
                      </a:lvl2pPr>
                      <a:lvl3pPr marL="862330" indent="52705" algn="l" defTabSz="914400" rtl="0" eaLnBrk="1" latinLnBrk="0" hangingPunct="1">
                        <a:spcBef>
                          <a:spcPct val="10000"/>
                        </a:spcBef>
                        <a:spcAft>
                          <a:spcPct val="25000"/>
                        </a:spcAft>
                        <a:buClr>
                          <a:schemeClr val="tx1"/>
                        </a:buClr>
                        <a:buFont typeface="Times New Roman" panose="02020503050405090304" pitchFamily="18" charset="0"/>
                        <a:defRPr sz="2000" kern="1200">
                          <a:solidFill>
                            <a:srgbClr val="000000"/>
                          </a:solidFill>
                          <a:latin typeface="Arial" panose="020B0604020202090204" pitchFamily="34" charset="0"/>
                          <a:ea typeface="华文细黑" panose="02010600040101010101" pitchFamily="2" charset="-122"/>
                        </a:defRPr>
                      </a:lvl3pPr>
                      <a:lvl4pPr marL="1281430" indent="90805" algn="l" defTabSz="914400" rtl="0" eaLnBrk="1" latinLnBrk="0" hangingPunct="1">
                        <a:spcBef>
                          <a:spcPct val="10000"/>
                        </a:spcBef>
                        <a:spcAft>
                          <a:spcPct val="25000"/>
                        </a:spcAft>
                        <a:buClr>
                          <a:schemeClr val="tx1"/>
                        </a:buClr>
                        <a:buFont typeface="Times New Roman" panose="02020503050405090304" pitchFamily="18" charset="0"/>
                        <a:defRPr sz="1600" kern="1200">
                          <a:solidFill>
                            <a:srgbClr val="000000"/>
                          </a:solidFill>
                          <a:latin typeface="Arial" panose="020B0604020202090204" pitchFamily="34" charset="0"/>
                          <a:ea typeface="华文细黑" panose="02010600040101010101" pitchFamily="2" charset="-122"/>
                        </a:defRPr>
                      </a:lvl4pPr>
                      <a:lvl5pPr marL="1700530" indent="128905" algn="l" defTabSz="914400" rtl="0" eaLnBrk="1"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5pPr>
                      <a:lvl6pPr marL="21577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6pPr>
                      <a:lvl7pPr marL="26149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7pPr>
                      <a:lvl8pPr marL="30721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8pPr>
                      <a:lvl9pPr marL="35293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9pPr>
                    </a:lstStyle>
                    <a:p>
                      <a:pPr marL="0" marR="0" lvl="0" indent="0" algn="ctr" defTabSz="914400" rtl="0" eaLnBrk="1" fontAlgn="base" latinLnBrk="0" hangingPunct="1">
                        <a:lnSpc>
                          <a:spcPct val="100000"/>
                        </a:lnSpc>
                        <a:spcBef>
                          <a:spcPct val="10000"/>
                        </a:spcBef>
                        <a:spcAft>
                          <a:spcPct val="25000"/>
                        </a:spcAft>
                        <a:buClr>
                          <a:schemeClr val="tx1"/>
                        </a:buClr>
                        <a:buSzPct val="80000"/>
                        <a:buFont typeface="Wingdings" panose="05000000000000000000" pitchFamily="2" charset="2"/>
                        <a:buNone/>
                      </a:pPr>
                      <a:endParaRPr kumimoji="0" lang="zh-CN" altLang="zh-CN" sz="1600" b="1" i="0" u="none" strike="noStrike" cap="none" normalizeH="0" baseline="0">
                        <a:ln>
                          <a:noFill/>
                        </a:ln>
                        <a:solidFill>
                          <a:srgbClr val="000000"/>
                        </a:solidFill>
                        <a:effectLst/>
                        <a:latin typeface="Arial" panose="020B0604020202090204" pitchFamily="34" charset="0"/>
                        <a:ea typeface="华文细黑" panose="02010600040101010101" pitchFamily="2" charset="-122"/>
                      </a:endParaRPr>
                    </a:p>
                  </a:txBody>
                  <a:tcPr marT="45712" marB="45712"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marL="0" algn="l" defTabSz="914400" rtl="0" eaLnBrk="1" latinLnBrk="0" hangingPunct="1">
                        <a:spcBef>
                          <a:spcPct val="10000"/>
                        </a:spcBef>
                        <a:spcAft>
                          <a:spcPct val="25000"/>
                        </a:spcAft>
                        <a:buClr>
                          <a:schemeClr val="tx1"/>
                        </a:buClr>
                        <a:buSzPct val="80000"/>
                        <a:buFont typeface="Wingdings" panose="05000000000000000000" pitchFamily="2" charset="2"/>
                        <a:defRPr sz="2600" b="1" kern="1200">
                          <a:solidFill>
                            <a:srgbClr val="000000"/>
                          </a:solidFill>
                          <a:latin typeface="Arial" panose="020B0604020202090204" pitchFamily="34" charset="0"/>
                          <a:ea typeface="华文细黑" panose="02010600040101010101" pitchFamily="2" charset="-122"/>
                        </a:defRPr>
                      </a:lvl1pPr>
                      <a:lvl2pPr marL="386080" indent="71755" algn="l" defTabSz="914400" rtl="0" eaLnBrk="1" latinLnBrk="0" hangingPunct="1">
                        <a:spcBef>
                          <a:spcPct val="10000"/>
                        </a:spcBef>
                        <a:spcAft>
                          <a:spcPct val="25000"/>
                        </a:spcAft>
                        <a:buClr>
                          <a:schemeClr val="tx1"/>
                        </a:buClr>
                        <a:buSzPct val="80000"/>
                        <a:buFont typeface="Wingdings" panose="05000000000000000000" pitchFamily="2" charset="2"/>
                        <a:defRPr sz="2000" kern="1200">
                          <a:solidFill>
                            <a:srgbClr val="000000"/>
                          </a:solidFill>
                          <a:latin typeface="Arial" panose="020B0604020202090204" pitchFamily="34" charset="0"/>
                          <a:ea typeface="华文细黑" panose="02010600040101010101" pitchFamily="2" charset="-122"/>
                        </a:defRPr>
                      </a:lvl2pPr>
                      <a:lvl3pPr marL="862330" indent="52705" algn="l" defTabSz="914400" rtl="0" eaLnBrk="1" latinLnBrk="0" hangingPunct="1">
                        <a:spcBef>
                          <a:spcPct val="10000"/>
                        </a:spcBef>
                        <a:spcAft>
                          <a:spcPct val="25000"/>
                        </a:spcAft>
                        <a:buClr>
                          <a:schemeClr val="tx1"/>
                        </a:buClr>
                        <a:buFont typeface="Times New Roman" panose="02020503050405090304" pitchFamily="18" charset="0"/>
                        <a:defRPr sz="2000" kern="1200">
                          <a:solidFill>
                            <a:srgbClr val="000000"/>
                          </a:solidFill>
                          <a:latin typeface="Arial" panose="020B0604020202090204" pitchFamily="34" charset="0"/>
                          <a:ea typeface="华文细黑" panose="02010600040101010101" pitchFamily="2" charset="-122"/>
                        </a:defRPr>
                      </a:lvl3pPr>
                      <a:lvl4pPr marL="1281430" indent="90805" algn="l" defTabSz="914400" rtl="0" eaLnBrk="1" latinLnBrk="0" hangingPunct="1">
                        <a:spcBef>
                          <a:spcPct val="10000"/>
                        </a:spcBef>
                        <a:spcAft>
                          <a:spcPct val="25000"/>
                        </a:spcAft>
                        <a:buClr>
                          <a:schemeClr val="tx1"/>
                        </a:buClr>
                        <a:buFont typeface="Times New Roman" panose="02020503050405090304" pitchFamily="18" charset="0"/>
                        <a:defRPr sz="1600" kern="1200">
                          <a:solidFill>
                            <a:srgbClr val="000000"/>
                          </a:solidFill>
                          <a:latin typeface="Arial" panose="020B0604020202090204" pitchFamily="34" charset="0"/>
                          <a:ea typeface="华文细黑" panose="02010600040101010101" pitchFamily="2" charset="-122"/>
                        </a:defRPr>
                      </a:lvl4pPr>
                      <a:lvl5pPr marL="1700530" indent="128905" algn="l" defTabSz="914400" rtl="0" eaLnBrk="1"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5pPr>
                      <a:lvl6pPr marL="21577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6pPr>
                      <a:lvl7pPr marL="26149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7pPr>
                      <a:lvl8pPr marL="30721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8pPr>
                      <a:lvl9pPr marL="35293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9pPr>
                    </a:lstStyle>
                    <a:p>
                      <a:pPr marL="0" marR="0" lvl="0" indent="0" algn="ctr" defTabSz="914400" rtl="0" eaLnBrk="1" fontAlgn="base" latinLnBrk="0" hangingPunct="1">
                        <a:lnSpc>
                          <a:spcPct val="100000"/>
                        </a:lnSpc>
                        <a:spcBef>
                          <a:spcPct val="10000"/>
                        </a:spcBef>
                        <a:spcAft>
                          <a:spcPct val="25000"/>
                        </a:spcAft>
                        <a:buClr>
                          <a:schemeClr val="tx1"/>
                        </a:buClr>
                        <a:buSzPct val="80000"/>
                        <a:buFont typeface="Wingdings" panose="05000000000000000000" pitchFamily="2" charset="2"/>
                        <a:buNone/>
                      </a:pPr>
                      <a:endParaRPr kumimoji="0" lang="zh-CN" altLang="zh-CN" sz="1600" b="1" i="0" u="none" strike="noStrike" cap="none" normalizeH="0" baseline="0" dirty="0">
                        <a:ln>
                          <a:noFill/>
                        </a:ln>
                        <a:solidFill>
                          <a:srgbClr val="000000"/>
                        </a:solidFill>
                        <a:effectLst/>
                        <a:latin typeface="Arial" panose="020B0604020202090204" pitchFamily="34" charset="0"/>
                        <a:ea typeface="华文细黑" panose="02010600040101010101" pitchFamily="2" charset="-122"/>
                      </a:endParaRPr>
                    </a:p>
                  </a:txBody>
                  <a:tcPr marT="45712" marB="45712"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5"/>
                  </a:ext>
                </a:extLst>
              </a:tr>
            </a:tbl>
          </a:graphicData>
        </a:graphic>
      </p:graphicFrame>
      <p:sp>
        <p:nvSpPr>
          <p:cNvPr id="14" name="AutoShape 48"/>
          <p:cNvSpPr>
            <a:spLocks noChangeArrowheads="1"/>
          </p:cNvSpPr>
          <p:nvPr/>
        </p:nvSpPr>
        <p:spPr bwMode="auto">
          <a:xfrm>
            <a:off x="2416067" y="4239615"/>
            <a:ext cx="2560638" cy="2151554"/>
          </a:xfrm>
          <a:prstGeom prst="roundRect">
            <a:avLst>
              <a:gd name="adj" fmla="val 16667"/>
            </a:avLst>
          </a:prstGeom>
          <a:solidFill>
            <a:schemeClr val="bg1">
              <a:lumMod val="85000"/>
            </a:schemeClr>
          </a:solidFill>
          <a:ln>
            <a:noFill/>
          </a:ln>
        </p:spPr>
        <p:txBody>
          <a:bodyPr wrap="none" anchor="ctr"/>
          <a:lstStyle>
            <a:lvl1pPr>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marL="0" marR="0" lvl="0" indent="0" algn="l" defTabSz="914400" rtl="0" eaLnBrk="1" fontAlgn="auto" latinLnBrk="0" hangingPunct="1">
              <a:lnSpc>
                <a:spcPts val="3100"/>
              </a:lnSpc>
              <a:spcBef>
                <a:spcPct val="20000"/>
              </a:spcBef>
              <a:spcAft>
                <a:spcPts val="0"/>
              </a:spcAft>
              <a:buClr>
                <a:srgbClr val="A50021"/>
              </a:buClr>
              <a:buSzPct val="75000"/>
              <a:buFont typeface="Wingdings" panose="05000000000000000000" pitchFamily="2" charset="2"/>
              <a:buNone/>
              <a:defRPr/>
            </a:pPr>
            <a:endParaRPr kumimoji="0" lang="zh-CN" altLang="en-US" sz="3200" b="0" i="0" u="none" strike="noStrike" kern="1200" cap="none" spc="0" normalizeH="0" baseline="0" noProof="0">
              <a:ln>
                <a:noFill/>
              </a:ln>
              <a:solidFill>
                <a:srgbClr val="020202"/>
              </a:solidFill>
              <a:effectLst/>
              <a:uLnTx/>
              <a:uFillTx/>
              <a:latin typeface="Tahoma" panose="020B0604030504040204" pitchFamily="34" charset="0"/>
              <a:ea typeface="宋体" panose="02010600030101010101" pitchFamily="2" charset="-122"/>
              <a:cs typeface="+mn-cs"/>
            </a:endParaRPr>
          </a:p>
        </p:txBody>
      </p:sp>
      <p:sp>
        <p:nvSpPr>
          <p:cNvPr id="15" name="文本框 14"/>
          <p:cNvSpPr txBox="1"/>
          <p:nvPr/>
        </p:nvSpPr>
        <p:spPr>
          <a:xfrm>
            <a:off x="2621988" y="4535719"/>
            <a:ext cx="91440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Hub</a:t>
            </a: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pic>
        <p:nvPicPr>
          <p:cNvPr id="16" name="Picture 40" descr="computer"/>
          <p:cNvPicPr>
            <a:picLocks noChangeAspect="1" noChangeArrowheads="1"/>
          </p:cNvPicPr>
          <p:nvPr/>
        </p:nvPicPr>
        <p:blipFill>
          <a:blip r:embed="rId3">
            <a:duotone>
              <a:prstClr val="black"/>
              <a:schemeClr val="accent2">
                <a:tint val="45000"/>
                <a:satMod val="400000"/>
              </a:schemeClr>
            </a:duotone>
            <a:extLst>
              <a:ext uri="{28A0092B-C50C-407E-A947-70E740481C1C}">
                <a14:useLocalDpi xmlns:a14="http://schemas.microsoft.com/office/drawing/2010/main" val="0"/>
              </a:ext>
            </a:extLst>
          </a:blip>
          <a:srcRect/>
          <a:stretch>
            <a:fillRect/>
          </a:stretch>
        </p:blipFill>
        <p:spPr bwMode="auto">
          <a:xfrm>
            <a:off x="3067620" y="5507297"/>
            <a:ext cx="390846" cy="371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 name="Picture 40" descr="computer"/>
          <p:cNvPicPr>
            <a:picLocks noChangeAspect="1" noChangeArrowheads="1"/>
          </p:cNvPicPr>
          <p:nvPr/>
        </p:nvPicPr>
        <p:blipFill>
          <a:blip r:embed="rId3">
            <a:duotone>
              <a:prstClr val="black"/>
              <a:schemeClr val="accent2">
                <a:tint val="45000"/>
                <a:satMod val="400000"/>
              </a:schemeClr>
            </a:duotone>
            <a:extLst>
              <a:ext uri="{28A0092B-C50C-407E-A947-70E740481C1C}">
                <a14:useLocalDpi xmlns:a14="http://schemas.microsoft.com/office/drawing/2010/main" val="0"/>
              </a:ext>
            </a:extLst>
          </a:blip>
          <a:srcRect/>
          <a:stretch>
            <a:fillRect/>
          </a:stretch>
        </p:blipFill>
        <p:spPr bwMode="auto">
          <a:xfrm>
            <a:off x="3883541" y="5507298"/>
            <a:ext cx="390846" cy="371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8" name="直接连接符 17"/>
          <p:cNvCxnSpPr>
            <a:stCxn id="16" idx="0"/>
          </p:cNvCxnSpPr>
          <p:nvPr/>
        </p:nvCxnSpPr>
        <p:spPr>
          <a:xfrm flipV="1">
            <a:off x="3263043" y="4761848"/>
            <a:ext cx="221444" cy="745449"/>
          </a:xfrm>
          <a:prstGeom prst="line">
            <a:avLst/>
          </a:prstGeom>
        </p:spPr>
        <p:style>
          <a:lnRef idx="3">
            <a:schemeClr val="accent1"/>
          </a:lnRef>
          <a:fillRef idx="0">
            <a:schemeClr val="accent1"/>
          </a:fillRef>
          <a:effectRef idx="2">
            <a:schemeClr val="accent1"/>
          </a:effectRef>
          <a:fontRef idx="minor">
            <a:schemeClr val="tx1"/>
          </a:fontRef>
        </p:style>
      </p:cxnSp>
      <p:cxnSp>
        <p:nvCxnSpPr>
          <p:cNvPr id="19" name="直接连接符 18"/>
          <p:cNvCxnSpPr>
            <a:stCxn id="17" idx="0"/>
          </p:cNvCxnSpPr>
          <p:nvPr/>
        </p:nvCxnSpPr>
        <p:spPr>
          <a:xfrm flipH="1" flipV="1">
            <a:off x="3897032" y="4565358"/>
            <a:ext cx="181932" cy="941940"/>
          </a:xfrm>
          <a:prstGeom prst="line">
            <a:avLst/>
          </a:prstGeom>
        </p:spPr>
        <p:style>
          <a:lnRef idx="3">
            <a:schemeClr val="accent1"/>
          </a:lnRef>
          <a:fillRef idx="0">
            <a:schemeClr val="accent1"/>
          </a:fillRef>
          <a:effectRef idx="2">
            <a:schemeClr val="accent1"/>
          </a:effectRef>
          <a:fontRef idx="minor">
            <a:schemeClr val="tx1"/>
          </a:fontRef>
        </p:style>
      </p:cxnSp>
      <p:pic>
        <p:nvPicPr>
          <p:cNvPr id="20" name="Picture 24" descr="集线器"/>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16530" y="4445106"/>
            <a:ext cx="914400" cy="6029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 name="文本框 20"/>
          <p:cNvSpPr txBox="1"/>
          <p:nvPr/>
        </p:nvSpPr>
        <p:spPr>
          <a:xfrm>
            <a:off x="3064234" y="5878932"/>
            <a:ext cx="33214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a:t>
            </a: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2" name="文本框 21"/>
          <p:cNvSpPr txBox="1"/>
          <p:nvPr/>
        </p:nvSpPr>
        <p:spPr>
          <a:xfrm>
            <a:off x="3909530" y="5878933"/>
            <a:ext cx="31290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B</a:t>
            </a: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cxnSp>
        <p:nvCxnSpPr>
          <p:cNvPr id="23" name="直接连接符 22"/>
          <p:cNvCxnSpPr>
            <a:stCxn id="20" idx="3"/>
          </p:cNvCxnSpPr>
          <p:nvPr/>
        </p:nvCxnSpPr>
        <p:spPr>
          <a:xfrm>
            <a:off x="4130930" y="4746571"/>
            <a:ext cx="5034217" cy="0"/>
          </a:xfrm>
          <a:prstGeom prst="line">
            <a:avLst/>
          </a:prstGeom>
        </p:spPr>
        <p:style>
          <a:lnRef idx="3">
            <a:schemeClr val="accent1"/>
          </a:lnRef>
          <a:fillRef idx="0">
            <a:schemeClr val="accent1"/>
          </a:fillRef>
          <a:effectRef idx="2">
            <a:schemeClr val="accent1"/>
          </a:effectRef>
          <a:fontRef idx="minor">
            <a:schemeClr val="tx1"/>
          </a:fontRef>
        </p:style>
      </p:cxnSp>
      <p:grpSp>
        <p:nvGrpSpPr>
          <p:cNvPr id="24" name="组合 23"/>
          <p:cNvGrpSpPr/>
          <p:nvPr/>
        </p:nvGrpSpPr>
        <p:grpSpPr>
          <a:xfrm>
            <a:off x="5472951" y="4356926"/>
            <a:ext cx="2299836" cy="943937"/>
            <a:chOff x="4223344" y="4271744"/>
            <a:chExt cx="2299836" cy="943937"/>
          </a:xfrm>
        </p:grpSpPr>
        <p:pic>
          <p:nvPicPr>
            <p:cNvPr id="25" name="Picture 48"/>
            <p:cNvPicPr>
              <a:picLocks noChangeArrowheads="1"/>
            </p:cNvPicPr>
            <p:nvPr/>
          </p:nvPicPr>
          <p:blipFill>
            <a:blip r:embed="rId5">
              <a:duotone>
                <a:prstClr val="black"/>
                <a:schemeClr val="accent1">
                  <a:tint val="45000"/>
                  <a:satMod val="400000"/>
                </a:schemeClr>
              </a:duotone>
              <a:extLst>
                <a:ext uri="{28A0092B-C50C-407E-A947-70E740481C1C}">
                  <a14:useLocalDpi xmlns:a14="http://schemas.microsoft.com/office/drawing/2010/main" val="0"/>
                </a:ext>
              </a:extLst>
            </a:blip>
            <a:srcRect/>
            <a:stretch>
              <a:fillRect/>
            </a:stretch>
          </p:blipFill>
          <p:spPr bwMode="auto">
            <a:xfrm>
              <a:off x="4939400" y="4271744"/>
              <a:ext cx="870272" cy="606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26" name="文本框 25"/>
            <p:cNvSpPr txBox="1"/>
            <p:nvPr/>
          </p:nvSpPr>
          <p:spPr>
            <a:xfrm>
              <a:off x="4928233" y="4846349"/>
              <a:ext cx="82747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Bridge</a:t>
              </a: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7" name="椭圆 26"/>
            <p:cNvSpPr/>
            <p:nvPr/>
          </p:nvSpPr>
          <p:spPr>
            <a:xfrm>
              <a:off x="4819351" y="4602038"/>
              <a:ext cx="135653" cy="114883"/>
            </a:xfrm>
            <a:prstGeom prst="ellipse">
              <a:avLst/>
            </a:prstGeom>
            <a:solidFill>
              <a:srgbClr val="5B30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28" name="椭圆 27"/>
            <p:cNvSpPr/>
            <p:nvPr/>
          </p:nvSpPr>
          <p:spPr>
            <a:xfrm>
              <a:off x="5770850" y="4590334"/>
              <a:ext cx="135653" cy="114883"/>
            </a:xfrm>
            <a:prstGeom prst="ellipse">
              <a:avLst/>
            </a:prstGeom>
            <a:solidFill>
              <a:srgbClr val="5B30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29" name="文本框 28"/>
            <p:cNvSpPr txBox="1"/>
            <p:nvPr/>
          </p:nvSpPr>
          <p:spPr>
            <a:xfrm>
              <a:off x="4223344" y="4329385"/>
              <a:ext cx="715260"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端口</a:t>
              </a:r>
              <a:r>
                <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30" name="文本框 29"/>
            <p:cNvSpPr txBox="1"/>
            <p:nvPr/>
          </p:nvSpPr>
          <p:spPr>
            <a:xfrm>
              <a:off x="5807920" y="4303169"/>
              <a:ext cx="715260"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端口</a:t>
              </a:r>
              <a:r>
                <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2</a:t>
              </a: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pic>
        <p:nvPicPr>
          <p:cNvPr id="31" name="Picture 24" descr="集线器"/>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72176" y="4463457"/>
            <a:ext cx="914400" cy="6029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 name="文本框 31"/>
          <p:cNvSpPr txBox="1"/>
          <p:nvPr/>
        </p:nvSpPr>
        <p:spPr>
          <a:xfrm>
            <a:off x="5584399" y="2727273"/>
            <a:ext cx="2438946" cy="36933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MAC_A</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                </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1</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      </a:t>
            </a:r>
            <a:endParaRPr kumimoji="0" lang="zh-CN"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33" name="文本框 32"/>
          <p:cNvSpPr txBox="1"/>
          <p:nvPr/>
        </p:nvSpPr>
        <p:spPr>
          <a:xfrm>
            <a:off x="5603649" y="3071899"/>
            <a:ext cx="2438946" cy="36933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MAC_B</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                </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1</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      </a:t>
            </a:r>
            <a:endParaRPr kumimoji="0" lang="zh-CN"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34" name="文本框 33"/>
          <p:cNvSpPr txBox="1"/>
          <p:nvPr/>
        </p:nvSpPr>
        <p:spPr>
          <a:xfrm>
            <a:off x="5603649" y="3407171"/>
            <a:ext cx="2438946" cy="36933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MAC_C</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                </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2</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      </a:t>
            </a:r>
            <a:endParaRPr kumimoji="0" lang="zh-CN"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35" name="文本框 34"/>
          <p:cNvSpPr txBox="1"/>
          <p:nvPr/>
        </p:nvSpPr>
        <p:spPr>
          <a:xfrm>
            <a:off x="5594024" y="3732944"/>
            <a:ext cx="2438946" cy="36933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MAC_D</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                </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2</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      </a:t>
            </a:r>
            <a:endParaRPr kumimoji="0" lang="zh-CN"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44" name="直接箭头连接符 43"/>
          <p:cNvCxnSpPr/>
          <p:nvPr/>
        </p:nvCxnSpPr>
        <p:spPr>
          <a:xfrm flipH="1" flipV="1">
            <a:off x="4105231" y="5076377"/>
            <a:ext cx="93889" cy="273124"/>
          </a:xfrm>
          <a:prstGeom prst="straightConnector1">
            <a:avLst/>
          </a:prstGeom>
          <a:ln w="38100">
            <a:solidFill>
              <a:schemeClr val="accent2">
                <a:lumMod val="50000"/>
              </a:schemeClr>
            </a:solidFill>
            <a:tailEnd type="triangle"/>
          </a:ln>
        </p:spPr>
        <p:style>
          <a:lnRef idx="3">
            <a:schemeClr val="accent2"/>
          </a:lnRef>
          <a:fillRef idx="0">
            <a:schemeClr val="accent2"/>
          </a:fillRef>
          <a:effectRef idx="2">
            <a:schemeClr val="accent2"/>
          </a:effectRef>
          <a:fontRef idx="minor">
            <a:schemeClr val="tx1"/>
          </a:fontRef>
        </p:style>
      </p:cxnSp>
      <p:cxnSp>
        <p:nvCxnSpPr>
          <p:cNvPr id="45" name="直接箭头连接符 44"/>
          <p:cNvCxnSpPr/>
          <p:nvPr/>
        </p:nvCxnSpPr>
        <p:spPr>
          <a:xfrm flipH="1">
            <a:off x="3202704" y="5054679"/>
            <a:ext cx="91018" cy="279064"/>
          </a:xfrm>
          <a:prstGeom prst="straightConnector1">
            <a:avLst/>
          </a:prstGeom>
          <a:ln w="38100">
            <a:solidFill>
              <a:schemeClr val="accent2">
                <a:lumMod val="50000"/>
              </a:schemeClr>
            </a:solidFill>
            <a:tailEnd type="triangle"/>
          </a:ln>
        </p:spPr>
        <p:style>
          <a:lnRef idx="3">
            <a:schemeClr val="accent2"/>
          </a:lnRef>
          <a:fillRef idx="0">
            <a:schemeClr val="accent2"/>
          </a:fillRef>
          <a:effectRef idx="2">
            <a:schemeClr val="accent2"/>
          </a:effectRef>
          <a:fontRef idx="minor">
            <a:schemeClr val="tx1"/>
          </a:fontRef>
        </p:style>
      </p:cxnSp>
      <p:cxnSp>
        <p:nvCxnSpPr>
          <p:cNvPr id="46" name="直接箭头连接符 45"/>
          <p:cNvCxnSpPr/>
          <p:nvPr/>
        </p:nvCxnSpPr>
        <p:spPr>
          <a:xfrm>
            <a:off x="4693950" y="4858414"/>
            <a:ext cx="827126" cy="0"/>
          </a:xfrm>
          <a:prstGeom prst="straightConnector1">
            <a:avLst/>
          </a:prstGeom>
          <a:ln w="38100">
            <a:solidFill>
              <a:srgbClr val="333399"/>
            </a:solidFill>
            <a:tailEnd type="triangle"/>
          </a:ln>
        </p:spPr>
        <p:style>
          <a:lnRef idx="3">
            <a:schemeClr val="accent2"/>
          </a:lnRef>
          <a:fillRef idx="0">
            <a:schemeClr val="accent2"/>
          </a:fillRef>
          <a:effectRef idx="2">
            <a:schemeClr val="accent2"/>
          </a:effectRef>
          <a:fontRef idx="minor">
            <a:schemeClr val="tx1"/>
          </a:fontRef>
        </p:style>
      </p:cxnSp>
      <p:sp>
        <p:nvSpPr>
          <p:cNvPr id="84" name="文本框 83"/>
          <p:cNvSpPr txBox="1"/>
          <p:nvPr/>
        </p:nvSpPr>
        <p:spPr>
          <a:xfrm>
            <a:off x="1146102" y="2166723"/>
            <a:ext cx="2728632" cy="531749"/>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2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B</a:t>
            </a:r>
            <a:r>
              <a:rPr kumimoji="0" lang="zh-CN" altLang="en-US" sz="2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r>
              <a:rPr lang="en-US" altLang="zh-CN" sz="2600" dirty="0">
                <a:solidFill>
                  <a:prstClr val="black"/>
                </a:solidFill>
                <a:latin typeface="微软雅黑" panose="020B0503020204020204" pitchFamily="34" charset="-122"/>
                <a:ea typeface="微软雅黑" panose="020B0503020204020204" pitchFamily="34" charset="-122"/>
              </a:rPr>
              <a:t>A </a:t>
            </a:r>
            <a:r>
              <a:rPr kumimoji="0" lang="zh-CN" altLang="zh-CN" sz="2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发出数据帧</a:t>
            </a:r>
          </a:p>
        </p:txBody>
      </p:sp>
      <p:sp>
        <p:nvSpPr>
          <p:cNvPr id="3" name="矩形 2"/>
          <p:cNvSpPr/>
          <p:nvPr/>
        </p:nvSpPr>
        <p:spPr>
          <a:xfrm>
            <a:off x="1751797" y="2233061"/>
            <a:ext cx="279133" cy="431693"/>
          </a:xfrm>
          <a:prstGeom prst="rect">
            <a:avLst/>
          </a:prstGeom>
          <a:noFill/>
          <a:ln w="28575">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48" name="矩形 47"/>
          <p:cNvSpPr/>
          <p:nvPr/>
        </p:nvSpPr>
        <p:spPr>
          <a:xfrm>
            <a:off x="5128871" y="2744529"/>
            <a:ext cx="3050723" cy="353671"/>
          </a:xfrm>
          <a:prstGeom prst="rect">
            <a:avLst/>
          </a:prstGeom>
          <a:noFill/>
          <a:ln w="571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37" name="文本框 36"/>
          <p:cNvSpPr txBox="1"/>
          <p:nvPr/>
        </p:nvSpPr>
        <p:spPr>
          <a:xfrm>
            <a:off x="8189219" y="2711884"/>
            <a:ext cx="2940228" cy="70788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找到匹配项！</a:t>
            </a:r>
            <a:endPar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2000" noProof="0" dirty="0">
                <a:solidFill>
                  <a:prstClr val="black"/>
                </a:solidFill>
                <a:latin typeface="微软雅黑" panose="020B0503020204020204" pitchFamily="34" charset="-122"/>
                <a:ea typeface="微软雅黑" panose="020B0503020204020204" pitchFamily="34" charset="-122"/>
              </a:rPr>
              <a:t>入境口</a:t>
            </a:r>
            <a:r>
              <a:rPr lang="en-US" altLang="zh-CN" sz="2000" noProof="0" dirty="0">
                <a:solidFill>
                  <a:prstClr val="black"/>
                </a:solidFill>
                <a:latin typeface="微软雅黑" panose="020B0503020204020204" pitchFamily="34" charset="-122"/>
                <a:ea typeface="微软雅黑" panose="020B0503020204020204" pitchFamily="34" charset="-122"/>
              </a:rPr>
              <a:t>=</a:t>
            </a:r>
            <a:r>
              <a:rPr lang="zh-CN" altLang="en-US" sz="2000" noProof="0" dirty="0">
                <a:solidFill>
                  <a:prstClr val="black"/>
                </a:solidFill>
                <a:latin typeface="微软雅黑" panose="020B0503020204020204" pitchFamily="34" charset="-122"/>
                <a:ea typeface="微软雅黑" panose="020B0503020204020204" pitchFamily="34" charset="-122"/>
              </a:rPr>
              <a:t>出境口，丢弃！</a:t>
            </a:r>
            <a:endPar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nvGrpSpPr>
          <p:cNvPr id="47" name="组合 46"/>
          <p:cNvGrpSpPr/>
          <p:nvPr/>
        </p:nvGrpSpPr>
        <p:grpSpPr>
          <a:xfrm>
            <a:off x="5591264" y="4815692"/>
            <a:ext cx="697627" cy="821711"/>
            <a:chOff x="4618425" y="3683319"/>
            <a:chExt cx="993410" cy="1413819"/>
          </a:xfrm>
        </p:grpSpPr>
        <p:pic>
          <p:nvPicPr>
            <p:cNvPr id="49" name="图形 48" descr="箭头: 向左旋转"/>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776214" y="3683319"/>
              <a:ext cx="660270" cy="914400"/>
            </a:xfrm>
            <a:prstGeom prst="rect">
              <a:avLst/>
            </a:prstGeom>
          </p:spPr>
        </p:pic>
        <p:sp>
          <p:nvSpPr>
            <p:cNvPr id="50" name="文本框 49"/>
            <p:cNvSpPr txBox="1"/>
            <p:nvPr/>
          </p:nvSpPr>
          <p:spPr>
            <a:xfrm>
              <a:off x="4618425" y="4408717"/>
              <a:ext cx="993410" cy="688421"/>
            </a:xfrm>
            <a:prstGeom prst="rect">
              <a:avLst/>
            </a:prstGeom>
            <a:noFill/>
          </p:spPr>
          <p:txBody>
            <a:bodyPr wrap="none" rtlCol="0">
              <a:spAutoFit/>
            </a:bodyPr>
            <a:lstStyle/>
            <a:p>
              <a:r>
                <a:rPr lang="zh-CN" altLang="en-US" sz="2000" dirty="0">
                  <a:solidFill>
                    <a:srgbClr val="7030A0"/>
                  </a:solidFill>
                  <a:latin typeface="微软雅黑" panose="020B0503020204020204" pitchFamily="34" charset="-122"/>
                  <a:ea typeface="微软雅黑" panose="020B0503020204020204" pitchFamily="34" charset="-122"/>
                </a:rPr>
                <a:t>丢弃</a:t>
              </a:r>
            </a:p>
          </p:txBody>
        </p:sp>
      </p:grpSp>
      <p:sp>
        <p:nvSpPr>
          <p:cNvPr id="54" name="AutoShape 67"/>
          <p:cNvSpPr>
            <a:spLocks noChangeAspect="1" noChangeArrowheads="1"/>
          </p:cNvSpPr>
          <p:nvPr/>
        </p:nvSpPr>
        <p:spPr bwMode="auto">
          <a:xfrm>
            <a:off x="7844685" y="4600992"/>
            <a:ext cx="285750" cy="287337"/>
          </a:xfrm>
          <a:custGeom>
            <a:avLst/>
            <a:gdLst>
              <a:gd name="T0" fmla="*/ 142875 w 21600"/>
              <a:gd name="T1" fmla="*/ 0 h 21600"/>
              <a:gd name="T2" fmla="*/ 41844 w 21600"/>
              <a:gd name="T3" fmla="*/ 42076 h 21600"/>
              <a:gd name="T4" fmla="*/ 0 w 21600"/>
              <a:gd name="T5" fmla="*/ 143669 h 21600"/>
              <a:gd name="T6" fmla="*/ 41844 w 21600"/>
              <a:gd name="T7" fmla="*/ 245261 h 21600"/>
              <a:gd name="T8" fmla="*/ 142875 w 21600"/>
              <a:gd name="T9" fmla="*/ 287337 h 21600"/>
              <a:gd name="T10" fmla="*/ 243906 w 21600"/>
              <a:gd name="T11" fmla="*/ 245261 h 21600"/>
              <a:gd name="T12" fmla="*/ 285750 w 21600"/>
              <a:gd name="T13" fmla="*/ 143669 h 21600"/>
              <a:gd name="T14" fmla="*/ 243906 w 21600"/>
              <a:gd name="T15" fmla="*/ 42076 h 21600"/>
              <a:gd name="T16" fmla="*/ 0 60000 65536"/>
              <a:gd name="T17" fmla="*/ 0 60000 65536"/>
              <a:gd name="T18" fmla="*/ 0 60000 65536"/>
              <a:gd name="T19" fmla="*/ 0 60000 65536"/>
              <a:gd name="T20" fmla="*/ 0 60000 65536"/>
              <a:gd name="T21" fmla="*/ 0 60000 65536"/>
              <a:gd name="T22" fmla="*/ 0 60000 65536"/>
              <a:gd name="T23" fmla="*/ 0 60000 65536"/>
              <a:gd name="T24" fmla="*/ 3163 w 21600"/>
              <a:gd name="T25" fmla="*/ 3163 h 21600"/>
              <a:gd name="T26" fmla="*/ 18437 w 21600"/>
              <a:gd name="T27" fmla="*/ 18437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7401" y="15493"/>
                </a:moveTo>
                <a:cubicBezTo>
                  <a:pt x="18376" y="14122"/>
                  <a:pt x="18900" y="12482"/>
                  <a:pt x="18900" y="10800"/>
                </a:cubicBezTo>
                <a:cubicBezTo>
                  <a:pt x="18900" y="6326"/>
                  <a:pt x="15273" y="2700"/>
                  <a:pt x="10800" y="2700"/>
                </a:cubicBezTo>
                <a:cubicBezTo>
                  <a:pt x="9117" y="2700"/>
                  <a:pt x="7477" y="3223"/>
                  <a:pt x="6106" y="4198"/>
                </a:cubicBezTo>
                <a:lnTo>
                  <a:pt x="17401" y="15493"/>
                </a:lnTo>
                <a:close/>
                <a:moveTo>
                  <a:pt x="4198" y="6106"/>
                </a:moveTo>
                <a:cubicBezTo>
                  <a:pt x="3223" y="7477"/>
                  <a:pt x="2700" y="9117"/>
                  <a:pt x="2700" y="10799"/>
                </a:cubicBezTo>
                <a:cubicBezTo>
                  <a:pt x="2700" y="15273"/>
                  <a:pt x="6326" y="18900"/>
                  <a:pt x="10800" y="18900"/>
                </a:cubicBezTo>
                <a:cubicBezTo>
                  <a:pt x="12482" y="18900"/>
                  <a:pt x="14122" y="18376"/>
                  <a:pt x="15493" y="17401"/>
                </a:cubicBezTo>
                <a:lnTo>
                  <a:pt x="4198" y="6106"/>
                </a:lnTo>
                <a:close/>
              </a:path>
            </a:pathLst>
          </a:custGeom>
          <a:solidFill>
            <a:srgbClr val="FF00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 name="文本框 52"/>
          <p:cNvSpPr txBox="1"/>
          <p:nvPr/>
        </p:nvSpPr>
        <p:spPr>
          <a:xfrm>
            <a:off x="5193863" y="1488264"/>
            <a:ext cx="2914909" cy="435697"/>
          </a:xfrm>
          <a:prstGeom prst="rect">
            <a:avLst/>
          </a:prstGeom>
          <a:solidFill>
            <a:schemeClr val="bg2"/>
          </a:solid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zh-CN" sz="2000" b="0" i="0" u="none" strike="noStrike" kern="1200" cap="none" spc="0" normalizeH="0" baseline="0" noProof="0" dirty="0">
                <a:ln>
                  <a:noFill/>
                </a:ln>
                <a:solidFill>
                  <a:srgbClr val="000000"/>
                </a:solidFill>
                <a:effectLst/>
                <a:uLnTx/>
                <a:uFillTx/>
                <a:latin typeface="Arial" panose="020B0604020202090204"/>
                <a:ea typeface="微软雅黑"/>
                <a:cs typeface="+mn-cs"/>
              </a:rPr>
              <a:t>MAC地址</a:t>
            </a:r>
            <a:r>
              <a:rPr kumimoji="0" lang="zh-CN" altLang="en-US" sz="2000" b="0" i="0" u="none" strike="noStrike" kern="1200" cap="none" spc="0" normalizeH="0" baseline="0" noProof="0" dirty="0">
                <a:ln>
                  <a:noFill/>
                </a:ln>
                <a:solidFill>
                  <a:srgbClr val="000000"/>
                </a:solidFill>
                <a:effectLst/>
                <a:uLnTx/>
                <a:uFillTx/>
                <a:latin typeface="Arial" panose="020B0604020202090204"/>
                <a:ea typeface="微软雅黑"/>
                <a:cs typeface="+mn-cs"/>
              </a:rPr>
              <a:t>表</a:t>
            </a:r>
            <a:r>
              <a:rPr lang="zh-CN" altLang="en-US" sz="2000" dirty="0">
                <a:solidFill>
                  <a:srgbClr val="000000"/>
                </a:solidFill>
                <a:latin typeface="Arial" panose="020B0604020202090204"/>
                <a:ea typeface="微软雅黑"/>
              </a:rPr>
              <a:t>完善时</a:t>
            </a:r>
            <a:endParaRPr kumimoji="0" lang="zh-CN" altLang="en-US" sz="20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51" name="文本框 50"/>
          <p:cNvSpPr txBox="1"/>
          <p:nvPr/>
        </p:nvSpPr>
        <p:spPr>
          <a:xfrm>
            <a:off x="1419480" y="2857003"/>
            <a:ext cx="2066143" cy="1169038"/>
          </a:xfrm>
          <a:prstGeom prst="rect">
            <a:avLst/>
          </a:prstGeom>
          <a:solidFill>
            <a:schemeClr val="accent1">
              <a:lumMod val="20000"/>
              <a:lumOff val="80000"/>
            </a:schemeClr>
          </a:solid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lang="zh-CN" altLang="en-US" sz="2000" dirty="0">
                <a:solidFill>
                  <a:prstClr val="black"/>
                </a:solidFill>
                <a:latin typeface="微软雅黑" panose="020B0503020204020204" pitchFamily="34" charset="-122"/>
                <a:ea typeface="微软雅黑" panose="020B0503020204020204" pitchFamily="34" charset="-122"/>
              </a:rPr>
              <a:t>逆向学习源地址</a:t>
            </a:r>
            <a:endPar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并根据</a:t>
            </a:r>
            <a:r>
              <a:rPr lang="zh-CN" altLang="en-US" sz="2000" b="1" noProof="0" dirty="0">
                <a:solidFill>
                  <a:srgbClr val="7030A0"/>
                </a:solidFill>
                <a:latin typeface="微软雅黑" panose="020B0503020204020204" pitchFamily="34" charset="-122"/>
                <a:ea typeface="微软雅黑" panose="020B0503020204020204" pitchFamily="34" charset="-122"/>
              </a:rPr>
              <a:t>目的</a:t>
            </a:r>
            <a:r>
              <a:rPr kumimoji="0" lang="zh-CN" altLang="en-US" sz="2000" b="1" i="0" u="none" strike="noStrike" kern="120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rPr>
              <a:t>地址</a:t>
            </a:r>
            <a:endParaRPr kumimoji="0" lang="en-US" altLang="zh-CN" sz="2000" b="1" i="0" u="none" strike="noStrike" kern="120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endParaRP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查询</a:t>
            </a: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MAC</a:t>
            </a: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地址表</a:t>
            </a:r>
          </a:p>
        </p:txBody>
      </p:sp>
      <p:sp>
        <p:nvSpPr>
          <p:cNvPr id="55" name="日期占位符 36"/>
          <p:cNvSpPr>
            <a:spLocks noGrp="1"/>
          </p:cNvSpPr>
          <p:nvPr>
            <p:ph type="dt" sz="half" idx="10"/>
          </p:nvPr>
        </p:nvSpPr>
        <p:spPr>
          <a:xfrm>
            <a:off x="197335" y="6489303"/>
            <a:ext cx="2743200" cy="365125"/>
          </a:xfrm>
        </p:spPr>
        <p:txBody>
          <a:bodyPr/>
          <a:lstStyle/>
          <a:p>
            <a:r>
              <a:rPr lang="en-US" altLang="zh-CN" dirty="0">
                <a:latin typeface="微软雅黑" panose="020B0503020204020204" pitchFamily="34" charset="-122"/>
                <a:ea typeface="微软雅黑" panose="020B0503020204020204" pitchFamily="34" charset="-122"/>
              </a:rPr>
              <a:t>4.4 </a:t>
            </a:r>
            <a:r>
              <a:rPr lang="zh-CN" altLang="en-US" dirty="0">
                <a:latin typeface="微软雅黑" panose="020B0503020204020204" pitchFamily="34" charset="-122"/>
                <a:ea typeface="微软雅黑" panose="020B0503020204020204" pitchFamily="34" charset="-122"/>
              </a:rPr>
              <a:t>数据链路层交换</a:t>
            </a:r>
          </a:p>
        </p:txBody>
      </p:sp>
      <p:sp>
        <p:nvSpPr>
          <p:cNvPr id="56" name="灯片编号占位符 38"/>
          <p:cNvSpPr>
            <a:spLocks noGrp="1"/>
          </p:cNvSpPr>
          <p:nvPr>
            <p:ph type="sldNum" sz="quarter" idx="12"/>
          </p:nvPr>
        </p:nvSpPr>
        <p:spPr>
          <a:xfrm>
            <a:off x="8686810" y="6489303"/>
            <a:ext cx="3319670" cy="365125"/>
          </a:xfrm>
        </p:spPr>
        <p:txBody>
          <a:bodyPr/>
          <a:lstStyle/>
          <a:p>
            <a:fld id="{8D4D1E41-7A09-AB4A-A4E1-09765ADA2698}" type="slidenum">
              <a:rPr kumimoji="1" lang="zh-CN" altLang="en-US" smtClean="0"/>
              <a:t>68</a:t>
            </a:fld>
            <a:endParaRPr kumimoji="1"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4"/>
                                        </p:tgtEl>
                                        <p:attrNameLst>
                                          <p:attrName>style.visibility</p:attrName>
                                        </p:attrNameLst>
                                      </p:cBhvr>
                                      <p:to>
                                        <p:strVal val="visible"/>
                                      </p:to>
                                    </p:set>
                                    <p:animEffect transition="in" filter="wipe(down)">
                                      <p:cBhvr>
                                        <p:cTn id="7" dur="500"/>
                                        <p:tgtEl>
                                          <p:spTgt spid="44"/>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45"/>
                                        </p:tgtEl>
                                        <p:attrNameLst>
                                          <p:attrName>style.visibility</p:attrName>
                                        </p:attrNameLst>
                                      </p:cBhvr>
                                      <p:to>
                                        <p:strVal val="visible"/>
                                      </p:to>
                                    </p:set>
                                    <p:animEffect transition="in" filter="wipe(up)">
                                      <p:cBhvr>
                                        <p:cTn id="11" dur="500"/>
                                        <p:tgtEl>
                                          <p:spTgt spid="45"/>
                                        </p:tgtEl>
                                      </p:cBhvr>
                                    </p:animEffect>
                                  </p:childTnLst>
                                </p:cTn>
                              </p:par>
                              <p:par>
                                <p:cTn id="12" presetID="22" presetClass="entr" presetSubtype="8" fill="hold" nodeType="withEffect">
                                  <p:stCondLst>
                                    <p:cond delay="0"/>
                                  </p:stCondLst>
                                  <p:childTnLst>
                                    <p:set>
                                      <p:cBhvr>
                                        <p:cTn id="13" dur="1" fill="hold">
                                          <p:stCondLst>
                                            <p:cond delay="0"/>
                                          </p:stCondLst>
                                        </p:cTn>
                                        <p:tgtEl>
                                          <p:spTgt spid="46"/>
                                        </p:tgtEl>
                                        <p:attrNameLst>
                                          <p:attrName>style.visibility</p:attrName>
                                        </p:attrNameLst>
                                      </p:cBhvr>
                                      <p:to>
                                        <p:strVal val="visible"/>
                                      </p:to>
                                    </p:set>
                                    <p:animEffect transition="in" filter="wipe(left)">
                                      <p:cBhvr>
                                        <p:cTn id="14" dur="500"/>
                                        <p:tgtEl>
                                          <p:spTgt spid="46"/>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51"/>
                                        </p:tgtEl>
                                        <p:attrNameLst>
                                          <p:attrName>style.visibility</p:attrName>
                                        </p:attrNameLst>
                                      </p:cBhvr>
                                      <p:to>
                                        <p:strVal val="visible"/>
                                      </p:to>
                                    </p:set>
                                    <p:animEffect transition="in" filter="fade">
                                      <p:cBhvr>
                                        <p:cTn id="19" dur="500"/>
                                        <p:tgtEl>
                                          <p:spTgt spid="51"/>
                                        </p:tgtEl>
                                      </p:cBhvr>
                                    </p:animEffect>
                                  </p:childTnLst>
                                </p:cTn>
                              </p:par>
                            </p:childTnLst>
                          </p:cTn>
                        </p:par>
                      </p:childTnLst>
                    </p:cTn>
                  </p:par>
                  <p:par>
                    <p:cTn id="20" fill="hold">
                      <p:stCondLst>
                        <p:cond delay="indefinite"/>
                      </p:stCondLst>
                      <p:childTnLst>
                        <p:par>
                          <p:cTn id="21" fill="hold">
                            <p:stCondLst>
                              <p:cond delay="0"/>
                            </p:stCondLst>
                            <p:childTnLst>
                              <p:par>
                                <p:cTn id="22" presetID="21" presetClass="entr" presetSubtype="1" fill="hold" grpId="0" nodeType="clickEffect">
                                  <p:stCondLst>
                                    <p:cond delay="0"/>
                                  </p:stCondLst>
                                  <p:childTnLst>
                                    <p:set>
                                      <p:cBhvr>
                                        <p:cTn id="23" dur="1" fill="hold">
                                          <p:stCondLst>
                                            <p:cond delay="0"/>
                                          </p:stCondLst>
                                        </p:cTn>
                                        <p:tgtEl>
                                          <p:spTgt spid="3"/>
                                        </p:tgtEl>
                                        <p:attrNameLst>
                                          <p:attrName>style.visibility</p:attrName>
                                        </p:attrNameLst>
                                      </p:cBhvr>
                                      <p:to>
                                        <p:strVal val="visible"/>
                                      </p:to>
                                    </p:set>
                                    <p:animEffect transition="in" filter="wheel(1)">
                                      <p:cBhvr>
                                        <p:cTn id="24" dur="500"/>
                                        <p:tgtEl>
                                          <p:spTgt spid="3"/>
                                        </p:tgtEl>
                                      </p:cBhvr>
                                    </p:animEffect>
                                  </p:childTnLst>
                                </p:cTn>
                              </p:par>
                            </p:childTnLst>
                          </p:cTn>
                        </p:par>
                      </p:childTnLst>
                    </p:cTn>
                  </p:par>
                  <p:par>
                    <p:cTn id="25" fill="hold">
                      <p:stCondLst>
                        <p:cond delay="indefinite"/>
                      </p:stCondLst>
                      <p:childTnLst>
                        <p:par>
                          <p:cTn id="26" fill="hold">
                            <p:stCondLst>
                              <p:cond delay="0"/>
                            </p:stCondLst>
                            <p:childTnLst>
                              <p:par>
                                <p:cTn id="27" presetID="53" presetClass="entr" presetSubtype="16" fill="hold" grpId="0" nodeType="clickEffect">
                                  <p:stCondLst>
                                    <p:cond delay="0"/>
                                  </p:stCondLst>
                                  <p:childTnLst>
                                    <p:set>
                                      <p:cBhvr>
                                        <p:cTn id="28" dur="1" fill="hold">
                                          <p:stCondLst>
                                            <p:cond delay="0"/>
                                          </p:stCondLst>
                                        </p:cTn>
                                        <p:tgtEl>
                                          <p:spTgt spid="48"/>
                                        </p:tgtEl>
                                        <p:attrNameLst>
                                          <p:attrName>style.visibility</p:attrName>
                                        </p:attrNameLst>
                                      </p:cBhvr>
                                      <p:to>
                                        <p:strVal val="visible"/>
                                      </p:to>
                                    </p:set>
                                    <p:anim calcmode="lin" valueType="num">
                                      <p:cBhvr>
                                        <p:cTn id="29" dur="500" fill="hold"/>
                                        <p:tgtEl>
                                          <p:spTgt spid="48"/>
                                        </p:tgtEl>
                                        <p:attrNameLst>
                                          <p:attrName>ppt_w</p:attrName>
                                        </p:attrNameLst>
                                      </p:cBhvr>
                                      <p:tavLst>
                                        <p:tav tm="0">
                                          <p:val>
                                            <p:fltVal val="0"/>
                                          </p:val>
                                        </p:tav>
                                        <p:tav tm="100000">
                                          <p:val>
                                            <p:strVal val="#ppt_w"/>
                                          </p:val>
                                        </p:tav>
                                      </p:tavLst>
                                    </p:anim>
                                    <p:anim calcmode="lin" valueType="num">
                                      <p:cBhvr>
                                        <p:cTn id="30" dur="500" fill="hold"/>
                                        <p:tgtEl>
                                          <p:spTgt spid="48"/>
                                        </p:tgtEl>
                                        <p:attrNameLst>
                                          <p:attrName>ppt_h</p:attrName>
                                        </p:attrNameLst>
                                      </p:cBhvr>
                                      <p:tavLst>
                                        <p:tav tm="0">
                                          <p:val>
                                            <p:fltVal val="0"/>
                                          </p:val>
                                        </p:tav>
                                        <p:tav tm="100000">
                                          <p:val>
                                            <p:strVal val="#ppt_h"/>
                                          </p:val>
                                        </p:tav>
                                      </p:tavLst>
                                    </p:anim>
                                    <p:animEffect transition="in" filter="fade">
                                      <p:cBhvr>
                                        <p:cTn id="31" dur="500"/>
                                        <p:tgtEl>
                                          <p:spTgt spid="48"/>
                                        </p:tgtEl>
                                      </p:cBhvr>
                                    </p:animEffect>
                                  </p:childTnLst>
                                </p:cTn>
                              </p:par>
                            </p:childTnLst>
                          </p:cTn>
                        </p:par>
                        <p:par>
                          <p:cTn id="32" fill="hold">
                            <p:stCondLst>
                              <p:cond delay="500"/>
                            </p:stCondLst>
                            <p:childTnLst>
                              <p:par>
                                <p:cTn id="33" presetID="10" presetClass="entr" presetSubtype="0" fill="hold" grpId="0" nodeType="afterEffect">
                                  <p:stCondLst>
                                    <p:cond delay="0"/>
                                  </p:stCondLst>
                                  <p:childTnLst>
                                    <p:set>
                                      <p:cBhvr>
                                        <p:cTn id="34" dur="1" fill="hold">
                                          <p:stCondLst>
                                            <p:cond delay="0"/>
                                          </p:stCondLst>
                                        </p:cTn>
                                        <p:tgtEl>
                                          <p:spTgt spid="37"/>
                                        </p:tgtEl>
                                        <p:attrNameLst>
                                          <p:attrName>style.visibility</p:attrName>
                                        </p:attrNameLst>
                                      </p:cBhvr>
                                      <p:to>
                                        <p:strVal val="visible"/>
                                      </p:to>
                                    </p:set>
                                    <p:animEffect transition="in" filter="fade">
                                      <p:cBhvr>
                                        <p:cTn id="35" dur="500"/>
                                        <p:tgtEl>
                                          <p:spTgt spid="37"/>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1" fill="hold" nodeType="clickEffect">
                                  <p:stCondLst>
                                    <p:cond delay="0"/>
                                  </p:stCondLst>
                                  <p:childTnLst>
                                    <p:set>
                                      <p:cBhvr>
                                        <p:cTn id="39" dur="1" fill="hold">
                                          <p:stCondLst>
                                            <p:cond delay="0"/>
                                          </p:stCondLst>
                                        </p:cTn>
                                        <p:tgtEl>
                                          <p:spTgt spid="47"/>
                                        </p:tgtEl>
                                        <p:attrNameLst>
                                          <p:attrName>style.visibility</p:attrName>
                                        </p:attrNameLst>
                                      </p:cBhvr>
                                      <p:to>
                                        <p:strVal val="visible"/>
                                      </p:to>
                                    </p:set>
                                    <p:animEffect transition="in" filter="wipe(up)">
                                      <p:cBhvr>
                                        <p:cTn id="40" dur="500"/>
                                        <p:tgtEl>
                                          <p:spTgt spid="47"/>
                                        </p:tgtEl>
                                      </p:cBhvr>
                                    </p:animEffect>
                                  </p:childTnLst>
                                </p:cTn>
                              </p:par>
                            </p:childTnLst>
                          </p:cTn>
                        </p:par>
                        <p:par>
                          <p:cTn id="41" fill="hold">
                            <p:stCondLst>
                              <p:cond delay="500"/>
                            </p:stCondLst>
                            <p:childTnLst>
                              <p:par>
                                <p:cTn id="42" presetID="10" presetClass="entr" presetSubtype="0" fill="hold" grpId="0" nodeType="afterEffect">
                                  <p:stCondLst>
                                    <p:cond delay="0"/>
                                  </p:stCondLst>
                                  <p:childTnLst>
                                    <p:set>
                                      <p:cBhvr>
                                        <p:cTn id="43" dur="1" fill="hold">
                                          <p:stCondLst>
                                            <p:cond delay="0"/>
                                          </p:stCondLst>
                                        </p:cTn>
                                        <p:tgtEl>
                                          <p:spTgt spid="54"/>
                                        </p:tgtEl>
                                        <p:attrNameLst>
                                          <p:attrName>style.visibility</p:attrName>
                                        </p:attrNameLst>
                                      </p:cBhvr>
                                      <p:to>
                                        <p:strVal val="visible"/>
                                      </p:to>
                                    </p:set>
                                    <p:animEffect transition="in" filter="fade">
                                      <p:cBhvr>
                                        <p:cTn id="44" dur="5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8" grpId="0" animBg="1"/>
      <p:bldP spid="37" grpId="0"/>
      <p:bldP spid="54" grpId="0" animBg="1"/>
      <p:bldP spid="51"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 name="内容占位符 2"/>
          <p:cNvSpPr>
            <a:spLocks noGrp="1"/>
          </p:cNvSpPr>
          <p:nvPr>
            <p:ph idx="1"/>
          </p:nvPr>
        </p:nvSpPr>
        <p:spPr>
          <a:xfrm>
            <a:off x="838200" y="1417272"/>
            <a:ext cx="10515600" cy="5131205"/>
          </a:xfrm>
        </p:spPr>
        <p:txBody>
          <a:bodyPr>
            <a:normAutofit/>
          </a:bodyPr>
          <a:lstStyle/>
          <a:p>
            <a:pPr>
              <a:lnSpc>
                <a:spcPct val="120000"/>
              </a:lnSpc>
            </a:pPr>
            <a:r>
              <a:rPr lang="en-US" altLang="zh-CN" dirty="0"/>
              <a:t>Flooding</a:t>
            </a:r>
            <a:r>
              <a:rPr lang="zh-CN" altLang="en-US" dirty="0"/>
              <a:t>（泛洪）</a:t>
            </a:r>
            <a:endParaRPr lang="en-US" altLang="zh-CN" dirty="0"/>
          </a:p>
          <a:p>
            <a:pPr>
              <a:lnSpc>
                <a:spcPct val="120000"/>
              </a:lnSpc>
            </a:pPr>
            <a:endParaRPr lang="en-US" altLang="zh-CN" dirty="0"/>
          </a:p>
          <a:p>
            <a:pPr marL="0" indent="0">
              <a:lnSpc>
                <a:spcPct val="120000"/>
              </a:lnSpc>
              <a:buNone/>
            </a:pPr>
            <a:endParaRPr kumimoji="1" lang="zh-CN" altLang="en-US" dirty="0"/>
          </a:p>
        </p:txBody>
      </p:sp>
      <p:sp>
        <p:nvSpPr>
          <p:cNvPr id="117" name="AutoShape 48"/>
          <p:cNvSpPr>
            <a:spLocks noChangeArrowheads="1"/>
          </p:cNvSpPr>
          <p:nvPr/>
        </p:nvSpPr>
        <p:spPr bwMode="auto">
          <a:xfrm>
            <a:off x="7746213" y="3776009"/>
            <a:ext cx="2560638" cy="1887190"/>
          </a:xfrm>
          <a:prstGeom prst="roundRect">
            <a:avLst>
              <a:gd name="adj" fmla="val 16667"/>
            </a:avLst>
          </a:prstGeom>
          <a:solidFill>
            <a:schemeClr val="bg1">
              <a:lumMod val="85000"/>
            </a:schemeClr>
          </a:solidFill>
          <a:ln>
            <a:noFill/>
          </a:ln>
        </p:spPr>
        <p:txBody>
          <a:bodyPr wrap="none" anchor="ctr"/>
          <a:lstStyle>
            <a:lvl1pPr>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marL="0" marR="0" lvl="0" indent="0" algn="l" defTabSz="914400" rtl="0" eaLnBrk="1" fontAlgn="auto" latinLnBrk="0" hangingPunct="1">
              <a:lnSpc>
                <a:spcPts val="3100"/>
              </a:lnSpc>
              <a:spcBef>
                <a:spcPct val="20000"/>
              </a:spcBef>
              <a:spcAft>
                <a:spcPts val="0"/>
              </a:spcAft>
              <a:buClr>
                <a:srgbClr val="A50021"/>
              </a:buClr>
              <a:buSzPct val="75000"/>
              <a:buFont typeface="Wingdings" panose="05000000000000000000" pitchFamily="2" charset="2"/>
              <a:buNone/>
              <a:defRPr/>
            </a:pPr>
            <a:endParaRPr kumimoji="0" lang="zh-CN" altLang="en-US" sz="3200" b="0" i="0" u="none" strike="noStrike" kern="1200" cap="none" spc="0" normalizeH="0" baseline="0" noProof="0">
              <a:ln>
                <a:noFill/>
              </a:ln>
              <a:solidFill>
                <a:srgbClr val="020202"/>
              </a:solidFill>
              <a:effectLst/>
              <a:uLnTx/>
              <a:uFillTx/>
              <a:latin typeface="Tahoma" panose="020B0604030504040204" pitchFamily="34" charset="0"/>
              <a:ea typeface="宋体" panose="02010600030101010101" pitchFamily="2" charset="-122"/>
              <a:cs typeface="+mn-cs"/>
            </a:endParaRPr>
          </a:p>
        </p:txBody>
      </p:sp>
      <p:sp>
        <p:nvSpPr>
          <p:cNvPr id="118" name="文本框 117"/>
          <p:cNvSpPr txBox="1"/>
          <p:nvPr/>
        </p:nvSpPr>
        <p:spPr>
          <a:xfrm>
            <a:off x="9484118" y="3961323"/>
            <a:ext cx="91440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Hub</a:t>
            </a: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pic>
        <p:nvPicPr>
          <p:cNvPr id="119" name="Picture 40" descr="comput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97766" y="4944732"/>
            <a:ext cx="390846" cy="371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0" name="Picture 40" descr="comput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13687" y="4944733"/>
            <a:ext cx="390846" cy="371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21" name="直接连接符 120"/>
          <p:cNvCxnSpPr>
            <a:stCxn id="119" idx="0"/>
          </p:cNvCxnSpPr>
          <p:nvPr/>
        </p:nvCxnSpPr>
        <p:spPr>
          <a:xfrm flipV="1">
            <a:off x="8593189" y="4199283"/>
            <a:ext cx="221444" cy="745449"/>
          </a:xfrm>
          <a:prstGeom prst="line">
            <a:avLst/>
          </a:prstGeom>
        </p:spPr>
        <p:style>
          <a:lnRef idx="3">
            <a:schemeClr val="accent1"/>
          </a:lnRef>
          <a:fillRef idx="0">
            <a:schemeClr val="accent1"/>
          </a:fillRef>
          <a:effectRef idx="2">
            <a:schemeClr val="accent1"/>
          </a:effectRef>
          <a:fontRef idx="minor">
            <a:schemeClr val="tx1"/>
          </a:fontRef>
        </p:style>
      </p:cxnSp>
      <p:cxnSp>
        <p:nvCxnSpPr>
          <p:cNvPr id="122" name="直接连接符 121"/>
          <p:cNvCxnSpPr>
            <a:stCxn id="120" idx="0"/>
          </p:cNvCxnSpPr>
          <p:nvPr/>
        </p:nvCxnSpPr>
        <p:spPr>
          <a:xfrm flipH="1" flipV="1">
            <a:off x="9227178" y="4002793"/>
            <a:ext cx="181932" cy="941940"/>
          </a:xfrm>
          <a:prstGeom prst="line">
            <a:avLst/>
          </a:prstGeom>
        </p:spPr>
        <p:style>
          <a:lnRef idx="3">
            <a:schemeClr val="accent1"/>
          </a:lnRef>
          <a:fillRef idx="0">
            <a:schemeClr val="accent1"/>
          </a:fillRef>
          <a:effectRef idx="2">
            <a:schemeClr val="accent1"/>
          </a:effectRef>
          <a:fontRef idx="minor">
            <a:schemeClr val="tx1"/>
          </a:fontRef>
        </p:style>
      </p:cxnSp>
      <p:sp>
        <p:nvSpPr>
          <p:cNvPr id="124" name="文本框 123"/>
          <p:cNvSpPr txBox="1"/>
          <p:nvPr/>
        </p:nvSpPr>
        <p:spPr>
          <a:xfrm>
            <a:off x="8404005" y="5316367"/>
            <a:ext cx="32733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C</a:t>
            </a: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125" name="文本框 124"/>
          <p:cNvSpPr txBox="1"/>
          <p:nvPr/>
        </p:nvSpPr>
        <p:spPr>
          <a:xfrm>
            <a:off x="9249301" y="5316368"/>
            <a:ext cx="34336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D</a:t>
            </a: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 name="标题 1"/>
          <p:cNvSpPr>
            <a:spLocks noGrp="1"/>
          </p:cNvSpPr>
          <p:nvPr>
            <p:ph type="title"/>
          </p:nvPr>
        </p:nvSpPr>
        <p:spPr/>
        <p:txBody>
          <a:bodyPr>
            <a:normAutofit/>
          </a:bodyPr>
          <a:lstStyle/>
          <a:p>
            <a:r>
              <a:rPr kumimoji="1" lang="en-US" altLang="zh-CN" dirty="0"/>
              <a:t> </a:t>
            </a:r>
            <a:r>
              <a:rPr kumimoji="1" lang="zh-CN" altLang="zh-CN" dirty="0"/>
              <a:t>数据链路层交换原理</a:t>
            </a:r>
            <a:endParaRPr kumimoji="1" lang="zh-CN" altLang="en-US" dirty="0"/>
          </a:p>
        </p:txBody>
      </p:sp>
      <p:graphicFrame>
        <p:nvGraphicFramePr>
          <p:cNvPr id="45" name="Group 40"/>
          <p:cNvGraphicFramePr>
            <a:graphicFrameLocks noGrp="1"/>
          </p:cNvGraphicFramePr>
          <p:nvPr/>
        </p:nvGraphicFramePr>
        <p:xfrm>
          <a:off x="4603371" y="1876928"/>
          <a:ext cx="3050723" cy="1786032"/>
        </p:xfrm>
        <a:graphic>
          <a:graphicData uri="http://schemas.openxmlformats.org/drawingml/2006/table">
            <a:tbl>
              <a:tblPr/>
              <a:tblGrid>
                <a:gridCol w="1910285">
                  <a:extLst>
                    <a:ext uri="{9D8B030D-6E8A-4147-A177-3AD203B41FA5}">
                      <a16:colId xmlns:a16="http://schemas.microsoft.com/office/drawing/2014/main" val="20000"/>
                    </a:ext>
                  </a:extLst>
                </a:gridCol>
                <a:gridCol w="1140438">
                  <a:extLst>
                    <a:ext uri="{9D8B030D-6E8A-4147-A177-3AD203B41FA5}">
                      <a16:colId xmlns:a16="http://schemas.microsoft.com/office/drawing/2014/main" val="20001"/>
                    </a:ext>
                  </a:extLst>
                </a:gridCol>
              </a:tblGrid>
              <a:tr h="343259">
                <a:tc gridSpan="2">
                  <a:txBody>
                    <a:bodyPr/>
                    <a:lstStyle>
                      <a:lvl1pPr marL="0" algn="l" defTabSz="914400" rtl="0" eaLnBrk="1" latinLnBrk="0" hangingPunct="1">
                        <a:spcBef>
                          <a:spcPct val="10000"/>
                        </a:spcBef>
                        <a:spcAft>
                          <a:spcPct val="25000"/>
                        </a:spcAft>
                        <a:buClr>
                          <a:schemeClr val="tx1"/>
                        </a:buClr>
                        <a:buSzPct val="80000"/>
                        <a:buFont typeface="Wingdings" panose="05000000000000000000" pitchFamily="2" charset="2"/>
                        <a:defRPr sz="2600" b="1" kern="1200">
                          <a:solidFill>
                            <a:srgbClr val="000000"/>
                          </a:solidFill>
                          <a:latin typeface="Arial" panose="020B0604020202090204" pitchFamily="34" charset="0"/>
                          <a:ea typeface="华文细黑" panose="02010600040101010101" pitchFamily="2" charset="-122"/>
                        </a:defRPr>
                      </a:lvl1pPr>
                      <a:lvl2pPr marL="386080" indent="71755" algn="l" defTabSz="914400" rtl="0" eaLnBrk="1" latinLnBrk="0" hangingPunct="1">
                        <a:spcBef>
                          <a:spcPct val="10000"/>
                        </a:spcBef>
                        <a:spcAft>
                          <a:spcPct val="25000"/>
                        </a:spcAft>
                        <a:buClr>
                          <a:schemeClr val="tx1"/>
                        </a:buClr>
                        <a:buSzPct val="80000"/>
                        <a:buFont typeface="Wingdings" panose="05000000000000000000" pitchFamily="2" charset="2"/>
                        <a:defRPr sz="2000" kern="1200">
                          <a:solidFill>
                            <a:srgbClr val="000000"/>
                          </a:solidFill>
                          <a:latin typeface="Arial" panose="020B0604020202090204" pitchFamily="34" charset="0"/>
                          <a:ea typeface="华文细黑" panose="02010600040101010101" pitchFamily="2" charset="-122"/>
                        </a:defRPr>
                      </a:lvl2pPr>
                      <a:lvl3pPr marL="862330" indent="52705" algn="l" defTabSz="914400" rtl="0" eaLnBrk="1" latinLnBrk="0" hangingPunct="1">
                        <a:spcBef>
                          <a:spcPct val="10000"/>
                        </a:spcBef>
                        <a:spcAft>
                          <a:spcPct val="25000"/>
                        </a:spcAft>
                        <a:buClr>
                          <a:schemeClr val="tx1"/>
                        </a:buClr>
                        <a:buFont typeface="Times New Roman" panose="02020503050405090304" pitchFamily="18" charset="0"/>
                        <a:defRPr sz="2000" kern="1200">
                          <a:solidFill>
                            <a:srgbClr val="000000"/>
                          </a:solidFill>
                          <a:latin typeface="Arial" panose="020B0604020202090204" pitchFamily="34" charset="0"/>
                          <a:ea typeface="华文细黑" panose="02010600040101010101" pitchFamily="2" charset="-122"/>
                        </a:defRPr>
                      </a:lvl3pPr>
                      <a:lvl4pPr marL="1281430" indent="90805" algn="l" defTabSz="914400" rtl="0" eaLnBrk="1" latinLnBrk="0" hangingPunct="1">
                        <a:spcBef>
                          <a:spcPct val="10000"/>
                        </a:spcBef>
                        <a:spcAft>
                          <a:spcPct val="25000"/>
                        </a:spcAft>
                        <a:buClr>
                          <a:schemeClr val="tx1"/>
                        </a:buClr>
                        <a:buFont typeface="Times New Roman" panose="02020503050405090304" pitchFamily="18" charset="0"/>
                        <a:defRPr sz="1600" kern="1200">
                          <a:solidFill>
                            <a:srgbClr val="000000"/>
                          </a:solidFill>
                          <a:latin typeface="Arial" panose="020B0604020202090204" pitchFamily="34" charset="0"/>
                          <a:ea typeface="华文细黑" panose="02010600040101010101" pitchFamily="2" charset="-122"/>
                        </a:defRPr>
                      </a:lvl4pPr>
                      <a:lvl5pPr marL="1700530" indent="128905" algn="l" defTabSz="914400" rtl="0" eaLnBrk="1"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5pPr>
                      <a:lvl6pPr marL="21577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6pPr>
                      <a:lvl7pPr marL="26149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7pPr>
                      <a:lvl8pPr marL="30721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8pPr>
                      <a:lvl9pPr marL="35293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9pPr>
                    </a:lstStyle>
                    <a:p>
                      <a:pPr marL="0" marR="0" lvl="0" indent="0" algn="ctr" defTabSz="914400" rtl="0" eaLnBrk="1" fontAlgn="base" latinLnBrk="0" hangingPunct="1">
                        <a:lnSpc>
                          <a:spcPct val="100000"/>
                        </a:lnSpc>
                        <a:spcBef>
                          <a:spcPct val="10000"/>
                        </a:spcBef>
                        <a:spcAft>
                          <a:spcPct val="25000"/>
                        </a:spcAft>
                        <a:buClr>
                          <a:schemeClr val="tx1"/>
                        </a:buClr>
                        <a:buSzPct val="80000"/>
                        <a:buFont typeface="Wingdings" panose="05000000000000000000" pitchFamily="2" charset="2"/>
                        <a:buNone/>
                      </a:pPr>
                      <a:r>
                        <a:rPr kumimoji="0" lang="zh-CN" altLang="zh-CN" sz="1800" b="1" i="0" u="none" strike="noStrike" cap="none" normalizeH="0" baseline="0" dirty="0">
                          <a:ln>
                            <a:noFill/>
                          </a:ln>
                          <a:solidFill>
                            <a:schemeClr val="bg1"/>
                          </a:solidFill>
                          <a:effectLst/>
                          <a:latin typeface="+mn-ea"/>
                          <a:ea typeface="+mn-ea"/>
                        </a:rPr>
                        <a:t>MAC</a:t>
                      </a:r>
                      <a:r>
                        <a:rPr kumimoji="0" lang="zh-CN" altLang="en-US" sz="1800" b="1" i="0" u="none" strike="noStrike" cap="none" normalizeH="0" baseline="0" dirty="0">
                          <a:ln>
                            <a:noFill/>
                          </a:ln>
                          <a:solidFill>
                            <a:schemeClr val="bg1"/>
                          </a:solidFill>
                          <a:effectLst/>
                          <a:latin typeface="+mn-ea"/>
                          <a:ea typeface="+mn-ea"/>
                        </a:rPr>
                        <a:t>地址表</a:t>
                      </a:r>
                      <a:endParaRPr kumimoji="0" lang="zh-CN" altLang="zh-CN" sz="1800" b="1" i="0" u="none" strike="noStrike" cap="none" normalizeH="0" baseline="0" dirty="0">
                        <a:ln>
                          <a:noFill/>
                        </a:ln>
                        <a:solidFill>
                          <a:schemeClr val="bg1"/>
                        </a:solidFill>
                        <a:effectLst/>
                        <a:latin typeface="+mn-ea"/>
                        <a:ea typeface="+mn-ea"/>
                      </a:endParaRPr>
                    </a:p>
                  </a:txBody>
                  <a:tcPr marT="45712" marB="45712"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hMerge="1">
                  <a:txBody>
                    <a:bodyPr/>
                    <a:lstStyle/>
                    <a:p>
                      <a:endParaRPr lang="zh-CN"/>
                    </a:p>
                  </a:txBody>
                  <a:tcPr/>
                </a:tc>
                <a:extLst>
                  <a:ext uri="{0D108BD9-81ED-4DB2-BD59-A6C34878D82A}">
                    <a16:rowId xmlns:a16="http://schemas.microsoft.com/office/drawing/2014/main" val="10000"/>
                  </a:ext>
                </a:extLst>
              </a:tr>
              <a:tr h="343259">
                <a:tc>
                  <a:txBody>
                    <a:bodyPr/>
                    <a:lstStyle>
                      <a:lvl1pPr marL="0" algn="l" defTabSz="914400" rtl="0" eaLnBrk="1" latinLnBrk="0" hangingPunct="1">
                        <a:spcBef>
                          <a:spcPct val="10000"/>
                        </a:spcBef>
                        <a:spcAft>
                          <a:spcPct val="25000"/>
                        </a:spcAft>
                        <a:buClr>
                          <a:schemeClr val="tx1"/>
                        </a:buClr>
                        <a:buSzPct val="80000"/>
                        <a:buFont typeface="Wingdings" panose="05000000000000000000" pitchFamily="2" charset="2"/>
                        <a:defRPr sz="2600" b="1" kern="1200">
                          <a:solidFill>
                            <a:srgbClr val="000000"/>
                          </a:solidFill>
                          <a:latin typeface="Arial" panose="020B0604020202090204" pitchFamily="34" charset="0"/>
                          <a:ea typeface="华文细黑" panose="02010600040101010101" pitchFamily="2" charset="-122"/>
                        </a:defRPr>
                      </a:lvl1pPr>
                      <a:lvl2pPr marL="386080" indent="71755" algn="l" defTabSz="914400" rtl="0" eaLnBrk="1" latinLnBrk="0" hangingPunct="1">
                        <a:spcBef>
                          <a:spcPct val="10000"/>
                        </a:spcBef>
                        <a:spcAft>
                          <a:spcPct val="25000"/>
                        </a:spcAft>
                        <a:buClr>
                          <a:schemeClr val="tx1"/>
                        </a:buClr>
                        <a:buSzPct val="80000"/>
                        <a:buFont typeface="Wingdings" panose="05000000000000000000" pitchFamily="2" charset="2"/>
                        <a:defRPr sz="2000" kern="1200">
                          <a:solidFill>
                            <a:srgbClr val="000000"/>
                          </a:solidFill>
                          <a:latin typeface="Arial" panose="020B0604020202090204" pitchFamily="34" charset="0"/>
                          <a:ea typeface="华文细黑" panose="02010600040101010101" pitchFamily="2" charset="-122"/>
                        </a:defRPr>
                      </a:lvl2pPr>
                      <a:lvl3pPr marL="862330" indent="52705" algn="l" defTabSz="914400" rtl="0" eaLnBrk="1" latinLnBrk="0" hangingPunct="1">
                        <a:spcBef>
                          <a:spcPct val="10000"/>
                        </a:spcBef>
                        <a:spcAft>
                          <a:spcPct val="25000"/>
                        </a:spcAft>
                        <a:buClr>
                          <a:schemeClr val="tx1"/>
                        </a:buClr>
                        <a:buFont typeface="Times New Roman" panose="02020503050405090304" pitchFamily="18" charset="0"/>
                        <a:defRPr sz="2000" kern="1200">
                          <a:solidFill>
                            <a:srgbClr val="000000"/>
                          </a:solidFill>
                          <a:latin typeface="Arial" panose="020B0604020202090204" pitchFamily="34" charset="0"/>
                          <a:ea typeface="华文细黑" panose="02010600040101010101" pitchFamily="2" charset="-122"/>
                        </a:defRPr>
                      </a:lvl3pPr>
                      <a:lvl4pPr marL="1281430" indent="90805" algn="l" defTabSz="914400" rtl="0" eaLnBrk="1" latinLnBrk="0" hangingPunct="1">
                        <a:spcBef>
                          <a:spcPct val="10000"/>
                        </a:spcBef>
                        <a:spcAft>
                          <a:spcPct val="25000"/>
                        </a:spcAft>
                        <a:buClr>
                          <a:schemeClr val="tx1"/>
                        </a:buClr>
                        <a:buFont typeface="Times New Roman" panose="02020503050405090304" pitchFamily="18" charset="0"/>
                        <a:defRPr sz="1600" kern="1200">
                          <a:solidFill>
                            <a:srgbClr val="000000"/>
                          </a:solidFill>
                          <a:latin typeface="Arial" panose="020B0604020202090204" pitchFamily="34" charset="0"/>
                          <a:ea typeface="华文细黑" panose="02010600040101010101" pitchFamily="2" charset="-122"/>
                        </a:defRPr>
                      </a:lvl4pPr>
                      <a:lvl5pPr marL="1700530" indent="128905" algn="l" defTabSz="914400" rtl="0" eaLnBrk="1"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5pPr>
                      <a:lvl6pPr marL="21577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6pPr>
                      <a:lvl7pPr marL="26149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7pPr>
                      <a:lvl8pPr marL="30721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8pPr>
                      <a:lvl9pPr marL="35293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9pPr>
                    </a:lstStyle>
                    <a:p>
                      <a:pPr marL="0" marR="0" lvl="0" indent="0" algn="ctr" defTabSz="914400" rtl="0" eaLnBrk="1" fontAlgn="base" latinLnBrk="0" hangingPunct="1">
                        <a:lnSpc>
                          <a:spcPct val="100000"/>
                        </a:lnSpc>
                        <a:spcBef>
                          <a:spcPct val="10000"/>
                        </a:spcBef>
                        <a:spcAft>
                          <a:spcPct val="25000"/>
                        </a:spcAft>
                        <a:buClr>
                          <a:schemeClr val="tx1"/>
                        </a:buClr>
                        <a:buSzPct val="80000"/>
                        <a:buFont typeface="Wingdings" panose="05000000000000000000" pitchFamily="2" charset="2"/>
                        <a:buNone/>
                      </a:pPr>
                      <a:r>
                        <a:rPr kumimoji="0" lang="zh-CN" altLang="zh-CN" sz="1800" b="1" i="0" u="none" strike="noStrike" cap="none" normalizeH="0" baseline="0" dirty="0">
                          <a:ln>
                            <a:noFill/>
                          </a:ln>
                          <a:solidFill>
                            <a:schemeClr val="bg1"/>
                          </a:solidFill>
                          <a:effectLst/>
                          <a:latin typeface="+mn-ea"/>
                          <a:ea typeface="+mn-ea"/>
                        </a:rPr>
                        <a:t>MAC</a:t>
                      </a:r>
                      <a:r>
                        <a:rPr kumimoji="0" lang="zh-CN" altLang="en-US" sz="1800" b="1" i="0" u="none" strike="noStrike" cap="none" normalizeH="0" baseline="0" dirty="0">
                          <a:ln>
                            <a:noFill/>
                          </a:ln>
                          <a:solidFill>
                            <a:schemeClr val="bg1"/>
                          </a:solidFill>
                          <a:effectLst/>
                          <a:latin typeface="+mn-ea"/>
                          <a:ea typeface="+mn-ea"/>
                        </a:rPr>
                        <a:t>地址</a:t>
                      </a:r>
                      <a:endParaRPr kumimoji="0" lang="zh-CN" altLang="zh-CN" sz="1800" b="1" i="0" u="none" strike="noStrike" cap="none" normalizeH="0" baseline="0" dirty="0">
                        <a:ln>
                          <a:noFill/>
                        </a:ln>
                        <a:solidFill>
                          <a:schemeClr val="bg1"/>
                        </a:solidFill>
                        <a:effectLst/>
                        <a:latin typeface="+mn-ea"/>
                        <a:ea typeface="+mn-ea"/>
                      </a:endParaRPr>
                    </a:p>
                  </a:txBody>
                  <a:tcPr marT="45712" marB="45712"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lvl1pPr marL="0" algn="l" defTabSz="914400" rtl="0" eaLnBrk="1" latinLnBrk="0" hangingPunct="1">
                        <a:spcBef>
                          <a:spcPct val="10000"/>
                        </a:spcBef>
                        <a:spcAft>
                          <a:spcPct val="25000"/>
                        </a:spcAft>
                        <a:buClr>
                          <a:schemeClr val="tx1"/>
                        </a:buClr>
                        <a:buSzPct val="80000"/>
                        <a:buFont typeface="Wingdings" panose="05000000000000000000" pitchFamily="2" charset="2"/>
                        <a:defRPr sz="2600" b="1" kern="1200">
                          <a:solidFill>
                            <a:srgbClr val="000000"/>
                          </a:solidFill>
                          <a:latin typeface="Arial" panose="020B0604020202090204" pitchFamily="34" charset="0"/>
                          <a:ea typeface="华文细黑" panose="02010600040101010101" pitchFamily="2" charset="-122"/>
                        </a:defRPr>
                      </a:lvl1pPr>
                      <a:lvl2pPr marL="386080" indent="71755" algn="l" defTabSz="914400" rtl="0" eaLnBrk="1" latinLnBrk="0" hangingPunct="1">
                        <a:spcBef>
                          <a:spcPct val="10000"/>
                        </a:spcBef>
                        <a:spcAft>
                          <a:spcPct val="25000"/>
                        </a:spcAft>
                        <a:buClr>
                          <a:schemeClr val="tx1"/>
                        </a:buClr>
                        <a:buSzPct val="80000"/>
                        <a:buFont typeface="Wingdings" panose="05000000000000000000" pitchFamily="2" charset="2"/>
                        <a:defRPr sz="2000" kern="1200">
                          <a:solidFill>
                            <a:srgbClr val="000000"/>
                          </a:solidFill>
                          <a:latin typeface="Arial" panose="020B0604020202090204" pitchFamily="34" charset="0"/>
                          <a:ea typeface="华文细黑" panose="02010600040101010101" pitchFamily="2" charset="-122"/>
                        </a:defRPr>
                      </a:lvl2pPr>
                      <a:lvl3pPr marL="862330" indent="52705" algn="l" defTabSz="914400" rtl="0" eaLnBrk="1" latinLnBrk="0" hangingPunct="1">
                        <a:spcBef>
                          <a:spcPct val="10000"/>
                        </a:spcBef>
                        <a:spcAft>
                          <a:spcPct val="25000"/>
                        </a:spcAft>
                        <a:buClr>
                          <a:schemeClr val="tx1"/>
                        </a:buClr>
                        <a:buFont typeface="Times New Roman" panose="02020503050405090304" pitchFamily="18" charset="0"/>
                        <a:defRPr sz="2000" kern="1200">
                          <a:solidFill>
                            <a:srgbClr val="000000"/>
                          </a:solidFill>
                          <a:latin typeface="Arial" panose="020B0604020202090204" pitchFamily="34" charset="0"/>
                          <a:ea typeface="华文细黑" panose="02010600040101010101" pitchFamily="2" charset="-122"/>
                        </a:defRPr>
                      </a:lvl3pPr>
                      <a:lvl4pPr marL="1281430" indent="90805" algn="l" defTabSz="914400" rtl="0" eaLnBrk="1" latinLnBrk="0" hangingPunct="1">
                        <a:spcBef>
                          <a:spcPct val="10000"/>
                        </a:spcBef>
                        <a:spcAft>
                          <a:spcPct val="25000"/>
                        </a:spcAft>
                        <a:buClr>
                          <a:schemeClr val="tx1"/>
                        </a:buClr>
                        <a:buFont typeface="Times New Roman" panose="02020503050405090304" pitchFamily="18" charset="0"/>
                        <a:defRPr sz="1600" kern="1200">
                          <a:solidFill>
                            <a:srgbClr val="000000"/>
                          </a:solidFill>
                          <a:latin typeface="Arial" panose="020B0604020202090204" pitchFamily="34" charset="0"/>
                          <a:ea typeface="华文细黑" panose="02010600040101010101" pitchFamily="2" charset="-122"/>
                        </a:defRPr>
                      </a:lvl4pPr>
                      <a:lvl5pPr marL="1700530" indent="128905" algn="l" defTabSz="914400" rtl="0" eaLnBrk="1"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5pPr>
                      <a:lvl6pPr marL="21577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6pPr>
                      <a:lvl7pPr marL="26149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7pPr>
                      <a:lvl8pPr marL="30721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8pPr>
                      <a:lvl9pPr marL="35293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9pPr>
                    </a:lstStyle>
                    <a:p>
                      <a:pPr marL="0" marR="0" lvl="0" indent="0" algn="ctr" defTabSz="914400" rtl="0" eaLnBrk="1" fontAlgn="base" latinLnBrk="0" hangingPunct="1">
                        <a:lnSpc>
                          <a:spcPct val="100000"/>
                        </a:lnSpc>
                        <a:spcBef>
                          <a:spcPct val="10000"/>
                        </a:spcBef>
                        <a:spcAft>
                          <a:spcPct val="25000"/>
                        </a:spcAft>
                        <a:buClr>
                          <a:schemeClr val="tx1"/>
                        </a:buClr>
                        <a:buSzPct val="80000"/>
                        <a:buFont typeface="Wingdings" panose="05000000000000000000" pitchFamily="2" charset="2"/>
                        <a:buNone/>
                      </a:pPr>
                      <a:r>
                        <a:rPr kumimoji="0" lang="zh-CN" altLang="en-US" sz="1800" b="1" i="0" u="none" strike="noStrike" cap="none" normalizeH="0" baseline="0" dirty="0">
                          <a:ln>
                            <a:noFill/>
                          </a:ln>
                          <a:solidFill>
                            <a:schemeClr val="bg1"/>
                          </a:solidFill>
                          <a:effectLst/>
                          <a:latin typeface="+mn-ea"/>
                          <a:ea typeface="+mn-ea"/>
                        </a:rPr>
                        <a:t>端口</a:t>
                      </a:r>
                      <a:endParaRPr kumimoji="0" lang="zh-CN" altLang="zh-CN" sz="1800" b="1" i="0" u="none" strike="noStrike" cap="none" normalizeH="0" baseline="0" dirty="0">
                        <a:ln>
                          <a:noFill/>
                        </a:ln>
                        <a:solidFill>
                          <a:schemeClr val="bg1"/>
                        </a:solidFill>
                        <a:effectLst/>
                        <a:latin typeface="+mn-ea"/>
                        <a:ea typeface="+mn-ea"/>
                      </a:endParaRPr>
                    </a:p>
                  </a:txBody>
                  <a:tcPr marT="45712" marB="45712"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1"/>
                  </a:ext>
                </a:extLst>
              </a:tr>
              <a:tr h="314653">
                <a:tc>
                  <a:txBody>
                    <a:bodyPr/>
                    <a:lstStyle>
                      <a:lvl1pPr marL="0" algn="l" defTabSz="914400" rtl="0" eaLnBrk="1" latinLnBrk="0" hangingPunct="1">
                        <a:spcBef>
                          <a:spcPct val="10000"/>
                        </a:spcBef>
                        <a:spcAft>
                          <a:spcPct val="25000"/>
                        </a:spcAft>
                        <a:buClr>
                          <a:schemeClr val="tx1"/>
                        </a:buClr>
                        <a:buSzPct val="80000"/>
                        <a:buFont typeface="Wingdings" panose="05000000000000000000" pitchFamily="2" charset="2"/>
                        <a:defRPr sz="2600" b="1" kern="1200">
                          <a:solidFill>
                            <a:srgbClr val="000000"/>
                          </a:solidFill>
                          <a:latin typeface="Arial" panose="020B0604020202090204" pitchFamily="34" charset="0"/>
                          <a:ea typeface="华文细黑" panose="02010600040101010101" pitchFamily="2" charset="-122"/>
                        </a:defRPr>
                      </a:lvl1pPr>
                      <a:lvl2pPr marL="386080" indent="71755" algn="l" defTabSz="914400" rtl="0" eaLnBrk="1" latinLnBrk="0" hangingPunct="1">
                        <a:spcBef>
                          <a:spcPct val="10000"/>
                        </a:spcBef>
                        <a:spcAft>
                          <a:spcPct val="25000"/>
                        </a:spcAft>
                        <a:buClr>
                          <a:schemeClr val="tx1"/>
                        </a:buClr>
                        <a:buSzPct val="80000"/>
                        <a:buFont typeface="Wingdings" panose="05000000000000000000" pitchFamily="2" charset="2"/>
                        <a:defRPr sz="2000" kern="1200">
                          <a:solidFill>
                            <a:srgbClr val="000000"/>
                          </a:solidFill>
                          <a:latin typeface="Arial" panose="020B0604020202090204" pitchFamily="34" charset="0"/>
                          <a:ea typeface="华文细黑" panose="02010600040101010101" pitchFamily="2" charset="-122"/>
                        </a:defRPr>
                      </a:lvl2pPr>
                      <a:lvl3pPr marL="862330" indent="52705" algn="l" defTabSz="914400" rtl="0" eaLnBrk="1" latinLnBrk="0" hangingPunct="1">
                        <a:spcBef>
                          <a:spcPct val="10000"/>
                        </a:spcBef>
                        <a:spcAft>
                          <a:spcPct val="25000"/>
                        </a:spcAft>
                        <a:buClr>
                          <a:schemeClr val="tx1"/>
                        </a:buClr>
                        <a:buFont typeface="Times New Roman" panose="02020503050405090304" pitchFamily="18" charset="0"/>
                        <a:defRPr sz="2000" kern="1200">
                          <a:solidFill>
                            <a:srgbClr val="000000"/>
                          </a:solidFill>
                          <a:latin typeface="Arial" panose="020B0604020202090204" pitchFamily="34" charset="0"/>
                          <a:ea typeface="华文细黑" panose="02010600040101010101" pitchFamily="2" charset="-122"/>
                        </a:defRPr>
                      </a:lvl3pPr>
                      <a:lvl4pPr marL="1281430" indent="90805" algn="l" defTabSz="914400" rtl="0" eaLnBrk="1" latinLnBrk="0" hangingPunct="1">
                        <a:spcBef>
                          <a:spcPct val="10000"/>
                        </a:spcBef>
                        <a:spcAft>
                          <a:spcPct val="25000"/>
                        </a:spcAft>
                        <a:buClr>
                          <a:schemeClr val="tx1"/>
                        </a:buClr>
                        <a:buFont typeface="Times New Roman" panose="02020503050405090304" pitchFamily="18" charset="0"/>
                        <a:defRPr sz="1600" kern="1200">
                          <a:solidFill>
                            <a:srgbClr val="000000"/>
                          </a:solidFill>
                          <a:latin typeface="Arial" panose="020B0604020202090204" pitchFamily="34" charset="0"/>
                          <a:ea typeface="华文细黑" panose="02010600040101010101" pitchFamily="2" charset="-122"/>
                        </a:defRPr>
                      </a:lvl4pPr>
                      <a:lvl5pPr marL="1700530" indent="128905" algn="l" defTabSz="914400" rtl="0" eaLnBrk="1"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5pPr>
                      <a:lvl6pPr marL="21577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6pPr>
                      <a:lvl7pPr marL="26149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7pPr>
                      <a:lvl8pPr marL="30721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8pPr>
                      <a:lvl9pPr marL="35293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9pPr>
                    </a:lstStyle>
                    <a:p>
                      <a:pPr marL="0" marR="0" lvl="0" indent="0" algn="ctr" defTabSz="914400" rtl="0" eaLnBrk="1" fontAlgn="base" latinLnBrk="0" hangingPunct="1">
                        <a:lnSpc>
                          <a:spcPct val="100000"/>
                        </a:lnSpc>
                        <a:spcBef>
                          <a:spcPct val="10000"/>
                        </a:spcBef>
                        <a:spcAft>
                          <a:spcPct val="25000"/>
                        </a:spcAft>
                        <a:buClr>
                          <a:schemeClr val="tx1"/>
                        </a:buClr>
                        <a:buSzPct val="80000"/>
                        <a:buFont typeface="Wingdings" panose="05000000000000000000" pitchFamily="2" charset="2"/>
                        <a:buNone/>
                      </a:pPr>
                      <a:endParaRPr kumimoji="0" lang="zh-CN" altLang="zh-CN" sz="1600" b="1" i="0" u="none" strike="noStrike" cap="none" normalizeH="0" baseline="0" dirty="0">
                        <a:ln>
                          <a:noFill/>
                        </a:ln>
                        <a:solidFill>
                          <a:srgbClr val="000000"/>
                        </a:solidFill>
                        <a:effectLst/>
                        <a:latin typeface="Arial" panose="020B0604020202090204" pitchFamily="34" charset="0"/>
                        <a:ea typeface="华文细黑" panose="02010600040101010101" pitchFamily="2" charset="-122"/>
                      </a:endParaRPr>
                    </a:p>
                  </a:txBody>
                  <a:tcPr marT="45712" marB="45712"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marL="0" algn="l" defTabSz="914400" rtl="0" eaLnBrk="1" latinLnBrk="0" hangingPunct="1">
                        <a:spcBef>
                          <a:spcPct val="10000"/>
                        </a:spcBef>
                        <a:spcAft>
                          <a:spcPct val="25000"/>
                        </a:spcAft>
                        <a:buClr>
                          <a:schemeClr val="tx1"/>
                        </a:buClr>
                        <a:buSzPct val="80000"/>
                        <a:buFont typeface="Wingdings" panose="05000000000000000000" pitchFamily="2" charset="2"/>
                        <a:defRPr sz="2600" b="1" kern="1200">
                          <a:solidFill>
                            <a:srgbClr val="000000"/>
                          </a:solidFill>
                          <a:latin typeface="Arial" panose="020B0604020202090204" pitchFamily="34" charset="0"/>
                          <a:ea typeface="华文细黑" panose="02010600040101010101" pitchFamily="2" charset="-122"/>
                        </a:defRPr>
                      </a:lvl1pPr>
                      <a:lvl2pPr marL="386080" indent="71755" algn="l" defTabSz="914400" rtl="0" eaLnBrk="1" latinLnBrk="0" hangingPunct="1">
                        <a:spcBef>
                          <a:spcPct val="10000"/>
                        </a:spcBef>
                        <a:spcAft>
                          <a:spcPct val="25000"/>
                        </a:spcAft>
                        <a:buClr>
                          <a:schemeClr val="tx1"/>
                        </a:buClr>
                        <a:buSzPct val="80000"/>
                        <a:buFont typeface="Wingdings" panose="05000000000000000000" pitchFamily="2" charset="2"/>
                        <a:defRPr sz="2000" kern="1200">
                          <a:solidFill>
                            <a:srgbClr val="000000"/>
                          </a:solidFill>
                          <a:latin typeface="Arial" panose="020B0604020202090204" pitchFamily="34" charset="0"/>
                          <a:ea typeface="华文细黑" panose="02010600040101010101" pitchFamily="2" charset="-122"/>
                        </a:defRPr>
                      </a:lvl2pPr>
                      <a:lvl3pPr marL="862330" indent="52705" algn="l" defTabSz="914400" rtl="0" eaLnBrk="1" latinLnBrk="0" hangingPunct="1">
                        <a:spcBef>
                          <a:spcPct val="10000"/>
                        </a:spcBef>
                        <a:spcAft>
                          <a:spcPct val="25000"/>
                        </a:spcAft>
                        <a:buClr>
                          <a:schemeClr val="tx1"/>
                        </a:buClr>
                        <a:buFont typeface="Times New Roman" panose="02020503050405090304" pitchFamily="18" charset="0"/>
                        <a:defRPr sz="2000" kern="1200">
                          <a:solidFill>
                            <a:srgbClr val="000000"/>
                          </a:solidFill>
                          <a:latin typeface="Arial" panose="020B0604020202090204" pitchFamily="34" charset="0"/>
                          <a:ea typeface="华文细黑" panose="02010600040101010101" pitchFamily="2" charset="-122"/>
                        </a:defRPr>
                      </a:lvl3pPr>
                      <a:lvl4pPr marL="1281430" indent="90805" algn="l" defTabSz="914400" rtl="0" eaLnBrk="1" latinLnBrk="0" hangingPunct="1">
                        <a:spcBef>
                          <a:spcPct val="10000"/>
                        </a:spcBef>
                        <a:spcAft>
                          <a:spcPct val="25000"/>
                        </a:spcAft>
                        <a:buClr>
                          <a:schemeClr val="tx1"/>
                        </a:buClr>
                        <a:buFont typeface="Times New Roman" panose="02020503050405090304" pitchFamily="18" charset="0"/>
                        <a:defRPr sz="1600" kern="1200">
                          <a:solidFill>
                            <a:srgbClr val="000000"/>
                          </a:solidFill>
                          <a:latin typeface="Arial" panose="020B0604020202090204" pitchFamily="34" charset="0"/>
                          <a:ea typeface="华文细黑" panose="02010600040101010101" pitchFamily="2" charset="-122"/>
                        </a:defRPr>
                      </a:lvl4pPr>
                      <a:lvl5pPr marL="1700530" indent="128905" algn="l" defTabSz="914400" rtl="0" eaLnBrk="1"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5pPr>
                      <a:lvl6pPr marL="21577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6pPr>
                      <a:lvl7pPr marL="26149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7pPr>
                      <a:lvl8pPr marL="30721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8pPr>
                      <a:lvl9pPr marL="35293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9pPr>
                    </a:lstStyle>
                    <a:p>
                      <a:pPr marL="0" marR="0" lvl="0" indent="0" algn="ctr" defTabSz="914400" rtl="0" eaLnBrk="1" fontAlgn="base" latinLnBrk="0" hangingPunct="1">
                        <a:lnSpc>
                          <a:spcPct val="100000"/>
                        </a:lnSpc>
                        <a:spcBef>
                          <a:spcPct val="10000"/>
                        </a:spcBef>
                        <a:spcAft>
                          <a:spcPct val="25000"/>
                        </a:spcAft>
                        <a:buClr>
                          <a:schemeClr val="tx1"/>
                        </a:buClr>
                        <a:buSzPct val="80000"/>
                        <a:buFont typeface="Wingdings" panose="05000000000000000000" pitchFamily="2" charset="2"/>
                        <a:buNone/>
                      </a:pPr>
                      <a:endParaRPr kumimoji="0" lang="zh-CN" altLang="zh-CN" sz="1600" b="1" i="0" u="none" strike="noStrike" cap="none" normalizeH="0" baseline="0" dirty="0">
                        <a:ln>
                          <a:noFill/>
                        </a:ln>
                        <a:solidFill>
                          <a:srgbClr val="000000"/>
                        </a:solidFill>
                        <a:effectLst/>
                        <a:latin typeface="Arial" panose="020B0604020202090204" pitchFamily="34" charset="0"/>
                        <a:ea typeface="华文细黑" panose="02010600040101010101" pitchFamily="2" charset="-122"/>
                      </a:endParaRPr>
                    </a:p>
                  </a:txBody>
                  <a:tcPr marT="45712" marB="45712"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2"/>
                  </a:ext>
                </a:extLst>
              </a:tr>
              <a:tr h="314653">
                <a:tc>
                  <a:txBody>
                    <a:bodyPr/>
                    <a:lstStyle>
                      <a:lvl1pPr marL="0" algn="l" defTabSz="914400" rtl="0" eaLnBrk="1" latinLnBrk="0" hangingPunct="1">
                        <a:spcBef>
                          <a:spcPct val="10000"/>
                        </a:spcBef>
                        <a:spcAft>
                          <a:spcPct val="25000"/>
                        </a:spcAft>
                        <a:buClr>
                          <a:schemeClr val="tx1"/>
                        </a:buClr>
                        <a:buSzPct val="80000"/>
                        <a:buFont typeface="Wingdings" panose="05000000000000000000" pitchFamily="2" charset="2"/>
                        <a:defRPr sz="2600" b="1" kern="1200">
                          <a:solidFill>
                            <a:srgbClr val="000000"/>
                          </a:solidFill>
                          <a:latin typeface="Arial" panose="020B0604020202090204" pitchFamily="34" charset="0"/>
                          <a:ea typeface="华文细黑" panose="02010600040101010101" pitchFamily="2" charset="-122"/>
                        </a:defRPr>
                      </a:lvl1pPr>
                      <a:lvl2pPr marL="386080" indent="71755" algn="l" defTabSz="914400" rtl="0" eaLnBrk="1" latinLnBrk="0" hangingPunct="1">
                        <a:spcBef>
                          <a:spcPct val="10000"/>
                        </a:spcBef>
                        <a:spcAft>
                          <a:spcPct val="25000"/>
                        </a:spcAft>
                        <a:buClr>
                          <a:schemeClr val="tx1"/>
                        </a:buClr>
                        <a:buSzPct val="80000"/>
                        <a:buFont typeface="Wingdings" panose="05000000000000000000" pitchFamily="2" charset="2"/>
                        <a:defRPr sz="2000" kern="1200">
                          <a:solidFill>
                            <a:srgbClr val="000000"/>
                          </a:solidFill>
                          <a:latin typeface="Arial" panose="020B0604020202090204" pitchFamily="34" charset="0"/>
                          <a:ea typeface="华文细黑" panose="02010600040101010101" pitchFamily="2" charset="-122"/>
                        </a:defRPr>
                      </a:lvl2pPr>
                      <a:lvl3pPr marL="862330" indent="52705" algn="l" defTabSz="914400" rtl="0" eaLnBrk="1" latinLnBrk="0" hangingPunct="1">
                        <a:spcBef>
                          <a:spcPct val="10000"/>
                        </a:spcBef>
                        <a:spcAft>
                          <a:spcPct val="25000"/>
                        </a:spcAft>
                        <a:buClr>
                          <a:schemeClr val="tx1"/>
                        </a:buClr>
                        <a:buFont typeface="Times New Roman" panose="02020503050405090304" pitchFamily="18" charset="0"/>
                        <a:defRPr sz="2000" kern="1200">
                          <a:solidFill>
                            <a:srgbClr val="000000"/>
                          </a:solidFill>
                          <a:latin typeface="Arial" panose="020B0604020202090204" pitchFamily="34" charset="0"/>
                          <a:ea typeface="华文细黑" panose="02010600040101010101" pitchFamily="2" charset="-122"/>
                        </a:defRPr>
                      </a:lvl3pPr>
                      <a:lvl4pPr marL="1281430" indent="90805" algn="l" defTabSz="914400" rtl="0" eaLnBrk="1" latinLnBrk="0" hangingPunct="1">
                        <a:spcBef>
                          <a:spcPct val="10000"/>
                        </a:spcBef>
                        <a:spcAft>
                          <a:spcPct val="25000"/>
                        </a:spcAft>
                        <a:buClr>
                          <a:schemeClr val="tx1"/>
                        </a:buClr>
                        <a:buFont typeface="Times New Roman" panose="02020503050405090304" pitchFamily="18" charset="0"/>
                        <a:defRPr sz="1600" kern="1200">
                          <a:solidFill>
                            <a:srgbClr val="000000"/>
                          </a:solidFill>
                          <a:latin typeface="Arial" panose="020B0604020202090204" pitchFamily="34" charset="0"/>
                          <a:ea typeface="华文细黑" panose="02010600040101010101" pitchFamily="2" charset="-122"/>
                        </a:defRPr>
                      </a:lvl4pPr>
                      <a:lvl5pPr marL="1700530" indent="128905" algn="l" defTabSz="914400" rtl="0" eaLnBrk="1"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5pPr>
                      <a:lvl6pPr marL="21577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6pPr>
                      <a:lvl7pPr marL="26149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7pPr>
                      <a:lvl8pPr marL="30721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8pPr>
                      <a:lvl9pPr marL="35293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9pPr>
                    </a:lstStyle>
                    <a:p>
                      <a:pPr marL="0" marR="0" lvl="0" indent="0" algn="ctr" defTabSz="914400" rtl="0" eaLnBrk="1" fontAlgn="base" latinLnBrk="0" hangingPunct="1">
                        <a:lnSpc>
                          <a:spcPct val="100000"/>
                        </a:lnSpc>
                        <a:spcBef>
                          <a:spcPct val="10000"/>
                        </a:spcBef>
                        <a:spcAft>
                          <a:spcPct val="25000"/>
                        </a:spcAft>
                        <a:buClr>
                          <a:schemeClr val="tx1"/>
                        </a:buClr>
                        <a:buSzPct val="80000"/>
                        <a:buFont typeface="Wingdings" panose="05000000000000000000" pitchFamily="2" charset="2"/>
                        <a:buNone/>
                      </a:pPr>
                      <a:endParaRPr kumimoji="0" lang="zh-CN" altLang="zh-CN" sz="1600" b="1" i="0" u="none" strike="noStrike" cap="none" normalizeH="0" baseline="0" dirty="0">
                        <a:ln>
                          <a:noFill/>
                        </a:ln>
                        <a:solidFill>
                          <a:srgbClr val="000000"/>
                        </a:solidFill>
                        <a:effectLst/>
                        <a:latin typeface="Arial" panose="020B0604020202090204" pitchFamily="34" charset="0"/>
                        <a:ea typeface="华文细黑" panose="02010600040101010101" pitchFamily="2" charset="-122"/>
                      </a:endParaRPr>
                    </a:p>
                  </a:txBody>
                  <a:tcPr marT="45712" marB="45712"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marL="0" algn="l" defTabSz="914400" rtl="0" eaLnBrk="1" latinLnBrk="0" hangingPunct="1">
                        <a:spcBef>
                          <a:spcPct val="10000"/>
                        </a:spcBef>
                        <a:spcAft>
                          <a:spcPct val="25000"/>
                        </a:spcAft>
                        <a:buClr>
                          <a:schemeClr val="tx1"/>
                        </a:buClr>
                        <a:buSzPct val="80000"/>
                        <a:buFont typeface="Wingdings" panose="05000000000000000000" pitchFamily="2" charset="2"/>
                        <a:defRPr sz="2600" b="1" kern="1200">
                          <a:solidFill>
                            <a:srgbClr val="000000"/>
                          </a:solidFill>
                          <a:latin typeface="Arial" panose="020B0604020202090204" pitchFamily="34" charset="0"/>
                          <a:ea typeface="华文细黑" panose="02010600040101010101" pitchFamily="2" charset="-122"/>
                        </a:defRPr>
                      </a:lvl1pPr>
                      <a:lvl2pPr marL="386080" indent="71755" algn="l" defTabSz="914400" rtl="0" eaLnBrk="1" latinLnBrk="0" hangingPunct="1">
                        <a:spcBef>
                          <a:spcPct val="10000"/>
                        </a:spcBef>
                        <a:spcAft>
                          <a:spcPct val="25000"/>
                        </a:spcAft>
                        <a:buClr>
                          <a:schemeClr val="tx1"/>
                        </a:buClr>
                        <a:buSzPct val="80000"/>
                        <a:buFont typeface="Wingdings" panose="05000000000000000000" pitchFamily="2" charset="2"/>
                        <a:defRPr sz="2000" kern="1200">
                          <a:solidFill>
                            <a:srgbClr val="000000"/>
                          </a:solidFill>
                          <a:latin typeface="Arial" panose="020B0604020202090204" pitchFamily="34" charset="0"/>
                          <a:ea typeface="华文细黑" panose="02010600040101010101" pitchFamily="2" charset="-122"/>
                        </a:defRPr>
                      </a:lvl2pPr>
                      <a:lvl3pPr marL="862330" indent="52705" algn="l" defTabSz="914400" rtl="0" eaLnBrk="1" latinLnBrk="0" hangingPunct="1">
                        <a:spcBef>
                          <a:spcPct val="10000"/>
                        </a:spcBef>
                        <a:spcAft>
                          <a:spcPct val="25000"/>
                        </a:spcAft>
                        <a:buClr>
                          <a:schemeClr val="tx1"/>
                        </a:buClr>
                        <a:buFont typeface="Times New Roman" panose="02020503050405090304" pitchFamily="18" charset="0"/>
                        <a:defRPr sz="2000" kern="1200">
                          <a:solidFill>
                            <a:srgbClr val="000000"/>
                          </a:solidFill>
                          <a:latin typeface="Arial" panose="020B0604020202090204" pitchFamily="34" charset="0"/>
                          <a:ea typeface="华文细黑" panose="02010600040101010101" pitchFamily="2" charset="-122"/>
                        </a:defRPr>
                      </a:lvl3pPr>
                      <a:lvl4pPr marL="1281430" indent="90805" algn="l" defTabSz="914400" rtl="0" eaLnBrk="1" latinLnBrk="0" hangingPunct="1">
                        <a:spcBef>
                          <a:spcPct val="10000"/>
                        </a:spcBef>
                        <a:spcAft>
                          <a:spcPct val="25000"/>
                        </a:spcAft>
                        <a:buClr>
                          <a:schemeClr val="tx1"/>
                        </a:buClr>
                        <a:buFont typeface="Times New Roman" panose="02020503050405090304" pitchFamily="18" charset="0"/>
                        <a:defRPr sz="1600" kern="1200">
                          <a:solidFill>
                            <a:srgbClr val="000000"/>
                          </a:solidFill>
                          <a:latin typeface="Arial" panose="020B0604020202090204" pitchFamily="34" charset="0"/>
                          <a:ea typeface="华文细黑" panose="02010600040101010101" pitchFamily="2" charset="-122"/>
                        </a:defRPr>
                      </a:lvl4pPr>
                      <a:lvl5pPr marL="1700530" indent="128905" algn="l" defTabSz="914400" rtl="0" eaLnBrk="1"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5pPr>
                      <a:lvl6pPr marL="21577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6pPr>
                      <a:lvl7pPr marL="26149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7pPr>
                      <a:lvl8pPr marL="30721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8pPr>
                      <a:lvl9pPr marL="35293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9pPr>
                    </a:lstStyle>
                    <a:p>
                      <a:pPr marL="0" marR="0" lvl="0" indent="0" algn="ctr" defTabSz="914400" rtl="0" eaLnBrk="1" fontAlgn="base" latinLnBrk="0" hangingPunct="1">
                        <a:lnSpc>
                          <a:spcPct val="100000"/>
                        </a:lnSpc>
                        <a:spcBef>
                          <a:spcPct val="10000"/>
                        </a:spcBef>
                        <a:spcAft>
                          <a:spcPct val="25000"/>
                        </a:spcAft>
                        <a:buClr>
                          <a:schemeClr val="tx1"/>
                        </a:buClr>
                        <a:buSzPct val="80000"/>
                        <a:buFont typeface="Wingdings" panose="05000000000000000000" pitchFamily="2" charset="2"/>
                        <a:buNone/>
                      </a:pPr>
                      <a:endParaRPr kumimoji="0" lang="zh-CN" altLang="zh-CN" sz="1600" b="1" i="0" u="none" strike="noStrike" cap="none" normalizeH="0" baseline="0" dirty="0">
                        <a:ln>
                          <a:noFill/>
                        </a:ln>
                        <a:solidFill>
                          <a:srgbClr val="000000"/>
                        </a:solidFill>
                        <a:effectLst/>
                        <a:latin typeface="Arial" panose="020B0604020202090204" pitchFamily="34" charset="0"/>
                        <a:ea typeface="华文细黑" panose="02010600040101010101" pitchFamily="2" charset="-122"/>
                      </a:endParaRPr>
                    </a:p>
                  </a:txBody>
                  <a:tcPr marT="45712" marB="45712"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3"/>
                  </a:ext>
                </a:extLst>
              </a:tr>
              <a:tr h="384016">
                <a:tc>
                  <a:txBody>
                    <a:bodyPr/>
                    <a:lstStyle>
                      <a:lvl1pPr marL="0" algn="l" defTabSz="914400" rtl="0" eaLnBrk="1" latinLnBrk="0" hangingPunct="1">
                        <a:spcBef>
                          <a:spcPct val="10000"/>
                        </a:spcBef>
                        <a:spcAft>
                          <a:spcPct val="25000"/>
                        </a:spcAft>
                        <a:buClr>
                          <a:schemeClr val="tx1"/>
                        </a:buClr>
                        <a:buSzPct val="80000"/>
                        <a:buFont typeface="Wingdings" panose="05000000000000000000" pitchFamily="2" charset="2"/>
                        <a:defRPr sz="2600" b="1" kern="1200">
                          <a:solidFill>
                            <a:srgbClr val="000000"/>
                          </a:solidFill>
                          <a:latin typeface="Arial" panose="020B0604020202090204" pitchFamily="34" charset="0"/>
                          <a:ea typeface="华文细黑" panose="02010600040101010101" pitchFamily="2" charset="-122"/>
                        </a:defRPr>
                      </a:lvl1pPr>
                      <a:lvl2pPr marL="386080" indent="71755" algn="l" defTabSz="914400" rtl="0" eaLnBrk="1" latinLnBrk="0" hangingPunct="1">
                        <a:spcBef>
                          <a:spcPct val="10000"/>
                        </a:spcBef>
                        <a:spcAft>
                          <a:spcPct val="25000"/>
                        </a:spcAft>
                        <a:buClr>
                          <a:schemeClr val="tx1"/>
                        </a:buClr>
                        <a:buSzPct val="80000"/>
                        <a:buFont typeface="Wingdings" panose="05000000000000000000" pitchFamily="2" charset="2"/>
                        <a:defRPr sz="2000" kern="1200">
                          <a:solidFill>
                            <a:srgbClr val="000000"/>
                          </a:solidFill>
                          <a:latin typeface="Arial" panose="020B0604020202090204" pitchFamily="34" charset="0"/>
                          <a:ea typeface="华文细黑" panose="02010600040101010101" pitchFamily="2" charset="-122"/>
                        </a:defRPr>
                      </a:lvl2pPr>
                      <a:lvl3pPr marL="862330" indent="52705" algn="l" defTabSz="914400" rtl="0" eaLnBrk="1" latinLnBrk="0" hangingPunct="1">
                        <a:spcBef>
                          <a:spcPct val="10000"/>
                        </a:spcBef>
                        <a:spcAft>
                          <a:spcPct val="25000"/>
                        </a:spcAft>
                        <a:buClr>
                          <a:schemeClr val="tx1"/>
                        </a:buClr>
                        <a:buFont typeface="Times New Roman" panose="02020503050405090304" pitchFamily="18" charset="0"/>
                        <a:defRPr sz="2000" kern="1200">
                          <a:solidFill>
                            <a:srgbClr val="000000"/>
                          </a:solidFill>
                          <a:latin typeface="Arial" panose="020B0604020202090204" pitchFamily="34" charset="0"/>
                          <a:ea typeface="华文细黑" panose="02010600040101010101" pitchFamily="2" charset="-122"/>
                        </a:defRPr>
                      </a:lvl3pPr>
                      <a:lvl4pPr marL="1281430" indent="90805" algn="l" defTabSz="914400" rtl="0" eaLnBrk="1" latinLnBrk="0" hangingPunct="1">
                        <a:spcBef>
                          <a:spcPct val="10000"/>
                        </a:spcBef>
                        <a:spcAft>
                          <a:spcPct val="25000"/>
                        </a:spcAft>
                        <a:buClr>
                          <a:schemeClr val="tx1"/>
                        </a:buClr>
                        <a:buFont typeface="Times New Roman" panose="02020503050405090304" pitchFamily="18" charset="0"/>
                        <a:defRPr sz="1600" kern="1200">
                          <a:solidFill>
                            <a:srgbClr val="000000"/>
                          </a:solidFill>
                          <a:latin typeface="Arial" panose="020B0604020202090204" pitchFamily="34" charset="0"/>
                          <a:ea typeface="华文细黑" panose="02010600040101010101" pitchFamily="2" charset="-122"/>
                        </a:defRPr>
                      </a:lvl4pPr>
                      <a:lvl5pPr marL="1700530" indent="128905" algn="l" defTabSz="914400" rtl="0" eaLnBrk="1"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5pPr>
                      <a:lvl6pPr marL="21577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6pPr>
                      <a:lvl7pPr marL="26149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7pPr>
                      <a:lvl8pPr marL="30721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8pPr>
                      <a:lvl9pPr marL="35293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9pPr>
                    </a:lstStyle>
                    <a:p>
                      <a:pPr marL="0" marR="0" lvl="0" indent="0" algn="ctr" defTabSz="914400" rtl="0" eaLnBrk="1" fontAlgn="base" latinLnBrk="0" hangingPunct="1">
                        <a:lnSpc>
                          <a:spcPct val="100000"/>
                        </a:lnSpc>
                        <a:spcBef>
                          <a:spcPct val="10000"/>
                        </a:spcBef>
                        <a:spcAft>
                          <a:spcPct val="25000"/>
                        </a:spcAft>
                        <a:buClr>
                          <a:schemeClr val="tx1"/>
                        </a:buClr>
                        <a:buSzPct val="80000"/>
                        <a:buFont typeface="Wingdings" panose="05000000000000000000" pitchFamily="2" charset="2"/>
                        <a:buNone/>
                      </a:pPr>
                      <a:endParaRPr kumimoji="0" lang="zh-CN" altLang="zh-CN" sz="1600" b="1" i="0" u="none" strike="noStrike" cap="none" normalizeH="0" baseline="0" dirty="0">
                        <a:ln>
                          <a:noFill/>
                        </a:ln>
                        <a:solidFill>
                          <a:srgbClr val="000000"/>
                        </a:solidFill>
                        <a:effectLst/>
                        <a:latin typeface="Arial" panose="020B0604020202090204" pitchFamily="34" charset="0"/>
                        <a:ea typeface="华文细黑" panose="02010600040101010101" pitchFamily="2" charset="-122"/>
                      </a:endParaRPr>
                    </a:p>
                  </a:txBody>
                  <a:tcPr marT="45712" marB="45712"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marL="0" algn="l" defTabSz="914400" rtl="0" eaLnBrk="1" latinLnBrk="0" hangingPunct="1">
                        <a:spcBef>
                          <a:spcPct val="10000"/>
                        </a:spcBef>
                        <a:spcAft>
                          <a:spcPct val="25000"/>
                        </a:spcAft>
                        <a:buClr>
                          <a:schemeClr val="tx1"/>
                        </a:buClr>
                        <a:buSzPct val="80000"/>
                        <a:buFont typeface="Wingdings" panose="05000000000000000000" pitchFamily="2" charset="2"/>
                        <a:defRPr sz="2600" b="1" kern="1200">
                          <a:solidFill>
                            <a:srgbClr val="000000"/>
                          </a:solidFill>
                          <a:latin typeface="Arial" panose="020B0604020202090204" pitchFamily="34" charset="0"/>
                          <a:ea typeface="华文细黑" panose="02010600040101010101" pitchFamily="2" charset="-122"/>
                        </a:defRPr>
                      </a:lvl1pPr>
                      <a:lvl2pPr marL="386080" indent="71755" algn="l" defTabSz="914400" rtl="0" eaLnBrk="1" latinLnBrk="0" hangingPunct="1">
                        <a:spcBef>
                          <a:spcPct val="10000"/>
                        </a:spcBef>
                        <a:spcAft>
                          <a:spcPct val="25000"/>
                        </a:spcAft>
                        <a:buClr>
                          <a:schemeClr val="tx1"/>
                        </a:buClr>
                        <a:buSzPct val="80000"/>
                        <a:buFont typeface="Wingdings" panose="05000000000000000000" pitchFamily="2" charset="2"/>
                        <a:defRPr sz="2000" kern="1200">
                          <a:solidFill>
                            <a:srgbClr val="000000"/>
                          </a:solidFill>
                          <a:latin typeface="Arial" panose="020B0604020202090204" pitchFamily="34" charset="0"/>
                          <a:ea typeface="华文细黑" panose="02010600040101010101" pitchFamily="2" charset="-122"/>
                        </a:defRPr>
                      </a:lvl2pPr>
                      <a:lvl3pPr marL="862330" indent="52705" algn="l" defTabSz="914400" rtl="0" eaLnBrk="1" latinLnBrk="0" hangingPunct="1">
                        <a:spcBef>
                          <a:spcPct val="10000"/>
                        </a:spcBef>
                        <a:spcAft>
                          <a:spcPct val="25000"/>
                        </a:spcAft>
                        <a:buClr>
                          <a:schemeClr val="tx1"/>
                        </a:buClr>
                        <a:buFont typeface="Times New Roman" panose="02020503050405090304" pitchFamily="18" charset="0"/>
                        <a:defRPr sz="2000" kern="1200">
                          <a:solidFill>
                            <a:srgbClr val="000000"/>
                          </a:solidFill>
                          <a:latin typeface="Arial" panose="020B0604020202090204" pitchFamily="34" charset="0"/>
                          <a:ea typeface="华文细黑" panose="02010600040101010101" pitchFamily="2" charset="-122"/>
                        </a:defRPr>
                      </a:lvl3pPr>
                      <a:lvl4pPr marL="1281430" indent="90805" algn="l" defTabSz="914400" rtl="0" eaLnBrk="1" latinLnBrk="0" hangingPunct="1">
                        <a:spcBef>
                          <a:spcPct val="10000"/>
                        </a:spcBef>
                        <a:spcAft>
                          <a:spcPct val="25000"/>
                        </a:spcAft>
                        <a:buClr>
                          <a:schemeClr val="tx1"/>
                        </a:buClr>
                        <a:buFont typeface="Times New Roman" panose="02020503050405090304" pitchFamily="18" charset="0"/>
                        <a:defRPr sz="1600" kern="1200">
                          <a:solidFill>
                            <a:srgbClr val="000000"/>
                          </a:solidFill>
                          <a:latin typeface="Arial" panose="020B0604020202090204" pitchFamily="34" charset="0"/>
                          <a:ea typeface="华文细黑" panose="02010600040101010101" pitchFamily="2" charset="-122"/>
                        </a:defRPr>
                      </a:lvl4pPr>
                      <a:lvl5pPr marL="1700530" indent="128905" algn="l" defTabSz="914400" rtl="0" eaLnBrk="1"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5pPr>
                      <a:lvl6pPr marL="21577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6pPr>
                      <a:lvl7pPr marL="26149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7pPr>
                      <a:lvl8pPr marL="30721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8pPr>
                      <a:lvl9pPr marL="3529330" indent="128905" algn="l" defTabSz="914400" rtl="0" eaLnBrk="1" fontAlgn="base" latinLnBrk="0" hangingPunct="1">
                        <a:spcBef>
                          <a:spcPct val="10000"/>
                        </a:spcBef>
                        <a:spcAft>
                          <a:spcPct val="25000"/>
                        </a:spcAft>
                        <a:buClr>
                          <a:schemeClr val="tx1"/>
                        </a:buClr>
                        <a:buFont typeface="Times New Roman" panose="02020503050405090304" pitchFamily="18" charset="0"/>
                        <a:defRPr sz="1400" kern="1200">
                          <a:solidFill>
                            <a:srgbClr val="000000"/>
                          </a:solidFill>
                          <a:latin typeface="Arial" panose="020B0604020202090204" pitchFamily="34" charset="0"/>
                          <a:ea typeface="华文细黑" panose="02010600040101010101" pitchFamily="2" charset="-122"/>
                        </a:defRPr>
                      </a:lvl9pPr>
                    </a:lstStyle>
                    <a:p>
                      <a:pPr marL="0" marR="0" lvl="0" indent="0" algn="ctr" defTabSz="914400" rtl="0" eaLnBrk="1" fontAlgn="base" latinLnBrk="0" hangingPunct="1">
                        <a:lnSpc>
                          <a:spcPct val="100000"/>
                        </a:lnSpc>
                        <a:spcBef>
                          <a:spcPct val="10000"/>
                        </a:spcBef>
                        <a:spcAft>
                          <a:spcPct val="25000"/>
                        </a:spcAft>
                        <a:buClr>
                          <a:schemeClr val="tx1"/>
                        </a:buClr>
                        <a:buSzPct val="80000"/>
                        <a:buFont typeface="Wingdings" panose="05000000000000000000" pitchFamily="2" charset="2"/>
                        <a:buNone/>
                      </a:pPr>
                      <a:endParaRPr kumimoji="0" lang="zh-CN" altLang="zh-CN" sz="1600" b="1" i="0" u="none" strike="noStrike" cap="none" normalizeH="0" baseline="0" dirty="0">
                        <a:ln>
                          <a:noFill/>
                        </a:ln>
                        <a:solidFill>
                          <a:srgbClr val="000000"/>
                        </a:solidFill>
                        <a:effectLst/>
                        <a:latin typeface="Arial" panose="020B0604020202090204" pitchFamily="34" charset="0"/>
                        <a:ea typeface="华文细黑" panose="02010600040101010101" pitchFamily="2" charset="-122"/>
                      </a:endParaRPr>
                    </a:p>
                  </a:txBody>
                  <a:tcPr marT="45712" marB="45712"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4"/>
                  </a:ext>
                </a:extLst>
              </a:tr>
            </a:tbl>
          </a:graphicData>
        </a:graphic>
      </p:graphicFrame>
      <p:sp>
        <p:nvSpPr>
          <p:cNvPr id="46" name="AutoShape 48"/>
          <p:cNvSpPr>
            <a:spLocks noChangeArrowheads="1"/>
          </p:cNvSpPr>
          <p:nvPr/>
        </p:nvSpPr>
        <p:spPr bwMode="auto">
          <a:xfrm>
            <a:off x="1890567" y="3776010"/>
            <a:ext cx="2560638" cy="1887190"/>
          </a:xfrm>
          <a:prstGeom prst="roundRect">
            <a:avLst>
              <a:gd name="adj" fmla="val 16667"/>
            </a:avLst>
          </a:prstGeom>
          <a:solidFill>
            <a:schemeClr val="bg1">
              <a:lumMod val="85000"/>
            </a:schemeClr>
          </a:solidFill>
          <a:ln>
            <a:noFill/>
          </a:ln>
        </p:spPr>
        <p:txBody>
          <a:bodyPr wrap="none" anchor="ctr"/>
          <a:lstStyle>
            <a:lvl1pPr>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marL="0" marR="0" lvl="0" indent="0" algn="l" defTabSz="914400" rtl="0" eaLnBrk="1" fontAlgn="auto" latinLnBrk="0" hangingPunct="1">
              <a:lnSpc>
                <a:spcPts val="3100"/>
              </a:lnSpc>
              <a:spcBef>
                <a:spcPct val="20000"/>
              </a:spcBef>
              <a:spcAft>
                <a:spcPts val="0"/>
              </a:spcAft>
              <a:buClr>
                <a:srgbClr val="A50021"/>
              </a:buClr>
              <a:buSzPct val="75000"/>
              <a:buFont typeface="Wingdings" panose="05000000000000000000" pitchFamily="2" charset="2"/>
              <a:buNone/>
              <a:defRPr/>
            </a:pPr>
            <a:endParaRPr kumimoji="0" lang="zh-CN" altLang="en-US" sz="3200" b="0" i="0" u="none" strike="noStrike" kern="1200" cap="none" spc="0" normalizeH="0" baseline="0" noProof="0">
              <a:ln>
                <a:noFill/>
              </a:ln>
              <a:solidFill>
                <a:srgbClr val="020202"/>
              </a:solidFill>
              <a:effectLst/>
              <a:uLnTx/>
              <a:uFillTx/>
              <a:latin typeface="Tahoma" panose="020B0604030504040204" pitchFamily="34" charset="0"/>
              <a:ea typeface="宋体" panose="02010600030101010101" pitchFamily="2" charset="-122"/>
              <a:cs typeface="+mn-cs"/>
            </a:endParaRPr>
          </a:p>
        </p:txBody>
      </p:sp>
      <p:sp>
        <p:nvSpPr>
          <p:cNvPr id="47" name="文本框 46"/>
          <p:cNvSpPr txBox="1"/>
          <p:nvPr/>
        </p:nvSpPr>
        <p:spPr>
          <a:xfrm>
            <a:off x="2096488" y="3954803"/>
            <a:ext cx="91440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Hub</a:t>
            </a: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pic>
        <p:nvPicPr>
          <p:cNvPr id="50" name="Picture 40" descr="comput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42120" y="4926381"/>
            <a:ext cx="390846" cy="371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 name="Picture 40" descr="comput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58041" y="4926382"/>
            <a:ext cx="390846" cy="371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4" name="直接连接符 53"/>
          <p:cNvCxnSpPr>
            <a:stCxn id="50" idx="0"/>
          </p:cNvCxnSpPr>
          <p:nvPr/>
        </p:nvCxnSpPr>
        <p:spPr>
          <a:xfrm flipV="1">
            <a:off x="2737543" y="4180932"/>
            <a:ext cx="221444" cy="745449"/>
          </a:xfrm>
          <a:prstGeom prst="line">
            <a:avLst/>
          </a:prstGeom>
        </p:spPr>
        <p:style>
          <a:lnRef idx="3">
            <a:schemeClr val="accent1"/>
          </a:lnRef>
          <a:fillRef idx="0">
            <a:schemeClr val="accent1"/>
          </a:fillRef>
          <a:effectRef idx="2">
            <a:schemeClr val="accent1"/>
          </a:effectRef>
          <a:fontRef idx="minor">
            <a:schemeClr val="tx1"/>
          </a:fontRef>
        </p:style>
      </p:cxnSp>
      <p:cxnSp>
        <p:nvCxnSpPr>
          <p:cNvPr id="55" name="直接连接符 54"/>
          <p:cNvCxnSpPr>
            <a:stCxn id="51" idx="0"/>
          </p:cNvCxnSpPr>
          <p:nvPr/>
        </p:nvCxnSpPr>
        <p:spPr>
          <a:xfrm flipH="1" flipV="1">
            <a:off x="3371532" y="3984442"/>
            <a:ext cx="181932" cy="941940"/>
          </a:xfrm>
          <a:prstGeom prst="line">
            <a:avLst/>
          </a:prstGeom>
        </p:spPr>
        <p:style>
          <a:lnRef idx="3">
            <a:schemeClr val="accent1"/>
          </a:lnRef>
          <a:fillRef idx="0">
            <a:schemeClr val="accent1"/>
          </a:fillRef>
          <a:effectRef idx="2">
            <a:schemeClr val="accent1"/>
          </a:effectRef>
          <a:fontRef idx="minor">
            <a:schemeClr val="tx1"/>
          </a:fontRef>
        </p:style>
      </p:cxnSp>
      <p:pic>
        <p:nvPicPr>
          <p:cNvPr id="57" name="Picture 24" descr="集线器"/>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91030" y="3864190"/>
            <a:ext cx="914400" cy="6029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4" name="文本框 83"/>
          <p:cNvSpPr txBox="1"/>
          <p:nvPr/>
        </p:nvSpPr>
        <p:spPr>
          <a:xfrm>
            <a:off x="2538734" y="5298016"/>
            <a:ext cx="33214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a:t>
            </a: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85" name="文本框 84"/>
          <p:cNvSpPr txBox="1"/>
          <p:nvPr/>
        </p:nvSpPr>
        <p:spPr>
          <a:xfrm>
            <a:off x="3384030" y="5298017"/>
            <a:ext cx="31290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B</a:t>
            </a: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cxnSp>
        <p:nvCxnSpPr>
          <p:cNvPr id="72" name="直接连接符 71"/>
          <p:cNvCxnSpPr>
            <a:stCxn id="57" idx="3"/>
          </p:cNvCxnSpPr>
          <p:nvPr/>
        </p:nvCxnSpPr>
        <p:spPr>
          <a:xfrm>
            <a:off x="3605430" y="4165655"/>
            <a:ext cx="5034217" cy="0"/>
          </a:xfrm>
          <a:prstGeom prst="line">
            <a:avLst/>
          </a:prstGeom>
        </p:spPr>
        <p:style>
          <a:lnRef idx="3">
            <a:schemeClr val="accent1"/>
          </a:lnRef>
          <a:fillRef idx="0">
            <a:schemeClr val="accent1"/>
          </a:fillRef>
          <a:effectRef idx="2">
            <a:schemeClr val="accent1"/>
          </a:effectRef>
          <a:fontRef idx="minor">
            <a:schemeClr val="tx1"/>
          </a:fontRef>
        </p:style>
      </p:cxnSp>
      <p:sp>
        <p:nvSpPr>
          <p:cNvPr id="80" name="椭圆 79"/>
          <p:cNvSpPr/>
          <p:nvPr/>
        </p:nvSpPr>
        <p:spPr>
          <a:xfrm>
            <a:off x="5543458" y="4106304"/>
            <a:ext cx="135653" cy="114883"/>
          </a:xfrm>
          <a:prstGeom prst="ellipse">
            <a:avLst/>
          </a:prstGeom>
          <a:solidFill>
            <a:srgbClr val="5B30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81" name="椭圆 80"/>
          <p:cNvSpPr/>
          <p:nvPr/>
        </p:nvSpPr>
        <p:spPr>
          <a:xfrm>
            <a:off x="6494957" y="4094600"/>
            <a:ext cx="135653" cy="114883"/>
          </a:xfrm>
          <a:prstGeom prst="ellipse">
            <a:avLst/>
          </a:prstGeom>
          <a:solidFill>
            <a:srgbClr val="5B30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82" name="文本框 81"/>
          <p:cNvSpPr txBox="1"/>
          <p:nvPr/>
        </p:nvSpPr>
        <p:spPr>
          <a:xfrm>
            <a:off x="4947451" y="3833651"/>
            <a:ext cx="715260"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端口</a:t>
            </a:r>
            <a:r>
              <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83" name="文本框 82"/>
          <p:cNvSpPr txBox="1"/>
          <p:nvPr/>
        </p:nvSpPr>
        <p:spPr>
          <a:xfrm>
            <a:off x="6532027" y="3807435"/>
            <a:ext cx="715260"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端口</a:t>
            </a:r>
            <a:r>
              <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2</a:t>
            </a: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94" name="文本框 93"/>
          <p:cNvSpPr txBox="1"/>
          <p:nvPr/>
        </p:nvSpPr>
        <p:spPr>
          <a:xfrm>
            <a:off x="4623934" y="1368993"/>
            <a:ext cx="2914909" cy="435697"/>
          </a:xfrm>
          <a:prstGeom prst="rect">
            <a:avLst/>
          </a:prstGeom>
          <a:solidFill>
            <a:schemeClr val="bg2"/>
          </a:solid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zh-CN" sz="2000" b="0" i="0" u="none" strike="noStrike" kern="1200" cap="none" spc="0" normalizeH="0" baseline="0" noProof="0" dirty="0">
                <a:ln>
                  <a:noFill/>
                </a:ln>
                <a:solidFill>
                  <a:srgbClr val="000000"/>
                </a:solidFill>
                <a:effectLst/>
                <a:uLnTx/>
                <a:uFillTx/>
                <a:latin typeface="Arial" panose="020B0604020202090204"/>
                <a:ea typeface="微软雅黑"/>
                <a:cs typeface="+mn-cs"/>
              </a:rPr>
              <a:t>MAC地址</a:t>
            </a:r>
            <a:r>
              <a:rPr kumimoji="0" lang="zh-CN" altLang="en-US" sz="2000" b="0" i="0" u="none" strike="noStrike" kern="1200" cap="none" spc="0" normalizeH="0" baseline="0" noProof="0" dirty="0">
                <a:ln>
                  <a:noFill/>
                </a:ln>
                <a:solidFill>
                  <a:srgbClr val="000000"/>
                </a:solidFill>
                <a:effectLst/>
                <a:uLnTx/>
                <a:uFillTx/>
                <a:latin typeface="Arial" panose="020B0604020202090204"/>
                <a:ea typeface="微软雅黑"/>
                <a:cs typeface="+mn-cs"/>
              </a:rPr>
              <a:t>表</a:t>
            </a:r>
            <a:r>
              <a:rPr lang="zh-CN" altLang="en-US" sz="2000" dirty="0">
                <a:solidFill>
                  <a:srgbClr val="000000"/>
                </a:solidFill>
                <a:latin typeface="Arial" panose="020B0604020202090204"/>
                <a:ea typeface="微软雅黑"/>
              </a:rPr>
              <a:t>不完善时</a:t>
            </a:r>
            <a:endParaRPr kumimoji="0" lang="zh-CN" altLang="en-US" sz="20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95" name="文本框 94"/>
          <p:cNvSpPr txBox="1"/>
          <p:nvPr/>
        </p:nvSpPr>
        <p:spPr>
          <a:xfrm>
            <a:off x="1146102" y="2166723"/>
            <a:ext cx="2728632" cy="531749"/>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zh-CN" sz="2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a:t>
            </a:r>
            <a:r>
              <a:rPr kumimoji="0" lang="zh-CN" altLang="en-US" sz="2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r>
              <a:rPr kumimoji="0" lang="en-US" altLang="zh-CN" sz="2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B </a:t>
            </a:r>
            <a:r>
              <a:rPr kumimoji="0" lang="zh-CN" altLang="zh-CN" sz="2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发出数据帧</a:t>
            </a:r>
          </a:p>
        </p:txBody>
      </p:sp>
      <p:cxnSp>
        <p:nvCxnSpPr>
          <p:cNvPr id="99" name="直接箭头连接符 98"/>
          <p:cNvCxnSpPr/>
          <p:nvPr/>
        </p:nvCxnSpPr>
        <p:spPr>
          <a:xfrm flipV="1">
            <a:off x="2625359" y="4497195"/>
            <a:ext cx="105571" cy="309850"/>
          </a:xfrm>
          <a:prstGeom prst="straightConnector1">
            <a:avLst/>
          </a:prstGeom>
          <a:ln w="38100">
            <a:solidFill>
              <a:schemeClr val="accent2">
                <a:lumMod val="50000"/>
              </a:schemeClr>
            </a:solidFill>
            <a:tailEnd type="triangle"/>
          </a:ln>
        </p:spPr>
        <p:style>
          <a:lnRef idx="3">
            <a:schemeClr val="accent2"/>
          </a:lnRef>
          <a:fillRef idx="0">
            <a:schemeClr val="accent2"/>
          </a:fillRef>
          <a:effectRef idx="2">
            <a:schemeClr val="accent2"/>
          </a:effectRef>
          <a:fontRef idx="minor">
            <a:schemeClr val="tx1"/>
          </a:fontRef>
        </p:style>
      </p:cxnSp>
      <p:cxnSp>
        <p:nvCxnSpPr>
          <p:cNvPr id="105" name="直接箭头连接符 104"/>
          <p:cNvCxnSpPr/>
          <p:nvPr/>
        </p:nvCxnSpPr>
        <p:spPr>
          <a:xfrm>
            <a:off x="3570796" y="4526279"/>
            <a:ext cx="51091" cy="292663"/>
          </a:xfrm>
          <a:prstGeom prst="straightConnector1">
            <a:avLst/>
          </a:prstGeom>
          <a:ln w="38100">
            <a:solidFill>
              <a:srgbClr val="333399"/>
            </a:solidFill>
            <a:tailEnd type="triangle"/>
          </a:ln>
        </p:spPr>
        <p:style>
          <a:lnRef idx="3">
            <a:schemeClr val="accent2"/>
          </a:lnRef>
          <a:fillRef idx="0">
            <a:schemeClr val="accent2"/>
          </a:fillRef>
          <a:effectRef idx="2">
            <a:schemeClr val="accent2"/>
          </a:effectRef>
          <a:fontRef idx="minor">
            <a:schemeClr val="tx1"/>
          </a:fontRef>
        </p:style>
      </p:cxnSp>
      <p:cxnSp>
        <p:nvCxnSpPr>
          <p:cNvPr id="113" name="直接箭头连接符 112"/>
          <p:cNvCxnSpPr/>
          <p:nvPr/>
        </p:nvCxnSpPr>
        <p:spPr>
          <a:xfrm>
            <a:off x="4168450" y="4277498"/>
            <a:ext cx="827126" cy="0"/>
          </a:xfrm>
          <a:prstGeom prst="straightConnector1">
            <a:avLst/>
          </a:prstGeom>
          <a:ln w="38100">
            <a:solidFill>
              <a:srgbClr val="333399"/>
            </a:solidFill>
            <a:tailEnd type="triangle"/>
          </a:ln>
        </p:spPr>
        <p:style>
          <a:lnRef idx="3">
            <a:schemeClr val="accent2"/>
          </a:lnRef>
          <a:fillRef idx="0">
            <a:schemeClr val="accent2"/>
          </a:fillRef>
          <a:effectRef idx="2">
            <a:schemeClr val="accent2"/>
          </a:effectRef>
          <a:fontRef idx="minor">
            <a:schemeClr val="tx1"/>
          </a:fontRef>
        </p:style>
      </p:cxnSp>
      <p:pic>
        <p:nvPicPr>
          <p:cNvPr id="123" name="Picture 24" descr="集线器"/>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46676" y="3882541"/>
            <a:ext cx="914400" cy="6029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 name="文本框 47"/>
          <p:cNvSpPr txBox="1"/>
          <p:nvPr/>
        </p:nvSpPr>
        <p:spPr>
          <a:xfrm>
            <a:off x="5058024" y="2596384"/>
            <a:ext cx="2438946" cy="36933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MAC_A</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               </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1</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      </a:t>
            </a:r>
            <a:endParaRPr kumimoji="0" lang="zh-CN"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44" name="矩形 43"/>
          <p:cNvSpPr/>
          <p:nvPr/>
        </p:nvSpPr>
        <p:spPr>
          <a:xfrm>
            <a:off x="1771461" y="2233061"/>
            <a:ext cx="279133" cy="431693"/>
          </a:xfrm>
          <a:prstGeom prst="rect">
            <a:avLst/>
          </a:prstGeom>
          <a:noFill/>
          <a:ln w="28575">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cxnSp>
        <p:nvCxnSpPr>
          <p:cNvPr id="49" name="直接箭头连接符 48"/>
          <p:cNvCxnSpPr/>
          <p:nvPr/>
        </p:nvCxnSpPr>
        <p:spPr>
          <a:xfrm>
            <a:off x="7084282" y="4277498"/>
            <a:ext cx="827126" cy="0"/>
          </a:xfrm>
          <a:prstGeom prst="straightConnector1">
            <a:avLst/>
          </a:prstGeom>
          <a:ln w="38100">
            <a:solidFill>
              <a:srgbClr val="333399"/>
            </a:solidFill>
            <a:tailEnd type="triangle"/>
          </a:ln>
        </p:spPr>
        <p:style>
          <a:lnRef idx="3">
            <a:schemeClr val="accent2"/>
          </a:lnRef>
          <a:fillRef idx="0">
            <a:schemeClr val="accent2"/>
          </a:fillRef>
          <a:effectRef idx="2">
            <a:schemeClr val="accent2"/>
          </a:effectRef>
          <a:fontRef idx="minor">
            <a:schemeClr val="tx1"/>
          </a:fontRef>
        </p:style>
      </p:cxnSp>
      <p:cxnSp>
        <p:nvCxnSpPr>
          <p:cNvPr id="52" name="直接箭头连接符 51"/>
          <p:cNvCxnSpPr/>
          <p:nvPr/>
        </p:nvCxnSpPr>
        <p:spPr>
          <a:xfrm flipH="1">
            <a:off x="8501167" y="4551430"/>
            <a:ext cx="91018" cy="279064"/>
          </a:xfrm>
          <a:prstGeom prst="straightConnector1">
            <a:avLst/>
          </a:prstGeom>
          <a:ln w="38100">
            <a:solidFill>
              <a:srgbClr val="333399"/>
            </a:solidFill>
            <a:tailEnd type="triangle"/>
          </a:ln>
        </p:spPr>
        <p:style>
          <a:lnRef idx="3">
            <a:schemeClr val="accent2"/>
          </a:lnRef>
          <a:fillRef idx="0">
            <a:schemeClr val="accent2"/>
          </a:fillRef>
          <a:effectRef idx="2">
            <a:schemeClr val="accent2"/>
          </a:effectRef>
          <a:fontRef idx="minor">
            <a:schemeClr val="tx1"/>
          </a:fontRef>
        </p:style>
      </p:cxnSp>
      <p:cxnSp>
        <p:nvCxnSpPr>
          <p:cNvPr id="53" name="直接箭头连接符 52"/>
          <p:cNvCxnSpPr/>
          <p:nvPr/>
        </p:nvCxnSpPr>
        <p:spPr>
          <a:xfrm>
            <a:off x="9420983" y="4515682"/>
            <a:ext cx="107337" cy="314812"/>
          </a:xfrm>
          <a:prstGeom prst="straightConnector1">
            <a:avLst/>
          </a:prstGeom>
          <a:ln w="38100">
            <a:solidFill>
              <a:srgbClr val="333399"/>
            </a:solidFill>
            <a:tailEnd type="triangle"/>
          </a:ln>
        </p:spPr>
        <p:style>
          <a:lnRef idx="3">
            <a:schemeClr val="accent2"/>
          </a:lnRef>
          <a:fillRef idx="0">
            <a:schemeClr val="accent2"/>
          </a:fillRef>
          <a:effectRef idx="2">
            <a:schemeClr val="accent2"/>
          </a:effectRef>
          <a:fontRef idx="minor">
            <a:schemeClr val="tx1"/>
          </a:fontRef>
        </p:style>
      </p:cxnSp>
      <p:sp>
        <p:nvSpPr>
          <p:cNvPr id="56" name="文本框 55"/>
          <p:cNvSpPr txBox="1"/>
          <p:nvPr/>
        </p:nvSpPr>
        <p:spPr>
          <a:xfrm>
            <a:off x="7725575" y="1763389"/>
            <a:ext cx="4250970" cy="190770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找不到匹配表项！</a:t>
            </a:r>
            <a:endPar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从所有端口（</a:t>
            </a:r>
            <a:r>
              <a:rPr kumimoji="0" lang="zh-CN" altLang="en-US" sz="2000" b="0" i="0" u="none" strike="noStrike" kern="1200" cap="none" spc="0" normalizeH="0" baseline="0" noProof="0" dirty="0">
                <a:ln>
                  <a:noFill/>
                </a:ln>
                <a:solidFill>
                  <a:prstClr val="black"/>
                </a:solidFill>
                <a:effectLst/>
                <a:highlight>
                  <a:srgbClr val="FFFF00"/>
                </a:highlight>
                <a:uLnTx/>
                <a:uFillTx/>
                <a:latin typeface="微软雅黑" panose="020B0503020204020204" pitchFamily="34" charset="-122"/>
                <a:ea typeface="微软雅黑" panose="020B0503020204020204" pitchFamily="34" charset="-122"/>
                <a:cs typeface="+mn-cs"/>
              </a:rPr>
              <a:t>除了入境口</a:t>
            </a: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）发送出去</a:t>
            </a:r>
            <a:endPar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1" fontAlgn="auto" latinLnBrk="0" hangingPunct="1">
              <a:lnSpc>
                <a:spcPct val="120000"/>
              </a:lnSpc>
              <a:spcBef>
                <a:spcPts val="0"/>
              </a:spcBef>
              <a:spcAft>
                <a:spcPts val="0"/>
              </a:spcAft>
              <a:buClrTx/>
              <a:buSzTx/>
              <a:buFontTx/>
              <a:buNone/>
              <a:defRPr/>
            </a:pPr>
            <a:r>
              <a:rPr lang="zh-CN" altLang="en-US" sz="2000" noProof="0" dirty="0">
                <a:solidFill>
                  <a:schemeClr val="accent2">
                    <a:lumMod val="50000"/>
                  </a:schemeClr>
                </a:solidFill>
                <a:latin typeface="微软雅黑" panose="020B0503020204020204" pitchFamily="34" charset="-122"/>
                <a:ea typeface="微软雅黑" panose="020B0503020204020204" pitchFamily="34" charset="-122"/>
              </a:rPr>
              <a:t>一个网段的数据被发送到无关网段</a:t>
            </a:r>
            <a:endParaRPr lang="en-US" altLang="zh-CN" sz="2000" noProof="0" dirty="0">
              <a:solidFill>
                <a:schemeClr val="accent2">
                  <a:lumMod val="50000"/>
                </a:schemeClr>
              </a:solidFill>
              <a:latin typeface="微软雅黑" panose="020B0503020204020204" pitchFamily="34" charset="-122"/>
              <a:ea typeface="微软雅黑" panose="020B0503020204020204" pitchFamily="34" charset="-122"/>
            </a:endParaRPr>
          </a:p>
          <a:p>
            <a:pPr lvl="0" algn="ctr">
              <a:lnSpc>
                <a:spcPct val="120000"/>
              </a:lnSpc>
              <a:defRPr/>
            </a:pPr>
            <a:r>
              <a:rPr kumimoji="0" lang="zh-CN" altLang="en-US" sz="2000" b="0" i="0" u="none" strike="noStrike" kern="1200" cap="none" spc="0" normalizeH="0" baseline="0" dirty="0">
                <a:ln>
                  <a:noFill/>
                </a:ln>
                <a:solidFill>
                  <a:schemeClr val="accent2">
                    <a:lumMod val="50000"/>
                  </a:schemeClr>
                </a:solidFill>
                <a:effectLst/>
                <a:uLnTx/>
                <a:uFillTx/>
                <a:latin typeface="微软雅黑" panose="020B0503020204020204" pitchFamily="34" charset="-122"/>
                <a:ea typeface="微软雅黑" panose="020B0503020204020204" pitchFamily="34" charset="-122"/>
                <a:cs typeface="+mn-cs"/>
              </a:rPr>
              <a:t>存在安全</a:t>
            </a:r>
            <a:r>
              <a:rPr lang="zh-CN" altLang="en-US" sz="2000" dirty="0">
                <a:solidFill>
                  <a:schemeClr val="accent2">
                    <a:lumMod val="50000"/>
                  </a:schemeClr>
                </a:solidFill>
                <a:latin typeface="微软雅黑" panose="020B0503020204020204" pitchFamily="34" charset="-122"/>
                <a:ea typeface="微软雅黑" panose="020B0503020204020204" pitchFamily="34" charset="-122"/>
              </a:rPr>
              <a:t>隐患</a:t>
            </a:r>
            <a:endParaRPr lang="en-US" altLang="zh-CN" sz="2000" dirty="0">
              <a:solidFill>
                <a:schemeClr val="accent2">
                  <a:lumMod val="50000"/>
                </a:schemeClr>
              </a:solidFill>
              <a:latin typeface="微软雅黑" panose="020B0503020204020204" pitchFamily="34" charset="-122"/>
              <a:ea typeface="微软雅黑" panose="020B0503020204020204" pitchFamily="34" charset="-122"/>
            </a:endParaRPr>
          </a:p>
          <a:p>
            <a:pPr lvl="0" algn="ctr">
              <a:lnSpc>
                <a:spcPct val="120000"/>
              </a:lnSpc>
              <a:defRPr/>
            </a:pPr>
            <a:r>
              <a:rPr lang="zh-CN" altLang="en-US" sz="2000" dirty="0">
                <a:solidFill>
                  <a:schemeClr val="accent2">
                    <a:lumMod val="50000"/>
                  </a:schemeClr>
                </a:solidFill>
                <a:latin typeface="微软雅黑" panose="020B0503020204020204" pitchFamily="34" charset="-122"/>
                <a:ea typeface="微软雅黑" panose="020B0503020204020204" pitchFamily="34" charset="-122"/>
              </a:rPr>
              <a:t>浪费网络资源</a:t>
            </a:r>
            <a:endParaRPr kumimoji="0" lang="zh-CN" altLang="en-US" sz="2000" b="0" i="0" u="none" strike="noStrike" kern="1200" cap="none" spc="0" normalizeH="0" baseline="0" noProof="0" dirty="0">
              <a:ln>
                <a:noFill/>
              </a:ln>
              <a:solidFill>
                <a:schemeClr val="accent2">
                  <a:lumMod val="50000"/>
                </a:schemeClr>
              </a:solidFill>
              <a:effectLst/>
              <a:uLnTx/>
              <a:uFillTx/>
              <a:latin typeface="微软雅黑" panose="020B0503020204020204" pitchFamily="34" charset="-122"/>
              <a:ea typeface="微软雅黑" panose="020B0503020204020204" pitchFamily="34" charset="-122"/>
              <a:cs typeface="+mn-cs"/>
            </a:endParaRPr>
          </a:p>
        </p:txBody>
      </p:sp>
      <p:sp>
        <p:nvSpPr>
          <p:cNvPr id="60" name="AutoShape 48"/>
          <p:cNvSpPr>
            <a:spLocks noChangeArrowheads="1"/>
          </p:cNvSpPr>
          <p:nvPr/>
        </p:nvSpPr>
        <p:spPr bwMode="auto">
          <a:xfrm>
            <a:off x="4766928" y="4851856"/>
            <a:ext cx="2560638" cy="1923112"/>
          </a:xfrm>
          <a:prstGeom prst="roundRect">
            <a:avLst>
              <a:gd name="adj" fmla="val 16667"/>
            </a:avLst>
          </a:prstGeom>
          <a:solidFill>
            <a:schemeClr val="bg1">
              <a:lumMod val="85000"/>
            </a:schemeClr>
          </a:solidFill>
          <a:ln>
            <a:noFill/>
          </a:ln>
        </p:spPr>
        <p:txBody>
          <a:bodyPr wrap="none" anchor="ctr"/>
          <a:lstStyle>
            <a:lvl1pPr>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marL="0" marR="0" lvl="0" indent="0" algn="l" defTabSz="914400" rtl="0" eaLnBrk="1" fontAlgn="auto" latinLnBrk="0" hangingPunct="1">
              <a:lnSpc>
                <a:spcPts val="3100"/>
              </a:lnSpc>
              <a:spcBef>
                <a:spcPct val="20000"/>
              </a:spcBef>
              <a:spcAft>
                <a:spcPts val="0"/>
              </a:spcAft>
              <a:buClr>
                <a:srgbClr val="A50021"/>
              </a:buClr>
              <a:buSzPct val="75000"/>
              <a:buFont typeface="Wingdings" panose="05000000000000000000" pitchFamily="2" charset="2"/>
              <a:buNone/>
              <a:defRPr/>
            </a:pPr>
            <a:endParaRPr kumimoji="0" lang="zh-CN" altLang="en-US" sz="3200" b="0" i="0" u="none" strike="noStrike" kern="1200" cap="none" spc="0" normalizeH="0" baseline="0" noProof="0">
              <a:ln>
                <a:noFill/>
              </a:ln>
              <a:solidFill>
                <a:srgbClr val="020202"/>
              </a:solidFill>
              <a:effectLst/>
              <a:uLnTx/>
              <a:uFillTx/>
              <a:latin typeface="Tahoma" panose="020B0604030504040204" pitchFamily="34" charset="0"/>
              <a:ea typeface="宋体" panose="02010600030101010101" pitchFamily="2" charset="-122"/>
              <a:cs typeface="+mn-cs"/>
            </a:endParaRPr>
          </a:p>
        </p:txBody>
      </p:sp>
      <p:sp>
        <p:nvSpPr>
          <p:cNvPr id="61" name="文本框 60"/>
          <p:cNvSpPr txBox="1"/>
          <p:nvPr/>
        </p:nvSpPr>
        <p:spPr>
          <a:xfrm>
            <a:off x="6547865" y="5073093"/>
            <a:ext cx="91440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Hub</a:t>
            </a: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pic>
        <p:nvPicPr>
          <p:cNvPr id="62" name="Picture 40" descr="comput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61513" y="6056502"/>
            <a:ext cx="390846" cy="371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3" name="Picture 40" descr="comput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77434" y="6056503"/>
            <a:ext cx="390846" cy="371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64" name="直接连接符 63"/>
          <p:cNvCxnSpPr>
            <a:stCxn id="62" idx="0"/>
          </p:cNvCxnSpPr>
          <p:nvPr/>
        </p:nvCxnSpPr>
        <p:spPr>
          <a:xfrm flipV="1">
            <a:off x="5656936" y="5311053"/>
            <a:ext cx="221444" cy="745449"/>
          </a:xfrm>
          <a:prstGeom prst="line">
            <a:avLst/>
          </a:prstGeom>
        </p:spPr>
        <p:style>
          <a:lnRef idx="3">
            <a:schemeClr val="accent1"/>
          </a:lnRef>
          <a:fillRef idx="0">
            <a:schemeClr val="accent1"/>
          </a:fillRef>
          <a:effectRef idx="2">
            <a:schemeClr val="accent1"/>
          </a:effectRef>
          <a:fontRef idx="minor">
            <a:schemeClr val="tx1"/>
          </a:fontRef>
        </p:style>
      </p:cxnSp>
      <p:cxnSp>
        <p:nvCxnSpPr>
          <p:cNvPr id="65" name="直接连接符 64"/>
          <p:cNvCxnSpPr>
            <a:stCxn id="63" idx="0"/>
          </p:cNvCxnSpPr>
          <p:nvPr/>
        </p:nvCxnSpPr>
        <p:spPr>
          <a:xfrm flipH="1" flipV="1">
            <a:off x="6290925" y="5114563"/>
            <a:ext cx="181932" cy="941940"/>
          </a:xfrm>
          <a:prstGeom prst="line">
            <a:avLst/>
          </a:prstGeom>
        </p:spPr>
        <p:style>
          <a:lnRef idx="3">
            <a:schemeClr val="accent1"/>
          </a:lnRef>
          <a:fillRef idx="0">
            <a:schemeClr val="accent1"/>
          </a:fillRef>
          <a:effectRef idx="2">
            <a:schemeClr val="accent1"/>
          </a:effectRef>
          <a:fontRef idx="minor">
            <a:schemeClr val="tx1"/>
          </a:fontRef>
        </p:style>
      </p:cxnSp>
      <p:sp>
        <p:nvSpPr>
          <p:cNvPr id="66" name="文本框 65"/>
          <p:cNvSpPr txBox="1"/>
          <p:nvPr/>
        </p:nvSpPr>
        <p:spPr>
          <a:xfrm>
            <a:off x="5467752" y="6428137"/>
            <a:ext cx="30008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E</a:t>
            </a: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67" name="文本框 66"/>
          <p:cNvSpPr txBox="1"/>
          <p:nvPr/>
        </p:nvSpPr>
        <p:spPr>
          <a:xfrm>
            <a:off x="6313048" y="6428138"/>
            <a:ext cx="29527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solidFill>
                  <a:prstClr val="black"/>
                </a:solidFill>
                <a:latin typeface="等线" panose="020F0502020204030204"/>
                <a:ea typeface="等线" panose="02010600030101010101" pitchFamily="2" charset="-122"/>
              </a:rPr>
              <a:t>F</a:t>
            </a: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pic>
        <p:nvPicPr>
          <p:cNvPr id="68" name="Picture 24" descr="集线器"/>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10423" y="4994311"/>
            <a:ext cx="914400" cy="6029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69" name="直接箭头连接符 68"/>
          <p:cNvCxnSpPr/>
          <p:nvPr/>
        </p:nvCxnSpPr>
        <p:spPr>
          <a:xfrm flipH="1">
            <a:off x="5564914" y="5663200"/>
            <a:ext cx="91018" cy="279064"/>
          </a:xfrm>
          <a:prstGeom prst="straightConnector1">
            <a:avLst/>
          </a:prstGeom>
          <a:ln w="38100">
            <a:solidFill>
              <a:srgbClr val="333399"/>
            </a:solidFill>
            <a:tailEnd type="triangle"/>
          </a:ln>
        </p:spPr>
        <p:style>
          <a:lnRef idx="3">
            <a:schemeClr val="accent2"/>
          </a:lnRef>
          <a:fillRef idx="0">
            <a:schemeClr val="accent2"/>
          </a:fillRef>
          <a:effectRef idx="2">
            <a:schemeClr val="accent2"/>
          </a:effectRef>
          <a:fontRef idx="minor">
            <a:schemeClr val="tx1"/>
          </a:fontRef>
        </p:style>
      </p:cxnSp>
      <p:cxnSp>
        <p:nvCxnSpPr>
          <p:cNvPr id="70" name="直接箭头连接符 69"/>
          <p:cNvCxnSpPr/>
          <p:nvPr/>
        </p:nvCxnSpPr>
        <p:spPr>
          <a:xfrm>
            <a:off x="6484730" y="5627452"/>
            <a:ext cx="107337" cy="314812"/>
          </a:xfrm>
          <a:prstGeom prst="straightConnector1">
            <a:avLst/>
          </a:prstGeom>
          <a:ln w="38100">
            <a:solidFill>
              <a:srgbClr val="333399"/>
            </a:solidFill>
            <a:tailEnd type="triangle"/>
          </a:ln>
        </p:spPr>
        <p:style>
          <a:lnRef idx="3">
            <a:schemeClr val="accent2"/>
          </a:lnRef>
          <a:fillRef idx="0">
            <a:schemeClr val="accent2"/>
          </a:fillRef>
          <a:effectRef idx="2">
            <a:schemeClr val="accent2"/>
          </a:effectRef>
          <a:fontRef idx="minor">
            <a:schemeClr val="tx1"/>
          </a:fontRef>
        </p:style>
      </p:cxnSp>
      <p:cxnSp>
        <p:nvCxnSpPr>
          <p:cNvPr id="6" name="直接连接符 5"/>
          <p:cNvCxnSpPr/>
          <p:nvPr/>
        </p:nvCxnSpPr>
        <p:spPr>
          <a:xfrm flipH="1">
            <a:off x="6076310" y="4241757"/>
            <a:ext cx="5079" cy="752814"/>
          </a:xfrm>
          <a:prstGeom prst="line">
            <a:avLst/>
          </a:prstGeom>
        </p:spPr>
        <p:style>
          <a:lnRef idx="3">
            <a:schemeClr val="accent1"/>
          </a:lnRef>
          <a:fillRef idx="0">
            <a:schemeClr val="accent1"/>
          </a:fillRef>
          <a:effectRef idx="2">
            <a:schemeClr val="accent1"/>
          </a:effectRef>
          <a:fontRef idx="minor">
            <a:schemeClr val="tx1"/>
          </a:fontRef>
        </p:style>
      </p:cxnSp>
      <p:pic>
        <p:nvPicPr>
          <p:cNvPr id="74" name="Picture 48"/>
          <p:cNvPicPr>
            <a:picLocks noChangeArrowheads="1"/>
          </p:cNvPicPr>
          <p:nvPr/>
        </p:nvPicPr>
        <p:blipFill>
          <a:blip r:embed="rId5">
            <a:duotone>
              <a:prstClr val="black"/>
              <a:schemeClr val="accent1">
                <a:tint val="45000"/>
                <a:satMod val="400000"/>
              </a:schemeClr>
            </a:duotone>
            <a:extLst>
              <a:ext uri="{28A0092B-C50C-407E-A947-70E740481C1C}">
                <a14:useLocalDpi xmlns:a14="http://schemas.microsoft.com/office/drawing/2010/main" val="0"/>
              </a:ext>
            </a:extLst>
          </a:blip>
          <a:srcRect/>
          <a:stretch>
            <a:fillRect/>
          </a:stretch>
        </p:blipFill>
        <p:spPr bwMode="auto">
          <a:xfrm>
            <a:off x="5663507" y="3776010"/>
            <a:ext cx="870272" cy="606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71" name="椭圆 70"/>
          <p:cNvSpPr/>
          <p:nvPr/>
        </p:nvSpPr>
        <p:spPr>
          <a:xfrm>
            <a:off x="6001893" y="4365338"/>
            <a:ext cx="135653" cy="114883"/>
          </a:xfrm>
          <a:prstGeom prst="ellipse">
            <a:avLst/>
          </a:prstGeom>
          <a:solidFill>
            <a:srgbClr val="5B30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cxnSp>
        <p:nvCxnSpPr>
          <p:cNvPr id="73" name="直接箭头连接符 72"/>
          <p:cNvCxnSpPr/>
          <p:nvPr/>
        </p:nvCxnSpPr>
        <p:spPr>
          <a:xfrm>
            <a:off x="6234070" y="4515682"/>
            <a:ext cx="8784" cy="432423"/>
          </a:xfrm>
          <a:prstGeom prst="straightConnector1">
            <a:avLst/>
          </a:prstGeom>
          <a:ln w="38100">
            <a:solidFill>
              <a:srgbClr val="333399"/>
            </a:solidFill>
            <a:tailEnd type="triangle"/>
          </a:ln>
        </p:spPr>
        <p:style>
          <a:lnRef idx="3">
            <a:schemeClr val="accent2"/>
          </a:lnRef>
          <a:fillRef idx="0">
            <a:schemeClr val="accent2"/>
          </a:fillRef>
          <a:effectRef idx="2">
            <a:schemeClr val="accent2"/>
          </a:effectRef>
          <a:fontRef idx="minor">
            <a:schemeClr val="tx1"/>
          </a:fontRef>
        </p:style>
      </p:cxnSp>
      <p:sp>
        <p:nvSpPr>
          <p:cNvPr id="76" name="文本框 75"/>
          <p:cNvSpPr txBox="1"/>
          <p:nvPr/>
        </p:nvSpPr>
        <p:spPr>
          <a:xfrm>
            <a:off x="5305877" y="4412988"/>
            <a:ext cx="715260"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端口</a:t>
            </a:r>
            <a:r>
              <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3</a:t>
            </a: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75" name="日期占位符 36"/>
          <p:cNvSpPr>
            <a:spLocks noGrp="1"/>
          </p:cNvSpPr>
          <p:nvPr>
            <p:ph type="dt" sz="half" idx="10"/>
          </p:nvPr>
        </p:nvSpPr>
        <p:spPr>
          <a:xfrm>
            <a:off x="197335" y="6489303"/>
            <a:ext cx="2743200" cy="365125"/>
          </a:xfrm>
        </p:spPr>
        <p:txBody>
          <a:bodyPr/>
          <a:lstStyle/>
          <a:p>
            <a:r>
              <a:rPr lang="en-US" altLang="zh-CN" dirty="0">
                <a:latin typeface="微软雅黑" panose="020B0503020204020204" pitchFamily="34" charset="-122"/>
                <a:ea typeface="微软雅黑" panose="020B0503020204020204" pitchFamily="34" charset="-122"/>
              </a:rPr>
              <a:t>4.4 </a:t>
            </a:r>
            <a:r>
              <a:rPr lang="zh-CN" altLang="en-US" dirty="0">
                <a:latin typeface="微软雅黑" panose="020B0503020204020204" pitchFamily="34" charset="-122"/>
                <a:ea typeface="微软雅黑" panose="020B0503020204020204" pitchFamily="34" charset="-122"/>
              </a:rPr>
              <a:t>数据链路层交换</a:t>
            </a:r>
          </a:p>
        </p:txBody>
      </p:sp>
      <p:sp>
        <p:nvSpPr>
          <p:cNvPr id="77" name="灯片编号占位符 38"/>
          <p:cNvSpPr>
            <a:spLocks noGrp="1"/>
          </p:cNvSpPr>
          <p:nvPr>
            <p:ph type="sldNum" sz="quarter" idx="12"/>
          </p:nvPr>
        </p:nvSpPr>
        <p:spPr>
          <a:xfrm>
            <a:off x="8686810" y="6489303"/>
            <a:ext cx="3319670" cy="365125"/>
          </a:xfrm>
        </p:spPr>
        <p:txBody>
          <a:bodyPr/>
          <a:lstStyle/>
          <a:p>
            <a:fld id="{8D4D1E41-7A09-AB4A-A4E1-09765ADA2698}" type="slidenum">
              <a:rPr kumimoji="1" lang="zh-CN" altLang="en-US" smtClean="0"/>
              <a:t>69</a:t>
            </a:fld>
            <a:endParaRPr kumimoji="1"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4"/>
                                        </p:tgtEl>
                                        <p:attrNameLst>
                                          <p:attrName>style.visibility</p:attrName>
                                        </p:attrNameLst>
                                      </p:cBhvr>
                                      <p:to>
                                        <p:strVal val="visible"/>
                                      </p:to>
                                    </p:set>
                                    <p:animEffect transition="in" filter="fade">
                                      <p:cBhvr>
                                        <p:cTn id="7" dur="500"/>
                                        <p:tgtEl>
                                          <p:spTgt spid="9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5"/>
                                        </p:tgtEl>
                                        <p:attrNameLst>
                                          <p:attrName>style.visibility</p:attrName>
                                        </p:attrNameLst>
                                      </p:cBhvr>
                                      <p:to>
                                        <p:strVal val="visible"/>
                                      </p:to>
                                    </p:set>
                                    <p:animEffect transition="in" filter="fade">
                                      <p:cBhvr>
                                        <p:cTn id="12" dur="500"/>
                                        <p:tgtEl>
                                          <p:spTgt spid="9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99"/>
                                        </p:tgtEl>
                                        <p:attrNameLst>
                                          <p:attrName>style.visibility</p:attrName>
                                        </p:attrNameLst>
                                      </p:cBhvr>
                                      <p:to>
                                        <p:strVal val="visible"/>
                                      </p:to>
                                    </p:set>
                                    <p:animEffect transition="in" filter="wipe(down)">
                                      <p:cBhvr>
                                        <p:cTn id="17" dur="500"/>
                                        <p:tgtEl>
                                          <p:spTgt spid="9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105"/>
                                        </p:tgtEl>
                                        <p:attrNameLst>
                                          <p:attrName>style.visibility</p:attrName>
                                        </p:attrNameLst>
                                      </p:cBhvr>
                                      <p:to>
                                        <p:strVal val="visible"/>
                                      </p:to>
                                    </p:set>
                                    <p:animEffect transition="in" filter="wipe(up)">
                                      <p:cBhvr>
                                        <p:cTn id="22" dur="500"/>
                                        <p:tgtEl>
                                          <p:spTgt spid="105"/>
                                        </p:tgtEl>
                                      </p:cBhvr>
                                    </p:animEffect>
                                  </p:childTnLst>
                                </p:cTn>
                              </p:par>
                              <p:par>
                                <p:cTn id="23" presetID="22" presetClass="entr" presetSubtype="8" fill="hold" nodeType="withEffect">
                                  <p:stCondLst>
                                    <p:cond delay="0"/>
                                  </p:stCondLst>
                                  <p:childTnLst>
                                    <p:set>
                                      <p:cBhvr>
                                        <p:cTn id="24" dur="1" fill="hold">
                                          <p:stCondLst>
                                            <p:cond delay="0"/>
                                          </p:stCondLst>
                                        </p:cTn>
                                        <p:tgtEl>
                                          <p:spTgt spid="113"/>
                                        </p:tgtEl>
                                        <p:attrNameLst>
                                          <p:attrName>style.visibility</p:attrName>
                                        </p:attrNameLst>
                                      </p:cBhvr>
                                      <p:to>
                                        <p:strVal val="visible"/>
                                      </p:to>
                                    </p:set>
                                    <p:animEffect transition="in" filter="wipe(left)">
                                      <p:cBhvr>
                                        <p:cTn id="25" dur="500"/>
                                        <p:tgtEl>
                                          <p:spTgt spid="113"/>
                                        </p:tgtEl>
                                      </p:cBhvr>
                                    </p:animEffect>
                                  </p:childTnLst>
                                </p:cTn>
                              </p:par>
                            </p:childTnLst>
                          </p:cTn>
                        </p:par>
                      </p:childTnLst>
                    </p:cTn>
                  </p:par>
                  <p:par>
                    <p:cTn id="26" fill="hold">
                      <p:stCondLst>
                        <p:cond delay="indefinite"/>
                      </p:stCondLst>
                      <p:childTnLst>
                        <p:par>
                          <p:cTn id="27" fill="hold">
                            <p:stCondLst>
                              <p:cond delay="0"/>
                            </p:stCondLst>
                            <p:childTnLst>
                              <p:par>
                                <p:cTn id="28" presetID="21" presetClass="entr" presetSubtype="1" fill="hold" grpId="0" nodeType="clickEffect">
                                  <p:stCondLst>
                                    <p:cond delay="0"/>
                                  </p:stCondLst>
                                  <p:childTnLst>
                                    <p:set>
                                      <p:cBhvr>
                                        <p:cTn id="29" dur="1" fill="hold">
                                          <p:stCondLst>
                                            <p:cond delay="0"/>
                                          </p:stCondLst>
                                        </p:cTn>
                                        <p:tgtEl>
                                          <p:spTgt spid="44"/>
                                        </p:tgtEl>
                                        <p:attrNameLst>
                                          <p:attrName>style.visibility</p:attrName>
                                        </p:attrNameLst>
                                      </p:cBhvr>
                                      <p:to>
                                        <p:strVal val="visible"/>
                                      </p:to>
                                    </p:set>
                                    <p:animEffect transition="in" filter="wheel(1)">
                                      <p:cBhvr>
                                        <p:cTn id="30" dur="500"/>
                                        <p:tgtEl>
                                          <p:spTgt spid="44"/>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56">
                                            <p:txEl>
                                              <p:pRg st="0" end="0"/>
                                            </p:txEl>
                                          </p:spTgt>
                                        </p:tgtEl>
                                        <p:attrNameLst>
                                          <p:attrName>style.visibility</p:attrName>
                                        </p:attrNameLst>
                                      </p:cBhvr>
                                      <p:to>
                                        <p:strVal val="visible"/>
                                      </p:to>
                                    </p:set>
                                    <p:animEffect transition="in" filter="fade">
                                      <p:cBhvr>
                                        <p:cTn id="35" dur="500"/>
                                        <p:tgtEl>
                                          <p:spTgt spid="56">
                                            <p:txEl>
                                              <p:pRg st="0" end="0"/>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56">
                                            <p:txEl>
                                              <p:pRg st="1" end="1"/>
                                            </p:txEl>
                                          </p:spTgt>
                                        </p:tgtEl>
                                        <p:attrNameLst>
                                          <p:attrName>style.visibility</p:attrName>
                                        </p:attrNameLst>
                                      </p:cBhvr>
                                      <p:to>
                                        <p:strVal val="visible"/>
                                      </p:to>
                                    </p:set>
                                    <p:animEffect transition="in" filter="fade">
                                      <p:cBhvr>
                                        <p:cTn id="40" dur="500"/>
                                        <p:tgtEl>
                                          <p:spTgt spid="56">
                                            <p:txEl>
                                              <p:pRg st="1" end="1"/>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nodeType="clickEffect">
                                  <p:stCondLst>
                                    <p:cond delay="0"/>
                                  </p:stCondLst>
                                  <p:childTnLst>
                                    <p:set>
                                      <p:cBhvr>
                                        <p:cTn id="44" dur="1" fill="hold">
                                          <p:stCondLst>
                                            <p:cond delay="0"/>
                                          </p:stCondLst>
                                        </p:cTn>
                                        <p:tgtEl>
                                          <p:spTgt spid="49"/>
                                        </p:tgtEl>
                                        <p:attrNameLst>
                                          <p:attrName>style.visibility</p:attrName>
                                        </p:attrNameLst>
                                      </p:cBhvr>
                                      <p:to>
                                        <p:strVal val="visible"/>
                                      </p:to>
                                    </p:set>
                                    <p:animEffect transition="in" filter="wipe(left)">
                                      <p:cBhvr>
                                        <p:cTn id="45" dur="500"/>
                                        <p:tgtEl>
                                          <p:spTgt spid="49"/>
                                        </p:tgtEl>
                                      </p:cBhvr>
                                    </p:animEffect>
                                  </p:childTnLst>
                                </p:cTn>
                              </p:par>
                              <p:par>
                                <p:cTn id="46" presetID="22" presetClass="entr" presetSubtype="1" fill="hold" nodeType="withEffect">
                                  <p:stCondLst>
                                    <p:cond delay="0"/>
                                  </p:stCondLst>
                                  <p:childTnLst>
                                    <p:set>
                                      <p:cBhvr>
                                        <p:cTn id="47" dur="1" fill="hold">
                                          <p:stCondLst>
                                            <p:cond delay="0"/>
                                          </p:stCondLst>
                                        </p:cTn>
                                        <p:tgtEl>
                                          <p:spTgt spid="73"/>
                                        </p:tgtEl>
                                        <p:attrNameLst>
                                          <p:attrName>style.visibility</p:attrName>
                                        </p:attrNameLst>
                                      </p:cBhvr>
                                      <p:to>
                                        <p:strVal val="visible"/>
                                      </p:to>
                                    </p:set>
                                    <p:animEffect transition="in" filter="wipe(up)">
                                      <p:cBhvr>
                                        <p:cTn id="48" dur="500"/>
                                        <p:tgtEl>
                                          <p:spTgt spid="73"/>
                                        </p:tgtEl>
                                      </p:cBhvr>
                                    </p:animEffect>
                                  </p:childTnLst>
                                </p:cTn>
                              </p:par>
                            </p:childTnLst>
                          </p:cTn>
                        </p:par>
                        <p:par>
                          <p:cTn id="49" fill="hold">
                            <p:stCondLst>
                              <p:cond delay="500"/>
                            </p:stCondLst>
                            <p:childTnLst>
                              <p:par>
                                <p:cTn id="50" presetID="22" presetClass="entr" presetSubtype="1" fill="hold" nodeType="afterEffect">
                                  <p:stCondLst>
                                    <p:cond delay="0"/>
                                  </p:stCondLst>
                                  <p:childTnLst>
                                    <p:set>
                                      <p:cBhvr>
                                        <p:cTn id="51" dur="1" fill="hold">
                                          <p:stCondLst>
                                            <p:cond delay="0"/>
                                          </p:stCondLst>
                                        </p:cTn>
                                        <p:tgtEl>
                                          <p:spTgt spid="52"/>
                                        </p:tgtEl>
                                        <p:attrNameLst>
                                          <p:attrName>style.visibility</p:attrName>
                                        </p:attrNameLst>
                                      </p:cBhvr>
                                      <p:to>
                                        <p:strVal val="visible"/>
                                      </p:to>
                                    </p:set>
                                    <p:animEffect transition="in" filter="wipe(up)">
                                      <p:cBhvr>
                                        <p:cTn id="52" dur="500"/>
                                        <p:tgtEl>
                                          <p:spTgt spid="52"/>
                                        </p:tgtEl>
                                      </p:cBhvr>
                                    </p:animEffect>
                                  </p:childTnLst>
                                </p:cTn>
                              </p:par>
                              <p:par>
                                <p:cTn id="53" presetID="22" presetClass="entr" presetSubtype="1" fill="hold" nodeType="withEffect">
                                  <p:stCondLst>
                                    <p:cond delay="0"/>
                                  </p:stCondLst>
                                  <p:childTnLst>
                                    <p:set>
                                      <p:cBhvr>
                                        <p:cTn id="54" dur="1" fill="hold">
                                          <p:stCondLst>
                                            <p:cond delay="0"/>
                                          </p:stCondLst>
                                        </p:cTn>
                                        <p:tgtEl>
                                          <p:spTgt spid="53"/>
                                        </p:tgtEl>
                                        <p:attrNameLst>
                                          <p:attrName>style.visibility</p:attrName>
                                        </p:attrNameLst>
                                      </p:cBhvr>
                                      <p:to>
                                        <p:strVal val="visible"/>
                                      </p:to>
                                    </p:set>
                                    <p:animEffect transition="in" filter="wipe(up)">
                                      <p:cBhvr>
                                        <p:cTn id="55" dur="500"/>
                                        <p:tgtEl>
                                          <p:spTgt spid="53"/>
                                        </p:tgtEl>
                                      </p:cBhvr>
                                    </p:animEffect>
                                  </p:childTnLst>
                                </p:cTn>
                              </p:par>
                              <p:par>
                                <p:cTn id="56" presetID="22" presetClass="entr" presetSubtype="1" fill="hold" nodeType="withEffect">
                                  <p:stCondLst>
                                    <p:cond delay="0"/>
                                  </p:stCondLst>
                                  <p:childTnLst>
                                    <p:set>
                                      <p:cBhvr>
                                        <p:cTn id="57" dur="1" fill="hold">
                                          <p:stCondLst>
                                            <p:cond delay="0"/>
                                          </p:stCondLst>
                                        </p:cTn>
                                        <p:tgtEl>
                                          <p:spTgt spid="69"/>
                                        </p:tgtEl>
                                        <p:attrNameLst>
                                          <p:attrName>style.visibility</p:attrName>
                                        </p:attrNameLst>
                                      </p:cBhvr>
                                      <p:to>
                                        <p:strVal val="visible"/>
                                      </p:to>
                                    </p:set>
                                    <p:animEffect transition="in" filter="wipe(up)">
                                      <p:cBhvr>
                                        <p:cTn id="58" dur="500"/>
                                        <p:tgtEl>
                                          <p:spTgt spid="69"/>
                                        </p:tgtEl>
                                      </p:cBhvr>
                                    </p:animEffect>
                                  </p:childTnLst>
                                </p:cTn>
                              </p:par>
                              <p:par>
                                <p:cTn id="59" presetID="22" presetClass="entr" presetSubtype="1" fill="hold" nodeType="withEffect">
                                  <p:stCondLst>
                                    <p:cond delay="0"/>
                                  </p:stCondLst>
                                  <p:childTnLst>
                                    <p:set>
                                      <p:cBhvr>
                                        <p:cTn id="60" dur="1" fill="hold">
                                          <p:stCondLst>
                                            <p:cond delay="0"/>
                                          </p:stCondLst>
                                        </p:cTn>
                                        <p:tgtEl>
                                          <p:spTgt spid="70"/>
                                        </p:tgtEl>
                                        <p:attrNameLst>
                                          <p:attrName>style.visibility</p:attrName>
                                        </p:attrNameLst>
                                      </p:cBhvr>
                                      <p:to>
                                        <p:strVal val="visible"/>
                                      </p:to>
                                    </p:set>
                                    <p:animEffect transition="in" filter="wipe(up)">
                                      <p:cBhvr>
                                        <p:cTn id="61" dur="500"/>
                                        <p:tgtEl>
                                          <p:spTgt spid="70"/>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56">
                                            <p:txEl>
                                              <p:pRg st="2" end="2"/>
                                            </p:txEl>
                                          </p:spTgt>
                                        </p:tgtEl>
                                        <p:attrNameLst>
                                          <p:attrName>style.visibility</p:attrName>
                                        </p:attrNameLst>
                                      </p:cBhvr>
                                      <p:to>
                                        <p:strVal val="visible"/>
                                      </p:to>
                                    </p:set>
                                    <p:animEffect transition="in" filter="fade">
                                      <p:cBhvr>
                                        <p:cTn id="66" dur="500"/>
                                        <p:tgtEl>
                                          <p:spTgt spid="56">
                                            <p:txEl>
                                              <p:pRg st="2" end="2"/>
                                            </p:txEl>
                                          </p:spTgt>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nodeType="clickEffect">
                                  <p:stCondLst>
                                    <p:cond delay="0"/>
                                  </p:stCondLst>
                                  <p:childTnLst>
                                    <p:set>
                                      <p:cBhvr>
                                        <p:cTn id="70" dur="1" fill="hold">
                                          <p:stCondLst>
                                            <p:cond delay="0"/>
                                          </p:stCondLst>
                                        </p:cTn>
                                        <p:tgtEl>
                                          <p:spTgt spid="56">
                                            <p:txEl>
                                              <p:pRg st="3" end="3"/>
                                            </p:txEl>
                                          </p:spTgt>
                                        </p:tgtEl>
                                        <p:attrNameLst>
                                          <p:attrName>style.visibility</p:attrName>
                                        </p:attrNameLst>
                                      </p:cBhvr>
                                      <p:to>
                                        <p:strVal val="visible"/>
                                      </p:to>
                                    </p:set>
                                    <p:animEffect transition="in" filter="fade">
                                      <p:cBhvr>
                                        <p:cTn id="71" dur="500"/>
                                        <p:tgtEl>
                                          <p:spTgt spid="56">
                                            <p:txEl>
                                              <p:pRg st="3" end="3"/>
                                            </p:txEl>
                                          </p:spTgt>
                                        </p:tgtEl>
                                      </p:cBhvr>
                                    </p:animEffect>
                                  </p:childTnLst>
                                </p:cTn>
                              </p:par>
                            </p:childTnLst>
                          </p:cTn>
                        </p:par>
                      </p:childTnLst>
                    </p:cTn>
                  </p:par>
                  <p:par>
                    <p:cTn id="72" fill="hold">
                      <p:stCondLst>
                        <p:cond delay="indefinite"/>
                      </p:stCondLst>
                      <p:childTnLst>
                        <p:par>
                          <p:cTn id="73" fill="hold">
                            <p:stCondLst>
                              <p:cond delay="0"/>
                            </p:stCondLst>
                            <p:childTnLst>
                              <p:par>
                                <p:cTn id="74" presetID="10" presetClass="entr" presetSubtype="0" fill="hold" nodeType="clickEffect">
                                  <p:stCondLst>
                                    <p:cond delay="0"/>
                                  </p:stCondLst>
                                  <p:childTnLst>
                                    <p:set>
                                      <p:cBhvr>
                                        <p:cTn id="75" dur="1" fill="hold">
                                          <p:stCondLst>
                                            <p:cond delay="0"/>
                                          </p:stCondLst>
                                        </p:cTn>
                                        <p:tgtEl>
                                          <p:spTgt spid="56">
                                            <p:txEl>
                                              <p:pRg st="4" end="4"/>
                                            </p:txEl>
                                          </p:spTgt>
                                        </p:tgtEl>
                                        <p:attrNameLst>
                                          <p:attrName>style.visibility</p:attrName>
                                        </p:attrNameLst>
                                      </p:cBhvr>
                                      <p:to>
                                        <p:strVal val="visible"/>
                                      </p:to>
                                    </p:set>
                                    <p:animEffect transition="in" filter="fade">
                                      <p:cBhvr>
                                        <p:cTn id="76" dur="500"/>
                                        <p:tgtEl>
                                          <p:spTgt spid="5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 grpId="0" animBg="1"/>
      <p:bldP spid="95" grpId="0"/>
      <p:bldP spid="44"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 name="内容占位符 2"/>
          <p:cNvSpPr>
            <a:spLocks noGrp="1"/>
          </p:cNvSpPr>
          <p:nvPr>
            <p:ph idx="1"/>
          </p:nvPr>
        </p:nvSpPr>
        <p:spPr>
          <a:xfrm>
            <a:off x="838200" y="1417272"/>
            <a:ext cx="10515600" cy="5131205"/>
          </a:xfrm>
        </p:spPr>
        <p:txBody>
          <a:bodyPr>
            <a:normAutofit/>
          </a:bodyPr>
          <a:lstStyle/>
          <a:p>
            <a:pPr>
              <a:lnSpc>
                <a:spcPct val="120000"/>
              </a:lnSpc>
            </a:pPr>
            <a:r>
              <a:rPr lang="en-US" altLang="zh-CN" dirty="0"/>
              <a:t>Flooding</a:t>
            </a:r>
            <a:r>
              <a:rPr lang="zh-CN" altLang="en-US" dirty="0"/>
              <a:t>（泛洪）</a:t>
            </a:r>
            <a:endParaRPr lang="en-US" altLang="zh-CN" dirty="0"/>
          </a:p>
          <a:p>
            <a:pPr lvl="1">
              <a:lnSpc>
                <a:spcPct val="120000"/>
              </a:lnSpc>
            </a:pPr>
            <a:r>
              <a:rPr lang="zh-CN" altLang="en-US" sz="2400" dirty="0"/>
              <a:t>两种目的地址的帧，需要泛洪</a:t>
            </a:r>
            <a:r>
              <a:rPr lang="zh-CN" altLang="en-US" dirty="0"/>
              <a:t>：</a:t>
            </a:r>
            <a:endParaRPr lang="en-US" altLang="zh-CN" dirty="0"/>
          </a:p>
          <a:p>
            <a:pPr lvl="2">
              <a:lnSpc>
                <a:spcPct val="120000"/>
              </a:lnSpc>
            </a:pPr>
            <a:r>
              <a:rPr lang="zh-CN" altLang="en-US" sz="2400" dirty="0">
                <a:solidFill>
                  <a:srgbClr val="7030A0"/>
                </a:solidFill>
              </a:rPr>
              <a:t>广播帧</a:t>
            </a:r>
            <a:r>
              <a:rPr lang="zh-CN" altLang="en-US" sz="2400" dirty="0"/>
              <a:t>：目的地址为</a:t>
            </a:r>
            <a:r>
              <a:rPr lang="en-US" altLang="zh-CN" sz="2400" dirty="0"/>
              <a:t>FF-FF-FF-FF-FF-FF</a:t>
            </a:r>
            <a:r>
              <a:rPr lang="zh-CN" altLang="en-US" sz="2400" dirty="0"/>
              <a:t>的数据帧</a:t>
            </a:r>
            <a:endParaRPr lang="en-US" altLang="zh-CN" sz="2400" dirty="0"/>
          </a:p>
          <a:p>
            <a:pPr lvl="2">
              <a:lnSpc>
                <a:spcPct val="120000"/>
              </a:lnSpc>
            </a:pPr>
            <a:r>
              <a:rPr lang="zh-CN" altLang="en-US" sz="2400" dirty="0">
                <a:solidFill>
                  <a:srgbClr val="7030A0"/>
                </a:solidFill>
              </a:rPr>
              <a:t>未知单播帧</a:t>
            </a:r>
            <a:r>
              <a:rPr lang="zh-CN" altLang="en-US" sz="2400" dirty="0"/>
              <a:t>：目的地址不在</a:t>
            </a:r>
            <a:r>
              <a:rPr lang="en-US" altLang="zh-CN" sz="2400" dirty="0"/>
              <a:t>MAC</a:t>
            </a:r>
            <a:r>
              <a:rPr lang="zh-CN" altLang="en-US" sz="2400" dirty="0"/>
              <a:t>地址转发表中的单播数据帧</a:t>
            </a:r>
            <a:endParaRPr lang="en-US" altLang="zh-CN" sz="2400" dirty="0"/>
          </a:p>
          <a:p>
            <a:pPr marL="0" indent="0">
              <a:lnSpc>
                <a:spcPct val="120000"/>
              </a:lnSpc>
              <a:buNone/>
            </a:pPr>
            <a:endParaRPr lang="en-US" altLang="zh-CN" dirty="0"/>
          </a:p>
          <a:p>
            <a:pPr marL="0" indent="0">
              <a:lnSpc>
                <a:spcPct val="120000"/>
              </a:lnSpc>
              <a:buNone/>
            </a:pPr>
            <a:endParaRPr kumimoji="1" lang="zh-CN" altLang="en-US" dirty="0"/>
          </a:p>
        </p:txBody>
      </p:sp>
      <p:sp>
        <p:nvSpPr>
          <p:cNvPr id="2" name="标题 1"/>
          <p:cNvSpPr>
            <a:spLocks noGrp="1"/>
          </p:cNvSpPr>
          <p:nvPr>
            <p:ph type="title"/>
          </p:nvPr>
        </p:nvSpPr>
        <p:spPr/>
        <p:txBody>
          <a:bodyPr>
            <a:normAutofit/>
          </a:bodyPr>
          <a:lstStyle/>
          <a:p>
            <a:r>
              <a:rPr kumimoji="1" lang="en-US" altLang="zh-CN" dirty="0"/>
              <a:t> </a:t>
            </a:r>
            <a:r>
              <a:rPr kumimoji="1" lang="zh-CN" altLang="zh-CN" dirty="0"/>
              <a:t>数据链路层交换原理</a:t>
            </a:r>
            <a:endParaRPr kumimoji="1" lang="zh-CN" altLang="en-US" dirty="0"/>
          </a:p>
        </p:txBody>
      </p:sp>
      <p:sp>
        <p:nvSpPr>
          <p:cNvPr id="8" name="日期占位符 36"/>
          <p:cNvSpPr>
            <a:spLocks noGrp="1"/>
          </p:cNvSpPr>
          <p:nvPr>
            <p:ph type="dt" sz="half" idx="10"/>
          </p:nvPr>
        </p:nvSpPr>
        <p:spPr>
          <a:xfrm>
            <a:off x="197335" y="6489303"/>
            <a:ext cx="2743200" cy="365125"/>
          </a:xfrm>
        </p:spPr>
        <p:txBody>
          <a:bodyPr/>
          <a:lstStyle/>
          <a:p>
            <a:r>
              <a:rPr lang="en-US" altLang="zh-CN" dirty="0">
                <a:latin typeface="微软雅黑" panose="020B0503020204020204" pitchFamily="34" charset="-122"/>
                <a:ea typeface="微软雅黑" panose="020B0503020204020204" pitchFamily="34" charset="-122"/>
              </a:rPr>
              <a:t>4.4 </a:t>
            </a:r>
            <a:r>
              <a:rPr lang="zh-CN" altLang="en-US" dirty="0">
                <a:latin typeface="微软雅黑" panose="020B0503020204020204" pitchFamily="34" charset="-122"/>
                <a:ea typeface="微软雅黑" panose="020B0503020204020204" pitchFamily="34" charset="-122"/>
              </a:rPr>
              <a:t>数据链路层交换</a:t>
            </a:r>
          </a:p>
        </p:txBody>
      </p:sp>
      <p:sp>
        <p:nvSpPr>
          <p:cNvPr id="9" name="灯片编号占位符 38"/>
          <p:cNvSpPr>
            <a:spLocks noGrp="1"/>
          </p:cNvSpPr>
          <p:nvPr>
            <p:ph type="sldNum" sz="quarter" idx="12"/>
          </p:nvPr>
        </p:nvSpPr>
        <p:spPr>
          <a:xfrm>
            <a:off x="8686810" y="6489303"/>
            <a:ext cx="3319670" cy="365125"/>
          </a:xfrm>
        </p:spPr>
        <p:txBody>
          <a:bodyPr/>
          <a:lstStyle/>
          <a:p>
            <a:fld id="{8D4D1E41-7A09-AB4A-A4E1-09765ADA2698}" type="slidenum">
              <a:rPr kumimoji="1" lang="zh-CN" altLang="en-US" smtClean="0"/>
              <a:t>70</a:t>
            </a:fld>
            <a:endParaRPr kumimoji="1" lang="zh-CN" altLang="en-US" dirty="0"/>
          </a:p>
        </p:txBody>
      </p:sp>
      <p:sp>
        <p:nvSpPr>
          <p:cNvPr id="6" name="波形 5"/>
          <p:cNvSpPr/>
          <p:nvPr/>
        </p:nvSpPr>
        <p:spPr>
          <a:xfrm>
            <a:off x="1886027" y="3832964"/>
            <a:ext cx="2917201" cy="1145309"/>
          </a:xfrm>
          <a:prstGeom prst="wave">
            <a:avLst/>
          </a:prstGeom>
          <a:solidFill>
            <a:schemeClr val="bg2"/>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Bef>
                <a:spcPct val="0"/>
              </a:spcBef>
            </a:pPr>
            <a:r>
              <a:rPr lang="zh-CN" altLang="en-US" sz="2800" b="1" dirty="0">
                <a:solidFill>
                  <a:srgbClr val="7030A0"/>
                </a:solidFill>
              </a:rPr>
              <a:t>泛洪的两种情形！</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en-US" altLang="zh-CN" dirty="0"/>
              <a:t> </a:t>
            </a:r>
            <a:r>
              <a:rPr kumimoji="1" lang="zh-CN" altLang="zh-CN" dirty="0"/>
              <a:t>数据链路层交换原理</a:t>
            </a:r>
            <a:endParaRPr kumimoji="1" lang="zh-CN" altLang="en-US" dirty="0"/>
          </a:p>
        </p:txBody>
      </p:sp>
      <p:sp>
        <p:nvSpPr>
          <p:cNvPr id="91" name="内容占位符 2"/>
          <p:cNvSpPr>
            <a:spLocks noGrp="1"/>
          </p:cNvSpPr>
          <p:nvPr>
            <p:ph idx="1"/>
          </p:nvPr>
        </p:nvSpPr>
        <p:spPr>
          <a:xfrm>
            <a:off x="838200" y="1395756"/>
            <a:ext cx="10515600" cy="5131205"/>
          </a:xfrm>
        </p:spPr>
        <p:txBody>
          <a:bodyPr>
            <a:normAutofit/>
          </a:bodyPr>
          <a:lstStyle/>
          <a:p>
            <a:pPr>
              <a:lnSpc>
                <a:spcPct val="120000"/>
              </a:lnSpc>
            </a:pPr>
            <a:r>
              <a:rPr kumimoji="1" lang="zh-CN" altLang="en-US" dirty="0">
                <a:highlight>
                  <a:srgbClr val="FFFF00"/>
                </a:highlight>
              </a:rPr>
              <a:t>透明网桥工作原理</a:t>
            </a:r>
            <a:r>
              <a:rPr kumimoji="1" lang="zh-CN" altLang="en-US" dirty="0"/>
              <a:t>（</a:t>
            </a:r>
            <a:r>
              <a:rPr kumimoji="1" lang="zh-CN" altLang="en-US" dirty="0">
                <a:solidFill>
                  <a:srgbClr val="7030A0"/>
                </a:solidFill>
              </a:rPr>
              <a:t>小结</a:t>
            </a:r>
            <a:r>
              <a:rPr kumimoji="1" lang="zh-CN" altLang="en-US" dirty="0"/>
              <a:t>）</a:t>
            </a:r>
            <a:endParaRPr kumimoji="1" lang="en-US" altLang="zh-CN" dirty="0"/>
          </a:p>
          <a:p>
            <a:pPr lvl="1">
              <a:lnSpc>
                <a:spcPct val="120000"/>
              </a:lnSpc>
            </a:pPr>
            <a:r>
              <a:rPr lang="zh-CN" altLang="zh-CN" dirty="0"/>
              <a:t>逆向学习</a:t>
            </a:r>
            <a:endParaRPr lang="en-US" altLang="zh-CN" dirty="0"/>
          </a:p>
          <a:p>
            <a:pPr marL="914400" lvl="2" indent="0">
              <a:lnSpc>
                <a:spcPct val="130000"/>
              </a:lnSpc>
              <a:buNone/>
            </a:pPr>
            <a:r>
              <a:rPr lang="zh-CN" altLang="en-US" sz="2400" dirty="0"/>
              <a:t>根据帧的</a:t>
            </a:r>
            <a:r>
              <a:rPr lang="zh-CN" altLang="en-US" sz="2400" dirty="0">
                <a:solidFill>
                  <a:srgbClr val="C00000"/>
                </a:solidFill>
              </a:rPr>
              <a:t>源地址</a:t>
            </a:r>
            <a:r>
              <a:rPr lang="zh-CN" altLang="en-US" sz="2400" dirty="0"/>
              <a:t>在</a:t>
            </a:r>
            <a:r>
              <a:rPr lang="en-US" altLang="zh-CN" sz="2400" dirty="0"/>
              <a:t>MAC</a:t>
            </a:r>
            <a:r>
              <a:rPr lang="zh-CN" altLang="en-US" sz="2400" dirty="0"/>
              <a:t>地址表查找匹配表项，</a:t>
            </a:r>
            <a:endParaRPr lang="en-US" altLang="zh-CN" sz="2400" dirty="0"/>
          </a:p>
          <a:p>
            <a:pPr lvl="2">
              <a:lnSpc>
                <a:spcPct val="130000"/>
              </a:lnSpc>
              <a:buFont typeface="Wingdings" panose="05000000000000000000" pitchFamily="2" charset="2"/>
              <a:buChar char="ü"/>
            </a:pPr>
            <a:r>
              <a:rPr lang="zh-CN" altLang="en-US" sz="2400" dirty="0"/>
              <a:t>如果没有，则</a:t>
            </a:r>
            <a:r>
              <a:rPr lang="zh-CN" altLang="en-US" sz="2400" dirty="0">
                <a:solidFill>
                  <a:srgbClr val="C00000"/>
                </a:solidFill>
              </a:rPr>
              <a:t>增加</a:t>
            </a:r>
            <a:r>
              <a:rPr lang="zh-CN" altLang="en-US" sz="2400" dirty="0"/>
              <a:t>一个新表项（源地址、入境端口、帧到达时间），</a:t>
            </a:r>
            <a:endParaRPr lang="en-US" altLang="zh-CN" sz="2400" dirty="0"/>
          </a:p>
          <a:p>
            <a:pPr lvl="2">
              <a:lnSpc>
                <a:spcPct val="130000"/>
              </a:lnSpc>
              <a:buFont typeface="Wingdings" panose="05000000000000000000" pitchFamily="2" charset="2"/>
              <a:buChar char="ü"/>
            </a:pPr>
            <a:r>
              <a:rPr lang="zh-CN" altLang="en-US" sz="2400" dirty="0"/>
              <a:t>如果有，则</a:t>
            </a:r>
            <a:r>
              <a:rPr lang="zh-CN" altLang="en-US" sz="2400" dirty="0">
                <a:solidFill>
                  <a:srgbClr val="C00000"/>
                </a:solidFill>
              </a:rPr>
              <a:t>更新</a:t>
            </a:r>
            <a:r>
              <a:rPr lang="zh-CN" altLang="en-US" sz="2400" dirty="0"/>
              <a:t>原表项的帧到达时间，重置老化时间。</a:t>
            </a:r>
            <a:endParaRPr lang="en-US" altLang="zh-CN" sz="2400" dirty="0"/>
          </a:p>
          <a:p>
            <a:pPr lvl="1">
              <a:lnSpc>
                <a:spcPct val="130000"/>
              </a:lnSpc>
            </a:pPr>
            <a:r>
              <a:rPr lang="zh-CN" altLang="zh-CN" dirty="0"/>
              <a:t>对入境帧的</a:t>
            </a:r>
            <a:r>
              <a:rPr lang="zh-CN" altLang="en-US" dirty="0"/>
              <a:t>转发过程（</a:t>
            </a:r>
            <a:r>
              <a:rPr lang="zh-CN" altLang="en-US" dirty="0">
                <a:solidFill>
                  <a:srgbClr val="C00000"/>
                </a:solidFill>
              </a:rPr>
              <a:t>三选一</a:t>
            </a:r>
            <a:r>
              <a:rPr lang="zh-CN" altLang="en-US" dirty="0"/>
              <a:t>），查帧的目的地址是否在</a:t>
            </a:r>
            <a:r>
              <a:rPr lang="en-US" altLang="zh-CN" dirty="0"/>
              <a:t>MAC</a:t>
            </a:r>
            <a:r>
              <a:rPr lang="zh-CN" altLang="en-US" dirty="0"/>
              <a:t>地址表中</a:t>
            </a:r>
            <a:endParaRPr lang="en-US" altLang="zh-CN" dirty="0"/>
          </a:p>
          <a:p>
            <a:pPr lvl="2">
              <a:lnSpc>
                <a:spcPct val="130000"/>
              </a:lnSpc>
              <a:buFont typeface="Wingdings" panose="05000000000000000000" pitchFamily="2" charset="2"/>
              <a:buChar char="ü"/>
            </a:pPr>
            <a:r>
              <a:rPr lang="zh-CN" altLang="en-US" sz="2400" dirty="0"/>
              <a:t>如果有，且入境端口≠出境端口，则从对应的出境端口</a:t>
            </a:r>
            <a:r>
              <a:rPr lang="zh-CN" altLang="en-US" sz="2400" dirty="0">
                <a:solidFill>
                  <a:srgbClr val="C00000"/>
                </a:solidFill>
              </a:rPr>
              <a:t>转发帧</a:t>
            </a:r>
            <a:r>
              <a:rPr lang="zh-CN" altLang="en-US" sz="2400" dirty="0"/>
              <a:t>；</a:t>
            </a:r>
            <a:endParaRPr lang="en-US" altLang="zh-CN" sz="2400" dirty="0"/>
          </a:p>
          <a:p>
            <a:pPr lvl="2">
              <a:lnSpc>
                <a:spcPct val="130000"/>
              </a:lnSpc>
              <a:buFont typeface="Wingdings" panose="05000000000000000000" pitchFamily="2" charset="2"/>
              <a:buChar char="ü"/>
            </a:pPr>
            <a:r>
              <a:rPr lang="zh-CN" altLang="en-US" sz="2400" dirty="0"/>
              <a:t>如果有，且入境端口</a:t>
            </a:r>
            <a:r>
              <a:rPr lang="en-US" altLang="zh-CN" sz="2400" dirty="0"/>
              <a:t>=</a:t>
            </a:r>
            <a:r>
              <a:rPr lang="zh-CN" altLang="en-US" sz="2400" dirty="0"/>
              <a:t>出境端口，则丢弃帧（</a:t>
            </a:r>
            <a:r>
              <a:rPr kumimoji="1" lang="zh-CN" altLang="en-US" sz="2400" b="0" i="0" u="none" strike="noStrike" kern="0" cap="none" spc="0" normalizeH="0" baseline="0" noProof="0" dirty="0">
                <a:ln>
                  <a:noFill/>
                </a:ln>
                <a:effectLst/>
                <a:uLnTx/>
                <a:uFillTx/>
                <a:latin typeface="Times New Roman" panose="02020503050405090304"/>
                <a:ea typeface="黑体" panose="02010609060101010101" pitchFamily="2" charset="-122"/>
                <a:cs typeface="+mn-cs"/>
              </a:rPr>
              <a:t>即</a:t>
            </a:r>
            <a:r>
              <a:rPr kumimoji="1" lang="zh-CN" altLang="en-US" sz="2400" b="0" i="0" u="none" strike="noStrike" kern="0" cap="none" spc="0" normalizeH="0" baseline="0" noProof="0" dirty="0">
                <a:ln>
                  <a:noFill/>
                </a:ln>
                <a:solidFill>
                  <a:srgbClr val="C00000"/>
                </a:solidFill>
                <a:effectLst/>
                <a:uLnTx/>
                <a:uFillTx/>
                <a:latin typeface="Times New Roman" panose="02020503050405090304"/>
                <a:ea typeface="黑体" panose="02010609060101010101" pitchFamily="2" charset="-122"/>
                <a:cs typeface="+mn-cs"/>
              </a:rPr>
              <a:t>过滤帧</a:t>
            </a:r>
            <a:r>
              <a:rPr lang="zh-CN" altLang="en-US" sz="2400" dirty="0"/>
              <a:t>）；</a:t>
            </a:r>
            <a:endParaRPr lang="en-US" altLang="zh-CN" sz="2400" dirty="0"/>
          </a:p>
          <a:p>
            <a:pPr lvl="2">
              <a:lnSpc>
                <a:spcPct val="130000"/>
              </a:lnSpc>
              <a:buFont typeface="Wingdings" panose="05000000000000000000" pitchFamily="2" charset="2"/>
              <a:buChar char="ü"/>
            </a:pPr>
            <a:r>
              <a:rPr lang="zh-CN" altLang="en-US" sz="2400" dirty="0"/>
              <a:t>如果没有，则向除入境端口以外的其它所有端口</a:t>
            </a:r>
            <a:r>
              <a:rPr lang="zh-CN" altLang="en-US" sz="2400" dirty="0">
                <a:solidFill>
                  <a:srgbClr val="C00000"/>
                </a:solidFill>
              </a:rPr>
              <a:t>泛洪帧</a:t>
            </a:r>
            <a:r>
              <a:rPr lang="zh-CN" altLang="en-US" sz="2400" dirty="0"/>
              <a:t>。</a:t>
            </a:r>
          </a:p>
          <a:p>
            <a:pPr marL="914400" lvl="2" indent="0">
              <a:lnSpc>
                <a:spcPct val="130000"/>
              </a:lnSpc>
              <a:buNone/>
            </a:pPr>
            <a:endParaRPr lang="en-US" altLang="zh-CN" dirty="0"/>
          </a:p>
          <a:p>
            <a:pPr marL="457200" lvl="1" indent="0">
              <a:lnSpc>
                <a:spcPct val="130000"/>
              </a:lnSpc>
              <a:buNone/>
            </a:pPr>
            <a:endParaRPr lang="en-US" altLang="zh-CN" dirty="0"/>
          </a:p>
          <a:p>
            <a:pPr marL="457200" lvl="1" indent="0">
              <a:lnSpc>
                <a:spcPct val="130000"/>
              </a:lnSpc>
              <a:buNone/>
            </a:pPr>
            <a:endParaRPr lang="zh-CN" altLang="zh-CN" dirty="0"/>
          </a:p>
          <a:p>
            <a:pPr marL="0" indent="0">
              <a:lnSpc>
                <a:spcPct val="120000"/>
              </a:lnSpc>
              <a:buNone/>
            </a:pPr>
            <a:endParaRPr kumimoji="1" lang="zh-CN" altLang="en-US" dirty="0"/>
          </a:p>
        </p:txBody>
      </p:sp>
      <p:sp>
        <p:nvSpPr>
          <p:cNvPr id="8" name="日期占位符 36"/>
          <p:cNvSpPr>
            <a:spLocks noGrp="1"/>
          </p:cNvSpPr>
          <p:nvPr>
            <p:ph type="dt" sz="half" idx="10"/>
          </p:nvPr>
        </p:nvSpPr>
        <p:spPr>
          <a:xfrm>
            <a:off x="197335" y="6489303"/>
            <a:ext cx="2743200" cy="365125"/>
          </a:xfrm>
        </p:spPr>
        <p:txBody>
          <a:bodyPr/>
          <a:lstStyle/>
          <a:p>
            <a:r>
              <a:rPr lang="en-US" altLang="zh-CN" dirty="0">
                <a:latin typeface="微软雅黑" panose="020B0503020204020204" pitchFamily="34" charset="-122"/>
                <a:ea typeface="微软雅黑" panose="020B0503020204020204" pitchFamily="34" charset="-122"/>
              </a:rPr>
              <a:t>4.4 </a:t>
            </a:r>
            <a:r>
              <a:rPr lang="zh-CN" altLang="en-US" dirty="0">
                <a:latin typeface="微软雅黑" panose="020B0503020204020204" pitchFamily="34" charset="-122"/>
                <a:ea typeface="微软雅黑" panose="020B0503020204020204" pitchFamily="34" charset="-122"/>
              </a:rPr>
              <a:t>数据链路层交换</a:t>
            </a:r>
          </a:p>
        </p:txBody>
      </p:sp>
      <p:sp>
        <p:nvSpPr>
          <p:cNvPr id="9" name="灯片编号占位符 38"/>
          <p:cNvSpPr>
            <a:spLocks noGrp="1"/>
          </p:cNvSpPr>
          <p:nvPr>
            <p:ph type="sldNum" sz="quarter" idx="12"/>
          </p:nvPr>
        </p:nvSpPr>
        <p:spPr>
          <a:xfrm>
            <a:off x="8686810" y="6489303"/>
            <a:ext cx="3319670" cy="365125"/>
          </a:xfrm>
        </p:spPr>
        <p:txBody>
          <a:bodyPr/>
          <a:lstStyle/>
          <a:p>
            <a:fld id="{8D4D1E41-7A09-AB4A-A4E1-09765ADA2698}" type="slidenum">
              <a:rPr kumimoji="1" lang="zh-CN" altLang="en-US" smtClean="0"/>
              <a:t>71</a:t>
            </a:fld>
            <a:endParaRPr kumimoji="1" lang="zh-CN" altLang="en-US"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en-US" altLang="zh-CN" dirty="0"/>
              <a:t> </a:t>
            </a:r>
            <a:r>
              <a:rPr kumimoji="1" lang="zh-CN" altLang="zh-CN" dirty="0"/>
              <a:t>链路层交换</a:t>
            </a:r>
            <a:r>
              <a:rPr kumimoji="1" lang="zh-CN" altLang="en-US" dirty="0"/>
              <a:t>机</a:t>
            </a:r>
          </a:p>
        </p:txBody>
      </p:sp>
      <p:sp>
        <p:nvSpPr>
          <p:cNvPr id="91" name="内容占位符 2"/>
          <p:cNvSpPr>
            <a:spLocks noGrp="1"/>
          </p:cNvSpPr>
          <p:nvPr>
            <p:ph idx="1"/>
          </p:nvPr>
        </p:nvSpPr>
        <p:spPr>
          <a:xfrm>
            <a:off x="838200" y="1417272"/>
            <a:ext cx="10515600" cy="5131205"/>
          </a:xfrm>
        </p:spPr>
        <p:txBody>
          <a:bodyPr>
            <a:normAutofit/>
          </a:bodyPr>
          <a:lstStyle/>
          <a:p>
            <a:pPr>
              <a:lnSpc>
                <a:spcPct val="120000"/>
              </a:lnSpc>
            </a:pPr>
            <a:r>
              <a:rPr kumimoji="1" lang="zh-CN" altLang="en-US" dirty="0"/>
              <a:t>执行数据链路层交换算法</a:t>
            </a:r>
            <a:endParaRPr kumimoji="1" lang="en-US" altLang="zh-CN" dirty="0"/>
          </a:p>
          <a:p>
            <a:pPr lvl="1">
              <a:lnSpc>
                <a:spcPct val="120000"/>
              </a:lnSpc>
            </a:pPr>
            <a:r>
              <a:rPr kumimoji="1" lang="zh-CN" altLang="en-US" dirty="0"/>
              <a:t>多端口透明网桥，网桥的现代名称</a:t>
            </a:r>
            <a:endParaRPr kumimoji="1" lang="en-US" altLang="zh-CN" dirty="0"/>
          </a:p>
          <a:p>
            <a:pPr lvl="1">
              <a:lnSpc>
                <a:spcPct val="120000"/>
              </a:lnSpc>
            </a:pPr>
            <a:r>
              <a:rPr kumimoji="1" lang="zh-CN" altLang="en-US" dirty="0"/>
              <a:t>一种即插即用设备</a:t>
            </a:r>
            <a:endParaRPr kumimoji="1" lang="en-US" altLang="zh-CN" dirty="0"/>
          </a:p>
          <a:p>
            <a:pPr>
              <a:lnSpc>
                <a:spcPct val="120000"/>
              </a:lnSpc>
              <a:spcBef>
                <a:spcPts val="1800"/>
              </a:spcBef>
            </a:pPr>
            <a:r>
              <a:rPr lang="en-US" altLang="zh-CN" dirty="0"/>
              <a:t>POE</a:t>
            </a:r>
            <a:r>
              <a:rPr lang="zh-CN" altLang="en-US" dirty="0"/>
              <a:t>（</a:t>
            </a:r>
            <a:r>
              <a:rPr lang="en-US" altLang="zh-CN" dirty="0"/>
              <a:t>Power Over Ethernet</a:t>
            </a:r>
            <a:r>
              <a:rPr lang="zh-CN" altLang="en-US" dirty="0"/>
              <a:t>）交换机</a:t>
            </a:r>
            <a:endParaRPr lang="en-US" altLang="zh-CN" dirty="0"/>
          </a:p>
          <a:p>
            <a:pPr lvl="1">
              <a:lnSpc>
                <a:spcPct val="120000"/>
              </a:lnSpc>
            </a:pPr>
            <a:r>
              <a:rPr kumimoji="1" lang="zh-CN" altLang="en-US" dirty="0"/>
              <a:t>常接：网络摄像机、</a:t>
            </a:r>
            <a:r>
              <a:rPr kumimoji="1" lang="en-US" altLang="zh-CN" dirty="0"/>
              <a:t>AP</a:t>
            </a:r>
            <a:r>
              <a:rPr kumimoji="1" lang="zh-CN" altLang="en-US" dirty="0"/>
              <a:t>、</a:t>
            </a:r>
            <a:r>
              <a:rPr kumimoji="1" lang="en-US" altLang="zh-CN" dirty="0"/>
              <a:t>IP</a:t>
            </a:r>
            <a:r>
              <a:rPr kumimoji="1" lang="zh-CN" altLang="en-US" dirty="0"/>
              <a:t>电话等</a:t>
            </a:r>
            <a:endParaRPr kumimoji="1" lang="en-US" altLang="zh-CN" dirty="0"/>
          </a:p>
          <a:p>
            <a:pPr lvl="1">
              <a:lnSpc>
                <a:spcPct val="120000"/>
              </a:lnSpc>
            </a:pPr>
            <a:r>
              <a:rPr lang="zh-CN" altLang="en-US" dirty="0"/>
              <a:t>主要优点：无需电源（</a:t>
            </a:r>
            <a:r>
              <a:rPr lang="zh-CN" altLang="en-US" dirty="0">
                <a:solidFill>
                  <a:srgbClr val="C00000"/>
                </a:solidFill>
              </a:rPr>
              <a:t>受电端</a:t>
            </a:r>
            <a:r>
              <a:rPr lang="zh-CN" altLang="en-US" dirty="0"/>
              <a:t>）、无需专门布线</a:t>
            </a:r>
            <a:endParaRPr lang="en-US" altLang="zh-CN" dirty="0"/>
          </a:p>
          <a:p>
            <a:pPr marL="457200" lvl="1" indent="0">
              <a:lnSpc>
                <a:spcPct val="120000"/>
              </a:lnSpc>
              <a:buNone/>
            </a:pPr>
            <a:endParaRPr kumimoji="1" lang="en-US" altLang="zh-CN" dirty="0"/>
          </a:p>
          <a:p>
            <a:pPr lvl="1">
              <a:lnSpc>
                <a:spcPct val="120000"/>
              </a:lnSpc>
            </a:pPr>
            <a:endParaRPr kumimoji="1" lang="en-US" altLang="zh-CN" dirty="0"/>
          </a:p>
          <a:p>
            <a:pPr lvl="1">
              <a:lnSpc>
                <a:spcPct val="120000"/>
              </a:lnSpc>
            </a:pPr>
            <a:endParaRPr kumimoji="1" lang="zh-CN" altLang="en-US" dirty="0"/>
          </a:p>
          <a:p>
            <a:pPr marL="457200" lvl="1" indent="0">
              <a:lnSpc>
                <a:spcPct val="120000"/>
              </a:lnSpc>
              <a:buNone/>
            </a:pPr>
            <a:endParaRPr lang="en-US" altLang="zh-CN" dirty="0"/>
          </a:p>
          <a:p>
            <a:pPr marL="457200" lvl="1" indent="0">
              <a:lnSpc>
                <a:spcPct val="120000"/>
              </a:lnSpc>
              <a:buNone/>
            </a:pPr>
            <a:endParaRPr lang="zh-CN" altLang="zh-CN" dirty="0"/>
          </a:p>
          <a:p>
            <a:pPr marL="0" indent="0">
              <a:lnSpc>
                <a:spcPct val="120000"/>
              </a:lnSpc>
              <a:buNone/>
            </a:pPr>
            <a:endParaRPr kumimoji="1" lang="zh-CN" altLang="en-US" dirty="0"/>
          </a:p>
        </p:txBody>
      </p:sp>
      <p:sp>
        <p:nvSpPr>
          <p:cNvPr id="8" name="日期占位符 36"/>
          <p:cNvSpPr>
            <a:spLocks noGrp="1"/>
          </p:cNvSpPr>
          <p:nvPr>
            <p:ph type="dt" sz="half" idx="10"/>
          </p:nvPr>
        </p:nvSpPr>
        <p:spPr>
          <a:xfrm>
            <a:off x="197335" y="6489303"/>
            <a:ext cx="2743200" cy="365125"/>
          </a:xfrm>
        </p:spPr>
        <p:txBody>
          <a:bodyPr/>
          <a:lstStyle/>
          <a:p>
            <a:r>
              <a:rPr lang="en-US" altLang="zh-CN" dirty="0">
                <a:latin typeface="微软雅黑" panose="020B0503020204020204" pitchFamily="34" charset="-122"/>
                <a:ea typeface="微软雅黑" panose="020B0503020204020204" pitchFamily="34" charset="-122"/>
              </a:rPr>
              <a:t>4.4 </a:t>
            </a:r>
            <a:r>
              <a:rPr lang="zh-CN" altLang="en-US" dirty="0">
                <a:latin typeface="微软雅黑" panose="020B0503020204020204" pitchFamily="34" charset="-122"/>
                <a:ea typeface="微软雅黑" panose="020B0503020204020204" pitchFamily="34" charset="-122"/>
              </a:rPr>
              <a:t>数据链路层交换</a:t>
            </a:r>
          </a:p>
        </p:txBody>
      </p:sp>
      <p:sp>
        <p:nvSpPr>
          <p:cNvPr id="9" name="灯片编号占位符 38"/>
          <p:cNvSpPr>
            <a:spLocks noGrp="1"/>
          </p:cNvSpPr>
          <p:nvPr>
            <p:ph type="sldNum" sz="quarter" idx="12"/>
          </p:nvPr>
        </p:nvSpPr>
        <p:spPr>
          <a:xfrm>
            <a:off x="8686810" y="6489303"/>
            <a:ext cx="3319670" cy="365125"/>
          </a:xfrm>
        </p:spPr>
        <p:txBody>
          <a:bodyPr/>
          <a:lstStyle/>
          <a:p>
            <a:fld id="{8D4D1E41-7A09-AB4A-A4E1-09765ADA2698}" type="slidenum">
              <a:rPr kumimoji="1" lang="zh-CN" altLang="en-US" smtClean="0"/>
              <a:t>72</a:t>
            </a:fld>
            <a:endParaRPr kumimoji="1" lang="zh-CN" altLang="en-US" dirty="0"/>
          </a:p>
        </p:txBody>
      </p:sp>
      <p:pic>
        <p:nvPicPr>
          <p:cNvPr id="7" name="图片 6"/>
          <p:cNvPicPr>
            <a:picLocks noChangeAspect="1"/>
          </p:cNvPicPr>
          <p:nvPr/>
        </p:nvPicPr>
        <p:blipFill rotWithShape="1">
          <a:blip r:embed="rId3"/>
          <a:srcRect t="20666" b="23065"/>
          <a:stretch>
            <a:fillRect/>
          </a:stretch>
        </p:blipFill>
        <p:spPr>
          <a:xfrm>
            <a:off x="8059434" y="1521533"/>
            <a:ext cx="3766508" cy="1589529"/>
          </a:xfrm>
          <a:prstGeom prst="rect">
            <a:avLst/>
          </a:prstGeom>
        </p:spPr>
      </p:pic>
      <p:pic>
        <p:nvPicPr>
          <p:cNvPr id="3" name="图片 2"/>
          <p:cNvPicPr>
            <a:picLocks noChangeAspect="1"/>
          </p:cNvPicPr>
          <p:nvPr/>
        </p:nvPicPr>
        <p:blipFill rotWithShape="1">
          <a:blip r:embed="rId4"/>
          <a:srcRect t="24728" b="24728"/>
          <a:stretch>
            <a:fillRect/>
          </a:stretch>
        </p:blipFill>
        <p:spPr>
          <a:xfrm>
            <a:off x="8234020" y="3703217"/>
            <a:ext cx="3574332" cy="1378445"/>
          </a:xfrm>
          <a:prstGeom prst="rect">
            <a:avLst/>
          </a:prstGeom>
        </p:spPr>
      </p:pic>
      <p:sp>
        <p:nvSpPr>
          <p:cNvPr id="11" name="波形 10"/>
          <p:cNvSpPr/>
          <p:nvPr/>
        </p:nvSpPr>
        <p:spPr>
          <a:xfrm>
            <a:off x="1568935" y="5081662"/>
            <a:ext cx="5200108" cy="1145309"/>
          </a:xfrm>
          <a:prstGeom prst="wave">
            <a:avLst/>
          </a:prstGeom>
          <a:solidFill>
            <a:schemeClr val="bg2"/>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Bef>
                <a:spcPct val="0"/>
              </a:spcBef>
            </a:pPr>
            <a:r>
              <a:rPr lang="zh-CN" altLang="en-US" sz="2800" b="1" dirty="0">
                <a:solidFill>
                  <a:srgbClr val="7030A0"/>
                </a:solidFill>
              </a:rPr>
              <a:t>为什么</a:t>
            </a:r>
            <a:r>
              <a:rPr lang="en-US" altLang="zh-CN" sz="2800" b="1" dirty="0" err="1">
                <a:solidFill>
                  <a:srgbClr val="7030A0"/>
                </a:solidFill>
              </a:rPr>
              <a:t>PoE</a:t>
            </a:r>
            <a:r>
              <a:rPr lang="zh-CN" altLang="en-US" sz="2800" b="1" dirty="0">
                <a:solidFill>
                  <a:srgbClr val="7030A0"/>
                </a:solidFill>
              </a:rPr>
              <a:t>交换机并不常见？</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9" name="组合 58"/>
          <p:cNvGrpSpPr/>
          <p:nvPr/>
        </p:nvGrpSpPr>
        <p:grpSpPr>
          <a:xfrm>
            <a:off x="7379996" y="4280757"/>
            <a:ext cx="2560638" cy="2101430"/>
            <a:chOff x="6854496" y="3807807"/>
            <a:chExt cx="2560638" cy="2101430"/>
          </a:xfrm>
        </p:grpSpPr>
        <p:sp>
          <p:nvSpPr>
            <p:cNvPr id="37" name="AutoShape 48"/>
            <p:cNvSpPr>
              <a:spLocks noChangeArrowheads="1"/>
            </p:cNvSpPr>
            <p:nvPr/>
          </p:nvSpPr>
          <p:spPr bwMode="auto">
            <a:xfrm>
              <a:off x="6854496" y="3807807"/>
              <a:ext cx="2560638" cy="2101430"/>
            </a:xfrm>
            <a:prstGeom prst="roundRect">
              <a:avLst>
                <a:gd name="adj" fmla="val 16667"/>
              </a:avLst>
            </a:prstGeom>
            <a:solidFill>
              <a:schemeClr val="bg1">
                <a:lumMod val="85000"/>
              </a:schemeClr>
            </a:solidFill>
            <a:ln>
              <a:noFill/>
            </a:ln>
          </p:spPr>
          <p:txBody>
            <a:bodyPr wrap="none" anchor="ctr"/>
            <a:lstStyle>
              <a:lvl1pPr>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marL="0" marR="0" lvl="0" indent="0" algn="l" defTabSz="914400" rtl="0" eaLnBrk="1" fontAlgn="auto" latinLnBrk="0" hangingPunct="1">
                <a:lnSpc>
                  <a:spcPts val="3100"/>
                </a:lnSpc>
                <a:spcBef>
                  <a:spcPct val="20000"/>
                </a:spcBef>
                <a:spcAft>
                  <a:spcPts val="0"/>
                </a:spcAft>
                <a:buClr>
                  <a:srgbClr val="A50021"/>
                </a:buClr>
                <a:buSzPct val="75000"/>
                <a:buFont typeface="Wingdings" panose="05000000000000000000" pitchFamily="2" charset="2"/>
                <a:buNone/>
                <a:defRPr/>
              </a:pPr>
              <a:endParaRPr kumimoji="0" lang="zh-CN" altLang="en-US" sz="3200" b="0" i="0" u="none" strike="noStrike" kern="1200" cap="none" spc="0" normalizeH="0" baseline="0" noProof="0">
                <a:ln>
                  <a:noFill/>
                </a:ln>
                <a:solidFill>
                  <a:srgbClr val="020202"/>
                </a:solidFill>
                <a:effectLst/>
                <a:uLnTx/>
                <a:uFillTx/>
                <a:latin typeface="Tahoma" panose="020B0604030504040204" pitchFamily="34" charset="0"/>
                <a:ea typeface="宋体" panose="02010600030101010101" pitchFamily="2" charset="-122"/>
                <a:cs typeface="+mn-cs"/>
              </a:endParaRPr>
            </a:p>
          </p:txBody>
        </p:sp>
        <p:sp>
          <p:nvSpPr>
            <p:cNvPr id="50" name="Text Box 81"/>
            <p:cNvSpPr txBox="1">
              <a:spLocks noChangeArrowheads="1"/>
            </p:cNvSpPr>
            <p:nvPr/>
          </p:nvSpPr>
          <p:spPr bwMode="auto">
            <a:xfrm>
              <a:off x="7656493" y="5473067"/>
              <a:ext cx="954107" cy="40011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defRPr/>
              </a:pPr>
              <a:r>
                <a:rPr kumimoji="1" lang="zh-CN" altLang="en-US" sz="2000" b="0" i="0" u="none" strike="noStrike" kern="1200" cap="none" spc="0" normalizeH="0" baseline="0" noProof="0" dirty="0">
                  <a:ln>
                    <a:noFill/>
                  </a:ln>
                  <a:solidFill>
                    <a:srgbClr val="44546A"/>
                  </a:solidFill>
                  <a:effectLst/>
                  <a:uLnTx/>
                  <a:uFillTx/>
                  <a:latin typeface="Times New Roman" panose="02020503050405090304" pitchFamily="18" charset="0"/>
                  <a:ea typeface="黑体" panose="02010609060101010101" pitchFamily="2" charset="-122"/>
                  <a:cs typeface="+mn-cs"/>
                </a:rPr>
                <a:t>冲突域</a:t>
              </a:r>
            </a:p>
          </p:txBody>
        </p:sp>
      </p:grpSp>
      <p:sp>
        <p:nvSpPr>
          <p:cNvPr id="2" name="标题 1"/>
          <p:cNvSpPr>
            <a:spLocks noGrp="1"/>
          </p:cNvSpPr>
          <p:nvPr>
            <p:ph type="title"/>
          </p:nvPr>
        </p:nvSpPr>
        <p:spPr/>
        <p:txBody>
          <a:bodyPr>
            <a:normAutofit/>
          </a:bodyPr>
          <a:lstStyle/>
          <a:p>
            <a:r>
              <a:rPr kumimoji="1" lang="en-US" altLang="zh-CN" dirty="0"/>
              <a:t> </a:t>
            </a:r>
            <a:r>
              <a:rPr kumimoji="1" lang="zh-CN" altLang="zh-CN" dirty="0"/>
              <a:t>链路层交换</a:t>
            </a:r>
            <a:r>
              <a:rPr kumimoji="1" lang="zh-CN" altLang="en-US" dirty="0"/>
              <a:t>机</a:t>
            </a:r>
          </a:p>
        </p:txBody>
      </p:sp>
      <p:sp>
        <p:nvSpPr>
          <p:cNvPr id="91" name="内容占位符 2"/>
          <p:cNvSpPr>
            <a:spLocks noGrp="1"/>
          </p:cNvSpPr>
          <p:nvPr>
            <p:ph idx="1"/>
          </p:nvPr>
        </p:nvSpPr>
        <p:spPr>
          <a:xfrm>
            <a:off x="838200" y="1417272"/>
            <a:ext cx="10515600" cy="5131205"/>
          </a:xfrm>
        </p:spPr>
        <p:txBody>
          <a:bodyPr>
            <a:normAutofit/>
          </a:bodyPr>
          <a:lstStyle/>
          <a:p>
            <a:pPr>
              <a:lnSpc>
                <a:spcPct val="120000"/>
              </a:lnSpc>
            </a:pPr>
            <a:r>
              <a:rPr kumimoji="1" lang="zh-CN" altLang="en-US" sz="2800" dirty="0">
                <a:latin typeface="微软雅黑" panose="020B0503020204020204" pitchFamily="34" charset="-122"/>
                <a:ea typeface="微软雅黑" panose="020B0503020204020204" pitchFamily="34" charset="-122"/>
              </a:rPr>
              <a:t>传统</a:t>
            </a:r>
            <a:r>
              <a:rPr kumimoji="1" lang="en-US" altLang="zh-CN" sz="2800" dirty="0">
                <a:latin typeface="微软雅黑" panose="020B0503020204020204" pitchFamily="34" charset="-122"/>
                <a:ea typeface="微软雅黑" panose="020B0503020204020204" pitchFamily="34" charset="-122"/>
              </a:rPr>
              <a:t>LAN</a:t>
            </a:r>
            <a:r>
              <a:rPr kumimoji="1" lang="zh-CN" altLang="en-US" sz="2800" dirty="0">
                <a:latin typeface="微软雅黑" panose="020B0503020204020204" pitchFamily="34" charset="-122"/>
                <a:ea typeface="微软雅黑" panose="020B0503020204020204" pitchFamily="34" charset="-122"/>
              </a:rPr>
              <a:t>分段</a:t>
            </a:r>
            <a:endParaRPr kumimoji="1" lang="en-US" altLang="zh-CN" sz="2800" dirty="0">
              <a:latin typeface="微软雅黑" panose="020B0503020204020204" pitchFamily="34" charset="-122"/>
              <a:ea typeface="微软雅黑" panose="020B0503020204020204" pitchFamily="34" charset="-122"/>
            </a:endParaRPr>
          </a:p>
          <a:p>
            <a:pPr lvl="1">
              <a:lnSpc>
                <a:spcPct val="120000"/>
              </a:lnSpc>
            </a:pPr>
            <a:r>
              <a:rPr lang="zh-CN" altLang="en-US" dirty="0"/>
              <a:t>交换机端口通常与集线器连接；</a:t>
            </a:r>
          </a:p>
          <a:p>
            <a:pPr lvl="1">
              <a:lnSpc>
                <a:spcPct val="120000"/>
              </a:lnSpc>
              <a:spcBef>
                <a:spcPts val="0"/>
              </a:spcBef>
            </a:pPr>
            <a:r>
              <a:rPr lang="zh-CN" altLang="en-US" dirty="0"/>
              <a:t>使用交换机把</a:t>
            </a:r>
            <a:r>
              <a:rPr lang="en-US" altLang="zh-CN" dirty="0"/>
              <a:t>LAN</a:t>
            </a:r>
            <a:r>
              <a:rPr lang="zh-CN" altLang="en-US" dirty="0"/>
              <a:t>分段为更小的冲突域。</a:t>
            </a:r>
            <a:endParaRPr lang="en-US" altLang="zh-CN" dirty="0"/>
          </a:p>
          <a:p>
            <a:pPr>
              <a:lnSpc>
                <a:spcPct val="120000"/>
              </a:lnSpc>
            </a:pPr>
            <a:endParaRPr kumimoji="1" lang="en-US" altLang="zh-CN" sz="2800" dirty="0">
              <a:latin typeface="微软雅黑" panose="020B0503020204020204" pitchFamily="34" charset="-122"/>
              <a:ea typeface="微软雅黑" panose="020B0503020204020204" pitchFamily="34" charset="-122"/>
            </a:endParaRPr>
          </a:p>
          <a:p>
            <a:pPr>
              <a:lnSpc>
                <a:spcPct val="120000"/>
              </a:lnSpc>
            </a:pPr>
            <a:endParaRPr kumimoji="1" lang="en-US" altLang="zh-CN" dirty="0"/>
          </a:p>
          <a:p>
            <a:pPr lvl="1">
              <a:lnSpc>
                <a:spcPct val="120000"/>
              </a:lnSpc>
            </a:pPr>
            <a:endParaRPr kumimoji="1" lang="en-US" altLang="zh-CN" dirty="0"/>
          </a:p>
          <a:p>
            <a:pPr lvl="1">
              <a:lnSpc>
                <a:spcPct val="120000"/>
              </a:lnSpc>
            </a:pPr>
            <a:endParaRPr kumimoji="1" lang="en-US" altLang="zh-CN" dirty="0"/>
          </a:p>
          <a:p>
            <a:pPr lvl="1">
              <a:lnSpc>
                <a:spcPct val="120000"/>
              </a:lnSpc>
            </a:pPr>
            <a:endParaRPr kumimoji="1" lang="en-US" altLang="zh-CN" dirty="0"/>
          </a:p>
          <a:p>
            <a:pPr lvl="1">
              <a:lnSpc>
                <a:spcPct val="120000"/>
              </a:lnSpc>
            </a:pPr>
            <a:endParaRPr kumimoji="1" lang="zh-CN" altLang="en-US" dirty="0"/>
          </a:p>
          <a:p>
            <a:pPr marL="457200" lvl="1" indent="0">
              <a:lnSpc>
                <a:spcPct val="120000"/>
              </a:lnSpc>
              <a:buNone/>
            </a:pPr>
            <a:endParaRPr lang="en-US" altLang="zh-CN" dirty="0"/>
          </a:p>
          <a:p>
            <a:pPr marL="457200" lvl="1" indent="0">
              <a:lnSpc>
                <a:spcPct val="120000"/>
              </a:lnSpc>
              <a:buNone/>
            </a:pPr>
            <a:endParaRPr lang="zh-CN" altLang="zh-CN" dirty="0"/>
          </a:p>
          <a:p>
            <a:pPr marL="0" indent="0">
              <a:lnSpc>
                <a:spcPct val="120000"/>
              </a:lnSpc>
              <a:buNone/>
            </a:pPr>
            <a:endParaRPr kumimoji="1" lang="zh-CN" altLang="en-US" dirty="0"/>
          </a:p>
        </p:txBody>
      </p:sp>
      <p:grpSp>
        <p:nvGrpSpPr>
          <p:cNvPr id="56" name="组合 55"/>
          <p:cNvGrpSpPr/>
          <p:nvPr/>
        </p:nvGrpSpPr>
        <p:grpSpPr>
          <a:xfrm>
            <a:off x="1773396" y="4293083"/>
            <a:ext cx="2560638" cy="2124618"/>
            <a:chOff x="1247896" y="3820133"/>
            <a:chExt cx="2560638" cy="2124618"/>
          </a:xfrm>
        </p:grpSpPr>
        <p:sp>
          <p:nvSpPr>
            <p:cNvPr id="7" name="AutoShape 48"/>
            <p:cNvSpPr>
              <a:spLocks noChangeArrowheads="1"/>
            </p:cNvSpPr>
            <p:nvPr/>
          </p:nvSpPr>
          <p:spPr bwMode="auto">
            <a:xfrm>
              <a:off x="1247896" y="3820133"/>
              <a:ext cx="2560638" cy="2124618"/>
            </a:xfrm>
            <a:prstGeom prst="roundRect">
              <a:avLst>
                <a:gd name="adj" fmla="val 16667"/>
              </a:avLst>
            </a:prstGeom>
            <a:solidFill>
              <a:schemeClr val="bg1">
                <a:lumMod val="85000"/>
              </a:schemeClr>
            </a:solidFill>
            <a:ln>
              <a:noFill/>
            </a:ln>
          </p:spPr>
          <p:txBody>
            <a:bodyPr wrap="none" anchor="ctr"/>
            <a:lstStyle>
              <a:lvl1pPr>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marL="0" marR="0" lvl="0" indent="0" algn="l" defTabSz="914400" rtl="0" eaLnBrk="1" fontAlgn="auto" latinLnBrk="0" hangingPunct="1">
                <a:lnSpc>
                  <a:spcPts val="3100"/>
                </a:lnSpc>
                <a:spcBef>
                  <a:spcPct val="20000"/>
                </a:spcBef>
                <a:spcAft>
                  <a:spcPts val="0"/>
                </a:spcAft>
                <a:buClr>
                  <a:srgbClr val="A50021"/>
                </a:buClr>
                <a:buSzPct val="75000"/>
                <a:buFont typeface="Wingdings" panose="05000000000000000000" pitchFamily="2" charset="2"/>
                <a:buNone/>
                <a:defRPr/>
              </a:pPr>
              <a:endParaRPr kumimoji="0" lang="zh-CN" altLang="en-US" sz="3200" b="0" i="0" u="none" strike="noStrike" kern="1200" cap="none" spc="0" normalizeH="0" baseline="0" noProof="0">
                <a:ln>
                  <a:noFill/>
                </a:ln>
                <a:solidFill>
                  <a:srgbClr val="020202"/>
                </a:solidFill>
                <a:effectLst/>
                <a:uLnTx/>
                <a:uFillTx/>
                <a:latin typeface="Tahoma" panose="020B0604030504040204" pitchFamily="34" charset="0"/>
                <a:ea typeface="宋体" panose="02010600030101010101" pitchFamily="2" charset="-122"/>
                <a:cs typeface="+mn-cs"/>
              </a:endParaRPr>
            </a:p>
          </p:txBody>
        </p:sp>
        <p:sp>
          <p:nvSpPr>
            <p:cNvPr id="9" name="Text Box 81"/>
            <p:cNvSpPr txBox="1">
              <a:spLocks noChangeArrowheads="1"/>
            </p:cNvSpPr>
            <p:nvPr/>
          </p:nvSpPr>
          <p:spPr bwMode="auto">
            <a:xfrm>
              <a:off x="2028505" y="5514320"/>
              <a:ext cx="954107" cy="40011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defRPr/>
              </a:pPr>
              <a:r>
                <a:rPr kumimoji="1" lang="zh-CN" altLang="en-US" sz="2000" b="0" i="0" u="none" strike="noStrike" kern="1200" cap="none" spc="0" normalizeH="0" baseline="0" noProof="0" dirty="0">
                  <a:ln>
                    <a:noFill/>
                  </a:ln>
                  <a:solidFill>
                    <a:srgbClr val="44546A"/>
                  </a:solidFill>
                  <a:effectLst/>
                  <a:uLnTx/>
                  <a:uFillTx/>
                  <a:latin typeface="Times New Roman" panose="02020503050405090304" pitchFamily="18" charset="0"/>
                  <a:ea typeface="黑体" panose="02010609060101010101" pitchFamily="2" charset="-122"/>
                  <a:cs typeface="+mn-cs"/>
                </a:rPr>
                <a:t>冲突域</a:t>
              </a:r>
            </a:p>
          </p:txBody>
        </p:sp>
      </p:grpSp>
      <p:pic>
        <p:nvPicPr>
          <p:cNvPr id="10" name="Picture 40" descr="comput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26657" y="5474139"/>
            <a:ext cx="390846" cy="371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40" descr="comput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21199" y="5474138"/>
            <a:ext cx="390846" cy="371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40" descr="comput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15741" y="5474139"/>
            <a:ext cx="390846" cy="371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Picture 40" descr="comput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10283" y="5474139"/>
            <a:ext cx="390846" cy="371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4" name="直接连接符 13"/>
          <p:cNvCxnSpPr>
            <a:stCxn id="10" idx="0"/>
          </p:cNvCxnSpPr>
          <p:nvPr/>
        </p:nvCxnSpPr>
        <p:spPr>
          <a:xfrm flipV="1">
            <a:off x="2122080" y="4728689"/>
            <a:ext cx="653265" cy="745450"/>
          </a:xfrm>
          <a:prstGeom prst="line">
            <a:avLst/>
          </a:prstGeom>
        </p:spPr>
        <p:style>
          <a:lnRef idx="3">
            <a:schemeClr val="accent1"/>
          </a:lnRef>
          <a:fillRef idx="0">
            <a:schemeClr val="accent1"/>
          </a:fillRef>
          <a:effectRef idx="2">
            <a:schemeClr val="accent1"/>
          </a:effectRef>
          <a:fontRef idx="minor">
            <a:schemeClr val="tx1"/>
          </a:fontRef>
        </p:style>
      </p:cxnSp>
      <p:cxnSp>
        <p:nvCxnSpPr>
          <p:cNvPr id="15" name="直接连接符 14"/>
          <p:cNvCxnSpPr>
            <a:stCxn id="11" idx="0"/>
          </p:cNvCxnSpPr>
          <p:nvPr/>
        </p:nvCxnSpPr>
        <p:spPr>
          <a:xfrm flipV="1">
            <a:off x="2716622" y="4728689"/>
            <a:ext cx="221444" cy="745449"/>
          </a:xfrm>
          <a:prstGeom prst="line">
            <a:avLst/>
          </a:prstGeom>
        </p:spPr>
        <p:style>
          <a:lnRef idx="3">
            <a:schemeClr val="accent1"/>
          </a:lnRef>
          <a:fillRef idx="0">
            <a:schemeClr val="accent1"/>
          </a:fillRef>
          <a:effectRef idx="2">
            <a:schemeClr val="accent1"/>
          </a:effectRef>
          <a:fontRef idx="minor">
            <a:schemeClr val="tx1"/>
          </a:fontRef>
        </p:style>
      </p:cxnSp>
      <p:cxnSp>
        <p:nvCxnSpPr>
          <p:cNvPr id="16" name="直接连接符 15"/>
          <p:cNvCxnSpPr>
            <a:stCxn id="12" idx="0"/>
          </p:cNvCxnSpPr>
          <p:nvPr/>
        </p:nvCxnSpPr>
        <p:spPr>
          <a:xfrm flipH="1" flipV="1">
            <a:off x="3129232" y="4532199"/>
            <a:ext cx="181932" cy="941940"/>
          </a:xfrm>
          <a:prstGeom prst="line">
            <a:avLst/>
          </a:prstGeom>
        </p:spPr>
        <p:style>
          <a:lnRef idx="3">
            <a:schemeClr val="accent1"/>
          </a:lnRef>
          <a:fillRef idx="0">
            <a:schemeClr val="accent1"/>
          </a:fillRef>
          <a:effectRef idx="2">
            <a:schemeClr val="accent1"/>
          </a:effectRef>
          <a:fontRef idx="minor">
            <a:schemeClr val="tx1"/>
          </a:fontRef>
        </p:style>
      </p:cxnSp>
      <p:cxnSp>
        <p:nvCxnSpPr>
          <p:cNvPr id="17" name="直接连接符 16"/>
          <p:cNvCxnSpPr>
            <a:stCxn id="13" idx="0"/>
          </p:cNvCxnSpPr>
          <p:nvPr/>
        </p:nvCxnSpPr>
        <p:spPr>
          <a:xfrm flipH="1" flipV="1">
            <a:off x="3291824" y="4639335"/>
            <a:ext cx="613882" cy="834804"/>
          </a:xfrm>
          <a:prstGeom prst="line">
            <a:avLst/>
          </a:prstGeom>
        </p:spPr>
        <p:style>
          <a:lnRef idx="3">
            <a:schemeClr val="accent1"/>
          </a:lnRef>
          <a:fillRef idx="0">
            <a:schemeClr val="accent1"/>
          </a:fillRef>
          <a:effectRef idx="2">
            <a:schemeClr val="accent1"/>
          </a:effectRef>
          <a:fontRef idx="minor">
            <a:schemeClr val="tx1"/>
          </a:fontRef>
        </p:style>
      </p:cxnSp>
      <p:grpSp>
        <p:nvGrpSpPr>
          <p:cNvPr id="57" name="组合 56"/>
          <p:cNvGrpSpPr/>
          <p:nvPr/>
        </p:nvGrpSpPr>
        <p:grpSpPr>
          <a:xfrm>
            <a:off x="4564381" y="4293083"/>
            <a:ext cx="2560638" cy="2124618"/>
            <a:chOff x="4038881" y="3820133"/>
            <a:chExt cx="2560638" cy="2124618"/>
          </a:xfrm>
        </p:grpSpPr>
        <p:sp>
          <p:nvSpPr>
            <p:cNvPr id="19" name="AutoShape 48"/>
            <p:cNvSpPr>
              <a:spLocks noChangeArrowheads="1"/>
            </p:cNvSpPr>
            <p:nvPr/>
          </p:nvSpPr>
          <p:spPr bwMode="auto">
            <a:xfrm>
              <a:off x="4038881" y="3820133"/>
              <a:ext cx="2560638" cy="2124618"/>
            </a:xfrm>
            <a:prstGeom prst="roundRect">
              <a:avLst>
                <a:gd name="adj" fmla="val 16667"/>
              </a:avLst>
            </a:prstGeom>
            <a:solidFill>
              <a:schemeClr val="bg1">
                <a:lumMod val="85000"/>
              </a:schemeClr>
            </a:solidFill>
            <a:ln>
              <a:noFill/>
            </a:ln>
          </p:spPr>
          <p:txBody>
            <a:bodyPr wrap="none" anchor="ctr"/>
            <a:lstStyle>
              <a:lvl1pPr>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marL="0" marR="0" lvl="0" indent="0" algn="l" defTabSz="914400" rtl="0" eaLnBrk="1" fontAlgn="auto" latinLnBrk="0" hangingPunct="1">
                <a:lnSpc>
                  <a:spcPts val="3100"/>
                </a:lnSpc>
                <a:spcBef>
                  <a:spcPct val="20000"/>
                </a:spcBef>
                <a:spcAft>
                  <a:spcPts val="0"/>
                </a:spcAft>
                <a:buClr>
                  <a:srgbClr val="A50021"/>
                </a:buClr>
                <a:buSzPct val="75000"/>
                <a:buFont typeface="Wingdings" panose="05000000000000000000" pitchFamily="2" charset="2"/>
                <a:buNone/>
                <a:defRPr/>
              </a:pPr>
              <a:endParaRPr kumimoji="0" lang="zh-CN" altLang="en-US" sz="3200" b="0" i="0" u="none" strike="noStrike" kern="1200" cap="none" spc="0" normalizeH="0" baseline="0" noProof="0">
                <a:ln>
                  <a:noFill/>
                </a:ln>
                <a:solidFill>
                  <a:srgbClr val="020202"/>
                </a:solidFill>
                <a:effectLst/>
                <a:uLnTx/>
                <a:uFillTx/>
                <a:latin typeface="Tahoma" panose="020B0604030504040204" pitchFamily="34" charset="0"/>
                <a:ea typeface="宋体" panose="02010600030101010101" pitchFamily="2" charset="-122"/>
                <a:cs typeface="+mn-cs"/>
              </a:endParaRPr>
            </a:p>
          </p:txBody>
        </p:sp>
        <p:sp>
          <p:nvSpPr>
            <p:cNvPr id="21" name="Text Box 81"/>
            <p:cNvSpPr txBox="1">
              <a:spLocks noChangeArrowheads="1"/>
            </p:cNvSpPr>
            <p:nvPr/>
          </p:nvSpPr>
          <p:spPr bwMode="auto">
            <a:xfrm>
              <a:off x="4817965" y="5509130"/>
              <a:ext cx="954107" cy="40011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defRPr/>
              </a:pPr>
              <a:r>
                <a:rPr kumimoji="1" lang="zh-CN" altLang="en-US" sz="2000" b="0" i="0" u="none" strike="noStrike" kern="1200" cap="none" spc="0" normalizeH="0" baseline="0" noProof="0" dirty="0">
                  <a:ln>
                    <a:noFill/>
                  </a:ln>
                  <a:solidFill>
                    <a:srgbClr val="44546A"/>
                  </a:solidFill>
                  <a:effectLst/>
                  <a:uLnTx/>
                  <a:uFillTx/>
                  <a:latin typeface="Times New Roman" panose="02020503050405090304" pitchFamily="18" charset="0"/>
                  <a:ea typeface="黑体" panose="02010609060101010101" pitchFamily="2" charset="-122"/>
                  <a:cs typeface="+mn-cs"/>
                </a:rPr>
                <a:t>冲突域</a:t>
              </a:r>
            </a:p>
          </p:txBody>
        </p:sp>
      </p:grpSp>
      <p:pic>
        <p:nvPicPr>
          <p:cNvPr id="22" name="Picture 40" descr="comput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17642" y="5481773"/>
            <a:ext cx="390846" cy="371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 name="Picture 40" descr="comput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12184" y="5481772"/>
            <a:ext cx="390846" cy="371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 name="Picture 40" descr="comput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06726" y="5481773"/>
            <a:ext cx="390846" cy="371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 name="Picture 40" descr="comput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01268" y="5481773"/>
            <a:ext cx="390846" cy="371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26" name="直接连接符 25"/>
          <p:cNvCxnSpPr>
            <a:stCxn id="22" idx="0"/>
          </p:cNvCxnSpPr>
          <p:nvPr/>
        </p:nvCxnSpPr>
        <p:spPr>
          <a:xfrm flipV="1">
            <a:off x="4913065" y="4736323"/>
            <a:ext cx="653265" cy="745450"/>
          </a:xfrm>
          <a:prstGeom prst="line">
            <a:avLst/>
          </a:prstGeom>
        </p:spPr>
        <p:style>
          <a:lnRef idx="3">
            <a:schemeClr val="accent1"/>
          </a:lnRef>
          <a:fillRef idx="0">
            <a:schemeClr val="accent1"/>
          </a:fillRef>
          <a:effectRef idx="2">
            <a:schemeClr val="accent1"/>
          </a:effectRef>
          <a:fontRef idx="minor">
            <a:schemeClr val="tx1"/>
          </a:fontRef>
        </p:style>
      </p:cxnSp>
      <p:cxnSp>
        <p:nvCxnSpPr>
          <p:cNvPr id="27" name="直接连接符 26"/>
          <p:cNvCxnSpPr>
            <a:stCxn id="23" idx="0"/>
          </p:cNvCxnSpPr>
          <p:nvPr/>
        </p:nvCxnSpPr>
        <p:spPr>
          <a:xfrm flipV="1">
            <a:off x="5507607" y="4736323"/>
            <a:ext cx="221444" cy="745449"/>
          </a:xfrm>
          <a:prstGeom prst="line">
            <a:avLst/>
          </a:prstGeom>
        </p:spPr>
        <p:style>
          <a:lnRef idx="3">
            <a:schemeClr val="accent1"/>
          </a:lnRef>
          <a:fillRef idx="0">
            <a:schemeClr val="accent1"/>
          </a:fillRef>
          <a:effectRef idx="2">
            <a:schemeClr val="accent1"/>
          </a:effectRef>
          <a:fontRef idx="minor">
            <a:schemeClr val="tx1"/>
          </a:fontRef>
        </p:style>
      </p:cxnSp>
      <p:cxnSp>
        <p:nvCxnSpPr>
          <p:cNvPr id="28" name="直接连接符 27"/>
          <p:cNvCxnSpPr>
            <a:stCxn id="24" idx="0"/>
          </p:cNvCxnSpPr>
          <p:nvPr/>
        </p:nvCxnSpPr>
        <p:spPr>
          <a:xfrm flipH="1" flipV="1">
            <a:off x="5920217" y="4539833"/>
            <a:ext cx="181932" cy="941940"/>
          </a:xfrm>
          <a:prstGeom prst="line">
            <a:avLst/>
          </a:prstGeom>
        </p:spPr>
        <p:style>
          <a:lnRef idx="3">
            <a:schemeClr val="accent1"/>
          </a:lnRef>
          <a:fillRef idx="0">
            <a:schemeClr val="accent1"/>
          </a:fillRef>
          <a:effectRef idx="2">
            <a:schemeClr val="accent1"/>
          </a:effectRef>
          <a:fontRef idx="minor">
            <a:schemeClr val="tx1"/>
          </a:fontRef>
        </p:style>
      </p:cxnSp>
      <p:cxnSp>
        <p:nvCxnSpPr>
          <p:cNvPr id="29" name="直接连接符 28"/>
          <p:cNvCxnSpPr>
            <a:stCxn id="25" idx="0"/>
          </p:cNvCxnSpPr>
          <p:nvPr/>
        </p:nvCxnSpPr>
        <p:spPr>
          <a:xfrm flipH="1" flipV="1">
            <a:off x="6082809" y="4646969"/>
            <a:ext cx="613882" cy="834804"/>
          </a:xfrm>
          <a:prstGeom prst="line">
            <a:avLst/>
          </a:prstGeom>
        </p:spPr>
        <p:style>
          <a:lnRef idx="3">
            <a:schemeClr val="accent1"/>
          </a:lnRef>
          <a:fillRef idx="0">
            <a:schemeClr val="accent1"/>
          </a:fillRef>
          <a:effectRef idx="2">
            <a:schemeClr val="accent1"/>
          </a:effectRef>
          <a:fontRef idx="minor">
            <a:schemeClr val="tx1"/>
          </a:fontRef>
        </p:style>
      </p:cxnSp>
      <p:pic>
        <p:nvPicPr>
          <p:cNvPr id="30" name="Picture 24" descr="集线器"/>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64844" y="4506208"/>
            <a:ext cx="914400" cy="6029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 name="文本框 37"/>
          <p:cNvSpPr txBox="1"/>
          <p:nvPr/>
        </p:nvSpPr>
        <p:spPr>
          <a:xfrm>
            <a:off x="7624273" y="4595195"/>
            <a:ext cx="91440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Hub</a:t>
            </a: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pic>
        <p:nvPicPr>
          <p:cNvPr id="39" name="Picture 40" descr="comput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33257" y="5469447"/>
            <a:ext cx="390846" cy="371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 name="Picture 40" descr="comput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27799" y="5469446"/>
            <a:ext cx="390846" cy="371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 name="Picture 40" descr="comput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22341" y="5469447"/>
            <a:ext cx="390846" cy="371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2" name="Picture 40" descr="comput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316883" y="5469447"/>
            <a:ext cx="390846" cy="371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44" name="直接连接符 43"/>
          <p:cNvCxnSpPr>
            <a:stCxn id="39" idx="0"/>
          </p:cNvCxnSpPr>
          <p:nvPr/>
        </p:nvCxnSpPr>
        <p:spPr>
          <a:xfrm flipV="1">
            <a:off x="7728680" y="4723997"/>
            <a:ext cx="653265" cy="745450"/>
          </a:xfrm>
          <a:prstGeom prst="line">
            <a:avLst/>
          </a:prstGeom>
        </p:spPr>
        <p:style>
          <a:lnRef idx="3">
            <a:schemeClr val="accent1"/>
          </a:lnRef>
          <a:fillRef idx="0">
            <a:schemeClr val="accent1"/>
          </a:fillRef>
          <a:effectRef idx="2">
            <a:schemeClr val="accent1"/>
          </a:effectRef>
          <a:fontRef idx="minor">
            <a:schemeClr val="tx1"/>
          </a:fontRef>
        </p:style>
      </p:cxnSp>
      <p:cxnSp>
        <p:nvCxnSpPr>
          <p:cNvPr id="45" name="直接连接符 44"/>
          <p:cNvCxnSpPr>
            <a:stCxn id="40" idx="0"/>
          </p:cNvCxnSpPr>
          <p:nvPr/>
        </p:nvCxnSpPr>
        <p:spPr>
          <a:xfrm flipV="1">
            <a:off x="8323222" y="4723997"/>
            <a:ext cx="221444" cy="745449"/>
          </a:xfrm>
          <a:prstGeom prst="line">
            <a:avLst/>
          </a:prstGeom>
        </p:spPr>
        <p:style>
          <a:lnRef idx="3">
            <a:schemeClr val="accent1"/>
          </a:lnRef>
          <a:fillRef idx="0">
            <a:schemeClr val="accent1"/>
          </a:fillRef>
          <a:effectRef idx="2">
            <a:schemeClr val="accent1"/>
          </a:effectRef>
          <a:fontRef idx="minor">
            <a:schemeClr val="tx1"/>
          </a:fontRef>
        </p:style>
      </p:cxnSp>
      <p:cxnSp>
        <p:nvCxnSpPr>
          <p:cNvPr id="46" name="直接连接符 45"/>
          <p:cNvCxnSpPr>
            <a:stCxn id="41" idx="0"/>
          </p:cNvCxnSpPr>
          <p:nvPr/>
        </p:nvCxnSpPr>
        <p:spPr>
          <a:xfrm flipH="1" flipV="1">
            <a:off x="8735832" y="4527507"/>
            <a:ext cx="181932" cy="941940"/>
          </a:xfrm>
          <a:prstGeom prst="line">
            <a:avLst/>
          </a:prstGeom>
        </p:spPr>
        <p:style>
          <a:lnRef idx="3">
            <a:schemeClr val="accent1"/>
          </a:lnRef>
          <a:fillRef idx="0">
            <a:schemeClr val="accent1"/>
          </a:fillRef>
          <a:effectRef idx="2">
            <a:schemeClr val="accent1"/>
          </a:effectRef>
          <a:fontRef idx="minor">
            <a:schemeClr val="tx1"/>
          </a:fontRef>
        </p:style>
      </p:cxnSp>
      <p:cxnSp>
        <p:nvCxnSpPr>
          <p:cNvPr id="47" name="直接连接符 46"/>
          <p:cNvCxnSpPr>
            <a:stCxn id="42" idx="0"/>
          </p:cNvCxnSpPr>
          <p:nvPr/>
        </p:nvCxnSpPr>
        <p:spPr>
          <a:xfrm flipH="1" flipV="1">
            <a:off x="8898424" y="4634643"/>
            <a:ext cx="613882" cy="834804"/>
          </a:xfrm>
          <a:prstGeom prst="line">
            <a:avLst/>
          </a:prstGeom>
        </p:spPr>
        <p:style>
          <a:lnRef idx="3">
            <a:schemeClr val="accent1"/>
          </a:lnRef>
          <a:fillRef idx="0">
            <a:schemeClr val="accent1"/>
          </a:fillRef>
          <a:effectRef idx="2">
            <a:schemeClr val="accent1"/>
          </a:effectRef>
          <a:fontRef idx="minor">
            <a:schemeClr val="tx1"/>
          </a:fontRef>
        </p:style>
      </p:cxnSp>
      <p:pic>
        <p:nvPicPr>
          <p:cNvPr id="48" name="Picture 24" descr="集线器"/>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80459" y="4493882"/>
            <a:ext cx="914400" cy="6029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1" name="组合 30"/>
          <p:cNvGrpSpPr/>
          <p:nvPr/>
        </p:nvGrpSpPr>
        <p:grpSpPr>
          <a:xfrm>
            <a:off x="3031059" y="3796074"/>
            <a:ext cx="5608538" cy="716138"/>
            <a:chOff x="3785724" y="3537814"/>
            <a:chExt cx="3358876" cy="607324"/>
          </a:xfrm>
        </p:grpSpPr>
        <p:cxnSp>
          <p:nvCxnSpPr>
            <p:cNvPr id="32" name="直接连接符 31"/>
            <p:cNvCxnSpPr/>
            <p:nvPr/>
          </p:nvCxnSpPr>
          <p:spPr>
            <a:xfrm flipV="1">
              <a:off x="3785724" y="3537814"/>
              <a:ext cx="0" cy="607018"/>
            </a:xfrm>
            <a:prstGeom prst="line">
              <a:avLst/>
            </a:prstGeom>
          </p:spPr>
          <p:style>
            <a:lnRef idx="3">
              <a:schemeClr val="accent1"/>
            </a:lnRef>
            <a:fillRef idx="0">
              <a:schemeClr val="accent1"/>
            </a:fillRef>
            <a:effectRef idx="2">
              <a:schemeClr val="accent1"/>
            </a:effectRef>
            <a:fontRef idx="minor">
              <a:schemeClr val="tx1"/>
            </a:fontRef>
          </p:style>
        </p:cxnSp>
        <p:cxnSp>
          <p:nvCxnSpPr>
            <p:cNvPr id="33" name="直接连接符 32"/>
            <p:cNvCxnSpPr/>
            <p:nvPr/>
          </p:nvCxnSpPr>
          <p:spPr>
            <a:xfrm>
              <a:off x="3785724" y="3538120"/>
              <a:ext cx="3358876" cy="0"/>
            </a:xfrm>
            <a:prstGeom prst="line">
              <a:avLst/>
            </a:prstGeom>
          </p:spPr>
          <p:style>
            <a:lnRef idx="3">
              <a:schemeClr val="accent1"/>
            </a:lnRef>
            <a:fillRef idx="0">
              <a:schemeClr val="accent1"/>
            </a:fillRef>
            <a:effectRef idx="2">
              <a:schemeClr val="accent1"/>
            </a:effectRef>
            <a:fontRef idx="minor">
              <a:schemeClr val="tx1"/>
            </a:fontRef>
          </p:style>
        </p:cxnSp>
        <p:cxnSp>
          <p:nvCxnSpPr>
            <p:cNvPr id="34" name="直接连接符 33"/>
            <p:cNvCxnSpPr/>
            <p:nvPr/>
          </p:nvCxnSpPr>
          <p:spPr>
            <a:xfrm flipV="1">
              <a:off x="7144600" y="3538120"/>
              <a:ext cx="0" cy="607018"/>
            </a:xfrm>
            <a:prstGeom prst="line">
              <a:avLst/>
            </a:prstGeom>
          </p:spPr>
          <p:style>
            <a:lnRef idx="3">
              <a:schemeClr val="accent1"/>
            </a:lnRef>
            <a:fillRef idx="0">
              <a:schemeClr val="accent1"/>
            </a:fillRef>
            <a:effectRef idx="2">
              <a:schemeClr val="accent1"/>
            </a:effectRef>
            <a:fontRef idx="minor">
              <a:schemeClr val="tx1"/>
            </a:fontRef>
          </p:style>
        </p:cxnSp>
      </p:grpSp>
      <p:pic>
        <p:nvPicPr>
          <p:cNvPr id="6" name="Picture 5" descr="通用交换机"/>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14701" y="3387865"/>
            <a:ext cx="1026524" cy="74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 name="文本框 51"/>
          <p:cNvSpPr txBox="1"/>
          <p:nvPr/>
        </p:nvSpPr>
        <p:spPr>
          <a:xfrm>
            <a:off x="5353297" y="3028348"/>
            <a:ext cx="954107" cy="400110"/>
          </a:xfrm>
          <a:prstGeom prst="rect">
            <a:avLst/>
          </a:prstGeom>
          <a:noFill/>
        </p:spPr>
        <p:txBody>
          <a:bodyPr wrap="none" rtlCol="0">
            <a:spAutoFit/>
          </a:bodyPr>
          <a:lstStyle/>
          <a:p>
            <a:r>
              <a:rPr lang="zh-CN" altLang="en-US" sz="2000" dirty="0">
                <a:latin typeface="微软雅黑" panose="020B0503020204020204" pitchFamily="34" charset="-122"/>
                <a:ea typeface="微软雅黑" panose="020B0503020204020204" pitchFamily="34" charset="-122"/>
              </a:rPr>
              <a:t>交换机</a:t>
            </a:r>
          </a:p>
        </p:txBody>
      </p:sp>
      <p:pic>
        <p:nvPicPr>
          <p:cNvPr id="18" name="Picture 24" descr="集线器"/>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73859" y="4498574"/>
            <a:ext cx="914400" cy="6029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 name="文本框 19"/>
          <p:cNvSpPr txBox="1"/>
          <p:nvPr/>
        </p:nvSpPr>
        <p:spPr>
          <a:xfrm>
            <a:off x="4808658" y="4607521"/>
            <a:ext cx="91440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Hub</a:t>
            </a: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cxnSp>
        <p:nvCxnSpPr>
          <p:cNvPr id="4" name="直接连接符 3"/>
          <p:cNvCxnSpPr>
            <a:stCxn id="6" idx="2"/>
            <a:endCxn id="30" idx="0"/>
          </p:cNvCxnSpPr>
          <p:nvPr/>
        </p:nvCxnSpPr>
        <p:spPr>
          <a:xfrm flipH="1">
            <a:off x="5822044" y="4134590"/>
            <a:ext cx="5919" cy="371618"/>
          </a:xfrm>
          <a:prstGeom prst="line">
            <a:avLst/>
          </a:prstGeom>
        </p:spPr>
        <p:style>
          <a:lnRef idx="3">
            <a:schemeClr val="accent1"/>
          </a:lnRef>
          <a:fillRef idx="0">
            <a:schemeClr val="accent1"/>
          </a:fillRef>
          <a:effectRef idx="2">
            <a:schemeClr val="accent1"/>
          </a:effectRef>
          <a:fontRef idx="minor">
            <a:schemeClr val="tx1"/>
          </a:fontRef>
        </p:style>
      </p:cxnSp>
      <p:sp>
        <p:nvSpPr>
          <p:cNvPr id="8" name="文本框 7"/>
          <p:cNvSpPr txBox="1"/>
          <p:nvPr/>
        </p:nvSpPr>
        <p:spPr>
          <a:xfrm>
            <a:off x="2017673" y="4599887"/>
            <a:ext cx="91440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Hub</a:t>
            </a: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60" name="日期占位符 36"/>
          <p:cNvSpPr>
            <a:spLocks noGrp="1"/>
          </p:cNvSpPr>
          <p:nvPr>
            <p:ph type="dt" sz="half" idx="10"/>
          </p:nvPr>
        </p:nvSpPr>
        <p:spPr>
          <a:xfrm>
            <a:off x="197335" y="6489303"/>
            <a:ext cx="2743200" cy="365125"/>
          </a:xfrm>
        </p:spPr>
        <p:txBody>
          <a:bodyPr/>
          <a:lstStyle/>
          <a:p>
            <a:r>
              <a:rPr lang="en-US" altLang="zh-CN" dirty="0">
                <a:latin typeface="微软雅黑" panose="020B0503020204020204" pitchFamily="34" charset="-122"/>
                <a:ea typeface="微软雅黑" panose="020B0503020204020204" pitchFamily="34" charset="-122"/>
              </a:rPr>
              <a:t>4.4 </a:t>
            </a:r>
            <a:r>
              <a:rPr lang="zh-CN" altLang="en-US" dirty="0">
                <a:latin typeface="微软雅黑" panose="020B0503020204020204" pitchFamily="34" charset="-122"/>
                <a:ea typeface="微软雅黑" panose="020B0503020204020204" pitchFamily="34" charset="-122"/>
              </a:rPr>
              <a:t>数据链路层交换</a:t>
            </a:r>
          </a:p>
        </p:txBody>
      </p:sp>
      <p:sp>
        <p:nvSpPr>
          <p:cNvPr id="61" name="灯片编号占位符 38"/>
          <p:cNvSpPr>
            <a:spLocks noGrp="1"/>
          </p:cNvSpPr>
          <p:nvPr>
            <p:ph type="sldNum" sz="quarter" idx="12"/>
          </p:nvPr>
        </p:nvSpPr>
        <p:spPr>
          <a:xfrm>
            <a:off x="8686810" y="6489303"/>
            <a:ext cx="3319670" cy="365125"/>
          </a:xfrm>
        </p:spPr>
        <p:txBody>
          <a:bodyPr/>
          <a:lstStyle/>
          <a:p>
            <a:fld id="{8D4D1E41-7A09-AB4A-A4E1-09765ADA2698}" type="slidenum">
              <a:rPr kumimoji="1" lang="zh-CN" altLang="en-US" smtClean="0"/>
              <a:t>73</a:t>
            </a:fld>
            <a:endParaRPr kumimoji="1"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56"/>
                                        </p:tgtEl>
                                        <p:attrNameLst>
                                          <p:attrName>style.visibility</p:attrName>
                                        </p:attrNameLst>
                                      </p:cBhvr>
                                      <p:to>
                                        <p:strVal val="visible"/>
                                      </p:to>
                                    </p:set>
                                    <p:animEffect transition="in" filter="wheel(1)">
                                      <p:cBhvr>
                                        <p:cTn id="7" dur="1000"/>
                                        <p:tgtEl>
                                          <p:spTgt spid="56"/>
                                        </p:tgtEl>
                                      </p:cBhvr>
                                    </p:animEffect>
                                  </p:childTnLst>
                                </p:cTn>
                              </p:par>
                              <p:par>
                                <p:cTn id="8" presetID="21" presetClass="entr" presetSubtype="1" fill="hold" nodeType="withEffect">
                                  <p:stCondLst>
                                    <p:cond delay="0"/>
                                  </p:stCondLst>
                                  <p:childTnLst>
                                    <p:set>
                                      <p:cBhvr>
                                        <p:cTn id="9" dur="1" fill="hold">
                                          <p:stCondLst>
                                            <p:cond delay="0"/>
                                          </p:stCondLst>
                                        </p:cTn>
                                        <p:tgtEl>
                                          <p:spTgt spid="57"/>
                                        </p:tgtEl>
                                        <p:attrNameLst>
                                          <p:attrName>style.visibility</p:attrName>
                                        </p:attrNameLst>
                                      </p:cBhvr>
                                      <p:to>
                                        <p:strVal val="visible"/>
                                      </p:to>
                                    </p:set>
                                    <p:animEffect transition="in" filter="wheel(1)">
                                      <p:cBhvr>
                                        <p:cTn id="10" dur="1000"/>
                                        <p:tgtEl>
                                          <p:spTgt spid="57"/>
                                        </p:tgtEl>
                                      </p:cBhvr>
                                    </p:animEffect>
                                  </p:childTnLst>
                                </p:cTn>
                              </p:par>
                              <p:par>
                                <p:cTn id="11" presetID="21" presetClass="entr" presetSubtype="1" fill="hold" nodeType="withEffect">
                                  <p:stCondLst>
                                    <p:cond delay="0"/>
                                  </p:stCondLst>
                                  <p:childTnLst>
                                    <p:set>
                                      <p:cBhvr>
                                        <p:cTn id="12" dur="1" fill="hold">
                                          <p:stCondLst>
                                            <p:cond delay="0"/>
                                          </p:stCondLst>
                                        </p:cTn>
                                        <p:tgtEl>
                                          <p:spTgt spid="59"/>
                                        </p:tgtEl>
                                        <p:attrNameLst>
                                          <p:attrName>style.visibility</p:attrName>
                                        </p:attrNameLst>
                                      </p:cBhvr>
                                      <p:to>
                                        <p:strVal val="visible"/>
                                      </p:to>
                                    </p:set>
                                    <p:animEffect transition="in" filter="wheel(1)">
                                      <p:cBhvr>
                                        <p:cTn id="13" dur="1000"/>
                                        <p:tgtEl>
                                          <p:spTgt spid="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en-US" altLang="zh-CN" dirty="0"/>
              <a:t> </a:t>
            </a:r>
            <a:r>
              <a:rPr kumimoji="1" lang="zh-CN" altLang="zh-CN" dirty="0"/>
              <a:t>链路层交换</a:t>
            </a:r>
            <a:r>
              <a:rPr kumimoji="1" lang="zh-CN" altLang="en-US" dirty="0"/>
              <a:t>机</a:t>
            </a:r>
          </a:p>
        </p:txBody>
      </p:sp>
      <p:sp>
        <p:nvSpPr>
          <p:cNvPr id="91" name="内容占位符 2"/>
          <p:cNvSpPr>
            <a:spLocks noGrp="1"/>
          </p:cNvSpPr>
          <p:nvPr>
            <p:ph idx="1"/>
          </p:nvPr>
        </p:nvSpPr>
        <p:spPr>
          <a:xfrm>
            <a:off x="838200" y="1417272"/>
            <a:ext cx="10515600" cy="5131205"/>
          </a:xfrm>
        </p:spPr>
        <p:txBody>
          <a:bodyPr>
            <a:normAutofit/>
          </a:bodyPr>
          <a:lstStyle/>
          <a:p>
            <a:pPr>
              <a:lnSpc>
                <a:spcPct val="120000"/>
              </a:lnSpc>
            </a:pPr>
            <a:r>
              <a:rPr kumimoji="1" lang="zh-CN" altLang="en-US" sz="2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现代</a:t>
            </a:r>
            <a:r>
              <a:rPr kumimoji="1" lang="en-US" altLang="zh-CN" sz="2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LAN</a:t>
            </a:r>
            <a:r>
              <a:rPr kumimoji="1" lang="zh-CN" altLang="en-US" sz="2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分段</a:t>
            </a:r>
            <a:endParaRPr kumimoji="1" lang="en-US" altLang="zh-CN" sz="2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lvl="1">
              <a:lnSpc>
                <a:spcPct val="120000"/>
              </a:lnSpc>
            </a:pPr>
            <a:r>
              <a:rPr kumimoji="1" lang="zh-CN" altLang="en-US" dirty="0"/>
              <a:t>直连</a:t>
            </a:r>
            <a:r>
              <a:rPr kumimoji="1" lang="en-US" altLang="zh-CN" dirty="0"/>
              <a:t>PC</a:t>
            </a:r>
            <a:r>
              <a:rPr kumimoji="1" lang="zh-CN" altLang="en-US" dirty="0"/>
              <a:t>，微分段，创建无冲突域</a:t>
            </a:r>
            <a:endParaRPr kumimoji="1" lang="en-US" altLang="zh-CN" dirty="0"/>
          </a:p>
          <a:p>
            <a:pPr marL="0" indent="0">
              <a:lnSpc>
                <a:spcPct val="120000"/>
              </a:lnSpc>
              <a:buNone/>
            </a:pPr>
            <a:endParaRPr kumimoji="1" lang="en-US" altLang="zh-CN" sz="2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a:lnSpc>
                <a:spcPct val="120000"/>
              </a:lnSpc>
            </a:pPr>
            <a:endParaRPr kumimoji="1" lang="en-US" altLang="zh-CN" dirty="0"/>
          </a:p>
          <a:p>
            <a:pPr lvl="1">
              <a:lnSpc>
                <a:spcPct val="120000"/>
              </a:lnSpc>
            </a:pPr>
            <a:endParaRPr kumimoji="1" lang="en-US" altLang="zh-CN" dirty="0"/>
          </a:p>
          <a:p>
            <a:pPr lvl="1">
              <a:lnSpc>
                <a:spcPct val="120000"/>
              </a:lnSpc>
            </a:pPr>
            <a:endParaRPr kumimoji="1" lang="en-US" altLang="zh-CN" dirty="0"/>
          </a:p>
          <a:p>
            <a:pPr lvl="1">
              <a:lnSpc>
                <a:spcPct val="120000"/>
              </a:lnSpc>
            </a:pPr>
            <a:endParaRPr kumimoji="1" lang="en-US" altLang="zh-CN" dirty="0"/>
          </a:p>
          <a:p>
            <a:pPr lvl="1">
              <a:lnSpc>
                <a:spcPct val="120000"/>
              </a:lnSpc>
            </a:pPr>
            <a:endParaRPr kumimoji="1" lang="zh-CN" altLang="en-US" dirty="0"/>
          </a:p>
          <a:p>
            <a:pPr marL="457200" lvl="1" indent="0">
              <a:lnSpc>
                <a:spcPct val="120000"/>
              </a:lnSpc>
              <a:buNone/>
            </a:pPr>
            <a:endParaRPr lang="en-US" altLang="zh-CN" dirty="0"/>
          </a:p>
          <a:p>
            <a:pPr marL="457200" lvl="1" indent="0">
              <a:lnSpc>
                <a:spcPct val="120000"/>
              </a:lnSpc>
              <a:buNone/>
            </a:pPr>
            <a:endParaRPr lang="zh-CN" altLang="zh-CN" dirty="0"/>
          </a:p>
          <a:p>
            <a:pPr marL="0" indent="0">
              <a:lnSpc>
                <a:spcPct val="120000"/>
              </a:lnSpc>
              <a:buNone/>
            </a:pPr>
            <a:endParaRPr kumimoji="1" lang="zh-CN" altLang="en-US" dirty="0"/>
          </a:p>
        </p:txBody>
      </p:sp>
      <p:pic>
        <p:nvPicPr>
          <p:cNvPr id="10" name="Picture 40" descr="comput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26657" y="5463629"/>
            <a:ext cx="390846" cy="371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40" descr="comput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21199" y="5463628"/>
            <a:ext cx="390846" cy="371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40" descr="comput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15741" y="5463629"/>
            <a:ext cx="390846" cy="371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Picture 40" descr="comput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10283" y="5463629"/>
            <a:ext cx="390846" cy="371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4" name="直接连接符 13"/>
          <p:cNvCxnSpPr>
            <a:stCxn id="10" idx="0"/>
          </p:cNvCxnSpPr>
          <p:nvPr/>
        </p:nvCxnSpPr>
        <p:spPr>
          <a:xfrm flipV="1">
            <a:off x="2122080" y="4718179"/>
            <a:ext cx="653265" cy="745450"/>
          </a:xfrm>
          <a:prstGeom prst="line">
            <a:avLst/>
          </a:prstGeom>
        </p:spPr>
        <p:style>
          <a:lnRef idx="3">
            <a:schemeClr val="accent1"/>
          </a:lnRef>
          <a:fillRef idx="0">
            <a:schemeClr val="accent1"/>
          </a:fillRef>
          <a:effectRef idx="2">
            <a:schemeClr val="accent1"/>
          </a:effectRef>
          <a:fontRef idx="minor">
            <a:schemeClr val="tx1"/>
          </a:fontRef>
        </p:style>
      </p:cxnSp>
      <p:cxnSp>
        <p:nvCxnSpPr>
          <p:cNvPr id="15" name="直接连接符 14"/>
          <p:cNvCxnSpPr>
            <a:stCxn id="11" idx="0"/>
          </p:cNvCxnSpPr>
          <p:nvPr/>
        </p:nvCxnSpPr>
        <p:spPr>
          <a:xfrm flipV="1">
            <a:off x="2716622" y="4718179"/>
            <a:ext cx="221444" cy="745449"/>
          </a:xfrm>
          <a:prstGeom prst="line">
            <a:avLst/>
          </a:prstGeom>
        </p:spPr>
        <p:style>
          <a:lnRef idx="3">
            <a:schemeClr val="accent1"/>
          </a:lnRef>
          <a:fillRef idx="0">
            <a:schemeClr val="accent1"/>
          </a:fillRef>
          <a:effectRef idx="2">
            <a:schemeClr val="accent1"/>
          </a:effectRef>
          <a:fontRef idx="minor">
            <a:schemeClr val="tx1"/>
          </a:fontRef>
        </p:style>
      </p:cxnSp>
      <p:cxnSp>
        <p:nvCxnSpPr>
          <p:cNvPr id="16" name="直接连接符 15"/>
          <p:cNvCxnSpPr>
            <a:stCxn id="12" idx="0"/>
          </p:cNvCxnSpPr>
          <p:nvPr/>
        </p:nvCxnSpPr>
        <p:spPr>
          <a:xfrm flipH="1" flipV="1">
            <a:off x="3129232" y="4521689"/>
            <a:ext cx="181932" cy="941940"/>
          </a:xfrm>
          <a:prstGeom prst="line">
            <a:avLst/>
          </a:prstGeom>
        </p:spPr>
        <p:style>
          <a:lnRef idx="3">
            <a:schemeClr val="accent1"/>
          </a:lnRef>
          <a:fillRef idx="0">
            <a:schemeClr val="accent1"/>
          </a:fillRef>
          <a:effectRef idx="2">
            <a:schemeClr val="accent1"/>
          </a:effectRef>
          <a:fontRef idx="minor">
            <a:schemeClr val="tx1"/>
          </a:fontRef>
        </p:style>
      </p:cxnSp>
      <p:cxnSp>
        <p:nvCxnSpPr>
          <p:cNvPr id="17" name="直接连接符 16"/>
          <p:cNvCxnSpPr>
            <a:stCxn id="13" idx="0"/>
          </p:cNvCxnSpPr>
          <p:nvPr/>
        </p:nvCxnSpPr>
        <p:spPr>
          <a:xfrm flipH="1" flipV="1">
            <a:off x="3291824" y="4628825"/>
            <a:ext cx="613882" cy="834804"/>
          </a:xfrm>
          <a:prstGeom prst="line">
            <a:avLst/>
          </a:prstGeom>
        </p:spPr>
        <p:style>
          <a:lnRef idx="3">
            <a:schemeClr val="accent1"/>
          </a:lnRef>
          <a:fillRef idx="0">
            <a:schemeClr val="accent1"/>
          </a:fillRef>
          <a:effectRef idx="2">
            <a:schemeClr val="accent1"/>
          </a:effectRef>
          <a:fontRef idx="minor">
            <a:schemeClr val="tx1"/>
          </a:fontRef>
        </p:style>
      </p:cxnSp>
      <p:pic>
        <p:nvPicPr>
          <p:cNvPr id="22" name="Picture 40" descr="comput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17642" y="5471263"/>
            <a:ext cx="390846" cy="371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 name="Picture 40" descr="comput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12184" y="5471262"/>
            <a:ext cx="390846" cy="371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 name="Picture 40" descr="comput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06726" y="5471263"/>
            <a:ext cx="390846" cy="371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 name="Picture 40" descr="comput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01268" y="5471263"/>
            <a:ext cx="390846" cy="371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26" name="直接连接符 25"/>
          <p:cNvCxnSpPr>
            <a:stCxn id="22" idx="0"/>
          </p:cNvCxnSpPr>
          <p:nvPr/>
        </p:nvCxnSpPr>
        <p:spPr>
          <a:xfrm flipV="1">
            <a:off x="4913065" y="4725813"/>
            <a:ext cx="653265" cy="745450"/>
          </a:xfrm>
          <a:prstGeom prst="line">
            <a:avLst/>
          </a:prstGeom>
        </p:spPr>
        <p:style>
          <a:lnRef idx="3">
            <a:schemeClr val="accent1"/>
          </a:lnRef>
          <a:fillRef idx="0">
            <a:schemeClr val="accent1"/>
          </a:fillRef>
          <a:effectRef idx="2">
            <a:schemeClr val="accent1"/>
          </a:effectRef>
          <a:fontRef idx="minor">
            <a:schemeClr val="tx1"/>
          </a:fontRef>
        </p:style>
      </p:cxnSp>
      <p:cxnSp>
        <p:nvCxnSpPr>
          <p:cNvPr id="27" name="直接连接符 26"/>
          <p:cNvCxnSpPr>
            <a:stCxn id="23" idx="0"/>
          </p:cNvCxnSpPr>
          <p:nvPr/>
        </p:nvCxnSpPr>
        <p:spPr>
          <a:xfrm flipV="1">
            <a:off x="5507607" y="4725813"/>
            <a:ext cx="221444" cy="745449"/>
          </a:xfrm>
          <a:prstGeom prst="line">
            <a:avLst/>
          </a:prstGeom>
        </p:spPr>
        <p:style>
          <a:lnRef idx="3">
            <a:schemeClr val="accent1"/>
          </a:lnRef>
          <a:fillRef idx="0">
            <a:schemeClr val="accent1"/>
          </a:fillRef>
          <a:effectRef idx="2">
            <a:schemeClr val="accent1"/>
          </a:effectRef>
          <a:fontRef idx="minor">
            <a:schemeClr val="tx1"/>
          </a:fontRef>
        </p:style>
      </p:cxnSp>
      <p:cxnSp>
        <p:nvCxnSpPr>
          <p:cNvPr id="28" name="直接连接符 27"/>
          <p:cNvCxnSpPr>
            <a:stCxn id="24" idx="0"/>
          </p:cNvCxnSpPr>
          <p:nvPr/>
        </p:nvCxnSpPr>
        <p:spPr>
          <a:xfrm flipH="1" flipV="1">
            <a:off x="5920217" y="4529323"/>
            <a:ext cx="181932" cy="941940"/>
          </a:xfrm>
          <a:prstGeom prst="line">
            <a:avLst/>
          </a:prstGeom>
        </p:spPr>
        <p:style>
          <a:lnRef idx="3">
            <a:schemeClr val="accent1"/>
          </a:lnRef>
          <a:fillRef idx="0">
            <a:schemeClr val="accent1"/>
          </a:fillRef>
          <a:effectRef idx="2">
            <a:schemeClr val="accent1"/>
          </a:effectRef>
          <a:fontRef idx="minor">
            <a:schemeClr val="tx1"/>
          </a:fontRef>
        </p:style>
      </p:cxnSp>
      <p:cxnSp>
        <p:nvCxnSpPr>
          <p:cNvPr id="29" name="直接连接符 28"/>
          <p:cNvCxnSpPr>
            <a:stCxn id="25" idx="0"/>
          </p:cNvCxnSpPr>
          <p:nvPr/>
        </p:nvCxnSpPr>
        <p:spPr>
          <a:xfrm flipH="1" flipV="1">
            <a:off x="6082809" y="4636459"/>
            <a:ext cx="613882" cy="834804"/>
          </a:xfrm>
          <a:prstGeom prst="line">
            <a:avLst/>
          </a:prstGeom>
        </p:spPr>
        <p:style>
          <a:lnRef idx="3">
            <a:schemeClr val="accent1"/>
          </a:lnRef>
          <a:fillRef idx="0">
            <a:schemeClr val="accent1"/>
          </a:fillRef>
          <a:effectRef idx="2">
            <a:schemeClr val="accent1"/>
          </a:effectRef>
          <a:fontRef idx="minor">
            <a:schemeClr val="tx1"/>
          </a:fontRef>
        </p:style>
      </p:cxnSp>
      <p:pic>
        <p:nvPicPr>
          <p:cNvPr id="39" name="Picture 40" descr="comput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33257" y="5458937"/>
            <a:ext cx="390846" cy="371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 name="Picture 40" descr="comput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27799" y="5458936"/>
            <a:ext cx="390846" cy="371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 name="Picture 40" descr="comput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22341" y="5458937"/>
            <a:ext cx="390846" cy="371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2" name="Picture 40" descr="comput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316883" y="5458937"/>
            <a:ext cx="390846" cy="371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44" name="直接连接符 43"/>
          <p:cNvCxnSpPr>
            <a:stCxn id="39" idx="0"/>
          </p:cNvCxnSpPr>
          <p:nvPr/>
        </p:nvCxnSpPr>
        <p:spPr>
          <a:xfrm flipV="1">
            <a:off x="7728680" y="4713487"/>
            <a:ext cx="653265" cy="745450"/>
          </a:xfrm>
          <a:prstGeom prst="line">
            <a:avLst/>
          </a:prstGeom>
        </p:spPr>
        <p:style>
          <a:lnRef idx="3">
            <a:schemeClr val="accent1"/>
          </a:lnRef>
          <a:fillRef idx="0">
            <a:schemeClr val="accent1"/>
          </a:fillRef>
          <a:effectRef idx="2">
            <a:schemeClr val="accent1"/>
          </a:effectRef>
          <a:fontRef idx="minor">
            <a:schemeClr val="tx1"/>
          </a:fontRef>
        </p:style>
      </p:cxnSp>
      <p:cxnSp>
        <p:nvCxnSpPr>
          <p:cNvPr id="45" name="直接连接符 44"/>
          <p:cNvCxnSpPr>
            <a:stCxn id="40" idx="0"/>
          </p:cNvCxnSpPr>
          <p:nvPr/>
        </p:nvCxnSpPr>
        <p:spPr>
          <a:xfrm flipV="1">
            <a:off x="8323222" y="4713487"/>
            <a:ext cx="221444" cy="745449"/>
          </a:xfrm>
          <a:prstGeom prst="line">
            <a:avLst/>
          </a:prstGeom>
        </p:spPr>
        <p:style>
          <a:lnRef idx="3">
            <a:schemeClr val="accent1"/>
          </a:lnRef>
          <a:fillRef idx="0">
            <a:schemeClr val="accent1"/>
          </a:fillRef>
          <a:effectRef idx="2">
            <a:schemeClr val="accent1"/>
          </a:effectRef>
          <a:fontRef idx="minor">
            <a:schemeClr val="tx1"/>
          </a:fontRef>
        </p:style>
      </p:cxnSp>
      <p:cxnSp>
        <p:nvCxnSpPr>
          <p:cNvPr id="46" name="直接连接符 45"/>
          <p:cNvCxnSpPr>
            <a:stCxn id="41" idx="0"/>
          </p:cNvCxnSpPr>
          <p:nvPr/>
        </p:nvCxnSpPr>
        <p:spPr>
          <a:xfrm flipH="1" flipV="1">
            <a:off x="8735832" y="4516997"/>
            <a:ext cx="181932" cy="941940"/>
          </a:xfrm>
          <a:prstGeom prst="line">
            <a:avLst/>
          </a:prstGeom>
        </p:spPr>
        <p:style>
          <a:lnRef idx="3">
            <a:schemeClr val="accent1"/>
          </a:lnRef>
          <a:fillRef idx="0">
            <a:schemeClr val="accent1"/>
          </a:fillRef>
          <a:effectRef idx="2">
            <a:schemeClr val="accent1"/>
          </a:effectRef>
          <a:fontRef idx="minor">
            <a:schemeClr val="tx1"/>
          </a:fontRef>
        </p:style>
      </p:cxnSp>
      <p:cxnSp>
        <p:nvCxnSpPr>
          <p:cNvPr id="47" name="直接连接符 46"/>
          <p:cNvCxnSpPr>
            <a:stCxn id="42" idx="0"/>
          </p:cNvCxnSpPr>
          <p:nvPr/>
        </p:nvCxnSpPr>
        <p:spPr>
          <a:xfrm flipH="1" flipV="1">
            <a:off x="8898424" y="4624133"/>
            <a:ext cx="613882" cy="834804"/>
          </a:xfrm>
          <a:prstGeom prst="line">
            <a:avLst/>
          </a:prstGeom>
        </p:spPr>
        <p:style>
          <a:lnRef idx="3">
            <a:schemeClr val="accent1"/>
          </a:lnRef>
          <a:fillRef idx="0">
            <a:schemeClr val="accent1"/>
          </a:fillRef>
          <a:effectRef idx="2">
            <a:schemeClr val="accent1"/>
          </a:effectRef>
          <a:fontRef idx="minor">
            <a:schemeClr val="tx1"/>
          </a:fontRef>
        </p:style>
      </p:cxnSp>
      <p:grpSp>
        <p:nvGrpSpPr>
          <p:cNvPr id="31" name="组合 30"/>
          <p:cNvGrpSpPr/>
          <p:nvPr/>
        </p:nvGrpSpPr>
        <p:grpSpPr>
          <a:xfrm>
            <a:off x="3031059" y="3785564"/>
            <a:ext cx="5608538" cy="716138"/>
            <a:chOff x="3785724" y="3537814"/>
            <a:chExt cx="3358876" cy="607324"/>
          </a:xfrm>
        </p:grpSpPr>
        <p:cxnSp>
          <p:nvCxnSpPr>
            <p:cNvPr id="32" name="直接连接符 31"/>
            <p:cNvCxnSpPr/>
            <p:nvPr/>
          </p:nvCxnSpPr>
          <p:spPr>
            <a:xfrm flipV="1">
              <a:off x="3785724" y="3537814"/>
              <a:ext cx="0" cy="607018"/>
            </a:xfrm>
            <a:prstGeom prst="line">
              <a:avLst/>
            </a:prstGeom>
          </p:spPr>
          <p:style>
            <a:lnRef idx="3">
              <a:schemeClr val="accent1"/>
            </a:lnRef>
            <a:fillRef idx="0">
              <a:schemeClr val="accent1"/>
            </a:fillRef>
            <a:effectRef idx="2">
              <a:schemeClr val="accent1"/>
            </a:effectRef>
            <a:fontRef idx="minor">
              <a:schemeClr val="tx1"/>
            </a:fontRef>
          </p:style>
        </p:cxnSp>
        <p:cxnSp>
          <p:nvCxnSpPr>
            <p:cNvPr id="33" name="直接连接符 32"/>
            <p:cNvCxnSpPr/>
            <p:nvPr/>
          </p:nvCxnSpPr>
          <p:spPr>
            <a:xfrm>
              <a:off x="3785724" y="3538120"/>
              <a:ext cx="3358876" cy="0"/>
            </a:xfrm>
            <a:prstGeom prst="line">
              <a:avLst/>
            </a:prstGeom>
          </p:spPr>
          <p:style>
            <a:lnRef idx="3">
              <a:schemeClr val="accent1"/>
            </a:lnRef>
            <a:fillRef idx="0">
              <a:schemeClr val="accent1"/>
            </a:fillRef>
            <a:effectRef idx="2">
              <a:schemeClr val="accent1"/>
            </a:effectRef>
            <a:fontRef idx="minor">
              <a:schemeClr val="tx1"/>
            </a:fontRef>
          </p:style>
        </p:cxnSp>
        <p:cxnSp>
          <p:nvCxnSpPr>
            <p:cNvPr id="34" name="直接连接符 33"/>
            <p:cNvCxnSpPr/>
            <p:nvPr/>
          </p:nvCxnSpPr>
          <p:spPr>
            <a:xfrm flipV="1">
              <a:off x="7144600" y="3538120"/>
              <a:ext cx="0" cy="607018"/>
            </a:xfrm>
            <a:prstGeom prst="line">
              <a:avLst/>
            </a:prstGeom>
          </p:spPr>
          <p:style>
            <a:lnRef idx="3">
              <a:schemeClr val="accent1"/>
            </a:lnRef>
            <a:fillRef idx="0">
              <a:schemeClr val="accent1"/>
            </a:fillRef>
            <a:effectRef idx="2">
              <a:schemeClr val="accent1"/>
            </a:effectRef>
            <a:fontRef idx="minor">
              <a:schemeClr val="tx1"/>
            </a:fontRef>
          </p:style>
        </p:cxnSp>
      </p:grpSp>
      <p:pic>
        <p:nvPicPr>
          <p:cNvPr id="6" name="Picture 5" descr="通用交换机"/>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14701" y="3377355"/>
            <a:ext cx="1026524" cy="74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4" name="直接连接符 3"/>
          <p:cNvCxnSpPr>
            <a:stCxn id="6" idx="2"/>
          </p:cNvCxnSpPr>
          <p:nvPr/>
        </p:nvCxnSpPr>
        <p:spPr>
          <a:xfrm flipH="1">
            <a:off x="5822044" y="4124080"/>
            <a:ext cx="5919" cy="371618"/>
          </a:xfrm>
          <a:prstGeom prst="line">
            <a:avLst/>
          </a:prstGeom>
        </p:spPr>
        <p:style>
          <a:lnRef idx="3">
            <a:schemeClr val="accent1"/>
          </a:lnRef>
          <a:fillRef idx="0">
            <a:schemeClr val="accent1"/>
          </a:fillRef>
          <a:effectRef idx="2">
            <a:schemeClr val="accent1"/>
          </a:effectRef>
          <a:fontRef idx="minor">
            <a:schemeClr val="tx1"/>
          </a:fontRef>
        </p:style>
      </p:cxnSp>
      <p:pic>
        <p:nvPicPr>
          <p:cNvPr id="53" name="Picture 5" descr="通用交换机"/>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25715" y="4396051"/>
            <a:ext cx="809214" cy="5886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 name="Picture 5" descr="通用交换机"/>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23225" y="4392497"/>
            <a:ext cx="809214" cy="5886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8" name="文本框 57"/>
          <p:cNvSpPr txBox="1"/>
          <p:nvPr/>
        </p:nvSpPr>
        <p:spPr>
          <a:xfrm>
            <a:off x="5353297" y="3017838"/>
            <a:ext cx="954107" cy="400110"/>
          </a:xfrm>
          <a:prstGeom prst="rect">
            <a:avLst/>
          </a:prstGeom>
          <a:noFill/>
        </p:spPr>
        <p:txBody>
          <a:bodyPr wrap="none" rtlCol="0">
            <a:spAutoFit/>
          </a:bodyPr>
          <a:lstStyle/>
          <a:p>
            <a:r>
              <a:rPr lang="zh-CN" altLang="en-US" sz="2000" dirty="0">
                <a:latin typeface="微软雅黑" panose="020B0503020204020204" pitchFamily="34" charset="-122"/>
                <a:ea typeface="微软雅黑" panose="020B0503020204020204" pitchFamily="34" charset="-122"/>
              </a:rPr>
              <a:t>交换机</a:t>
            </a:r>
          </a:p>
        </p:txBody>
      </p:sp>
      <p:sp>
        <p:nvSpPr>
          <p:cNvPr id="59" name="文本框 58"/>
          <p:cNvSpPr txBox="1"/>
          <p:nvPr/>
        </p:nvSpPr>
        <p:spPr>
          <a:xfrm>
            <a:off x="1769177" y="4460932"/>
            <a:ext cx="877163" cy="369332"/>
          </a:xfrm>
          <a:prstGeom prst="rect">
            <a:avLst/>
          </a:prstGeom>
          <a:noFill/>
        </p:spPr>
        <p:txBody>
          <a:bodyPr wrap="none" rtlCol="0">
            <a:spAutoFit/>
          </a:bodyPr>
          <a:lstStyle/>
          <a:p>
            <a:r>
              <a:rPr lang="zh-CN" altLang="en-US" dirty="0">
                <a:latin typeface="微软雅黑" panose="020B0503020204020204" pitchFamily="34" charset="-122"/>
                <a:ea typeface="微软雅黑" panose="020B0503020204020204" pitchFamily="34" charset="-122"/>
              </a:rPr>
              <a:t>交换机</a:t>
            </a:r>
          </a:p>
        </p:txBody>
      </p:sp>
      <p:sp>
        <p:nvSpPr>
          <p:cNvPr id="60" name="文本框 59"/>
          <p:cNvSpPr txBox="1"/>
          <p:nvPr/>
        </p:nvSpPr>
        <p:spPr>
          <a:xfrm>
            <a:off x="4606450" y="4457265"/>
            <a:ext cx="877163" cy="369332"/>
          </a:xfrm>
          <a:prstGeom prst="rect">
            <a:avLst/>
          </a:prstGeom>
          <a:noFill/>
        </p:spPr>
        <p:txBody>
          <a:bodyPr wrap="none" rtlCol="0">
            <a:spAutoFit/>
          </a:bodyPr>
          <a:lstStyle/>
          <a:p>
            <a:r>
              <a:rPr lang="zh-CN" altLang="en-US" dirty="0">
                <a:latin typeface="微软雅黑" panose="020B0503020204020204" pitchFamily="34" charset="-122"/>
                <a:ea typeface="微软雅黑" panose="020B0503020204020204" pitchFamily="34" charset="-122"/>
              </a:rPr>
              <a:t>交换机</a:t>
            </a:r>
          </a:p>
        </p:txBody>
      </p:sp>
      <p:sp>
        <p:nvSpPr>
          <p:cNvPr id="61" name="文本框 60"/>
          <p:cNvSpPr txBox="1"/>
          <p:nvPr/>
        </p:nvSpPr>
        <p:spPr>
          <a:xfrm>
            <a:off x="7443086" y="4457265"/>
            <a:ext cx="877163" cy="369332"/>
          </a:xfrm>
          <a:prstGeom prst="rect">
            <a:avLst/>
          </a:prstGeom>
          <a:noFill/>
        </p:spPr>
        <p:txBody>
          <a:bodyPr wrap="none" rtlCol="0">
            <a:spAutoFit/>
          </a:bodyPr>
          <a:lstStyle/>
          <a:p>
            <a:r>
              <a:rPr lang="zh-CN" altLang="en-US" dirty="0">
                <a:latin typeface="微软雅黑" panose="020B0503020204020204" pitchFamily="34" charset="-122"/>
                <a:ea typeface="微软雅黑" panose="020B0503020204020204" pitchFamily="34" charset="-122"/>
              </a:rPr>
              <a:t>交换机</a:t>
            </a:r>
          </a:p>
        </p:txBody>
      </p:sp>
      <p:pic>
        <p:nvPicPr>
          <p:cNvPr id="57" name="Picture 5" descr="通用交换机"/>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40517" y="4396051"/>
            <a:ext cx="809214" cy="5886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 name="日期占位符 36"/>
          <p:cNvSpPr>
            <a:spLocks noGrp="1"/>
          </p:cNvSpPr>
          <p:nvPr>
            <p:ph type="dt" sz="half" idx="10"/>
          </p:nvPr>
        </p:nvSpPr>
        <p:spPr>
          <a:xfrm>
            <a:off x="197335" y="6489303"/>
            <a:ext cx="2743200" cy="365125"/>
          </a:xfrm>
        </p:spPr>
        <p:txBody>
          <a:bodyPr/>
          <a:lstStyle/>
          <a:p>
            <a:r>
              <a:rPr lang="en-US" altLang="zh-CN" dirty="0">
                <a:latin typeface="微软雅黑" panose="020B0503020204020204" pitchFamily="34" charset="-122"/>
                <a:ea typeface="微软雅黑" panose="020B0503020204020204" pitchFamily="34" charset="-122"/>
              </a:rPr>
              <a:t>4.4 </a:t>
            </a:r>
            <a:r>
              <a:rPr lang="zh-CN" altLang="en-US" dirty="0">
                <a:latin typeface="微软雅黑" panose="020B0503020204020204" pitchFamily="34" charset="-122"/>
                <a:ea typeface="微软雅黑" panose="020B0503020204020204" pitchFamily="34" charset="-122"/>
              </a:rPr>
              <a:t>数据链路层交换</a:t>
            </a:r>
          </a:p>
        </p:txBody>
      </p:sp>
      <p:sp>
        <p:nvSpPr>
          <p:cNvPr id="51" name="灯片编号占位符 38"/>
          <p:cNvSpPr>
            <a:spLocks noGrp="1"/>
          </p:cNvSpPr>
          <p:nvPr>
            <p:ph type="sldNum" sz="quarter" idx="12"/>
          </p:nvPr>
        </p:nvSpPr>
        <p:spPr>
          <a:xfrm>
            <a:off x="8686810" y="6489303"/>
            <a:ext cx="3319670" cy="365125"/>
          </a:xfrm>
        </p:spPr>
        <p:txBody>
          <a:bodyPr/>
          <a:lstStyle/>
          <a:p>
            <a:fld id="{8D4D1E41-7A09-AB4A-A4E1-09765ADA2698}" type="slidenum">
              <a:rPr kumimoji="1" lang="zh-CN" altLang="en-US" smtClean="0"/>
              <a:t>74</a:t>
            </a:fld>
            <a:endParaRPr kumimoji="1" lang="zh-CN" altLang="en-US"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en-US" altLang="zh-CN" dirty="0"/>
              <a:t> </a:t>
            </a:r>
            <a:r>
              <a:rPr kumimoji="1" lang="zh-CN" altLang="zh-CN" dirty="0"/>
              <a:t>链路层交换</a:t>
            </a:r>
            <a:r>
              <a:rPr kumimoji="1" lang="zh-CN" altLang="en-US" dirty="0"/>
              <a:t>机</a:t>
            </a:r>
          </a:p>
        </p:txBody>
      </p:sp>
      <p:sp>
        <p:nvSpPr>
          <p:cNvPr id="91" name="内容占位符 2"/>
          <p:cNvSpPr>
            <a:spLocks noGrp="1"/>
          </p:cNvSpPr>
          <p:nvPr>
            <p:ph idx="1"/>
          </p:nvPr>
        </p:nvSpPr>
        <p:spPr>
          <a:xfrm>
            <a:off x="838200" y="1417272"/>
            <a:ext cx="10515600" cy="5131205"/>
          </a:xfrm>
        </p:spPr>
        <p:txBody>
          <a:bodyPr>
            <a:normAutofit/>
          </a:bodyPr>
          <a:lstStyle/>
          <a:p>
            <a:pPr>
              <a:lnSpc>
                <a:spcPct val="120000"/>
              </a:lnSpc>
            </a:pPr>
            <a:r>
              <a:rPr kumimoji="1" lang="zh-CN" altLang="en-US" dirty="0"/>
              <a:t>交换方式：从带宽的角度</a:t>
            </a:r>
            <a:endParaRPr kumimoji="1" lang="en-US" altLang="zh-CN" dirty="0"/>
          </a:p>
          <a:p>
            <a:pPr lvl="1">
              <a:lnSpc>
                <a:spcPct val="120000"/>
              </a:lnSpc>
            </a:pPr>
            <a:r>
              <a:rPr kumimoji="1" lang="zh-CN" altLang="en-US" dirty="0"/>
              <a:t>对称交换：出和入的</a:t>
            </a:r>
            <a:r>
              <a:rPr kumimoji="1" lang="zh-CN" altLang="en-US" dirty="0">
                <a:solidFill>
                  <a:srgbClr val="C00000"/>
                </a:solidFill>
              </a:rPr>
              <a:t>带宽相同</a:t>
            </a:r>
            <a:endParaRPr kumimoji="1" lang="en-US" altLang="zh-CN" dirty="0"/>
          </a:p>
          <a:p>
            <a:pPr marL="457200" lvl="1" indent="0">
              <a:lnSpc>
                <a:spcPct val="120000"/>
              </a:lnSpc>
              <a:buNone/>
            </a:pPr>
            <a:r>
              <a:rPr kumimoji="1" lang="zh-CN" altLang="en-US" dirty="0">
                <a:solidFill>
                  <a:srgbClr val="7030A0"/>
                </a:solidFill>
              </a:rPr>
              <a:t>  例如：</a:t>
            </a:r>
            <a:r>
              <a:rPr kumimoji="1" lang="zh-CN" altLang="en-US" dirty="0"/>
              <a:t>交换机上全为</a:t>
            </a:r>
            <a:r>
              <a:rPr kumimoji="1" lang="en-US" altLang="zh-CN" dirty="0"/>
              <a:t>1000Mb/s</a:t>
            </a:r>
            <a:r>
              <a:rPr kumimoji="1" lang="zh-CN" altLang="en-US" dirty="0"/>
              <a:t>速率端口</a:t>
            </a:r>
            <a:endParaRPr kumimoji="1" lang="en-US" altLang="zh-CN" dirty="0"/>
          </a:p>
          <a:p>
            <a:pPr lvl="1">
              <a:lnSpc>
                <a:spcPct val="120000"/>
              </a:lnSpc>
            </a:pPr>
            <a:r>
              <a:rPr kumimoji="1" lang="zh-CN" altLang="en-US" dirty="0"/>
              <a:t>非对称交换：出和入的</a:t>
            </a:r>
            <a:r>
              <a:rPr kumimoji="1" lang="zh-CN" altLang="en-US" dirty="0">
                <a:solidFill>
                  <a:srgbClr val="C00000"/>
                </a:solidFill>
              </a:rPr>
              <a:t>带宽不同</a:t>
            </a:r>
            <a:endParaRPr kumimoji="1" lang="en-US" altLang="zh-CN" dirty="0">
              <a:solidFill>
                <a:srgbClr val="C00000"/>
              </a:solidFill>
            </a:endParaRPr>
          </a:p>
          <a:p>
            <a:pPr marL="457200" lvl="1" indent="0">
              <a:lnSpc>
                <a:spcPct val="120000"/>
              </a:lnSpc>
              <a:buNone/>
            </a:pPr>
            <a:r>
              <a:rPr kumimoji="1" lang="zh-CN" altLang="en-US" dirty="0">
                <a:solidFill>
                  <a:srgbClr val="7030A0"/>
                </a:solidFill>
              </a:rPr>
              <a:t>  例如：</a:t>
            </a:r>
            <a:r>
              <a:rPr kumimoji="1" lang="zh-CN" altLang="en-US" dirty="0"/>
              <a:t>交换机上有</a:t>
            </a:r>
            <a:r>
              <a:rPr kumimoji="1" lang="en-US" altLang="zh-CN" dirty="0"/>
              <a:t>100Mb/s</a:t>
            </a:r>
            <a:r>
              <a:rPr kumimoji="1" lang="zh-CN" altLang="en-US" dirty="0"/>
              <a:t>、</a:t>
            </a:r>
            <a:r>
              <a:rPr kumimoji="1" lang="en-US" altLang="zh-CN" dirty="0"/>
              <a:t>1000Mb/s</a:t>
            </a:r>
            <a:r>
              <a:rPr kumimoji="1" lang="zh-CN" altLang="en-US" dirty="0"/>
              <a:t>等多种速率端口</a:t>
            </a:r>
            <a:endParaRPr kumimoji="1" lang="en-US" altLang="zh-CN" dirty="0"/>
          </a:p>
          <a:p>
            <a:pPr marL="457200" lvl="1" indent="0">
              <a:lnSpc>
                <a:spcPct val="120000"/>
              </a:lnSpc>
              <a:buNone/>
            </a:pPr>
            <a:endParaRPr kumimoji="1" lang="en-US" altLang="zh-CN" dirty="0">
              <a:solidFill>
                <a:srgbClr val="7030A0"/>
              </a:solidFill>
            </a:endParaRPr>
          </a:p>
          <a:p>
            <a:pPr lvl="1">
              <a:lnSpc>
                <a:spcPct val="120000"/>
              </a:lnSpc>
            </a:pPr>
            <a:endParaRPr kumimoji="1" lang="en-US" altLang="zh-CN" dirty="0"/>
          </a:p>
          <a:p>
            <a:pPr lvl="1">
              <a:lnSpc>
                <a:spcPct val="120000"/>
              </a:lnSpc>
            </a:pPr>
            <a:endParaRPr kumimoji="1" lang="en-US" altLang="zh-CN" dirty="0"/>
          </a:p>
          <a:p>
            <a:pPr lvl="1">
              <a:lnSpc>
                <a:spcPct val="120000"/>
              </a:lnSpc>
            </a:pPr>
            <a:endParaRPr kumimoji="1" lang="zh-CN" altLang="en-US" dirty="0"/>
          </a:p>
          <a:p>
            <a:pPr marL="457200" lvl="1" indent="0">
              <a:lnSpc>
                <a:spcPct val="120000"/>
              </a:lnSpc>
              <a:buNone/>
            </a:pPr>
            <a:endParaRPr lang="zh-CN" altLang="zh-CN" dirty="0"/>
          </a:p>
          <a:p>
            <a:pPr marL="0" indent="0">
              <a:lnSpc>
                <a:spcPct val="120000"/>
              </a:lnSpc>
              <a:buNone/>
            </a:pPr>
            <a:endParaRPr kumimoji="1" lang="zh-CN" altLang="en-US" dirty="0"/>
          </a:p>
        </p:txBody>
      </p:sp>
      <p:cxnSp>
        <p:nvCxnSpPr>
          <p:cNvPr id="4" name="直接连接符 3"/>
          <p:cNvCxnSpPr/>
          <p:nvPr/>
        </p:nvCxnSpPr>
        <p:spPr>
          <a:xfrm>
            <a:off x="2231615" y="4642248"/>
            <a:ext cx="2146433" cy="0"/>
          </a:xfrm>
          <a:prstGeom prst="line">
            <a:avLst/>
          </a:prstGeom>
        </p:spPr>
        <p:style>
          <a:lnRef idx="3">
            <a:schemeClr val="accent1"/>
          </a:lnRef>
          <a:fillRef idx="0">
            <a:schemeClr val="accent1"/>
          </a:fillRef>
          <a:effectRef idx="2">
            <a:schemeClr val="accent1"/>
          </a:effectRef>
          <a:fontRef idx="minor">
            <a:schemeClr val="tx1"/>
          </a:fontRef>
        </p:style>
      </p:cxnSp>
      <p:pic>
        <p:nvPicPr>
          <p:cNvPr id="6" name="Picture 5" descr="通用交换机"/>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91569" y="4268886"/>
            <a:ext cx="1026524" cy="74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8" name="直接连接符 7"/>
          <p:cNvCxnSpPr>
            <a:stCxn id="6" idx="2"/>
            <a:endCxn id="17" idx="0"/>
          </p:cNvCxnSpPr>
          <p:nvPr/>
        </p:nvCxnSpPr>
        <p:spPr>
          <a:xfrm>
            <a:off x="3304831" y="5015611"/>
            <a:ext cx="0" cy="595048"/>
          </a:xfrm>
          <a:prstGeom prst="line">
            <a:avLst/>
          </a:prstGeom>
        </p:spPr>
        <p:style>
          <a:lnRef idx="3">
            <a:schemeClr val="accent1"/>
          </a:lnRef>
          <a:fillRef idx="0">
            <a:schemeClr val="accent1"/>
          </a:fillRef>
          <a:effectRef idx="2">
            <a:schemeClr val="accent1"/>
          </a:effectRef>
          <a:fontRef idx="minor">
            <a:schemeClr val="tx1"/>
          </a:fontRef>
        </p:style>
      </p:cxnSp>
      <p:cxnSp>
        <p:nvCxnSpPr>
          <p:cNvPr id="10" name="直接连接符 9"/>
          <p:cNvCxnSpPr>
            <a:endCxn id="15" idx="0"/>
          </p:cNvCxnSpPr>
          <p:nvPr/>
        </p:nvCxnSpPr>
        <p:spPr>
          <a:xfrm>
            <a:off x="2231615" y="4642248"/>
            <a:ext cx="0" cy="946891"/>
          </a:xfrm>
          <a:prstGeom prst="line">
            <a:avLst/>
          </a:prstGeom>
        </p:spPr>
        <p:style>
          <a:lnRef idx="3">
            <a:schemeClr val="accent1"/>
          </a:lnRef>
          <a:fillRef idx="0">
            <a:schemeClr val="accent1"/>
          </a:fillRef>
          <a:effectRef idx="2">
            <a:schemeClr val="accent1"/>
          </a:effectRef>
          <a:fontRef idx="minor">
            <a:schemeClr val="tx1"/>
          </a:fontRef>
        </p:style>
      </p:cxnSp>
      <p:cxnSp>
        <p:nvCxnSpPr>
          <p:cNvPr id="13" name="直接连接符 12"/>
          <p:cNvCxnSpPr>
            <a:endCxn id="16" idx="0"/>
          </p:cNvCxnSpPr>
          <p:nvPr/>
        </p:nvCxnSpPr>
        <p:spPr>
          <a:xfrm flipH="1">
            <a:off x="4378047" y="4642247"/>
            <a:ext cx="2" cy="959649"/>
          </a:xfrm>
          <a:prstGeom prst="line">
            <a:avLst/>
          </a:prstGeom>
        </p:spPr>
        <p:style>
          <a:lnRef idx="3">
            <a:schemeClr val="accent1"/>
          </a:lnRef>
          <a:fillRef idx="0">
            <a:schemeClr val="accent1"/>
          </a:fillRef>
          <a:effectRef idx="2">
            <a:schemeClr val="accent1"/>
          </a:effectRef>
          <a:fontRef idx="minor">
            <a:schemeClr val="tx1"/>
          </a:fontRef>
        </p:style>
      </p:cxnSp>
      <p:pic>
        <p:nvPicPr>
          <p:cNvPr id="15" name="Picture 40" descr="compute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36192" y="5589139"/>
            <a:ext cx="390846" cy="371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 name="Picture 40" descr="compute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82624" y="5601896"/>
            <a:ext cx="390846" cy="371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 name="Picture 40" descr="compute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09408" y="5610659"/>
            <a:ext cx="390846" cy="371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8" name="直接连接符 17"/>
          <p:cNvCxnSpPr/>
          <p:nvPr/>
        </p:nvCxnSpPr>
        <p:spPr>
          <a:xfrm>
            <a:off x="7052156" y="4642247"/>
            <a:ext cx="2146433" cy="0"/>
          </a:xfrm>
          <a:prstGeom prst="line">
            <a:avLst/>
          </a:prstGeom>
        </p:spPr>
        <p:style>
          <a:lnRef idx="3">
            <a:schemeClr val="accent1"/>
          </a:lnRef>
          <a:fillRef idx="0">
            <a:schemeClr val="accent1"/>
          </a:fillRef>
          <a:effectRef idx="2">
            <a:schemeClr val="accent1"/>
          </a:effectRef>
          <a:fontRef idx="minor">
            <a:schemeClr val="tx1"/>
          </a:fontRef>
        </p:style>
      </p:cxnSp>
      <p:pic>
        <p:nvPicPr>
          <p:cNvPr id="19" name="Picture 5" descr="通用交换机"/>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12110" y="4268885"/>
            <a:ext cx="1026524" cy="74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20" name="直接连接符 19"/>
          <p:cNvCxnSpPr>
            <a:stCxn id="19" idx="2"/>
            <a:endCxn id="33" idx="0"/>
          </p:cNvCxnSpPr>
          <p:nvPr/>
        </p:nvCxnSpPr>
        <p:spPr>
          <a:xfrm>
            <a:off x="8125372" y="5015610"/>
            <a:ext cx="8307" cy="621813"/>
          </a:xfrm>
          <a:prstGeom prst="line">
            <a:avLst/>
          </a:prstGeom>
        </p:spPr>
        <p:style>
          <a:lnRef idx="3">
            <a:schemeClr val="accent1"/>
          </a:lnRef>
          <a:fillRef idx="0">
            <a:schemeClr val="accent1"/>
          </a:fillRef>
          <a:effectRef idx="2">
            <a:schemeClr val="accent1"/>
          </a:effectRef>
          <a:fontRef idx="minor">
            <a:schemeClr val="tx1"/>
          </a:fontRef>
        </p:style>
      </p:cxnSp>
      <p:cxnSp>
        <p:nvCxnSpPr>
          <p:cNvPr id="21" name="直接连接符 20"/>
          <p:cNvCxnSpPr/>
          <p:nvPr/>
        </p:nvCxnSpPr>
        <p:spPr>
          <a:xfrm>
            <a:off x="7052156" y="4642247"/>
            <a:ext cx="0" cy="946892"/>
          </a:xfrm>
          <a:prstGeom prst="line">
            <a:avLst/>
          </a:prstGeom>
        </p:spPr>
        <p:style>
          <a:lnRef idx="3">
            <a:schemeClr val="accent1"/>
          </a:lnRef>
          <a:fillRef idx="0">
            <a:schemeClr val="accent1"/>
          </a:fillRef>
          <a:effectRef idx="2">
            <a:schemeClr val="accent1"/>
          </a:effectRef>
          <a:fontRef idx="minor">
            <a:schemeClr val="tx1"/>
          </a:fontRef>
        </p:style>
      </p:cxnSp>
      <p:cxnSp>
        <p:nvCxnSpPr>
          <p:cNvPr id="22" name="直接连接符 21"/>
          <p:cNvCxnSpPr>
            <a:endCxn id="24" idx="0"/>
          </p:cNvCxnSpPr>
          <p:nvPr/>
        </p:nvCxnSpPr>
        <p:spPr>
          <a:xfrm flipH="1">
            <a:off x="9198588" y="4642246"/>
            <a:ext cx="2" cy="998154"/>
          </a:xfrm>
          <a:prstGeom prst="line">
            <a:avLst/>
          </a:prstGeom>
        </p:spPr>
        <p:style>
          <a:lnRef idx="3">
            <a:schemeClr val="accent1"/>
          </a:lnRef>
          <a:fillRef idx="0">
            <a:schemeClr val="accent1"/>
          </a:fillRef>
          <a:effectRef idx="2">
            <a:schemeClr val="accent1"/>
          </a:effectRef>
          <a:fontRef idx="minor">
            <a:schemeClr val="tx1"/>
          </a:fontRef>
        </p:style>
      </p:cxnSp>
      <p:pic>
        <p:nvPicPr>
          <p:cNvPr id="24" name="Picture 40" descr="compute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03165" y="5640400"/>
            <a:ext cx="390846" cy="371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 name="Picture 31" descr="服务器类"/>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903654" y="5492496"/>
            <a:ext cx="360540" cy="518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文本框 10"/>
          <p:cNvSpPr txBox="1"/>
          <p:nvPr/>
        </p:nvSpPr>
        <p:spPr>
          <a:xfrm>
            <a:off x="3734779" y="4320089"/>
            <a:ext cx="838691"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solidFill>
                <a:effectLst/>
                <a:uLnTx/>
                <a:uFillTx/>
                <a:latin typeface="微软雅黑"/>
                <a:ea typeface="等线" panose="02010600030101010101" pitchFamily="2" charset="-122"/>
                <a:cs typeface="+mn-cs"/>
              </a:rPr>
              <a:t>100Mb/s</a:t>
            </a:r>
            <a:endParaRPr kumimoji="0" lang="zh-CN" altLang="en-US" sz="1200" b="0" i="0" u="none" strike="noStrike" kern="1200" cap="none" spc="0" normalizeH="0" baseline="0" noProof="0" dirty="0">
              <a:ln>
                <a:noFill/>
              </a:ln>
              <a:solidFill>
                <a:prstClr val="black"/>
              </a:solidFill>
              <a:effectLst/>
              <a:uLnTx/>
              <a:uFillTx/>
              <a:latin typeface="微软雅黑"/>
              <a:ea typeface="等线" panose="02010600030101010101" pitchFamily="2" charset="-122"/>
              <a:cs typeface="+mn-cs"/>
            </a:endParaRPr>
          </a:p>
        </p:txBody>
      </p:sp>
      <p:sp>
        <p:nvSpPr>
          <p:cNvPr id="28" name="文本框 27"/>
          <p:cNvSpPr txBox="1"/>
          <p:nvPr/>
        </p:nvSpPr>
        <p:spPr>
          <a:xfrm>
            <a:off x="2092247" y="4320089"/>
            <a:ext cx="838691"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solidFill>
                <a:effectLst/>
                <a:uLnTx/>
                <a:uFillTx/>
                <a:latin typeface="微软雅黑"/>
                <a:ea typeface="等线" panose="02010600030101010101" pitchFamily="2" charset="-122"/>
                <a:cs typeface="+mn-cs"/>
              </a:rPr>
              <a:t>100Mb/s</a:t>
            </a:r>
            <a:endParaRPr kumimoji="0" lang="zh-CN" altLang="en-US" sz="1200" b="0" i="0" u="none" strike="noStrike" kern="1200" cap="none" spc="0" normalizeH="0" baseline="0" noProof="0" dirty="0">
              <a:ln>
                <a:noFill/>
              </a:ln>
              <a:solidFill>
                <a:prstClr val="black"/>
              </a:solidFill>
              <a:effectLst/>
              <a:uLnTx/>
              <a:uFillTx/>
              <a:latin typeface="微软雅黑"/>
              <a:ea typeface="等线" panose="02010600030101010101" pitchFamily="2" charset="-122"/>
              <a:cs typeface="+mn-cs"/>
            </a:endParaRPr>
          </a:p>
        </p:txBody>
      </p:sp>
      <p:sp>
        <p:nvSpPr>
          <p:cNvPr id="29" name="文本框 28"/>
          <p:cNvSpPr txBox="1"/>
          <p:nvPr/>
        </p:nvSpPr>
        <p:spPr>
          <a:xfrm rot="16200000">
            <a:off x="2685186" y="5184127"/>
            <a:ext cx="838691"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solidFill>
                <a:effectLst/>
                <a:uLnTx/>
                <a:uFillTx/>
                <a:latin typeface="微软雅黑"/>
                <a:ea typeface="等线" panose="02010600030101010101" pitchFamily="2" charset="-122"/>
                <a:cs typeface="+mn-cs"/>
              </a:rPr>
              <a:t>100Mb/s</a:t>
            </a:r>
            <a:endParaRPr kumimoji="0" lang="zh-CN" altLang="en-US" sz="1200" b="0" i="0" u="none" strike="noStrike" kern="1200" cap="none" spc="0" normalizeH="0" baseline="0" noProof="0" dirty="0">
              <a:ln>
                <a:noFill/>
              </a:ln>
              <a:solidFill>
                <a:prstClr val="black"/>
              </a:solidFill>
              <a:effectLst/>
              <a:uLnTx/>
              <a:uFillTx/>
              <a:latin typeface="微软雅黑"/>
              <a:ea typeface="等线" panose="02010600030101010101" pitchFamily="2" charset="-122"/>
              <a:cs typeface="+mn-cs"/>
            </a:endParaRPr>
          </a:p>
        </p:txBody>
      </p:sp>
      <p:sp>
        <p:nvSpPr>
          <p:cNvPr id="30" name="文本框 29"/>
          <p:cNvSpPr txBox="1"/>
          <p:nvPr/>
        </p:nvSpPr>
        <p:spPr>
          <a:xfrm>
            <a:off x="6757670" y="4355661"/>
            <a:ext cx="928459"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solidFill>
                <a:effectLst/>
                <a:uLnTx/>
                <a:uFillTx/>
                <a:latin typeface="微软雅黑"/>
                <a:ea typeface="等线" panose="02010600030101010101" pitchFamily="2" charset="-122"/>
                <a:cs typeface="+mn-cs"/>
              </a:rPr>
              <a:t>1000Mb/s</a:t>
            </a:r>
            <a:endParaRPr kumimoji="0" lang="zh-CN" altLang="en-US" sz="1200" b="0" i="0" u="none" strike="noStrike" kern="1200" cap="none" spc="0" normalizeH="0" baseline="0" noProof="0" dirty="0">
              <a:ln>
                <a:noFill/>
              </a:ln>
              <a:solidFill>
                <a:prstClr val="black"/>
              </a:solidFill>
              <a:effectLst/>
              <a:uLnTx/>
              <a:uFillTx/>
              <a:latin typeface="微软雅黑"/>
              <a:ea typeface="等线" panose="02010600030101010101" pitchFamily="2" charset="-122"/>
              <a:cs typeface="+mn-cs"/>
            </a:endParaRPr>
          </a:p>
        </p:txBody>
      </p:sp>
      <p:sp>
        <p:nvSpPr>
          <p:cNvPr id="31" name="文本框 30"/>
          <p:cNvSpPr txBox="1"/>
          <p:nvPr/>
        </p:nvSpPr>
        <p:spPr>
          <a:xfrm>
            <a:off x="8583819" y="4374367"/>
            <a:ext cx="838691"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solidFill>
                <a:effectLst/>
                <a:uLnTx/>
                <a:uFillTx/>
                <a:latin typeface="微软雅黑"/>
                <a:ea typeface="等线" panose="02010600030101010101" pitchFamily="2" charset="-122"/>
                <a:cs typeface="+mn-cs"/>
              </a:rPr>
              <a:t>100Mb/s</a:t>
            </a:r>
            <a:endParaRPr kumimoji="0" lang="zh-CN" altLang="en-US" sz="1200" b="0" i="0" u="none" strike="noStrike" kern="1200" cap="none" spc="0" normalizeH="0" baseline="0" noProof="0" dirty="0">
              <a:ln>
                <a:noFill/>
              </a:ln>
              <a:solidFill>
                <a:prstClr val="black"/>
              </a:solidFill>
              <a:effectLst/>
              <a:uLnTx/>
              <a:uFillTx/>
              <a:latin typeface="微软雅黑"/>
              <a:ea typeface="等线" panose="02010600030101010101" pitchFamily="2" charset="-122"/>
              <a:cs typeface="+mn-cs"/>
            </a:endParaRPr>
          </a:p>
        </p:txBody>
      </p:sp>
      <p:sp>
        <p:nvSpPr>
          <p:cNvPr id="32" name="文本框 31"/>
          <p:cNvSpPr txBox="1"/>
          <p:nvPr/>
        </p:nvSpPr>
        <p:spPr>
          <a:xfrm rot="16200000">
            <a:off x="7639692" y="5136116"/>
            <a:ext cx="748923"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solidFill>
                <a:effectLst/>
                <a:uLnTx/>
                <a:uFillTx/>
                <a:latin typeface="微软雅黑"/>
                <a:ea typeface="等线" panose="02010600030101010101" pitchFamily="2" charset="-122"/>
                <a:cs typeface="+mn-cs"/>
              </a:rPr>
              <a:t>10Mb/s</a:t>
            </a:r>
            <a:endParaRPr kumimoji="0" lang="zh-CN" altLang="en-US" sz="1200" b="0" i="0" u="none" strike="noStrike" kern="1200" cap="none" spc="0" normalizeH="0" baseline="0" noProof="0" dirty="0">
              <a:ln>
                <a:noFill/>
              </a:ln>
              <a:solidFill>
                <a:prstClr val="black"/>
              </a:solidFill>
              <a:effectLst/>
              <a:uLnTx/>
              <a:uFillTx/>
              <a:latin typeface="微软雅黑"/>
              <a:ea typeface="等线" panose="02010600030101010101" pitchFamily="2" charset="-122"/>
              <a:cs typeface="+mn-cs"/>
            </a:endParaRPr>
          </a:p>
        </p:txBody>
      </p:sp>
      <p:pic>
        <p:nvPicPr>
          <p:cNvPr id="33" name="Picture 24" descr="集线器"/>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850645" y="5637423"/>
            <a:ext cx="566068" cy="373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文本框 11"/>
          <p:cNvSpPr txBox="1"/>
          <p:nvPr/>
        </p:nvSpPr>
        <p:spPr>
          <a:xfrm>
            <a:off x="2725693" y="6036914"/>
            <a:ext cx="110799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对称交换</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36" name="文本框 35"/>
          <p:cNvSpPr txBox="1"/>
          <p:nvPr/>
        </p:nvSpPr>
        <p:spPr>
          <a:xfrm>
            <a:off x="7464265" y="6067916"/>
            <a:ext cx="133882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非对称交换</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25" name="文本框 24"/>
          <p:cNvSpPr txBox="1"/>
          <p:nvPr/>
        </p:nvSpPr>
        <p:spPr>
          <a:xfrm>
            <a:off x="8162946" y="5489805"/>
            <a:ext cx="465192"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Hub</a:t>
            </a:r>
            <a:endParaRPr kumimoji="0" lang="zh-CN" altLang="en-US" sz="12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35" name="日期占位符 36"/>
          <p:cNvSpPr>
            <a:spLocks noGrp="1"/>
          </p:cNvSpPr>
          <p:nvPr>
            <p:ph type="dt" sz="half" idx="10"/>
          </p:nvPr>
        </p:nvSpPr>
        <p:spPr>
          <a:xfrm>
            <a:off x="197335" y="6489303"/>
            <a:ext cx="2743200" cy="365125"/>
          </a:xfrm>
        </p:spPr>
        <p:txBody>
          <a:bodyPr/>
          <a:lstStyle/>
          <a:p>
            <a:r>
              <a:rPr lang="en-US" altLang="zh-CN" dirty="0">
                <a:latin typeface="微软雅黑" panose="020B0503020204020204" pitchFamily="34" charset="-122"/>
                <a:ea typeface="微软雅黑" panose="020B0503020204020204" pitchFamily="34" charset="-122"/>
              </a:rPr>
              <a:t>4.4 </a:t>
            </a:r>
            <a:r>
              <a:rPr lang="zh-CN" altLang="en-US" dirty="0">
                <a:latin typeface="微软雅黑" panose="020B0503020204020204" pitchFamily="34" charset="-122"/>
                <a:ea typeface="微软雅黑" panose="020B0503020204020204" pitchFamily="34" charset="-122"/>
              </a:rPr>
              <a:t>数据链路层交换</a:t>
            </a:r>
          </a:p>
        </p:txBody>
      </p:sp>
      <p:sp>
        <p:nvSpPr>
          <p:cNvPr id="37" name="灯片编号占位符 38"/>
          <p:cNvSpPr>
            <a:spLocks noGrp="1"/>
          </p:cNvSpPr>
          <p:nvPr>
            <p:ph type="sldNum" sz="quarter" idx="12"/>
          </p:nvPr>
        </p:nvSpPr>
        <p:spPr>
          <a:xfrm>
            <a:off x="8686810" y="6489303"/>
            <a:ext cx="3319670" cy="365125"/>
          </a:xfrm>
        </p:spPr>
        <p:txBody>
          <a:bodyPr/>
          <a:lstStyle/>
          <a:p>
            <a:fld id="{8D4D1E41-7A09-AB4A-A4E1-09765ADA2698}" type="slidenum">
              <a:rPr kumimoji="1" lang="zh-CN" altLang="en-US" smtClean="0"/>
              <a:t>75</a:t>
            </a:fld>
            <a:endParaRPr kumimoji="1" lang="zh-CN" altLang="en-US"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en-US" altLang="zh-CN" dirty="0"/>
              <a:t> </a:t>
            </a:r>
            <a:r>
              <a:rPr kumimoji="1" lang="zh-CN" altLang="zh-CN" dirty="0"/>
              <a:t>链路层交换</a:t>
            </a:r>
            <a:r>
              <a:rPr kumimoji="1" lang="zh-CN" altLang="en-US" dirty="0"/>
              <a:t>机</a:t>
            </a:r>
          </a:p>
        </p:txBody>
      </p:sp>
      <p:sp>
        <p:nvSpPr>
          <p:cNvPr id="91" name="内容占位符 2"/>
          <p:cNvSpPr>
            <a:spLocks noGrp="1"/>
          </p:cNvSpPr>
          <p:nvPr>
            <p:ph idx="1"/>
          </p:nvPr>
        </p:nvSpPr>
        <p:spPr>
          <a:xfrm>
            <a:off x="838200" y="1417272"/>
            <a:ext cx="10515600" cy="5131205"/>
          </a:xfrm>
        </p:spPr>
        <p:txBody>
          <a:bodyPr>
            <a:normAutofit/>
          </a:bodyPr>
          <a:lstStyle/>
          <a:p>
            <a:pPr>
              <a:lnSpc>
                <a:spcPct val="120000"/>
              </a:lnSpc>
            </a:pPr>
            <a:r>
              <a:rPr kumimoji="1" lang="zh-CN" altLang="en-US" dirty="0"/>
              <a:t>交换模式：从转发时机的角度</a:t>
            </a:r>
            <a:endParaRPr kumimoji="1" lang="en-US" altLang="zh-CN" dirty="0"/>
          </a:p>
          <a:p>
            <a:pPr lvl="1" eaLnBrk="1" hangingPunct="1">
              <a:spcBef>
                <a:spcPct val="50000"/>
              </a:spcBef>
              <a:buClr>
                <a:schemeClr val="hlink"/>
              </a:buClr>
              <a:buSzPct val="55000"/>
              <a:buFont typeface="Wingdings" panose="05000000000000000000" pitchFamily="2" charset="2"/>
              <a:buNone/>
            </a:pPr>
            <a:r>
              <a:rPr kumimoji="1" lang="en-US" altLang="zh-CN" dirty="0"/>
              <a:t>1)  </a:t>
            </a:r>
            <a:r>
              <a:rPr kumimoji="1" lang="zh-CN" altLang="en-US" dirty="0"/>
              <a:t>存储转发模式（</a:t>
            </a:r>
            <a:r>
              <a:rPr kumimoji="1" lang="en-US" altLang="zh-CN" dirty="0"/>
              <a:t>Store and Forward</a:t>
            </a:r>
            <a:r>
              <a:rPr kumimoji="1" lang="zh-CN" altLang="en-US" dirty="0"/>
              <a:t>）</a:t>
            </a:r>
            <a:endParaRPr kumimoji="1" lang="en-US" altLang="zh-CN" dirty="0"/>
          </a:p>
          <a:p>
            <a:pPr lvl="1" eaLnBrk="1" hangingPunct="1">
              <a:spcBef>
                <a:spcPct val="50000"/>
              </a:spcBef>
              <a:buClr>
                <a:schemeClr val="hlink"/>
              </a:buClr>
              <a:buSzPct val="55000"/>
              <a:buFont typeface="Wingdings" panose="05000000000000000000" pitchFamily="2" charset="2"/>
              <a:buNone/>
            </a:pPr>
            <a:r>
              <a:rPr kumimoji="1" lang="en-US" altLang="zh-CN" dirty="0"/>
              <a:t>2</a:t>
            </a:r>
            <a:r>
              <a:rPr kumimoji="1" lang="zh-CN" altLang="en-US" dirty="0"/>
              <a:t>）直通模式（</a:t>
            </a:r>
            <a:r>
              <a:rPr kumimoji="1" lang="en-US" altLang="zh-CN" dirty="0"/>
              <a:t>Cut-through</a:t>
            </a:r>
            <a:r>
              <a:rPr kumimoji="1" lang="zh-CN" altLang="en-US" dirty="0"/>
              <a:t>）</a:t>
            </a:r>
            <a:endParaRPr kumimoji="1" lang="en-US" altLang="zh-CN" dirty="0"/>
          </a:p>
          <a:p>
            <a:pPr lvl="1" eaLnBrk="1" hangingPunct="1">
              <a:spcBef>
                <a:spcPct val="50000"/>
              </a:spcBef>
              <a:buClr>
                <a:schemeClr val="hlink"/>
              </a:buClr>
              <a:buSzPct val="55000"/>
              <a:buFont typeface="Wingdings" panose="05000000000000000000" pitchFamily="2" charset="2"/>
              <a:buNone/>
            </a:pPr>
            <a:r>
              <a:rPr kumimoji="1" lang="en-US" altLang="zh-CN" dirty="0"/>
              <a:t>3)  </a:t>
            </a:r>
            <a:r>
              <a:rPr kumimoji="1" lang="zh-CN" altLang="en-US" dirty="0"/>
              <a:t>无碎片模式（</a:t>
            </a:r>
            <a:r>
              <a:rPr kumimoji="1" lang="en-US" altLang="zh-CN" dirty="0"/>
              <a:t>Fragment-free</a:t>
            </a:r>
            <a:r>
              <a:rPr kumimoji="1" lang="zh-CN" altLang="en-US" dirty="0"/>
              <a:t>）</a:t>
            </a:r>
          </a:p>
          <a:p>
            <a:pPr lvl="2" eaLnBrk="1" hangingPunct="1">
              <a:spcBef>
                <a:spcPct val="50000"/>
              </a:spcBef>
              <a:buClr>
                <a:schemeClr val="folHlink"/>
              </a:buClr>
              <a:buSzPct val="50000"/>
            </a:pPr>
            <a:endParaRPr kumimoji="0" lang="zh-CN" altLang="en-US" dirty="0">
              <a:solidFill>
                <a:srgbClr val="000000"/>
              </a:solidFill>
              <a:ea typeface="黑体" panose="02010609060101010101" pitchFamily="2" charset="-122"/>
            </a:endParaRPr>
          </a:p>
          <a:p>
            <a:pPr>
              <a:lnSpc>
                <a:spcPct val="120000"/>
              </a:lnSpc>
            </a:pPr>
            <a:endParaRPr kumimoji="1" lang="en-US" altLang="zh-CN" dirty="0"/>
          </a:p>
          <a:p>
            <a:pPr lvl="1">
              <a:lnSpc>
                <a:spcPct val="120000"/>
              </a:lnSpc>
            </a:pPr>
            <a:endParaRPr kumimoji="1" lang="en-US" altLang="zh-CN" dirty="0"/>
          </a:p>
          <a:p>
            <a:pPr lvl="1">
              <a:lnSpc>
                <a:spcPct val="120000"/>
              </a:lnSpc>
            </a:pPr>
            <a:endParaRPr kumimoji="1" lang="en-US" altLang="zh-CN" dirty="0"/>
          </a:p>
          <a:p>
            <a:pPr marL="457200" lvl="1" indent="0">
              <a:lnSpc>
                <a:spcPct val="120000"/>
              </a:lnSpc>
              <a:buNone/>
            </a:pPr>
            <a:endParaRPr kumimoji="1" lang="en-US" altLang="zh-CN" dirty="0"/>
          </a:p>
        </p:txBody>
      </p:sp>
      <p:pic>
        <p:nvPicPr>
          <p:cNvPr id="20" name="Picture 5" descr="通用交换机"/>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45117" y="4316905"/>
            <a:ext cx="2301766" cy="1674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4" name="表格 4"/>
          <p:cNvGraphicFramePr>
            <a:graphicFrameLocks noGrp="1"/>
          </p:cNvGraphicFramePr>
          <p:nvPr/>
        </p:nvGraphicFramePr>
        <p:xfrm>
          <a:off x="8107852" y="4968673"/>
          <a:ext cx="1730702" cy="365760"/>
        </p:xfrm>
        <a:graphic>
          <a:graphicData uri="http://schemas.openxmlformats.org/drawingml/2006/table">
            <a:tbl>
              <a:tblPr firstRow="1" bandRow="1">
                <a:tableStyleId>{5C22544A-7EE6-4342-B048-85BDC9FD1C3A}</a:tableStyleId>
              </a:tblPr>
              <a:tblGrid>
                <a:gridCol w="574563">
                  <a:extLst>
                    <a:ext uri="{9D8B030D-6E8A-4147-A177-3AD203B41FA5}">
                      <a16:colId xmlns:a16="http://schemas.microsoft.com/office/drawing/2014/main" val="20000"/>
                    </a:ext>
                  </a:extLst>
                </a:gridCol>
                <a:gridCol w="947859">
                  <a:extLst>
                    <a:ext uri="{9D8B030D-6E8A-4147-A177-3AD203B41FA5}">
                      <a16:colId xmlns:a16="http://schemas.microsoft.com/office/drawing/2014/main" val="20001"/>
                    </a:ext>
                  </a:extLst>
                </a:gridCol>
                <a:gridCol w="208280">
                  <a:extLst>
                    <a:ext uri="{9D8B030D-6E8A-4147-A177-3AD203B41FA5}">
                      <a16:colId xmlns:a16="http://schemas.microsoft.com/office/drawing/2014/main" val="20002"/>
                    </a:ext>
                  </a:extLst>
                </a:gridCol>
              </a:tblGrid>
              <a:tr h="286499">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D1E7"/>
                    </a:solid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D1E7"/>
                    </a:solid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D1E7"/>
                    </a:solidFill>
                  </a:tcPr>
                </a:tc>
                <a:extLst>
                  <a:ext uri="{0D108BD9-81ED-4DB2-BD59-A6C34878D82A}">
                    <a16:rowId xmlns:a16="http://schemas.microsoft.com/office/drawing/2014/main" val="10000"/>
                  </a:ext>
                </a:extLst>
              </a:tr>
            </a:tbl>
          </a:graphicData>
        </a:graphic>
      </p:graphicFrame>
      <p:graphicFrame>
        <p:nvGraphicFramePr>
          <p:cNvPr id="22" name="表格 4"/>
          <p:cNvGraphicFramePr>
            <a:graphicFrameLocks noGrp="1"/>
          </p:cNvGraphicFramePr>
          <p:nvPr/>
        </p:nvGraphicFramePr>
        <p:xfrm>
          <a:off x="2270233" y="4968673"/>
          <a:ext cx="1730702" cy="365760"/>
        </p:xfrm>
        <a:graphic>
          <a:graphicData uri="http://schemas.openxmlformats.org/drawingml/2006/table">
            <a:tbl>
              <a:tblPr firstRow="1" bandRow="1">
                <a:tableStyleId>{5C22544A-7EE6-4342-B048-85BDC9FD1C3A}</a:tableStyleId>
              </a:tblPr>
              <a:tblGrid>
                <a:gridCol w="574563">
                  <a:extLst>
                    <a:ext uri="{9D8B030D-6E8A-4147-A177-3AD203B41FA5}">
                      <a16:colId xmlns:a16="http://schemas.microsoft.com/office/drawing/2014/main" val="20000"/>
                    </a:ext>
                  </a:extLst>
                </a:gridCol>
                <a:gridCol w="947859">
                  <a:extLst>
                    <a:ext uri="{9D8B030D-6E8A-4147-A177-3AD203B41FA5}">
                      <a16:colId xmlns:a16="http://schemas.microsoft.com/office/drawing/2014/main" val="20001"/>
                    </a:ext>
                  </a:extLst>
                </a:gridCol>
                <a:gridCol w="208280">
                  <a:extLst>
                    <a:ext uri="{9D8B030D-6E8A-4147-A177-3AD203B41FA5}">
                      <a16:colId xmlns:a16="http://schemas.microsoft.com/office/drawing/2014/main" val="20002"/>
                    </a:ext>
                  </a:extLst>
                </a:gridCol>
              </a:tblGrid>
              <a:tr h="286499">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D1E7"/>
                    </a:solid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D1E7"/>
                    </a:solid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D1E7"/>
                    </a:solidFill>
                  </a:tcPr>
                </a:tc>
                <a:extLst>
                  <a:ext uri="{0D108BD9-81ED-4DB2-BD59-A6C34878D82A}">
                    <a16:rowId xmlns:a16="http://schemas.microsoft.com/office/drawing/2014/main" val="10000"/>
                  </a:ext>
                </a:extLst>
              </a:tr>
            </a:tbl>
          </a:graphicData>
        </a:graphic>
      </p:graphicFrame>
      <p:sp>
        <p:nvSpPr>
          <p:cNvPr id="5" name="箭头: 左 4"/>
          <p:cNvSpPr/>
          <p:nvPr/>
        </p:nvSpPr>
        <p:spPr>
          <a:xfrm>
            <a:off x="7447808" y="5079465"/>
            <a:ext cx="459118" cy="182880"/>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箭头: 左 23"/>
          <p:cNvSpPr/>
          <p:nvPr/>
        </p:nvSpPr>
        <p:spPr>
          <a:xfrm>
            <a:off x="4258198" y="5048985"/>
            <a:ext cx="459118" cy="182880"/>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日期占位符 36"/>
          <p:cNvSpPr>
            <a:spLocks noGrp="1"/>
          </p:cNvSpPr>
          <p:nvPr>
            <p:ph type="dt" sz="half" idx="10"/>
          </p:nvPr>
        </p:nvSpPr>
        <p:spPr>
          <a:xfrm>
            <a:off x="197335" y="6489303"/>
            <a:ext cx="2743200" cy="365125"/>
          </a:xfrm>
        </p:spPr>
        <p:txBody>
          <a:bodyPr/>
          <a:lstStyle/>
          <a:p>
            <a:r>
              <a:rPr lang="en-US" altLang="zh-CN" dirty="0">
                <a:latin typeface="微软雅黑" panose="020B0503020204020204" pitchFamily="34" charset="-122"/>
                <a:ea typeface="微软雅黑" panose="020B0503020204020204" pitchFamily="34" charset="-122"/>
              </a:rPr>
              <a:t>4.4 </a:t>
            </a:r>
            <a:r>
              <a:rPr lang="zh-CN" altLang="en-US" dirty="0">
                <a:latin typeface="微软雅黑" panose="020B0503020204020204" pitchFamily="34" charset="-122"/>
                <a:ea typeface="微软雅黑" panose="020B0503020204020204" pitchFamily="34" charset="-122"/>
              </a:rPr>
              <a:t>数据链路层交换</a:t>
            </a:r>
          </a:p>
        </p:txBody>
      </p:sp>
      <p:sp>
        <p:nvSpPr>
          <p:cNvPr id="13" name="灯片编号占位符 3"/>
          <p:cNvSpPr>
            <a:spLocks noGrp="1"/>
          </p:cNvSpPr>
          <p:nvPr>
            <p:ph type="sldNum" sz="quarter" idx="12"/>
          </p:nvPr>
        </p:nvSpPr>
        <p:spPr>
          <a:xfrm>
            <a:off x="8686810" y="6489303"/>
            <a:ext cx="3319670" cy="365125"/>
          </a:xfrm>
        </p:spPr>
        <p:txBody>
          <a:bodyPr/>
          <a:lstStyle/>
          <a:p>
            <a:fld id="{339BF64F-B44A-4670-AF2C-07375CE66113}" type="slidenum">
              <a:rPr kumimoji="1" lang="zh-CN" altLang="en-US" smtClean="0"/>
              <a:t>76</a:t>
            </a:fld>
            <a:endParaRPr kumimoji="1" lang="zh-CN" altLang="en-US"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en-US" altLang="zh-CN" dirty="0"/>
              <a:t> </a:t>
            </a:r>
            <a:r>
              <a:rPr kumimoji="1" lang="zh-CN" altLang="zh-CN" dirty="0"/>
              <a:t>链路层交换</a:t>
            </a:r>
            <a:r>
              <a:rPr kumimoji="1" lang="zh-CN" altLang="en-US" dirty="0"/>
              <a:t>机</a:t>
            </a:r>
          </a:p>
        </p:txBody>
      </p:sp>
      <p:sp>
        <p:nvSpPr>
          <p:cNvPr id="91" name="内容占位符 2"/>
          <p:cNvSpPr>
            <a:spLocks noGrp="1"/>
          </p:cNvSpPr>
          <p:nvPr>
            <p:ph idx="1"/>
          </p:nvPr>
        </p:nvSpPr>
        <p:spPr>
          <a:xfrm>
            <a:off x="838200" y="1417272"/>
            <a:ext cx="10515600" cy="5131205"/>
          </a:xfrm>
        </p:spPr>
        <p:txBody>
          <a:bodyPr>
            <a:normAutofit/>
          </a:bodyPr>
          <a:lstStyle/>
          <a:p>
            <a:pPr>
              <a:lnSpc>
                <a:spcPct val="120000"/>
              </a:lnSpc>
            </a:pPr>
            <a:r>
              <a:rPr kumimoji="1" lang="zh-CN" altLang="en-US" dirty="0"/>
              <a:t>交换模式</a:t>
            </a:r>
            <a:r>
              <a:rPr kumimoji="1" lang="en-US" altLang="zh-CN" dirty="0"/>
              <a:t>1</a:t>
            </a:r>
            <a:r>
              <a:rPr kumimoji="1" lang="zh-CN" altLang="en-US" dirty="0"/>
              <a:t>：存储转发</a:t>
            </a:r>
            <a:endParaRPr kumimoji="1" lang="en-US" altLang="zh-CN" dirty="0"/>
          </a:p>
          <a:p>
            <a:pPr lvl="1">
              <a:lnSpc>
                <a:spcPct val="120000"/>
              </a:lnSpc>
            </a:pPr>
            <a:r>
              <a:rPr kumimoji="1" lang="zh-CN" altLang="en-US" dirty="0">
                <a:solidFill>
                  <a:srgbClr val="7030A0"/>
                </a:solidFill>
              </a:rPr>
              <a:t>特点：</a:t>
            </a:r>
            <a:r>
              <a:rPr kumimoji="1" lang="zh-CN" altLang="en-US" dirty="0"/>
              <a:t>转发前必须接收</a:t>
            </a:r>
            <a:r>
              <a:rPr kumimoji="1" lang="zh-CN" altLang="en-US" dirty="0">
                <a:solidFill>
                  <a:srgbClr val="C00000"/>
                </a:solidFill>
              </a:rPr>
              <a:t>整个帧、</a:t>
            </a:r>
            <a:r>
              <a:rPr kumimoji="1" lang="zh-CN" altLang="en-US" dirty="0"/>
              <a:t>执行</a:t>
            </a:r>
            <a:r>
              <a:rPr kumimoji="1" lang="en-US" altLang="zh-CN" dirty="0"/>
              <a:t>CRC</a:t>
            </a:r>
            <a:r>
              <a:rPr kumimoji="1" lang="zh-CN" altLang="en-US" dirty="0"/>
              <a:t>校验</a:t>
            </a:r>
            <a:endParaRPr kumimoji="1" lang="en-US" altLang="zh-CN" dirty="0"/>
          </a:p>
          <a:p>
            <a:pPr lvl="1">
              <a:lnSpc>
                <a:spcPct val="120000"/>
              </a:lnSpc>
            </a:pPr>
            <a:r>
              <a:rPr kumimoji="1" lang="zh-CN" altLang="en-US" dirty="0">
                <a:solidFill>
                  <a:srgbClr val="7030A0"/>
                </a:solidFill>
              </a:rPr>
              <a:t>缺点：</a:t>
            </a:r>
            <a:r>
              <a:rPr kumimoji="1" lang="zh-CN" altLang="en-US" dirty="0"/>
              <a:t>延迟大</a:t>
            </a:r>
            <a:endParaRPr kumimoji="1" lang="en-US" altLang="zh-CN" dirty="0"/>
          </a:p>
          <a:p>
            <a:pPr lvl="1">
              <a:lnSpc>
                <a:spcPct val="120000"/>
              </a:lnSpc>
            </a:pPr>
            <a:r>
              <a:rPr kumimoji="1" lang="zh-CN" altLang="en-US" dirty="0">
                <a:solidFill>
                  <a:srgbClr val="7030A0"/>
                </a:solidFill>
              </a:rPr>
              <a:t>优点：</a:t>
            </a:r>
            <a:r>
              <a:rPr kumimoji="1" lang="zh-CN" altLang="en-US" dirty="0"/>
              <a:t>不转发出错帧、支持非对称交换</a:t>
            </a:r>
            <a:endParaRPr kumimoji="1" lang="en-US" altLang="zh-CN" dirty="0"/>
          </a:p>
          <a:p>
            <a:pPr lvl="1" eaLnBrk="1" hangingPunct="1">
              <a:spcBef>
                <a:spcPct val="50000"/>
              </a:spcBef>
              <a:buClr>
                <a:schemeClr val="hlink"/>
              </a:buClr>
              <a:buSzPct val="55000"/>
              <a:buFont typeface="Wingdings" panose="05000000000000000000" pitchFamily="2" charset="2"/>
              <a:buNone/>
            </a:pPr>
            <a:endParaRPr kumimoji="1" lang="en-US" altLang="zh-CN" dirty="0"/>
          </a:p>
          <a:p>
            <a:pPr lvl="1" eaLnBrk="1" hangingPunct="1">
              <a:spcBef>
                <a:spcPct val="50000"/>
              </a:spcBef>
              <a:buClr>
                <a:schemeClr val="hlink"/>
              </a:buClr>
              <a:buSzPct val="55000"/>
              <a:buFont typeface="Wingdings" panose="05000000000000000000" pitchFamily="2" charset="2"/>
              <a:buNone/>
            </a:pPr>
            <a:endParaRPr kumimoji="0" lang="zh-CN" altLang="en-US" dirty="0">
              <a:solidFill>
                <a:srgbClr val="000000"/>
              </a:solidFill>
              <a:ea typeface="黑体" panose="02010609060101010101" pitchFamily="2" charset="-122"/>
            </a:endParaRPr>
          </a:p>
          <a:p>
            <a:pPr>
              <a:lnSpc>
                <a:spcPct val="120000"/>
              </a:lnSpc>
            </a:pPr>
            <a:endParaRPr kumimoji="1" lang="en-US" altLang="zh-CN" dirty="0"/>
          </a:p>
          <a:p>
            <a:pPr lvl="1">
              <a:lnSpc>
                <a:spcPct val="120000"/>
              </a:lnSpc>
            </a:pPr>
            <a:endParaRPr kumimoji="1" lang="en-US" altLang="zh-CN" dirty="0"/>
          </a:p>
          <a:p>
            <a:pPr lvl="1">
              <a:lnSpc>
                <a:spcPct val="120000"/>
              </a:lnSpc>
            </a:pPr>
            <a:endParaRPr kumimoji="1" lang="en-US" altLang="zh-CN" dirty="0"/>
          </a:p>
          <a:p>
            <a:pPr lvl="1">
              <a:lnSpc>
                <a:spcPct val="120000"/>
              </a:lnSpc>
            </a:pPr>
            <a:endParaRPr kumimoji="1" lang="en-US" altLang="zh-CN" dirty="0"/>
          </a:p>
          <a:p>
            <a:pPr lvl="1">
              <a:lnSpc>
                <a:spcPct val="120000"/>
              </a:lnSpc>
            </a:pPr>
            <a:endParaRPr kumimoji="1" lang="zh-CN" altLang="en-US" dirty="0"/>
          </a:p>
          <a:p>
            <a:pPr marL="457200" lvl="1" indent="0">
              <a:lnSpc>
                <a:spcPct val="120000"/>
              </a:lnSpc>
              <a:buNone/>
            </a:pPr>
            <a:endParaRPr lang="en-US" altLang="zh-CN" dirty="0"/>
          </a:p>
          <a:p>
            <a:pPr marL="457200" lvl="1" indent="0">
              <a:lnSpc>
                <a:spcPct val="120000"/>
              </a:lnSpc>
              <a:buNone/>
            </a:pPr>
            <a:endParaRPr lang="zh-CN" altLang="zh-CN" dirty="0"/>
          </a:p>
          <a:p>
            <a:pPr marL="0" indent="0">
              <a:lnSpc>
                <a:spcPct val="120000"/>
              </a:lnSpc>
              <a:buNone/>
            </a:pPr>
            <a:endParaRPr kumimoji="1" lang="zh-CN" altLang="en-US" dirty="0"/>
          </a:p>
        </p:txBody>
      </p:sp>
      <p:sp>
        <p:nvSpPr>
          <p:cNvPr id="8" name="日期占位符 36"/>
          <p:cNvSpPr>
            <a:spLocks noGrp="1"/>
          </p:cNvSpPr>
          <p:nvPr>
            <p:ph type="dt" sz="half" idx="10"/>
          </p:nvPr>
        </p:nvSpPr>
        <p:spPr>
          <a:xfrm>
            <a:off x="197335" y="6489303"/>
            <a:ext cx="2743200" cy="365125"/>
          </a:xfrm>
        </p:spPr>
        <p:txBody>
          <a:bodyPr/>
          <a:lstStyle/>
          <a:p>
            <a:r>
              <a:rPr lang="en-US" altLang="zh-CN" dirty="0">
                <a:latin typeface="微软雅黑" panose="020B0503020204020204" pitchFamily="34" charset="-122"/>
                <a:ea typeface="微软雅黑" panose="020B0503020204020204" pitchFamily="34" charset="-122"/>
              </a:rPr>
              <a:t>4.4 </a:t>
            </a:r>
            <a:r>
              <a:rPr lang="zh-CN" altLang="en-US" dirty="0">
                <a:latin typeface="微软雅黑" panose="020B0503020204020204" pitchFamily="34" charset="-122"/>
                <a:ea typeface="微软雅黑" panose="020B0503020204020204" pitchFamily="34" charset="-122"/>
              </a:rPr>
              <a:t>数据链路层交换</a:t>
            </a:r>
          </a:p>
        </p:txBody>
      </p:sp>
      <p:sp>
        <p:nvSpPr>
          <p:cNvPr id="9" name="灯片编号占位符 38"/>
          <p:cNvSpPr>
            <a:spLocks noGrp="1"/>
          </p:cNvSpPr>
          <p:nvPr>
            <p:ph type="sldNum" sz="quarter" idx="12"/>
          </p:nvPr>
        </p:nvSpPr>
        <p:spPr>
          <a:xfrm>
            <a:off x="8686810" y="6489303"/>
            <a:ext cx="3319670" cy="365125"/>
          </a:xfrm>
        </p:spPr>
        <p:txBody>
          <a:bodyPr/>
          <a:lstStyle/>
          <a:p>
            <a:fld id="{8D4D1E41-7A09-AB4A-A4E1-09765ADA2698}" type="slidenum">
              <a:rPr kumimoji="1" lang="zh-CN" altLang="en-US" smtClean="0"/>
              <a:t>77</a:t>
            </a:fld>
            <a:endParaRPr kumimoji="1" lang="zh-CN" altLang="en-US" dirty="0"/>
          </a:p>
        </p:txBody>
      </p:sp>
      <p:graphicFrame>
        <p:nvGraphicFramePr>
          <p:cNvPr id="6" name="表格 6"/>
          <p:cNvGraphicFramePr>
            <a:graphicFrameLocks noGrp="1"/>
          </p:cNvGraphicFramePr>
          <p:nvPr/>
        </p:nvGraphicFramePr>
        <p:xfrm>
          <a:off x="1230285" y="3926224"/>
          <a:ext cx="9375172" cy="914400"/>
        </p:xfrm>
        <a:graphic>
          <a:graphicData uri="http://schemas.openxmlformats.org/drawingml/2006/table">
            <a:tbl>
              <a:tblPr firstRow="1" bandRow="1">
                <a:tableStyleId>{BDBED569-4797-4DF1-A0F4-6AAB3CD982D8}</a:tableStyleId>
              </a:tblPr>
              <a:tblGrid>
                <a:gridCol w="1250865">
                  <a:extLst>
                    <a:ext uri="{9D8B030D-6E8A-4147-A177-3AD203B41FA5}">
                      <a16:colId xmlns:a16="http://schemas.microsoft.com/office/drawing/2014/main" val="20000"/>
                    </a:ext>
                  </a:extLst>
                </a:gridCol>
                <a:gridCol w="841491">
                  <a:extLst>
                    <a:ext uri="{9D8B030D-6E8A-4147-A177-3AD203B41FA5}">
                      <a16:colId xmlns:a16="http://schemas.microsoft.com/office/drawing/2014/main" val="20001"/>
                    </a:ext>
                  </a:extLst>
                </a:gridCol>
                <a:gridCol w="1364487">
                  <a:extLst>
                    <a:ext uri="{9D8B030D-6E8A-4147-A177-3AD203B41FA5}">
                      <a16:colId xmlns:a16="http://schemas.microsoft.com/office/drawing/2014/main" val="20002"/>
                    </a:ext>
                  </a:extLst>
                </a:gridCol>
                <a:gridCol w="1452681">
                  <a:extLst>
                    <a:ext uri="{9D8B030D-6E8A-4147-A177-3AD203B41FA5}">
                      <a16:colId xmlns:a16="http://schemas.microsoft.com/office/drawing/2014/main" val="20003"/>
                    </a:ext>
                  </a:extLst>
                </a:gridCol>
                <a:gridCol w="912685">
                  <a:extLst>
                    <a:ext uri="{9D8B030D-6E8A-4147-A177-3AD203B41FA5}">
                      <a16:colId xmlns:a16="http://schemas.microsoft.com/office/drawing/2014/main" val="20004"/>
                    </a:ext>
                  </a:extLst>
                </a:gridCol>
                <a:gridCol w="2719017">
                  <a:extLst>
                    <a:ext uri="{9D8B030D-6E8A-4147-A177-3AD203B41FA5}">
                      <a16:colId xmlns:a16="http://schemas.microsoft.com/office/drawing/2014/main" val="20005"/>
                    </a:ext>
                  </a:extLst>
                </a:gridCol>
                <a:gridCol w="833946">
                  <a:extLst>
                    <a:ext uri="{9D8B030D-6E8A-4147-A177-3AD203B41FA5}">
                      <a16:colId xmlns:a16="http://schemas.microsoft.com/office/drawing/2014/main" val="20006"/>
                    </a:ext>
                  </a:extLst>
                </a:gridCol>
              </a:tblGrid>
              <a:tr h="218415">
                <a:tc>
                  <a:txBody>
                    <a:bodyPr/>
                    <a:lstStyle/>
                    <a:p>
                      <a:pPr algn="ctr"/>
                      <a:r>
                        <a:rPr lang="en-US" altLang="zh-CN" sz="1600" dirty="0"/>
                        <a:t>7</a:t>
                      </a:r>
                      <a:r>
                        <a:rPr lang="zh-CN" altLang="en-US" sz="1600" dirty="0"/>
                        <a:t>字节</a:t>
                      </a:r>
                    </a:p>
                  </a:txBody>
                  <a:tcPr/>
                </a:tc>
                <a:tc>
                  <a:txBody>
                    <a:bodyPr/>
                    <a:lstStyle/>
                    <a:p>
                      <a:pPr algn="ctr"/>
                      <a:r>
                        <a:rPr lang="en-US" altLang="zh-CN" sz="1600" dirty="0"/>
                        <a:t>1</a:t>
                      </a:r>
                      <a:r>
                        <a:rPr lang="zh-CN" altLang="en-US" sz="1600" dirty="0"/>
                        <a:t>字节</a:t>
                      </a:r>
                    </a:p>
                  </a:txBody>
                  <a:tcPr/>
                </a:tc>
                <a:tc>
                  <a:txBody>
                    <a:bodyPr/>
                    <a:lstStyle/>
                    <a:p>
                      <a:pPr algn="ctr"/>
                      <a:r>
                        <a:rPr lang="en-US" altLang="zh-CN" sz="1600" dirty="0"/>
                        <a:t>6</a:t>
                      </a:r>
                      <a:r>
                        <a:rPr lang="zh-CN" altLang="en-US" sz="1600" dirty="0"/>
                        <a:t>字节</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600" dirty="0"/>
                        <a:t>6</a:t>
                      </a:r>
                      <a:r>
                        <a:rPr lang="zh-CN" altLang="en-US" sz="1600" dirty="0"/>
                        <a:t>字节</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600" dirty="0"/>
                        <a:t>2</a:t>
                      </a:r>
                      <a:r>
                        <a:rPr lang="zh-CN" altLang="en-US" sz="1600" dirty="0"/>
                        <a:t>字节</a:t>
                      </a:r>
                    </a:p>
                  </a:txBody>
                  <a:tcPr/>
                </a:tc>
                <a:tc>
                  <a:txBody>
                    <a:bodyPr/>
                    <a:lstStyle/>
                    <a:p>
                      <a:pPr algn="ctr"/>
                      <a:r>
                        <a:rPr lang="en-US" altLang="zh-CN" sz="1600" dirty="0"/>
                        <a:t>46~1500</a:t>
                      </a:r>
                      <a:r>
                        <a:rPr lang="zh-CN" altLang="en-US" sz="1600" dirty="0"/>
                        <a:t>字节</a:t>
                      </a:r>
                    </a:p>
                  </a:txBody>
                  <a:tcPr/>
                </a:tc>
                <a:tc>
                  <a:txBody>
                    <a:bodyPr/>
                    <a:lstStyle/>
                    <a:p>
                      <a:pPr algn="ctr"/>
                      <a:r>
                        <a:rPr lang="en-US" altLang="zh-CN" sz="1600" dirty="0"/>
                        <a:t>4</a:t>
                      </a:r>
                      <a:r>
                        <a:rPr lang="zh-CN" altLang="en-US" sz="1600" dirty="0"/>
                        <a:t>字节</a:t>
                      </a:r>
                    </a:p>
                  </a:txBody>
                  <a:tcPr/>
                </a:tc>
                <a:extLst>
                  <a:ext uri="{0D108BD9-81ED-4DB2-BD59-A6C34878D82A}">
                    <a16:rowId xmlns:a16="http://schemas.microsoft.com/office/drawing/2014/main" val="10000"/>
                  </a:ext>
                </a:extLst>
              </a:tr>
              <a:tr h="371306">
                <a:tc>
                  <a:txBody>
                    <a:bodyPr/>
                    <a:lstStyle/>
                    <a:p>
                      <a:pPr algn="ctr"/>
                      <a:r>
                        <a:rPr lang="en-US" altLang="zh-CN" sz="1600" dirty="0">
                          <a:solidFill>
                            <a:srgbClr val="002060"/>
                          </a:solidFill>
                        </a:rPr>
                        <a:t>Preamble</a:t>
                      </a:r>
                    </a:p>
                  </a:txBody>
                  <a:tcPr anchor="ctr">
                    <a:solidFill>
                      <a:schemeClr val="accent2">
                        <a:lumMod val="40000"/>
                        <a:lumOff val="60000"/>
                        <a:alpha val="2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600" dirty="0">
                          <a:solidFill>
                            <a:srgbClr val="002060"/>
                          </a:solidFill>
                        </a:rPr>
                        <a:t>SFD</a:t>
                      </a:r>
                    </a:p>
                  </a:txBody>
                  <a:tcPr anchor="ctr">
                    <a:solidFill>
                      <a:schemeClr val="accent2">
                        <a:lumMod val="40000"/>
                        <a:lumOff val="60000"/>
                        <a:alpha val="2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600" dirty="0">
                          <a:solidFill>
                            <a:srgbClr val="002060"/>
                          </a:solidFill>
                        </a:rPr>
                        <a:t>Destination</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600" dirty="0">
                          <a:solidFill>
                            <a:srgbClr val="002060"/>
                          </a:solidFill>
                        </a:rPr>
                        <a:t>Source</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600" dirty="0">
                          <a:solidFill>
                            <a:srgbClr val="002060"/>
                          </a:solidFill>
                        </a:rPr>
                        <a:t>Length/Type </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600" dirty="0">
                          <a:solidFill>
                            <a:srgbClr val="002060"/>
                          </a:solidFill>
                        </a:rPr>
                        <a:t>Data and Pad</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600" dirty="0">
                          <a:solidFill>
                            <a:srgbClr val="002060"/>
                          </a:solidFill>
                        </a:rPr>
                        <a:t>FCS</a:t>
                      </a:r>
                    </a:p>
                  </a:txBody>
                  <a:tcPr anchor="ctr"/>
                </a:tc>
                <a:extLst>
                  <a:ext uri="{0D108BD9-81ED-4DB2-BD59-A6C34878D82A}">
                    <a16:rowId xmlns:a16="http://schemas.microsoft.com/office/drawing/2014/main" val="10001"/>
                  </a:ext>
                </a:extLst>
              </a:tr>
            </a:tbl>
          </a:graphicData>
        </a:graphic>
      </p:graphicFrame>
      <p:grpSp>
        <p:nvGrpSpPr>
          <p:cNvPr id="7" name="组合 6"/>
          <p:cNvGrpSpPr/>
          <p:nvPr/>
        </p:nvGrpSpPr>
        <p:grpSpPr>
          <a:xfrm>
            <a:off x="9558712" y="4829941"/>
            <a:ext cx="1938351" cy="1694396"/>
            <a:chOff x="9558712" y="4299001"/>
            <a:chExt cx="1938351" cy="1694396"/>
          </a:xfrm>
        </p:grpSpPr>
        <p:cxnSp>
          <p:nvCxnSpPr>
            <p:cNvPr id="10" name="直接箭头连接符 9"/>
            <p:cNvCxnSpPr/>
            <p:nvPr/>
          </p:nvCxnSpPr>
          <p:spPr>
            <a:xfrm flipV="1">
              <a:off x="10605457" y="4299001"/>
              <a:ext cx="0" cy="72000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11" name="文本框 10"/>
            <p:cNvSpPr txBox="1"/>
            <p:nvPr/>
          </p:nvSpPr>
          <p:spPr>
            <a:xfrm>
              <a:off x="9558712" y="4932016"/>
              <a:ext cx="1938351" cy="1061381"/>
            </a:xfrm>
            <a:prstGeom prst="rect">
              <a:avLst/>
            </a:prstGeom>
            <a:solidFill>
              <a:schemeClr val="bg1">
                <a:lumMod val="95000"/>
              </a:schemeClr>
            </a:solidFill>
            <a:ln>
              <a:solidFill>
                <a:srgbClr val="0070C0"/>
              </a:solidFill>
            </a:ln>
            <a:effectLst>
              <a:outerShdw blurRad="50800" dist="38100" dir="2700000" algn="tl" rotWithShape="0">
                <a:prstClr val="black">
                  <a:alpha val="40000"/>
                </a:prstClr>
              </a:outerShdw>
            </a:effectLst>
          </p:spPr>
          <p:txBody>
            <a:bodyPr wrap="none" rtlCol="0">
              <a:spAutoFit/>
            </a:bodyPr>
            <a:lstStyle/>
            <a:p>
              <a:pPr algn="ctr">
                <a:lnSpc>
                  <a:spcPct val="120000"/>
                </a:lnSpc>
              </a:pPr>
              <a:r>
                <a:rPr kumimoji="1" lang="zh-CN" altLang="en-US" dirty="0"/>
                <a:t> </a:t>
              </a:r>
              <a:r>
                <a:rPr kumimoji="1" lang="zh-CN" altLang="en-US" dirty="0">
                  <a:latin typeface="微软雅黑" panose="020B0503020204020204" pitchFamily="34" charset="-122"/>
                  <a:ea typeface="微软雅黑" panose="020B0503020204020204" pitchFamily="34" charset="-122"/>
                </a:rPr>
                <a:t>存储转发模式 </a:t>
              </a:r>
              <a:endParaRPr kumimoji="1" lang="en-US" altLang="zh-CN" dirty="0">
                <a:latin typeface="微软雅黑" panose="020B0503020204020204" pitchFamily="34" charset="-122"/>
                <a:ea typeface="微软雅黑" panose="020B0503020204020204" pitchFamily="34" charset="-122"/>
              </a:endParaRPr>
            </a:p>
            <a:p>
              <a:pPr algn="ctr">
                <a:lnSpc>
                  <a:spcPct val="120000"/>
                </a:lnSpc>
              </a:pPr>
              <a:r>
                <a:rPr kumimoji="1" lang="zh-CN" altLang="en-US" dirty="0">
                  <a:solidFill>
                    <a:srgbClr val="7030A0"/>
                  </a:solidFill>
                  <a:latin typeface="微软雅黑" panose="020B0503020204020204" pitchFamily="34" charset="-122"/>
                  <a:ea typeface="微软雅黑" panose="020B0503020204020204" pitchFamily="34" charset="-122"/>
                </a:rPr>
                <a:t>高延迟</a:t>
              </a:r>
              <a:endParaRPr kumimoji="1" lang="en-US" altLang="zh-CN" dirty="0">
                <a:solidFill>
                  <a:srgbClr val="7030A0"/>
                </a:solidFill>
                <a:latin typeface="微软雅黑" panose="020B0503020204020204" pitchFamily="34" charset="-122"/>
                <a:ea typeface="微软雅黑" panose="020B0503020204020204" pitchFamily="34" charset="-122"/>
              </a:endParaRPr>
            </a:p>
            <a:p>
              <a:pPr algn="ctr">
                <a:lnSpc>
                  <a:spcPct val="120000"/>
                </a:lnSpc>
              </a:pPr>
              <a:r>
                <a:rPr kumimoji="1" lang="zh-CN" altLang="en-US" dirty="0">
                  <a:solidFill>
                    <a:srgbClr val="7030A0"/>
                  </a:solidFill>
                  <a:latin typeface="微软雅黑" panose="020B0503020204020204" pitchFamily="34" charset="-122"/>
                  <a:ea typeface="微软雅黑" panose="020B0503020204020204" pitchFamily="34" charset="-122"/>
                </a:rPr>
                <a:t> 过滤所有错误帧</a:t>
              </a:r>
              <a:r>
                <a:rPr kumimoji="1" lang="zh-CN" altLang="en-US" dirty="0">
                  <a:latin typeface="微软雅黑" panose="020B0503020204020204" pitchFamily="34" charset="-122"/>
                  <a:ea typeface="微软雅黑" panose="020B0503020204020204" pitchFamily="34" charset="-122"/>
                </a:rPr>
                <a:t> </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en-US" altLang="zh-CN" dirty="0"/>
              <a:t> </a:t>
            </a:r>
            <a:r>
              <a:rPr kumimoji="1" lang="zh-CN" altLang="zh-CN" dirty="0"/>
              <a:t>链路层交换</a:t>
            </a:r>
            <a:r>
              <a:rPr kumimoji="1" lang="zh-CN" altLang="en-US" dirty="0"/>
              <a:t>机</a:t>
            </a:r>
          </a:p>
        </p:txBody>
      </p:sp>
      <p:sp>
        <p:nvSpPr>
          <p:cNvPr id="91" name="内容占位符 2"/>
          <p:cNvSpPr>
            <a:spLocks noGrp="1"/>
          </p:cNvSpPr>
          <p:nvPr>
            <p:ph idx="1"/>
          </p:nvPr>
        </p:nvSpPr>
        <p:spPr>
          <a:xfrm>
            <a:off x="838200" y="1417272"/>
            <a:ext cx="10515600" cy="5131205"/>
          </a:xfrm>
        </p:spPr>
        <p:txBody>
          <a:bodyPr>
            <a:normAutofit/>
          </a:bodyPr>
          <a:lstStyle/>
          <a:p>
            <a:pPr>
              <a:lnSpc>
                <a:spcPct val="120000"/>
              </a:lnSpc>
            </a:pPr>
            <a:r>
              <a:rPr kumimoji="1" lang="zh-CN" altLang="en-US" dirty="0"/>
              <a:t>交换模式</a:t>
            </a:r>
            <a:r>
              <a:rPr kumimoji="1" lang="en-US" altLang="zh-CN" dirty="0"/>
              <a:t>2</a:t>
            </a:r>
            <a:r>
              <a:rPr kumimoji="1" lang="zh-CN" altLang="en-US" dirty="0"/>
              <a:t>：直通交换</a:t>
            </a:r>
            <a:endParaRPr kumimoji="1" lang="en-US" altLang="zh-CN" dirty="0"/>
          </a:p>
          <a:p>
            <a:pPr lvl="1">
              <a:lnSpc>
                <a:spcPct val="120000"/>
              </a:lnSpc>
            </a:pPr>
            <a:r>
              <a:rPr kumimoji="1" lang="zh-CN" altLang="en-US" dirty="0">
                <a:solidFill>
                  <a:srgbClr val="7030A0"/>
                </a:solidFill>
              </a:rPr>
              <a:t>特点：</a:t>
            </a:r>
            <a:r>
              <a:rPr kumimoji="1" lang="zh-CN" altLang="en-US" dirty="0"/>
              <a:t>一旦接收到</a:t>
            </a:r>
            <a:r>
              <a:rPr kumimoji="1" lang="zh-CN" altLang="en-US" dirty="0">
                <a:solidFill>
                  <a:srgbClr val="C00000"/>
                </a:solidFill>
              </a:rPr>
              <a:t>帧的目的地址</a:t>
            </a:r>
            <a:r>
              <a:rPr kumimoji="1" lang="zh-CN" altLang="en-US" dirty="0"/>
              <a:t>，就开始转发</a:t>
            </a:r>
          </a:p>
          <a:p>
            <a:pPr lvl="1">
              <a:lnSpc>
                <a:spcPct val="120000"/>
              </a:lnSpc>
            </a:pPr>
            <a:r>
              <a:rPr kumimoji="1" lang="zh-CN" altLang="en-US" dirty="0">
                <a:solidFill>
                  <a:srgbClr val="7030A0"/>
                </a:solidFill>
              </a:rPr>
              <a:t>缺点：</a:t>
            </a:r>
            <a:r>
              <a:rPr kumimoji="1" lang="zh-CN" altLang="en-US" dirty="0"/>
              <a:t>可能转发错误帧、不支持非对称交换</a:t>
            </a:r>
          </a:p>
          <a:p>
            <a:pPr lvl="1">
              <a:lnSpc>
                <a:spcPct val="120000"/>
              </a:lnSpc>
            </a:pPr>
            <a:r>
              <a:rPr kumimoji="1" lang="zh-CN" altLang="en-US" dirty="0">
                <a:solidFill>
                  <a:srgbClr val="7030A0"/>
                </a:solidFill>
              </a:rPr>
              <a:t>优点：</a:t>
            </a:r>
            <a:r>
              <a:rPr kumimoji="1" lang="zh-CN" altLang="en-US" dirty="0"/>
              <a:t>延迟非常小，可以边入边出</a:t>
            </a:r>
          </a:p>
          <a:p>
            <a:pPr lvl="1" eaLnBrk="1" hangingPunct="1">
              <a:spcBef>
                <a:spcPct val="50000"/>
              </a:spcBef>
              <a:buClr>
                <a:schemeClr val="hlink"/>
              </a:buClr>
              <a:buSzPct val="55000"/>
              <a:buFont typeface="Wingdings" panose="05000000000000000000" pitchFamily="2" charset="2"/>
              <a:buNone/>
            </a:pPr>
            <a:endParaRPr kumimoji="1" lang="en-US" altLang="zh-CN" dirty="0"/>
          </a:p>
          <a:p>
            <a:pPr lvl="1" eaLnBrk="1" hangingPunct="1">
              <a:spcBef>
                <a:spcPct val="50000"/>
              </a:spcBef>
              <a:buClr>
                <a:schemeClr val="hlink"/>
              </a:buClr>
              <a:buSzPct val="55000"/>
              <a:buFont typeface="Wingdings" panose="05000000000000000000" pitchFamily="2" charset="2"/>
              <a:buNone/>
            </a:pPr>
            <a:endParaRPr kumimoji="0" lang="zh-CN" altLang="en-US" dirty="0">
              <a:solidFill>
                <a:srgbClr val="000000"/>
              </a:solidFill>
              <a:ea typeface="黑体" panose="02010609060101010101" pitchFamily="2" charset="-122"/>
            </a:endParaRPr>
          </a:p>
          <a:p>
            <a:pPr>
              <a:lnSpc>
                <a:spcPct val="120000"/>
              </a:lnSpc>
            </a:pPr>
            <a:endParaRPr kumimoji="1" lang="en-US" altLang="zh-CN" dirty="0"/>
          </a:p>
          <a:p>
            <a:pPr lvl="1">
              <a:lnSpc>
                <a:spcPct val="120000"/>
              </a:lnSpc>
            </a:pPr>
            <a:endParaRPr kumimoji="1" lang="en-US" altLang="zh-CN" dirty="0"/>
          </a:p>
        </p:txBody>
      </p:sp>
      <p:graphicFrame>
        <p:nvGraphicFramePr>
          <p:cNvPr id="6" name="表格 6"/>
          <p:cNvGraphicFramePr>
            <a:graphicFrameLocks noGrp="1"/>
          </p:cNvGraphicFramePr>
          <p:nvPr/>
        </p:nvGraphicFramePr>
        <p:xfrm>
          <a:off x="1230285" y="3926224"/>
          <a:ext cx="9375172" cy="914400"/>
        </p:xfrm>
        <a:graphic>
          <a:graphicData uri="http://schemas.openxmlformats.org/drawingml/2006/table">
            <a:tbl>
              <a:tblPr firstRow="1" bandRow="1">
                <a:tableStyleId>{BDBED569-4797-4DF1-A0F4-6AAB3CD982D8}</a:tableStyleId>
              </a:tblPr>
              <a:tblGrid>
                <a:gridCol w="1250865">
                  <a:extLst>
                    <a:ext uri="{9D8B030D-6E8A-4147-A177-3AD203B41FA5}">
                      <a16:colId xmlns:a16="http://schemas.microsoft.com/office/drawing/2014/main" val="20000"/>
                    </a:ext>
                  </a:extLst>
                </a:gridCol>
                <a:gridCol w="841491">
                  <a:extLst>
                    <a:ext uri="{9D8B030D-6E8A-4147-A177-3AD203B41FA5}">
                      <a16:colId xmlns:a16="http://schemas.microsoft.com/office/drawing/2014/main" val="20001"/>
                    </a:ext>
                  </a:extLst>
                </a:gridCol>
                <a:gridCol w="1364487">
                  <a:extLst>
                    <a:ext uri="{9D8B030D-6E8A-4147-A177-3AD203B41FA5}">
                      <a16:colId xmlns:a16="http://schemas.microsoft.com/office/drawing/2014/main" val="20002"/>
                    </a:ext>
                  </a:extLst>
                </a:gridCol>
                <a:gridCol w="1452681">
                  <a:extLst>
                    <a:ext uri="{9D8B030D-6E8A-4147-A177-3AD203B41FA5}">
                      <a16:colId xmlns:a16="http://schemas.microsoft.com/office/drawing/2014/main" val="20003"/>
                    </a:ext>
                  </a:extLst>
                </a:gridCol>
                <a:gridCol w="912685">
                  <a:extLst>
                    <a:ext uri="{9D8B030D-6E8A-4147-A177-3AD203B41FA5}">
                      <a16:colId xmlns:a16="http://schemas.microsoft.com/office/drawing/2014/main" val="20004"/>
                    </a:ext>
                  </a:extLst>
                </a:gridCol>
                <a:gridCol w="2719017">
                  <a:extLst>
                    <a:ext uri="{9D8B030D-6E8A-4147-A177-3AD203B41FA5}">
                      <a16:colId xmlns:a16="http://schemas.microsoft.com/office/drawing/2014/main" val="20005"/>
                    </a:ext>
                  </a:extLst>
                </a:gridCol>
                <a:gridCol w="833946">
                  <a:extLst>
                    <a:ext uri="{9D8B030D-6E8A-4147-A177-3AD203B41FA5}">
                      <a16:colId xmlns:a16="http://schemas.microsoft.com/office/drawing/2014/main" val="20006"/>
                    </a:ext>
                  </a:extLst>
                </a:gridCol>
              </a:tblGrid>
              <a:tr h="218415">
                <a:tc>
                  <a:txBody>
                    <a:bodyPr/>
                    <a:lstStyle/>
                    <a:p>
                      <a:pPr algn="ctr"/>
                      <a:r>
                        <a:rPr lang="en-US" altLang="zh-CN" sz="1600" dirty="0"/>
                        <a:t>7</a:t>
                      </a:r>
                      <a:r>
                        <a:rPr lang="zh-CN" altLang="en-US" sz="1600" dirty="0"/>
                        <a:t>字节</a:t>
                      </a:r>
                    </a:p>
                  </a:txBody>
                  <a:tcPr/>
                </a:tc>
                <a:tc>
                  <a:txBody>
                    <a:bodyPr/>
                    <a:lstStyle/>
                    <a:p>
                      <a:pPr algn="ctr"/>
                      <a:r>
                        <a:rPr lang="en-US" altLang="zh-CN" sz="1600" dirty="0"/>
                        <a:t>1</a:t>
                      </a:r>
                      <a:r>
                        <a:rPr lang="zh-CN" altLang="en-US" sz="1600" dirty="0"/>
                        <a:t>字节</a:t>
                      </a:r>
                    </a:p>
                  </a:txBody>
                  <a:tcPr/>
                </a:tc>
                <a:tc>
                  <a:txBody>
                    <a:bodyPr/>
                    <a:lstStyle/>
                    <a:p>
                      <a:pPr algn="ctr"/>
                      <a:r>
                        <a:rPr lang="en-US" altLang="zh-CN" sz="1600" dirty="0"/>
                        <a:t>6</a:t>
                      </a:r>
                      <a:r>
                        <a:rPr lang="zh-CN" altLang="en-US" sz="1600" dirty="0"/>
                        <a:t>字节</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600" dirty="0"/>
                        <a:t>6</a:t>
                      </a:r>
                      <a:r>
                        <a:rPr lang="zh-CN" altLang="en-US" sz="1600" dirty="0"/>
                        <a:t>字节</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600" dirty="0"/>
                        <a:t>2</a:t>
                      </a:r>
                      <a:r>
                        <a:rPr lang="zh-CN" altLang="en-US" sz="1600" dirty="0"/>
                        <a:t>字节</a:t>
                      </a:r>
                    </a:p>
                  </a:txBody>
                  <a:tcPr/>
                </a:tc>
                <a:tc>
                  <a:txBody>
                    <a:bodyPr/>
                    <a:lstStyle/>
                    <a:p>
                      <a:pPr algn="ctr"/>
                      <a:r>
                        <a:rPr lang="en-US" altLang="zh-CN" sz="1600" dirty="0"/>
                        <a:t>46~1500</a:t>
                      </a:r>
                      <a:r>
                        <a:rPr lang="zh-CN" altLang="en-US" sz="1600" dirty="0"/>
                        <a:t>字节</a:t>
                      </a:r>
                    </a:p>
                  </a:txBody>
                  <a:tcPr/>
                </a:tc>
                <a:tc>
                  <a:txBody>
                    <a:bodyPr/>
                    <a:lstStyle/>
                    <a:p>
                      <a:pPr algn="ctr"/>
                      <a:r>
                        <a:rPr lang="en-US" altLang="zh-CN" sz="1600" dirty="0"/>
                        <a:t>4</a:t>
                      </a:r>
                      <a:r>
                        <a:rPr lang="zh-CN" altLang="en-US" sz="1600" dirty="0"/>
                        <a:t>字节</a:t>
                      </a:r>
                    </a:p>
                  </a:txBody>
                  <a:tcPr/>
                </a:tc>
                <a:extLst>
                  <a:ext uri="{0D108BD9-81ED-4DB2-BD59-A6C34878D82A}">
                    <a16:rowId xmlns:a16="http://schemas.microsoft.com/office/drawing/2014/main" val="10000"/>
                  </a:ext>
                </a:extLst>
              </a:tr>
              <a:tr h="371306">
                <a:tc>
                  <a:txBody>
                    <a:bodyPr/>
                    <a:lstStyle/>
                    <a:p>
                      <a:pPr algn="ctr"/>
                      <a:r>
                        <a:rPr lang="en-US" altLang="zh-CN" sz="1600" dirty="0">
                          <a:solidFill>
                            <a:srgbClr val="002060"/>
                          </a:solidFill>
                        </a:rPr>
                        <a:t>Preamble</a:t>
                      </a:r>
                    </a:p>
                  </a:txBody>
                  <a:tcPr anchor="ctr">
                    <a:solidFill>
                      <a:schemeClr val="accent2">
                        <a:lumMod val="40000"/>
                        <a:lumOff val="60000"/>
                        <a:alpha val="2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600" dirty="0">
                          <a:solidFill>
                            <a:srgbClr val="002060"/>
                          </a:solidFill>
                        </a:rPr>
                        <a:t>SFD</a:t>
                      </a:r>
                    </a:p>
                  </a:txBody>
                  <a:tcPr anchor="ctr">
                    <a:solidFill>
                      <a:schemeClr val="accent2">
                        <a:lumMod val="40000"/>
                        <a:lumOff val="60000"/>
                        <a:alpha val="2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600" dirty="0">
                          <a:solidFill>
                            <a:srgbClr val="002060"/>
                          </a:solidFill>
                        </a:rPr>
                        <a:t>Destination</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600" dirty="0">
                          <a:solidFill>
                            <a:srgbClr val="002060"/>
                          </a:solidFill>
                        </a:rPr>
                        <a:t>Source</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600" dirty="0">
                          <a:solidFill>
                            <a:srgbClr val="002060"/>
                          </a:solidFill>
                        </a:rPr>
                        <a:t>Length/Type </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600" dirty="0">
                          <a:solidFill>
                            <a:srgbClr val="002060"/>
                          </a:solidFill>
                        </a:rPr>
                        <a:t>Data and Pad</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600" dirty="0">
                          <a:solidFill>
                            <a:srgbClr val="002060"/>
                          </a:solidFill>
                        </a:rPr>
                        <a:t>FCS</a:t>
                      </a:r>
                    </a:p>
                  </a:txBody>
                  <a:tcPr anchor="ctr"/>
                </a:tc>
                <a:extLst>
                  <a:ext uri="{0D108BD9-81ED-4DB2-BD59-A6C34878D82A}">
                    <a16:rowId xmlns:a16="http://schemas.microsoft.com/office/drawing/2014/main" val="10001"/>
                  </a:ext>
                </a:extLst>
              </a:tr>
            </a:tbl>
          </a:graphicData>
        </a:graphic>
      </p:graphicFrame>
      <p:sp>
        <p:nvSpPr>
          <p:cNvPr id="12" name="文本框 11"/>
          <p:cNvSpPr txBox="1"/>
          <p:nvPr/>
        </p:nvSpPr>
        <p:spPr>
          <a:xfrm>
            <a:off x="3544304" y="5496314"/>
            <a:ext cx="2262158" cy="728982"/>
          </a:xfrm>
          <a:prstGeom prst="rect">
            <a:avLst/>
          </a:prstGeom>
          <a:solidFill>
            <a:schemeClr val="bg1">
              <a:lumMod val="95000"/>
            </a:schemeClr>
          </a:solidFill>
          <a:ln>
            <a:solidFill>
              <a:srgbClr val="0070C0"/>
            </a:solidFill>
          </a:ln>
          <a:effectLst>
            <a:outerShdw blurRad="50800" dist="38100" dir="2700000" algn="tl" rotWithShape="0">
              <a:prstClr val="black">
                <a:alpha val="40000"/>
              </a:prstClr>
            </a:outerShdw>
          </a:effectLst>
        </p:spPr>
        <p:txBody>
          <a:bodyPr wrap="none" rtlCol="0">
            <a:spAutoFit/>
          </a:bodyPr>
          <a:lstStyle/>
          <a:p>
            <a:pPr algn="ctr">
              <a:lnSpc>
                <a:spcPct val="120000"/>
              </a:lnSpc>
            </a:pPr>
            <a:r>
              <a:rPr kumimoji="1" lang="zh-CN" altLang="en-US" dirty="0">
                <a:latin typeface="微软雅黑" panose="020B0503020204020204" pitchFamily="34" charset="-122"/>
                <a:ea typeface="微软雅黑" panose="020B0503020204020204" pitchFamily="34" charset="-122"/>
              </a:rPr>
              <a:t>直通模式</a:t>
            </a:r>
            <a:endParaRPr kumimoji="1" lang="en-US" altLang="zh-CN" dirty="0">
              <a:latin typeface="微软雅黑" panose="020B0503020204020204" pitchFamily="34" charset="-122"/>
              <a:ea typeface="微软雅黑" panose="020B0503020204020204" pitchFamily="34" charset="-122"/>
            </a:endParaRPr>
          </a:p>
          <a:p>
            <a:pPr algn="ctr">
              <a:lnSpc>
                <a:spcPct val="120000"/>
              </a:lnSpc>
            </a:pPr>
            <a:r>
              <a:rPr kumimoji="1" lang="zh-CN" altLang="en-US" dirty="0">
                <a:solidFill>
                  <a:srgbClr val="7030A0"/>
                </a:solidFill>
                <a:latin typeface="微软雅黑" panose="020B0503020204020204" pitchFamily="34" charset="-122"/>
                <a:ea typeface="微软雅黑" panose="020B0503020204020204" pitchFamily="34" charset="-122"/>
              </a:rPr>
              <a:t>低延迟、无错误检查</a:t>
            </a:r>
            <a:endParaRPr lang="zh-CN" altLang="en-US" dirty="0">
              <a:latin typeface="微软雅黑" panose="020B0503020204020204" pitchFamily="34" charset="-122"/>
              <a:ea typeface="微软雅黑" panose="020B0503020204020204" pitchFamily="34" charset="-122"/>
            </a:endParaRPr>
          </a:p>
        </p:txBody>
      </p:sp>
      <p:cxnSp>
        <p:nvCxnSpPr>
          <p:cNvPr id="13" name="直接箭头连接符 12"/>
          <p:cNvCxnSpPr/>
          <p:nvPr/>
        </p:nvCxnSpPr>
        <p:spPr>
          <a:xfrm flipV="1">
            <a:off x="4682352" y="4823814"/>
            <a:ext cx="0" cy="64800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10" name="日期占位符 36"/>
          <p:cNvSpPr>
            <a:spLocks noGrp="1"/>
          </p:cNvSpPr>
          <p:nvPr>
            <p:ph type="dt" sz="half" idx="10"/>
          </p:nvPr>
        </p:nvSpPr>
        <p:spPr>
          <a:xfrm>
            <a:off x="197335" y="6489303"/>
            <a:ext cx="2743200" cy="365125"/>
          </a:xfrm>
        </p:spPr>
        <p:txBody>
          <a:bodyPr/>
          <a:lstStyle/>
          <a:p>
            <a:r>
              <a:rPr lang="en-US" altLang="zh-CN" dirty="0">
                <a:latin typeface="微软雅黑" panose="020B0503020204020204" pitchFamily="34" charset="-122"/>
                <a:ea typeface="微软雅黑" panose="020B0503020204020204" pitchFamily="34" charset="-122"/>
              </a:rPr>
              <a:t>4.4 </a:t>
            </a:r>
            <a:r>
              <a:rPr lang="zh-CN" altLang="en-US" dirty="0">
                <a:latin typeface="微软雅黑" panose="020B0503020204020204" pitchFamily="34" charset="-122"/>
                <a:ea typeface="微软雅黑" panose="020B0503020204020204" pitchFamily="34" charset="-122"/>
              </a:rPr>
              <a:t>数据链路层交换</a:t>
            </a:r>
          </a:p>
        </p:txBody>
      </p:sp>
      <p:sp>
        <p:nvSpPr>
          <p:cNvPr id="11" name="灯片编号占位符 3"/>
          <p:cNvSpPr>
            <a:spLocks noGrp="1"/>
          </p:cNvSpPr>
          <p:nvPr>
            <p:ph type="sldNum" sz="quarter" idx="12"/>
          </p:nvPr>
        </p:nvSpPr>
        <p:spPr>
          <a:xfrm>
            <a:off x="8686810" y="6489303"/>
            <a:ext cx="3319670" cy="365125"/>
          </a:xfrm>
        </p:spPr>
        <p:txBody>
          <a:bodyPr/>
          <a:lstStyle/>
          <a:p>
            <a:fld id="{339BF64F-B44A-4670-AF2C-07375CE66113}" type="slidenum">
              <a:rPr kumimoji="1" lang="zh-CN" altLang="en-US" smtClean="0"/>
              <a:t>78</a:t>
            </a:fld>
            <a:endParaRPr kumimoji="1" lang="zh-CN" altLang="en-US"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en-US" altLang="zh-CN" dirty="0"/>
              <a:t> </a:t>
            </a:r>
            <a:r>
              <a:rPr kumimoji="1" lang="zh-CN" altLang="zh-CN" dirty="0"/>
              <a:t>链路层交换</a:t>
            </a:r>
            <a:r>
              <a:rPr kumimoji="1" lang="zh-CN" altLang="en-US" dirty="0"/>
              <a:t>机</a:t>
            </a:r>
          </a:p>
        </p:txBody>
      </p:sp>
      <p:sp>
        <p:nvSpPr>
          <p:cNvPr id="91" name="内容占位符 2"/>
          <p:cNvSpPr>
            <a:spLocks noGrp="1"/>
          </p:cNvSpPr>
          <p:nvPr>
            <p:ph idx="1"/>
          </p:nvPr>
        </p:nvSpPr>
        <p:spPr>
          <a:xfrm>
            <a:off x="838200" y="1417272"/>
            <a:ext cx="10515600" cy="5131205"/>
          </a:xfrm>
        </p:spPr>
        <p:txBody>
          <a:bodyPr>
            <a:normAutofit/>
          </a:bodyPr>
          <a:lstStyle/>
          <a:p>
            <a:pPr>
              <a:lnSpc>
                <a:spcPct val="120000"/>
              </a:lnSpc>
            </a:pPr>
            <a:r>
              <a:rPr kumimoji="1" lang="zh-CN" altLang="en-US" dirty="0"/>
              <a:t>交换模式</a:t>
            </a:r>
            <a:r>
              <a:rPr kumimoji="1" lang="en-US" altLang="zh-CN" dirty="0"/>
              <a:t>3</a:t>
            </a:r>
            <a:r>
              <a:rPr kumimoji="1" lang="zh-CN" altLang="en-US" dirty="0"/>
              <a:t>：无碎片交换</a:t>
            </a:r>
            <a:endParaRPr kumimoji="1" lang="en-US" altLang="zh-CN" dirty="0"/>
          </a:p>
          <a:p>
            <a:pPr lvl="1">
              <a:lnSpc>
                <a:spcPct val="120000"/>
              </a:lnSpc>
            </a:pPr>
            <a:r>
              <a:rPr kumimoji="1" lang="zh-CN" altLang="en-US" dirty="0">
                <a:solidFill>
                  <a:srgbClr val="7030A0"/>
                </a:solidFill>
              </a:rPr>
              <a:t>特点：</a:t>
            </a:r>
            <a:r>
              <a:rPr kumimoji="1" lang="zh-CN" altLang="en-US" dirty="0"/>
              <a:t>接收到</a:t>
            </a:r>
            <a:r>
              <a:rPr kumimoji="1" lang="zh-CN" altLang="en-US" dirty="0">
                <a:solidFill>
                  <a:srgbClr val="C00000"/>
                </a:solidFill>
              </a:rPr>
              <a:t>帧的前</a:t>
            </a:r>
            <a:r>
              <a:rPr kumimoji="1" lang="en-US" altLang="zh-CN" dirty="0">
                <a:solidFill>
                  <a:srgbClr val="C00000"/>
                </a:solidFill>
              </a:rPr>
              <a:t>64</a:t>
            </a:r>
            <a:r>
              <a:rPr kumimoji="1" lang="zh-CN" altLang="en-US" dirty="0">
                <a:solidFill>
                  <a:srgbClr val="C00000"/>
                </a:solidFill>
              </a:rPr>
              <a:t>字节</a:t>
            </a:r>
            <a:r>
              <a:rPr kumimoji="1" lang="zh-CN" altLang="en-US" dirty="0"/>
              <a:t>，即开始转发</a:t>
            </a:r>
          </a:p>
          <a:p>
            <a:pPr lvl="1">
              <a:lnSpc>
                <a:spcPct val="120000"/>
              </a:lnSpc>
            </a:pPr>
            <a:r>
              <a:rPr kumimoji="1" lang="zh-CN" altLang="en-US" dirty="0">
                <a:solidFill>
                  <a:srgbClr val="7030A0"/>
                </a:solidFill>
              </a:rPr>
              <a:t>缺点：</a:t>
            </a:r>
            <a:r>
              <a:rPr kumimoji="1" lang="zh-CN" altLang="en-US" dirty="0"/>
              <a:t>仍可能转发错误帧，不支持非对称交换</a:t>
            </a:r>
          </a:p>
          <a:p>
            <a:pPr lvl="1">
              <a:lnSpc>
                <a:spcPct val="120000"/>
              </a:lnSpc>
            </a:pPr>
            <a:r>
              <a:rPr kumimoji="1" lang="zh-CN" altLang="en-US" dirty="0">
                <a:solidFill>
                  <a:srgbClr val="7030A0"/>
                </a:solidFill>
              </a:rPr>
              <a:t>优点：</a:t>
            </a:r>
            <a:r>
              <a:rPr kumimoji="1" lang="zh-CN" altLang="en-US" dirty="0"/>
              <a:t>过滤了冲突碎片，延迟和转发错帧介于存储转发和直通交换之间</a:t>
            </a:r>
          </a:p>
          <a:p>
            <a:pPr lvl="1" eaLnBrk="1" hangingPunct="1">
              <a:spcBef>
                <a:spcPct val="50000"/>
              </a:spcBef>
              <a:buClr>
                <a:schemeClr val="hlink"/>
              </a:buClr>
              <a:buSzPct val="55000"/>
              <a:buFont typeface="Wingdings" panose="05000000000000000000" pitchFamily="2" charset="2"/>
              <a:buNone/>
            </a:pPr>
            <a:endParaRPr kumimoji="1" lang="en-US" altLang="zh-CN" dirty="0"/>
          </a:p>
          <a:p>
            <a:pPr lvl="1" eaLnBrk="1" hangingPunct="1">
              <a:spcBef>
                <a:spcPct val="50000"/>
              </a:spcBef>
              <a:buClr>
                <a:schemeClr val="hlink"/>
              </a:buClr>
              <a:buSzPct val="55000"/>
              <a:buFont typeface="Wingdings" panose="05000000000000000000" pitchFamily="2" charset="2"/>
              <a:buNone/>
            </a:pPr>
            <a:endParaRPr kumimoji="0" lang="zh-CN" altLang="en-US" dirty="0">
              <a:solidFill>
                <a:srgbClr val="000000"/>
              </a:solidFill>
              <a:ea typeface="黑体" panose="02010609060101010101" pitchFamily="2" charset="-122"/>
            </a:endParaRPr>
          </a:p>
          <a:p>
            <a:pPr>
              <a:lnSpc>
                <a:spcPct val="120000"/>
              </a:lnSpc>
            </a:pPr>
            <a:endParaRPr kumimoji="1" lang="en-US" altLang="zh-CN" dirty="0"/>
          </a:p>
          <a:p>
            <a:pPr lvl="1">
              <a:lnSpc>
                <a:spcPct val="120000"/>
              </a:lnSpc>
            </a:pPr>
            <a:endParaRPr kumimoji="1" lang="en-US" altLang="zh-CN" dirty="0"/>
          </a:p>
          <a:p>
            <a:pPr lvl="1">
              <a:lnSpc>
                <a:spcPct val="120000"/>
              </a:lnSpc>
            </a:pPr>
            <a:endParaRPr kumimoji="1" lang="en-US" altLang="zh-CN" dirty="0"/>
          </a:p>
          <a:p>
            <a:pPr lvl="1">
              <a:lnSpc>
                <a:spcPct val="120000"/>
              </a:lnSpc>
            </a:pPr>
            <a:endParaRPr kumimoji="1" lang="en-US" altLang="zh-CN" dirty="0"/>
          </a:p>
          <a:p>
            <a:pPr lvl="1">
              <a:lnSpc>
                <a:spcPct val="120000"/>
              </a:lnSpc>
            </a:pPr>
            <a:endParaRPr kumimoji="1" lang="zh-CN" altLang="en-US" dirty="0"/>
          </a:p>
          <a:p>
            <a:pPr marL="457200" lvl="1" indent="0">
              <a:lnSpc>
                <a:spcPct val="120000"/>
              </a:lnSpc>
              <a:buNone/>
            </a:pPr>
            <a:endParaRPr lang="en-US" altLang="zh-CN" dirty="0"/>
          </a:p>
          <a:p>
            <a:pPr marL="457200" lvl="1" indent="0">
              <a:lnSpc>
                <a:spcPct val="120000"/>
              </a:lnSpc>
              <a:buNone/>
            </a:pPr>
            <a:endParaRPr lang="zh-CN" altLang="zh-CN" dirty="0"/>
          </a:p>
          <a:p>
            <a:pPr marL="0" indent="0">
              <a:lnSpc>
                <a:spcPct val="120000"/>
              </a:lnSpc>
              <a:buNone/>
            </a:pPr>
            <a:endParaRPr kumimoji="1" lang="zh-CN" altLang="en-US" dirty="0"/>
          </a:p>
        </p:txBody>
      </p:sp>
      <p:sp>
        <p:nvSpPr>
          <p:cNvPr id="9" name="灯片编号占位符 38"/>
          <p:cNvSpPr>
            <a:spLocks noGrp="1"/>
          </p:cNvSpPr>
          <p:nvPr>
            <p:ph type="sldNum" sz="quarter" idx="12"/>
          </p:nvPr>
        </p:nvSpPr>
        <p:spPr>
          <a:xfrm>
            <a:off x="8686810" y="6489303"/>
            <a:ext cx="331967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b="0" i="0" u="none" strike="noStrike" kern="1200" cap="none" spc="0" normalizeH="0" baseline="0" noProof="0" smtClean="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rPr>
              <a:t>79</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endParaRPr>
          </a:p>
        </p:txBody>
      </p:sp>
      <p:graphicFrame>
        <p:nvGraphicFramePr>
          <p:cNvPr id="6" name="表格 6"/>
          <p:cNvGraphicFramePr>
            <a:graphicFrameLocks noGrp="1"/>
          </p:cNvGraphicFramePr>
          <p:nvPr/>
        </p:nvGraphicFramePr>
        <p:xfrm>
          <a:off x="1230285" y="3926224"/>
          <a:ext cx="9375172" cy="914400"/>
        </p:xfrm>
        <a:graphic>
          <a:graphicData uri="http://schemas.openxmlformats.org/drawingml/2006/table">
            <a:tbl>
              <a:tblPr firstRow="1" bandRow="1">
                <a:tableStyleId>{BDBED569-4797-4DF1-A0F4-6AAB3CD982D8}</a:tableStyleId>
              </a:tblPr>
              <a:tblGrid>
                <a:gridCol w="1250865">
                  <a:extLst>
                    <a:ext uri="{9D8B030D-6E8A-4147-A177-3AD203B41FA5}">
                      <a16:colId xmlns:a16="http://schemas.microsoft.com/office/drawing/2014/main" val="20000"/>
                    </a:ext>
                  </a:extLst>
                </a:gridCol>
                <a:gridCol w="841491">
                  <a:extLst>
                    <a:ext uri="{9D8B030D-6E8A-4147-A177-3AD203B41FA5}">
                      <a16:colId xmlns:a16="http://schemas.microsoft.com/office/drawing/2014/main" val="20001"/>
                    </a:ext>
                  </a:extLst>
                </a:gridCol>
                <a:gridCol w="1364487">
                  <a:extLst>
                    <a:ext uri="{9D8B030D-6E8A-4147-A177-3AD203B41FA5}">
                      <a16:colId xmlns:a16="http://schemas.microsoft.com/office/drawing/2014/main" val="20002"/>
                    </a:ext>
                  </a:extLst>
                </a:gridCol>
                <a:gridCol w="1452681">
                  <a:extLst>
                    <a:ext uri="{9D8B030D-6E8A-4147-A177-3AD203B41FA5}">
                      <a16:colId xmlns:a16="http://schemas.microsoft.com/office/drawing/2014/main" val="20003"/>
                    </a:ext>
                  </a:extLst>
                </a:gridCol>
                <a:gridCol w="912685">
                  <a:extLst>
                    <a:ext uri="{9D8B030D-6E8A-4147-A177-3AD203B41FA5}">
                      <a16:colId xmlns:a16="http://schemas.microsoft.com/office/drawing/2014/main" val="20004"/>
                    </a:ext>
                  </a:extLst>
                </a:gridCol>
                <a:gridCol w="2719017">
                  <a:extLst>
                    <a:ext uri="{9D8B030D-6E8A-4147-A177-3AD203B41FA5}">
                      <a16:colId xmlns:a16="http://schemas.microsoft.com/office/drawing/2014/main" val="20005"/>
                    </a:ext>
                  </a:extLst>
                </a:gridCol>
                <a:gridCol w="833946">
                  <a:extLst>
                    <a:ext uri="{9D8B030D-6E8A-4147-A177-3AD203B41FA5}">
                      <a16:colId xmlns:a16="http://schemas.microsoft.com/office/drawing/2014/main" val="20006"/>
                    </a:ext>
                  </a:extLst>
                </a:gridCol>
              </a:tblGrid>
              <a:tr h="218415">
                <a:tc>
                  <a:txBody>
                    <a:bodyPr/>
                    <a:lstStyle/>
                    <a:p>
                      <a:pPr algn="ctr"/>
                      <a:r>
                        <a:rPr lang="en-US" altLang="zh-CN" sz="1600" dirty="0"/>
                        <a:t>7</a:t>
                      </a:r>
                      <a:r>
                        <a:rPr lang="zh-CN" altLang="en-US" sz="1600" dirty="0"/>
                        <a:t>字节</a:t>
                      </a:r>
                    </a:p>
                  </a:txBody>
                  <a:tcPr/>
                </a:tc>
                <a:tc>
                  <a:txBody>
                    <a:bodyPr/>
                    <a:lstStyle/>
                    <a:p>
                      <a:pPr algn="ctr"/>
                      <a:r>
                        <a:rPr lang="en-US" altLang="zh-CN" sz="1600" dirty="0"/>
                        <a:t>1</a:t>
                      </a:r>
                      <a:r>
                        <a:rPr lang="zh-CN" altLang="en-US" sz="1600" dirty="0"/>
                        <a:t>字节</a:t>
                      </a:r>
                    </a:p>
                  </a:txBody>
                  <a:tcPr/>
                </a:tc>
                <a:tc>
                  <a:txBody>
                    <a:bodyPr/>
                    <a:lstStyle/>
                    <a:p>
                      <a:pPr algn="ctr"/>
                      <a:r>
                        <a:rPr lang="en-US" altLang="zh-CN" sz="1600" dirty="0"/>
                        <a:t>6</a:t>
                      </a:r>
                      <a:r>
                        <a:rPr lang="zh-CN" altLang="en-US" sz="1600" dirty="0"/>
                        <a:t>字节</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600" dirty="0"/>
                        <a:t>6</a:t>
                      </a:r>
                      <a:r>
                        <a:rPr lang="zh-CN" altLang="en-US" sz="1600" dirty="0"/>
                        <a:t>字节</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600" dirty="0"/>
                        <a:t>2</a:t>
                      </a:r>
                      <a:r>
                        <a:rPr lang="zh-CN" altLang="en-US" sz="1600" dirty="0"/>
                        <a:t>字节</a:t>
                      </a:r>
                    </a:p>
                  </a:txBody>
                  <a:tcPr/>
                </a:tc>
                <a:tc>
                  <a:txBody>
                    <a:bodyPr/>
                    <a:lstStyle/>
                    <a:p>
                      <a:pPr algn="ctr"/>
                      <a:r>
                        <a:rPr lang="en-US" altLang="zh-CN" sz="1600" dirty="0"/>
                        <a:t>46~1500</a:t>
                      </a:r>
                      <a:r>
                        <a:rPr lang="zh-CN" altLang="en-US" sz="1600" dirty="0"/>
                        <a:t>字节</a:t>
                      </a:r>
                    </a:p>
                  </a:txBody>
                  <a:tcPr/>
                </a:tc>
                <a:tc>
                  <a:txBody>
                    <a:bodyPr/>
                    <a:lstStyle/>
                    <a:p>
                      <a:pPr algn="ctr"/>
                      <a:r>
                        <a:rPr lang="en-US" altLang="zh-CN" sz="1600" dirty="0"/>
                        <a:t>4</a:t>
                      </a:r>
                      <a:r>
                        <a:rPr lang="zh-CN" altLang="en-US" sz="1600" dirty="0"/>
                        <a:t>字节</a:t>
                      </a:r>
                    </a:p>
                  </a:txBody>
                  <a:tcPr/>
                </a:tc>
                <a:extLst>
                  <a:ext uri="{0D108BD9-81ED-4DB2-BD59-A6C34878D82A}">
                    <a16:rowId xmlns:a16="http://schemas.microsoft.com/office/drawing/2014/main" val="10000"/>
                  </a:ext>
                </a:extLst>
              </a:tr>
              <a:tr h="371306">
                <a:tc>
                  <a:txBody>
                    <a:bodyPr/>
                    <a:lstStyle/>
                    <a:p>
                      <a:pPr algn="ctr"/>
                      <a:r>
                        <a:rPr lang="en-US" altLang="zh-CN" sz="1600" dirty="0">
                          <a:solidFill>
                            <a:srgbClr val="002060"/>
                          </a:solidFill>
                        </a:rPr>
                        <a:t>Preamble</a:t>
                      </a:r>
                    </a:p>
                  </a:txBody>
                  <a:tcPr anchor="ctr">
                    <a:solidFill>
                      <a:schemeClr val="accent2">
                        <a:lumMod val="40000"/>
                        <a:lumOff val="60000"/>
                        <a:alpha val="2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600" dirty="0">
                          <a:solidFill>
                            <a:srgbClr val="002060"/>
                          </a:solidFill>
                        </a:rPr>
                        <a:t>SFD</a:t>
                      </a:r>
                    </a:p>
                  </a:txBody>
                  <a:tcPr anchor="ctr">
                    <a:solidFill>
                      <a:schemeClr val="accent2">
                        <a:lumMod val="40000"/>
                        <a:lumOff val="60000"/>
                        <a:alpha val="2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600" dirty="0">
                          <a:solidFill>
                            <a:srgbClr val="002060"/>
                          </a:solidFill>
                        </a:rPr>
                        <a:t>Destination</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600" dirty="0">
                          <a:solidFill>
                            <a:srgbClr val="002060"/>
                          </a:solidFill>
                        </a:rPr>
                        <a:t>Source</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600" dirty="0">
                          <a:solidFill>
                            <a:srgbClr val="002060"/>
                          </a:solidFill>
                        </a:rPr>
                        <a:t>Length/Type </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600" dirty="0">
                          <a:solidFill>
                            <a:srgbClr val="002060"/>
                          </a:solidFill>
                        </a:rPr>
                        <a:t>Data and Pad</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600" dirty="0">
                          <a:solidFill>
                            <a:srgbClr val="002060"/>
                          </a:solidFill>
                        </a:rPr>
                        <a:t>FCS</a:t>
                      </a:r>
                    </a:p>
                  </a:txBody>
                  <a:tcPr anchor="ctr"/>
                </a:tc>
                <a:extLst>
                  <a:ext uri="{0D108BD9-81ED-4DB2-BD59-A6C34878D82A}">
                    <a16:rowId xmlns:a16="http://schemas.microsoft.com/office/drawing/2014/main" val="10001"/>
                  </a:ext>
                </a:extLst>
              </a:tr>
            </a:tbl>
          </a:graphicData>
        </a:graphic>
      </p:graphicFrame>
      <p:grpSp>
        <p:nvGrpSpPr>
          <p:cNvPr id="10" name="组合 9"/>
          <p:cNvGrpSpPr/>
          <p:nvPr/>
        </p:nvGrpSpPr>
        <p:grpSpPr>
          <a:xfrm>
            <a:off x="6286988" y="4833962"/>
            <a:ext cx="2492990" cy="1680256"/>
            <a:chOff x="6286988" y="4319873"/>
            <a:chExt cx="2492990" cy="1680256"/>
          </a:xfrm>
        </p:grpSpPr>
        <p:grpSp>
          <p:nvGrpSpPr>
            <p:cNvPr id="11" name="组合 10"/>
            <p:cNvGrpSpPr/>
            <p:nvPr/>
          </p:nvGrpSpPr>
          <p:grpSpPr>
            <a:xfrm>
              <a:off x="6286988" y="4319873"/>
              <a:ext cx="2492990" cy="1680256"/>
              <a:chOff x="6286988" y="4319873"/>
              <a:chExt cx="2492990" cy="1680256"/>
            </a:xfrm>
          </p:grpSpPr>
          <p:cxnSp>
            <p:nvCxnSpPr>
              <p:cNvPr id="15" name="直接箭头连接符 14"/>
              <p:cNvCxnSpPr/>
              <p:nvPr/>
            </p:nvCxnSpPr>
            <p:spPr>
              <a:xfrm flipV="1">
                <a:off x="7524761" y="4319873"/>
                <a:ext cx="0" cy="72000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16" name="文本框 15"/>
              <p:cNvSpPr txBox="1"/>
              <p:nvPr/>
            </p:nvSpPr>
            <p:spPr>
              <a:xfrm>
                <a:off x="6286988" y="4932016"/>
                <a:ext cx="2492990" cy="1068113"/>
              </a:xfrm>
              <a:prstGeom prst="rect">
                <a:avLst/>
              </a:prstGeom>
              <a:solidFill>
                <a:schemeClr val="bg1">
                  <a:lumMod val="95000"/>
                </a:schemeClr>
              </a:solidFill>
              <a:ln>
                <a:solidFill>
                  <a:srgbClr val="0070C0"/>
                </a:solidFill>
              </a:ln>
              <a:effectLst>
                <a:outerShdw blurRad="50800" dist="38100" dir="2700000" algn="tl" rotWithShape="0">
                  <a:prstClr val="black">
                    <a:alpha val="40000"/>
                  </a:prstClr>
                </a:outerShdw>
              </a:effectLst>
            </p:spPr>
            <p:txBody>
              <a:bodyPr wrap="none" rtlCol="0">
                <a:spAutoFit/>
              </a:bodyPr>
              <a:lstStyle/>
              <a:p>
                <a:pPr algn="ctr">
                  <a:lnSpc>
                    <a:spcPct val="120000"/>
                  </a:lnSpc>
                </a:pPr>
                <a:r>
                  <a:rPr kumimoji="1" lang="zh-CN" altLang="en-US" dirty="0">
                    <a:latin typeface="微软雅黑" panose="020B0503020204020204" pitchFamily="34" charset="-122"/>
                    <a:ea typeface="微软雅黑" panose="020B0503020204020204" pitchFamily="34" charset="-122"/>
                  </a:rPr>
                  <a:t>无碎片模式</a:t>
                </a:r>
                <a:endParaRPr kumimoji="1" lang="en-US" altLang="zh-CN" dirty="0">
                  <a:latin typeface="微软雅黑" panose="020B0503020204020204" pitchFamily="34" charset="-122"/>
                  <a:ea typeface="微软雅黑" panose="020B0503020204020204" pitchFamily="34" charset="-122"/>
                </a:endParaRPr>
              </a:p>
              <a:p>
                <a:pPr algn="ctr">
                  <a:lnSpc>
                    <a:spcPct val="120000"/>
                  </a:lnSpc>
                </a:pPr>
                <a:r>
                  <a:rPr kumimoji="1" lang="zh-CN" altLang="en-US" dirty="0">
                    <a:solidFill>
                      <a:srgbClr val="7030A0"/>
                    </a:solidFill>
                    <a:latin typeface="微软雅黑" panose="020B0503020204020204" pitchFamily="34" charset="-122"/>
                    <a:ea typeface="微软雅黑" panose="020B0503020204020204" pitchFamily="34" charset="-122"/>
                  </a:rPr>
                  <a:t>较低延迟</a:t>
                </a:r>
                <a:endParaRPr kumimoji="1" lang="en-US" altLang="zh-CN" dirty="0">
                  <a:solidFill>
                    <a:srgbClr val="7030A0"/>
                  </a:solidFill>
                  <a:latin typeface="微软雅黑" panose="020B0503020204020204" pitchFamily="34" charset="-122"/>
                  <a:ea typeface="微软雅黑" panose="020B0503020204020204" pitchFamily="34" charset="-122"/>
                </a:endParaRPr>
              </a:p>
              <a:p>
                <a:pPr algn="ctr">
                  <a:lnSpc>
                    <a:spcPct val="120000"/>
                  </a:lnSpc>
                </a:pPr>
                <a:r>
                  <a:rPr kumimoji="1" lang="zh-CN" altLang="en-US" dirty="0">
                    <a:solidFill>
                      <a:srgbClr val="7030A0"/>
                    </a:solidFill>
                    <a:latin typeface="微软雅黑" panose="020B0503020204020204" pitchFamily="34" charset="-122"/>
                    <a:ea typeface="微软雅黑" panose="020B0503020204020204" pitchFamily="34" charset="-122"/>
                  </a:rPr>
                  <a:t>过滤冲突导致的碎片帧</a:t>
                </a:r>
              </a:p>
            </p:txBody>
          </p:sp>
        </p:grpSp>
        <p:sp>
          <p:nvSpPr>
            <p:cNvPr id="14" name="文本框 13"/>
            <p:cNvSpPr txBox="1"/>
            <p:nvPr/>
          </p:nvSpPr>
          <p:spPr>
            <a:xfrm>
              <a:off x="6301009" y="4434920"/>
              <a:ext cx="1332416" cy="307777"/>
            </a:xfrm>
            <a:prstGeom prst="rect">
              <a:avLst/>
            </a:prstGeom>
            <a:noFill/>
          </p:spPr>
          <p:txBody>
            <a:bodyPr wrap="none" rtlCol="0">
              <a:spAutoFit/>
            </a:bodyPr>
            <a:lstStyle/>
            <a:p>
              <a:r>
                <a:rPr lang="zh-CN" altLang="en-US" sz="1400" dirty="0">
                  <a:latin typeface="微软雅黑" panose="020B0503020204020204" pitchFamily="34" charset="-122"/>
                  <a:ea typeface="微软雅黑" panose="020B0503020204020204" pitchFamily="34" charset="-122"/>
                </a:rPr>
                <a:t>帧的前</a:t>
              </a:r>
              <a:r>
                <a:rPr lang="en-US" altLang="zh-CN" sz="1400" dirty="0">
                  <a:latin typeface="微软雅黑" panose="020B0503020204020204" pitchFamily="34" charset="-122"/>
                  <a:ea typeface="微软雅黑" panose="020B0503020204020204" pitchFamily="34" charset="-122"/>
                </a:rPr>
                <a:t>64</a:t>
              </a:r>
              <a:r>
                <a:rPr lang="zh-CN" altLang="en-US" sz="1400" dirty="0">
                  <a:latin typeface="微软雅黑" panose="020B0503020204020204" pitchFamily="34" charset="-122"/>
                  <a:ea typeface="微软雅黑" panose="020B0503020204020204" pitchFamily="34" charset="-122"/>
                </a:rPr>
                <a:t>字节</a:t>
              </a:r>
            </a:p>
          </p:txBody>
        </p:sp>
      </p:grpSp>
      <p:sp>
        <p:nvSpPr>
          <p:cNvPr id="12" name="日期占位符 36"/>
          <p:cNvSpPr>
            <a:spLocks noGrp="1"/>
          </p:cNvSpPr>
          <p:nvPr>
            <p:ph type="dt" sz="half" idx="10"/>
          </p:nvPr>
        </p:nvSpPr>
        <p:spPr>
          <a:xfrm>
            <a:off x="197335" y="6489303"/>
            <a:ext cx="2743200" cy="365125"/>
          </a:xfrm>
        </p:spPr>
        <p:txBody>
          <a:bodyPr/>
          <a:lstStyle/>
          <a:p>
            <a:r>
              <a:rPr lang="en-US" altLang="zh-CN" dirty="0">
                <a:latin typeface="微软雅黑" panose="020B0503020204020204" pitchFamily="34" charset="-122"/>
                <a:ea typeface="微软雅黑" panose="020B0503020204020204" pitchFamily="34" charset="-122"/>
              </a:rPr>
              <a:t>4.4 </a:t>
            </a:r>
            <a:r>
              <a:rPr lang="zh-CN" altLang="en-US" dirty="0">
                <a:latin typeface="微软雅黑" panose="020B0503020204020204" pitchFamily="34" charset="-122"/>
                <a:ea typeface="微软雅黑" panose="020B0503020204020204" pitchFamily="34" charset="-122"/>
              </a:rPr>
              <a:t>数据链路层交换</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en-US" altLang="zh-CN" dirty="0"/>
              <a:t> </a:t>
            </a:r>
            <a:r>
              <a:rPr kumimoji="1" lang="zh-CN" altLang="zh-CN" dirty="0"/>
              <a:t>链路层交换</a:t>
            </a:r>
            <a:r>
              <a:rPr kumimoji="1" lang="zh-CN" altLang="en-US" dirty="0"/>
              <a:t>机</a:t>
            </a:r>
          </a:p>
        </p:txBody>
      </p:sp>
      <p:sp>
        <p:nvSpPr>
          <p:cNvPr id="91" name="内容占位符 2"/>
          <p:cNvSpPr>
            <a:spLocks noGrp="1"/>
          </p:cNvSpPr>
          <p:nvPr>
            <p:ph idx="1"/>
          </p:nvPr>
        </p:nvSpPr>
        <p:spPr>
          <a:xfrm>
            <a:off x="838200" y="1417272"/>
            <a:ext cx="10515600" cy="5131205"/>
          </a:xfrm>
        </p:spPr>
        <p:txBody>
          <a:bodyPr>
            <a:normAutofit/>
          </a:bodyPr>
          <a:lstStyle/>
          <a:p>
            <a:pPr>
              <a:lnSpc>
                <a:spcPct val="120000"/>
              </a:lnSpc>
            </a:pPr>
            <a:r>
              <a:rPr kumimoji="1" lang="zh-CN" altLang="en-US" dirty="0">
                <a:solidFill>
                  <a:srgbClr val="7030A0"/>
                </a:solidFill>
              </a:rPr>
              <a:t>练习</a:t>
            </a:r>
            <a:endParaRPr kumimoji="1" lang="en-US" altLang="zh-CN" dirty="0">
              <a:solidFill>
                <a:srgbClr val="7030A0"/>
              </a:solidFill>
            </a:endParaRPr>
          </a:p>
          <a:p>
            <a:pPr marL="457200" lvl="1" indent="0">
              <a:lnSpc>
                <a:spcPct val="120000"/>
              </a:lnSpc>
              <a:buNone/>
            </a:pPr>
            <a:r>
              <a:rPr kumimoji="1" lang="zh-CN" altLang="en-US" dirty="0"/>
              <a:t>在交换机的三种交换模式中，正常情况下</a:t>
            </a:r>
            <a:r>
              <a:rPr kumimoji="1" lang="en-US" altLang="zh-CN" dirty="0"/>
              <a:t>(     )</a:t>
            </a:r>
            <a:r>
              <a:rPr kumimoji="1" lang="zh-CN" altLang="en-US" dirty="0"/>
              <a:t>模式的转发延迟最大。</a:t>
            </a:r>
          </a:p>
          <a:p>
            <a:pPr marL="457200" lvl="1" indent="0">
              <a:lnSpc>
                <a:spcPct val="120000"/>
              </a:lnSpc>
              <a:buNone/>
            </a:pPr>
            <a:r>
              <a:rPr kumimoji="1" lang="en-US" altLang="zh-CN" dirty="0"/>
              <a:t>A</a:t>
            </a:r>
            <a:r>
              <a:rPr kumimoji="1" lang="zh-CN" altLang="en-US" dirty="0"/>
              <a:t>、直通</a:t>
            </a:r>
          </a:p>
          <a:p>
            <a:pPr marL="457200" lvl="1" indent="0">
              <a:lnSpc>
                <a:spcPct val="120000"/>
              </a:lnSpc>
              <a:buNone/>
            </a:pPr>
            <a:r>
              <a:rPr kumimoji="1" lang="en-US" altLang="zh-CN" dirty="0"/>
              <a:t>B</a:t>
            </a:r>
            <a:r>
              <a:rPr kumimoji="1" lang="zh-CN" altLang="en-US" dirty="0"/>
              <a:t>、存储转发</a:t>
            </a:r>
          </a:p>
          <a:p>
            <a:pPr marL="457200" lvl="1" indent="0">
              <a:lnSpc>
                <a:spcPct val="120000"/>
              </a:lnSpc>
              <a:buNone/>
            </a:pPr>
            <a:r>
              <a:rPr kumimoji="1" lang="en-US" altLang="zh-CN" dirty="0"/>
              <a:t>C</a:t>
            </a:r>
            <a:r>
              <a:rPr kumimoji="1" lang="zh-CN" altLang="en-US" dirty="0"/>
              <a:t>、无碎片</a:t>
            </a:r>
          </a:p>
          <a:p>
            <a:pPr marL="457200" lvl="1" indent="0">
              <a:lnSpc>
                <a:spcPct val="120000"/>
              </a:lnSpc>
              <a:buNone/>
            </a:pPr>
            <a:r>
              <a:rPr kumimoji="1" lang="en-US" altLang="zh-CN" dirty="0"/>
              <a:t>D</a:t>
            </a:r>
            <a:r>
              <a:rPr kumimoji="1" lang="zh-CN" altLang="en-US" dirty="0"/>
              <a:t>、都一样</a:t>
            </a:r>
            <a:endParaRPr kumimoji="1" lang="en-US" altLang="zh-CN" dirty="0"/>
          </a:p>
          <a:p>
            <a:pPr lvl="1">
              <a:lnSpc>
                <a:spcPct val="120000"/>
              </a:lnSpc>
            </a:pPr>
            <a:endParaRPr kumimoji="1" lang="en-US" altLang="zh-CN" dirty="0"/>
          </a:p>
          <a:p>
            <a:pPr lvl="1">
              <a:lnSpc>
                <a:spcPct val="120000"/>
              </a:lnSpc>
            </a:pPr>
            <a:endParaRPr kumimoji="1" lang="en-US" altLang="zh-CN" dirty="0"/>
          </a:p>
          <a:p>
            <a:pPr lvl="1">
              <a:lnSpc>
                <a:spcPct val="120000"/>
              </a:lnSpc>
            </a:pPr>
            <a:endParaRPr kumimoji="1" lang="en-US" altLang="zh-CN" dirty="0"/>
          </a:p>
          <a:p>
            <a:pPr lvl="1">
              <a:lnSpc>
                <a:spcPct val="120000"/>
              </a:lnSpc>
            </a:pPr>
            <a:endParaRPr kumimoji="1" lang="zh-CN" altLang="en-US" dirty="0"/>
          </a:p>
          <a:p>
            <a:pPr marL="457200" lvl="1" indent="0">
              <a:lnSpc>
                <a:spcPct val="120000"/>
              </a:lnSpc>
              <a:buNone/>
            </a:pPr>
            <a:endParaRPr lang="en-US" altLang="zh-CN" dirty="0"/>
          </a:p>
          <a:p>
            <a:pPr marL="457200" lvl="1" indent="0">
              <a:lnSpc>
                <a:spcPct val="120000"/>
              </a:lnSpc>
              <a:buNone/>
            </a:pPr>
            <a:endParaRPr lang="zh-CN" altLang="zh-CN" dirty="0"/>
          </a:p>
          <a:p>
            <a:pPr marL="0" indent="0">
              <a:lnSpc>
                <a:spcPct val="120000"/>
              </a:lnSpc>
              <a:buNone/>
            </a:pPr>
            <a:endParaRPr kumimoji="1" lang="zh-CN" altLang="en-US" dirty="0"/>
          </a:p>
        </p:txBody>
      </p:sp>
      <p:sp>
        <p:nvSpPr>
          <p:cNvPr id="8" name="日期占位符 36"/>
          <p:cNvSpPr>
            <a:spLocks noGrp="1"/>
          </p:cNvSpPr>
          <p:nvPr>
            <p:ph type="dt" sz="half" idx="10"/>
          </p:nvPr>
        </p:nvSpPr>
        <p:spPr>
          <a:xfrm>
            <a:off x="197335" y="6489303"/>
            <a:ext cx="2743200" cy="365125"/>
          </a:xfrm>
        </p:spPr>
        <p:txBody>
          <a:bodyPr/>
          <a:lstStyle/>
          <a:p>
            <a:r>
              <a:rPr lang="en-US" altLang="zh-CN" dirty="0">
                <a:latin typeface="微软雅黑" panose="020B0503020204020204" pitchFamily="34" charset="-122"/>
                <a:ea typeface="微软雅黑" panose="020B0503020204020204" pitchFamily="34" charset="-122"/>
              </a:rPr>
              <a:t>4.4 </a:t>
            </a:r>
            <a:r>
              <a:rPr lang="zh-CN" altLang="en-US" dirty="0">
                <a:latin typeface="微软雅黑" panose="020B0503020204020204" pitchFamily="34" charset="-122"/>
                <a:ea typeface="微软雅黑" panose="020B0503020204020204" pitchFamily="34" charset="-122"/>
              </a:rPr>
              <a:t>数据链路层交换</a:t>
            </a:r>
          </a:p>
        </p:txBody>
      </p:sp>
      <p:sp>
        <p:nvSpPr>
          <p:cNvPr id="9" name="灯片编号占位符 38"/>
          <p:cNvSpPr>
            <a:spLocks noGrp="1"/>
          </p:cNvSpPr>
          <p:nvPr>
            <p:ph type="sldNum" sz="quarter" idx="12"/>
          </p:nvPr>
        </p:nvSpPr>
        <p:spPr>
          <a:xfrm>
            <a:off x="8686810" y="6489303"/>
            <a:ext cx="3319670" cy="365125"/>
          </a:xfrm>
        </p:spPr>
        <p:txBody>
          <a:bodyPr/>
          <a:lstStyle/>
          <a:p>
            <a:fld id="{8D4D1E41-7A09-AB4A-A4E1-09765ADA2698}" type="slidenum">
              <a:rPr kumimoji="1" lang="zh-CN" altLang="en-US" smtClean="0"/>
              <a:t>80</a:t>
            </a:fld>
            <a:endParaRPr kumimoji="1" lang="zh-CN" altLang="en-US" dirty="0"/>
          </a:p>
        </p:txBody>
      </p:sp>
      <p:pic>
        <p:nvPicPr>
          <p:cNvPr id="14" name="图片 13"/>
          <p:cNvPicPr>
            <a:picLocks noChangeAspect="1"/>
          </p:cNvPicPr>
          <p:nvPr/>
        </p:nvPicPr>
        <p:blipFill>
          <a:blip r:embed="rId3"/>
          <a:stretch>
            <a:fillRect/>
          </a:stretch>
        </p:blipFill>
        <p:spPr>
          <a:xfrm flipH="1">
            <a:off x="9820060" y="4719463"/>
            <a:ext cx="1053170" cy="1028486"/>
          </a:xfrm>
          <a:prstGeom prst="rect">
            <a:avLst/>
          </a:prstGeom>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en-US" altLang="zh-CN" dirty="0"/>
              <a:t> </a:t>
            </a:r>
            <a:r>
              <a:rPr kumimoji="1" lang="zh-CN" altLang="zh-CN" dirty="0"/>
              <a:t>生成树协议</a:t>
            </a:r>
            <a:endParaRPr kumimoji="1" lang="zh-CN" altLang="en-US" dirty="0"/>
          </a:p>
        </p:txBody>
      </p:sp>
      <p:sp>
        <p:nvSpPr>
          <p:cNvPr id="91" name="内容占位符 2"/>
          <p:cNvSpPr>
            <a:spLocks noGrp="1"/>
          </p:cNvSpPr>
          <p:nvPr>
            <p:ph idx="1"/>
          </p:nvPr>
        </p:nvSpPr>
        <p:spPr>
          <a:xfrm>
            <a:off x="838200" y="1417272"/>
            <a:ext cx="10515600" cy="5131205"/>
          </a:xfrm>
        </p:spPr>
        <p:txBody>
          <a:bodyPr>
            <a:normAutofit/>
          </a:bodyPr>
          <a:lstStyle/>
          <a:p>
            <a:pPr>
              <a:lnSpc>
                <a:spcPct val="120000"/>
              </a:lnSpc>
            </a:pPr>
            <a:r>
              <a:rPr kumimoji="0" lang="zh-CN" altLang="en-US" dirty="0">
                <a:solidFill>
                  <a:srgbClr val="000000"/>
                </a:solidFill>
                <a:ea typeface="黑体" panose="02010609060101010101" pitchFamily="2" charset="-122"/>
              </a:rPr>
              <a:t>可靠传输：</a:t>
            </a:r>
            <a:r>
              <a:rPr kumimoji="0" lang="zh-CN" altLang="en-US" dirty="0">
                <a:solidFill>
                  <a:srgbClr val="C00000"/>
                </a:solidFill>
                <a:ea typeface="黑体" panose="02010609060101010101" pitchFamily="2" charset="-122"/>
              </a:rPr>
              <a:t>冗余拓扑</a:t>
            </a:r>
            <a:endParaRPr lang="en-US" altLang="zh-CN" dirty="0">
              <a:solidFill>
                <a:srgbClr val="C00000"/>
              </a:solidFill>
              <a:ea typeface="黑体" panose="02010609060101010101" pitchFamily="2" charset="-122"/>
            </a:endParaRPr>
          </a:p>
          <a:p>
            <a:pPr>
              <a:lnSpc>
                <a:spcPct val="120000"/>
              </a:lnSpc>
            </a:pPr>
            <a:r>
              <a:rPr kumimoji="0" lang="zh-CN" altLang="en-US" dirty="0">
                <a:solidFill>
                  <a:srgbClr val="000000"/>
                </a:solidFill>
                <a:ea typeface="黑体" panose="02010609060101010101" pitchFamily="2" charset="-122"/>
              </a:rPr>
              <a:t>付出的代价：导致</a:t>
            </a:r>
            <a:r>
              <a:rPr kumimoji="0" lang="zh-CN" altLang="en-US" dirty="0">
                <a:solidFill>
                  <a:srgbClr val="C00000"/>
                </a:solidFill>
                <a:ea typeface="黑体" panose="02010609060101010101" pitchFamily="2" charset="-122"/>
              </a:rPr>
              <a:t>物理环路</a:t>
            </a:r>
            <a:endParaRPr kumimoji="0" lang="en-US" altLang="zh-CN" dirty="0">
              <a:solidFill>
                <a:srgbClr val="C00000"/>
              </a:solidFill>
              <a:ea typeface="黑体" panose="02010609060101010101" pitchFamily="2" charset="-122"/>
            </a:endParaRPr>
          </a:p>
          <a:p>
            <a:pPr>
              <a:lnSpc>
                <a:spcPct val="120000"/>
              </a:lnSpc>
            </a:pPr>
            <a:endParaRPr kumimoji="0" lang="en-US" altLang="zh-CN" sz="2800" dirty="0">
              <a:solidFill>
                <a:srgbClr val="000000"/>
              </a:solidFill>
              <a:ea typeface="黑体" panose="02010609060101010101" pitchFamily="2" charset="-122"/>
            </a:endParaRPr>
          </a:p>
        </p:txBody>
      </p:sp>
      <p:sp>
        <p:nvSpPr>
          <p:cNvPr id="72" name="Rectangle 8"/>
          <p:cNvSpPr>
            <a:spLocks noChangeArrowheads="1"/>
          </p:cNvSpPr>
          <p:nvPr/>
        </p:nvSpPr>
        <p:spPr bwMode="auto">
          <a:xfrm>
            <a:off x="2831864" y="3324687"/>
            <a:ext cx="1154113" cy="303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3548" tIns="51774" rIns="103548" bIns="51774">
            <a:spAutoFit/>
          </a:bodyPr>
          <a:lstStyle>
            <a:lvl1pPr defTabSz="1028700">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defTabSz="102870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defTabSz="10287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defTabSz="10287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defTabSz="10287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defTabSz="10287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defTabSz="10287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defTabSz="10287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defTabSz="10287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marL="0" marR="0" lvl="0" indent="0" algn="l" defTabSz="1028700" rtl="0" eaLnBrk="1" fontAlgn="auto" latinLnBrk="0" hangingPunct="1">
              <a:lnSpc>
                <a:spcPct val="100000"/>
              </a:lnSpc>
              <a:spcBef>
                <a:spcPct val="50000"/>
              </a:spcBef>
              <a:spcAft>
                <a:spcPts val="0"/>
              </a:spcAft>
              <a:buClrTx/>
              <a:buSzTx/>
              <a:buFontTx/>
              <a:buNone/>
              <a:defRPr/>
            </a:pPr>
            <a:r>
              <a:rPr kumimoji="0" lang="en-US" altLang="zh-CN" sz="13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Server/PC X</a:t>
            </a:r>
          </a:p>
        </p:txBody>
      </p:sp>
      <p:sp>
        <p:nvSpPr>
          <p:cNvPr id="75" name="Rectangle 10"/>
          <p:cNvSpPr>
            <a:spLocks noChangeArrowheads="1"/>
          </p:cNvSpPr>
          <p:nvPr/>
        </p:nvSpPr>
        <p:spPr bwMode="auto">
          <a:xfrm>
            <a:off x="6540359" y="3323237"/>
            <a:ext cx="1427163" cy="50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3548" tIns="51774" rIns="103548" bIns="51774">
            <a:spAutoFit/>
          </a:bodyPr>
          <a:lstStyle>
            <a:lvl1pPr defTabSz="1028700">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defTabSz="102870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defTabSz="10287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defTabSz="10287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defTabSz="10287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defTabSz="10287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defTabSz="10287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defTabSz="10287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defTabSz="10287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marL="0" marR="0" lvl="0" indent="0" algn="l" defTabSz="1028700" rtl="0" eaLnBrk="1" fontAlgn="auto" latinLnBrk="0" hangingPunct="1">
              <a:lnSpc>
                <a:spcPct val="100000"/>
              </a:lnSpc>
              <a:spcBef>
                <a:spcPct val="50000"/>
              </a:spcBef>
              <a:spcAft>
                <a:spcPts val="0"/>
              </a:spcAft>
              <a:buClrTx/>
              <a:buSzTx/>
              <a:buFontTx/>
              <a:buNone/>
              <a:defRPr/>
            </a:pPr>
            <a:r>
              <a:rPr kumimoji="0" lang="en-US" altLang="zh-CN" sz="13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Router Y</a:t>
            </a:r>
            <a:br>
              <a:rPr kumimoji="0" lang="en-US" altLang="zh-CN" sz="13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br>
            <a:endParaRPr kumimoji="0" lang="en-US" altLang="zh-CN" sz="13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81" name="Line 12"/>
          <p:cNvSpPr>
            <a:spLocks noChangeShapeType="1"/>
          </p:cNvSpPr>
          <p:nvPr/>
        </p:nvSpPr>
        <p:spPr bwMode="auto">
          <a:xfrm>
            <a:off x="3049352" y="4252620"/>
            <a:ext cx="6337300"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82" name="Line 13"/>
          <p:cNvSpPr>
            <a:spLocks noChangeShapeType="1"/>
          </p:cNvSpPr>
          <p:nvPr/>
        </p:nvSpPr>
        <p:spPr bwMode="auto">
          <a:xfrm>
            <a:off x="4273314" y="3963695"/>
            <a:ext cx="0" cy="288925"/>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83" name="Line 14"/>
          <p:cNvSpPr>
            <a:spLocks noChangeShapeType="1"/>
          </p:cNvSpPr>
          <p:nvPr/>
        </p:nvSpPr>
        <p:spPr bwMode="auto">
          <a:xfrm>
            <a:off x="7802327" y="3892258"/>
            <a:ext cx="0" cy="360362"/>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84" name="Line 15"/>
          <p:cNvSpPr>
            <a:spLocks noChangeShapeType="1"/>
          </p:cNvSpPr>
          <p:nvPr/>
        </p:nvSpPr>
        <p:spPr bwMode="auto">
          <a:xfrm>
            <a:off x="2977914" y="6052845"/>
            <a:ext cx="6335713"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85" name="Line 16"/>
          <p:cNvSpPr>
            <a:spLocks noChangeShapeType="1"/>
          </p:cNvSpPr>
          <p:nvPr/>
        </p:nvSpPr>
        <p:spPr bwMode="auto">
          <a:xfrm>
            <a:off x="4489214" y="4252620"/>
            <a:ext cx="0" cy="1800225"/>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87" name="Line 18"/>
          <p:cNvSpPr>
            <a:spLocks noChangeShapeType="1"/>
          </p:cNvSpPr>
          <p:nvPr/>
        </p:nvSpPr>
        <p:spPr bwMode="auto">
          <a:xfrm>
            <a:off x="7513402" y="4252620"/>
            <a:ext cx="0" cy="1800225"/>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89" name="Text Box 20"/>
          <p:cNvSpPr txBox="1">
            <a:spLocks noChangeArrowheads="1"/>
          </p:cNvSpPr>
          <p:nvPr/>
        </p:nvSpPr>
        <p:spPr bwMode="auto">
          <a:xfrm>
            <a:off x="8429389" y="4097045"/>
            <a:ext cx="649537" cy="433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marL="457200" marR="0" lvl="0" indent="-457200" algn="l" defTabSz="914400" rtl="0" eaLnBrk="1" fontAlgn="auto" latinLnBrk="0" hangingPunct="1">
              <a:lnSpc>
                <a:spcPts val="3100"/>
              </a:lnSpc>
              <a:spcBef>
                <a:spcPct val="20000"/>
              </a:spcBef>
              <a:spcAft>
                <a:spcPts val="0"/>
              </a:spcAft>
              <a:buClr>
                <a:srgbClr val="A50021"/>
              </a:buClr>
              <a:buSzPct val="75000"/>
              <a:buFont typeface="Wingdings" panose="05000000000000000000" pitchFamily="2" charset="2"/>
              <a:buNone/>
              <a:defRPr/>
            </a:pPr>
            <a:r>
              <a:rPr kumimoji="0" lang="zh-CN" altLang="en-US" sz="14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网段</a:t>
            </a:r>
            <a:r>
              <a:rPr kumimoji="0" lang="en-US" altLang="zh-CN" sz="14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1</a:t>
            </a:r>
          </a:p>
        </p:txBody>
      </p:sp>
      <p:sp>
        <p:nvSpPr>
          <p:cNvPr id="90" name="Text Box 21"/>
          <p:cNvSpPr txBox="1">
            <a:spLocks noChangeArrowheads="1"/>
          </p:cNvSpPr>
          <p:nvPr/>
        </p:nvSpPr>
        <p:spPr bwMode="auto">
          <a:xfrm>
            <a:off x="8450496" y="5906925"/>
            <a:ext cx="649537" cy="433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marL="457200" marR="0" lvl="0" indent="-457200" algn="l" defTabSz="914400" rtl="0" eaLnBrk="1" fontAlgn="auto" latinLnBrk="0" hangingPunct="1">
              <a:lnSpc>
                <a:spcPts val="3100"/>
              </a:lnSpc>
              <a:spcBef>
                <a:spcPct val="20000"/>
              </a:spcBef>
              <a:spcAft>
                <a:spcPts val="0"/>
              </a:spcAft>
              <a:buClr>
                <a:srgbClr val="A50021"/>
              </a:buClr>
              <a:buSzPct val="75000"/>
              <a:buFont typeface="Wingdings" panose="05000000000000000000" pitchFamily="2" charset="2"/>
              <a:buNone/>
              <a:defRPr/>
            </a:pPr>
            <a:r>
              <a:rPr kumimoji="0" lang="zh-CN" altLang="en-US"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网段</a:t>
            </a:r>
            <a:r>
              <a:rPr kumimoji="0" lang="en-US" altLang="zh-CN"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2</a:t>
            </a:r>
          </a:p>
        </p:txBody>
      </p:sp>
      <p:sp>
        <p:nvSpPr>
          <p:cNvPr id="149" name="Freeform 23"/>
          <p:cNvSpPr/>
          <p:nvPr/>
        </p:nvSpPr>
        <p:spPr bwMode="auto">
          <a:xfrm>
            <a:off x="8234127" y="3604920"/>
            <a:ext cx="863600" cy="215900"/>
          </a:xfrm>
          <a:custGeom>
            <a:avLst/>
            <a:gdLst>
              <a:gd name="T0" fmla="*/ 0 w 2017"/>
              <a:gd name="T1" fmla="*/ 0 h 97"/>
              <a:gd name="T2" fmla="*/ 2147483646 w 2017"/>
              <a:gd name="T3" fmla="*/ 0 h 97"/>
              <a:gd name="T4" fmla="*/ 2147483646 w 2017"/>
              <a:gd name="T5" fmla="*/ 2147483646 h 97"/>
              <a:gd name="T6" fmla="*/ 2147483646 w 2017"/>
              <a:gd name="T7" fmla="*/ 2147483646 h 9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17" h="97">
                <a:moveTo>
                  <a:pt x="0" y="0"/>
                </a:moveTo>
                <a:lnTo>
                  <a:pt x="1008" y="0"/>
                </a:lnTo>
                <a:lnTo>
                  <a:pt x="912" y="96"/>
                </a:lnTo>
                <a:lnTo>
                  <a:pt x="2016" y="96"/>
                </a:lnTo>
              </a:path>
            </a:pathLst>
          </a:custGeom>
          <a:noFill/>
          <a:ln w="25400" cap="rnd" cmpd="sng">
            <a:solidFill>
              <a:srgbClr val="CF0E30"/>
            </a:solidFill>
            <a:prstDash val="solid"/>
            <a:round/>
            <a:headEnd type="none" w="sm" len="sm"/>
            <a:tailEnd type="none" w="sm" len="sm"/>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50" name="Text Box 24"/>
          <p:cNvSpPr txBox="1">
            <a:spLocks noChangeArrowheads="1"/>
          </p:cNvSpPr>
          <p:nvPr/>
        </p:nvSpPr>
        <p:spPr bwMode="auto">
          <a:xfrm>
            <a:off x="3113166" y="4891643"/>
            <a:ext cx="920124" cy="433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marL="457200" marR="0" lvl="0" indent="-457200" algn="l" defTabSz="914400" rtl="0" eaLnBrk="1" fontAlgn="auto" latinLnBrk="0" hangingPunct="1">
              <a:lnSpc>
                <a:spcPts val="3100"/>
              </a:lnSpc>
              <a:spcBef>
                <a:spcPct val="20000"/>
              </a:spcBef>
              <a:spcAft>
                <a:spcPts val="0"/>
              </a:spcAft>
              <a:buClr>
                <a:srgbClr val="A50021"/>
              </a:buClr>
              <a:buSzPct val="75000"/>
              <a:buFont typeface="Wingdings" panose="05000000000000000000" pitchFamily="2" charset="2"/>
              <a:buNone/>
              <a:defRPr/>
            </a:pPr>
            <a:r>
              <a:rPr kumimoji="0" lang="en-US" altLang="zh-CN"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Switch A</a:t>
            </a:r>
          </a:p>
        </p:txBody>
      </p:sp>
      <p:sp>
        <p:nvSpPr>
          <p:cNvPr id="151" name="Text Box 25"/>
          <p:cNvSpPr txBox="1">
            <a:spLocks noChangeArrowheads="1"/>
          </p:cNvSpPr>
          <p:nvPr/>
        </p:nvSpPr>
        <p:spPr bwMode="auto">
          <a:xfrm>
            <a:off x="7967522" y="4915731"/>
            <a:ext cx="905697" cy="433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marL="457200" marR="0" lvl="0" indent="-457200" algn="l" defTabSz="914400" rtl="0" eaLnBrk="1" fontAlgn="auto" latinLnBrk="0" hangingPunct="1">
              <a:lnSpc>
                <a:spcPts val="3100"/>
              </a:lnSpc>
              <a:spcBef>
                <a:spcPct val="20000"/>
              </a:spcBef>
              <a:spcAft>
                <a:spcPts val="0"/>
              </a:spcAft>
              <a:buClr>
                <a:srgbClr val="A50021"/>
              </a:buClr>
              <a:buSzPct val="75000"/>
              <a:buFont typeface="Wingdings" panose="05000000000000000000" pitchFamily="2" charset="2"/>
              <a:buNone/>
              <a:defRPr/>
            </a:pPr>
            <a:r>
              <a:rPr kumimoji="0" lang="en-US" altLang="zh-CN"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Switch B</a:t>
            </a:r>
          </a:p>
        </p:txBody>
      </p:sp>
      <p:pic>
        <p:nvPicPr>
          <p:cNvPr id="152" name="Picture 31" descr="服务器类"/>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18517" y="3075948"/>
            <a:ext cx="709593" cy="10198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 name="Picture 30" descr="通用路由器"/>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34015" y="3248241"/>
            <a:ext cx="900112" cy="67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4" name="Picture 5" descr="通用交换机"/>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84607" y="4860422"/>
            <a:ext cx="809214" cy="5886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5" name="Picture 5" descr="通用交换机"/>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108795" y="4885619"/>
            <a:ext cx="809214" cy="5886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 name="日期占位符 36"/>
          <p:cNvSpPr>
            <a:spLocks noGrp="1"/>
          </p:cNvSpPr>
          <p:nvPr>
            <p:ph type="dt" sz="half" idx="10"/>
          </p:nvPr>
        </p:nvSpPr>
        <p:spPr>
          <a:xfrm>
            <a:off x="197335" y="6489303"/>
            <a:ext cx="2743200" cy="365125"/>
          </a:xfrm>
        </p:spPr>
        <p:txBody>
          <a:bodyPr/>
          <a:lstStyle/>
          <a:p>
            <a:r>
              <a:rPr lang="en-US" altLang="zh-CN" dirty="0">
                <a:latin typeface="微软雅黑" panose="020B0503020204020204" pitchFamily="34" charset="-122"/>
                <a:ea typeface="微软雅黑" panose="020B0503020204020204" pitchFamily="34" charset="-122"/>
              </a:rPr>
              <a:t>4.4 </a:t>
            </a:r>
            <a:r>
              <a:rPr lang="zh-CN" altLang="en-US" dirty="0">
                <a:latin typeface="微软雅黑" panose="020B0503020204020204" pitchFamily="34" charset="-122"/>
                <a:ea typeface="微软雅黑" panose="020B0503020204020204" pitchFamily="34" charset="-122"/>
              </a:rPr>
              <a:t>数据链路层交换</a:t>
            </a:r>
          </a:p>
        </p:txBody>
      </p:sp>
      <p:sp>
        <p:nvSpPr>
          <p:cNvPr id="26" name="灯片编号占位符 38"/>
          <p:cNvSpPr>
            <a:spLocks noGrp="1"/>
          </p:cNvSpPr>
          <p:nvPr>
            <p:ph type="sldNum" sz="quarter" idx="12"/>
          </p:nvPr>
        </p:nvSpPr>
        <p:spPr>
          <a:xfrm>
            <a:off x="8686810" y="6489303"/>
            <a:ext cx="3319670" cy="365125"/>
          </a:xfrm>
        </p:spPr>
        <p:txBody>
          <a:bodyPr/>
          <a:lstStyle/>
          <a:p>
            <a:fld id="{8D4D1E41-7A09-AB4A-A4E1-09765ADA2698}" type="slidenum">
              <a:rPr kumimoji="1" lang="zh-CN" altLang="en-US" smtClean="0"/>
              <a:t>81</a:t>
            </a:fld>
            <a:endParaRPr kumimoji="1" lang="zh-CN" altLang="en-US"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10"/>
          <p:cNvSpPr>
            <a:spLocks noChangeArrowheads="1"/>
          </p:cNvSpPr>
          <p:nvPr/>
        </p:nvSpPr>
        <p:spPr bwMode="auto">
          <a:xfrm>
            <a:off x="4198004" y="4414401"/>
            <a:ext cx="3455988" cy="1439862"/>
          </a:xfrm>
          <a:prstGeom prst="rect">
            <a:avLst/>
          </a:prstGeom>
          <a:noFill/>
          <a:ln w="38100">
            <a:solidFill>
              <a:srgbClr val="800000"/>
            </a:solidFill>
            <a:miter lim="800000"/>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eaLnBrk="1" hangingPunct="1">
              <a:lnSpc>
                <a:spcPts val="3100"/>
              </a:lnSpc>
              <a:buFont typeface="Wingdings" panose="05000000000000000000" pitchFamily="2" charset="2"/>
              <a:buNone/>
            </a:pPr>
            <a:endParaRPr kumimoji="0" lang="zh-CN" altLang="en-US">
              <a:solidFill>
                <a:srgbClr val="020202"/>
              </a:solidFill>
              <a:latin typeface="Tahoma" panose="020B0604030504040204" pitchFamily="34" charset="0"/>
            </a:endParaRPr>
          </a:p>
        </p:txBody>
      </p:sp>
      <p:sp>
        <p:nvSpPr>
          <p:cNvPr id="23" name="Rectangle 11"/>
          <p:cNvSpPr>
            <a:spLocks noChangeArrowheads="1"/>
          </p:cNvSpPr>
          <p:nvPr/>
        </p:nvSpPr>
        <p:spPr bwMode="auto">
          <a:xfrm>
            <a:off x="4413904" y="4630301"/>
            <a:ext cx="3024188" cy="1008062"/>
          </a:xfrm>
          <a:prstGeom prst="rect">
            <a:avLst/>
          </a:prstGeom>
          <a:noFill/>
          <a:ln w="38100">
            <a:solidFill>
              <a:srgbClr val="800000"/>
            </a:solidFill>
            <a:miter lim="800000"/>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eaLnBrk="1" hangingPunct="1">
              <a:lnSpc>
                <a:spcPts val="3100"/>
              </a:lnSpc>
              <a:buFont typeface="Wingdings" panose="05000000000000000000" pitchFamily="2" charset="2"/>
              <a:buNone/>
            </a:pPr>
            <a:endParaRPr kumimoji="0" lang="zh-CN" altLang="en-US">
              <a:solidFill>
                <a:srgbClr val="020202"/>
              </a:solidFill>
              <a:latin typeface="Tahoma" panose="020B0604030504040204" pitchFamily="34" charset="0"/>
            </a:endParaRPr>
          </a:p>
        </p:txBody>
      </p:sp>
      <p:sp>
        <p:nvSpPr>
          <p:cNvPr id="24" name="Rectangle 12"/>
          <p:cNvSpPr>
            <a:spLocks noChangeArrowheads="1"/>
          </p:cNvSpPr>
          <p:nvPr/>
        </p:nvSpPr>
        <p:spPr bwMode="auto">
          <a:xfrm>
            <a:off x="4697179" y="4846201"/>
            <a:ext cx="2520950" cy="647700"/>
          </a:xfrm>
          <a:prstGeom prst="rect">
            <a:avLst/>
          </a:prstGeom>
          <a:noFill/>
          <a:ln w="38100">
            <a:solidFill>
              <a:srgbClr val="800000"/>
            </a:solidFill>
            <a:miter lim="800000"/>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eaLnBrk="1" hangingPunct="1">
              <a:lnSpc>
                <a:spcPts val="3100"/>
              </a:lnSpc>
              <a:buFont typeface="Wingdings" panose="05000000000000000000" pitchFamily="2" charset="2"/>
              <a:buNone/>
            </a:pPr>
            <a:endParaRPr kumimoji="0" lang="zh-CN" altLang="en-US">
              <a:solidFill>
                <a:srgbClr val="020202"/>
              </a:solidFill>
              <a:latin typeface="Tahoma" panose="020B0604030504040204" pitchFamily="34" charset="0"/>
            </a:endParaRPr>
          </a:p>
        </p:txBody>
      </p:sp>
      <p:sp>
        <p:nvSpPr>
          <p:cNvPr id="2" name="标题 1"/>
          <p:cNvSpPr>
            <a:spLocks noGrp="1"/>
          </p:cNvSpPr>
          <p:nvPr>
            <p:ph type="title"/>
          </p:nvPr>
        </p:nvSpPr>
        <p:spPr/>
        <p:txBody>
          <a:bodyPr>
            <a:normAutofit/>
          </a:bodyPr>
          <a:lstStyle/>
          <a:p>
            <a:r>
              <a:rPr kumimoji="1" lang="en-US" altLang="zh-CN" dirty="0"/>
              <a:t> </a:t>
            </a:r>
            <a:r>
              <a:rPr kumimoji="1" lang="zh-CN" altLang="zh-CN" dirty="0"/>
              <a:t>生成树协议</a:t>
            </a:r>
            <a:endParaRPr kumimoji="1" lang="zh-CN" altLang="en-US" dirty="0"/>
          </a:p>
        </p:txBody>
      </p:sp>
      <p:sp>
        <p:nvSpPr>
          <p:cNvPr id="91" name="内容占位符 2"/>
          <p:cNvSpPr>
            <a:spLocks noGrp="1"/>
          </p:cNvSpPr>
          <p:nvPr>
            <p:ph idx="1"/>
          </p:nvPr>
        </p:nvSpPr>
        <p:spPr>
          <a:xfrm>
            <a:off x="838200" y="1417272"/>
            <a:ext cx="10515600" cy="5131205"/>
          </a:xfrm>
        </p:spPr>
        <p:txBody>
          <a:bodyPr>
            <a:normAutofit/>
          </a:bodyPr>
          <a:lstStyle/>
          <a:p>
            <a:pPr>
              <a:lnSpc>
                <a:spcPct val="120000"/>
              </a:lnSpc>
            </a:pPr>
            <a:r>
              <a:rPr kumimoji="1" lang="zh-CN" altLang="en-US" dirty="0"/>
              <a:t>物理环路引发的</a:t>
            </a:r>
            <a:r>
              <a:rPr kumimoji="1" lang="zh-CN" altLang="en-US" dirty="0">
                <a:solidFill>
                  <a:srgbClr val="C00000"/>
                </a:solidFill>
              </a:rPr>
              <a:t>问题</a:t>
            </a:r>
            <a:r>
              <a:rPr kumimoji="1" lang="en-US" altLang="zh-CN" dirty="0">
                <a:solidFill>
                  <a:srgbClr val="C00000"/>
                </a:solidFill>
              </a:rPr>
              <a:t>1</a:t>
            </a:r>
            <a:r>
              <a:rPr kumimoji="1" lang="zh-CN" altLang="en-US" dirty="0">
                <a:solidFill>
                  <a:srgbClr val="C00000"/>
                </a:solidFill>
              </a:rPr>
              <a:t>：</a:t>
            </a:r>
            <a:r>
              <a:rPr kumimoji="0" lang="zh-CN" altLang="en-US" dirty="0">
                <a:solidFill>
                  <a:srgbClr val="000000"/>
                </a:solidFill>
                <a:ea typeface="黑体" panose="02010609060101010101" pitchFamily="2" charset="-122"/>
              </a:rPr>
              <a:t>广播风暴</a:t>
            </a:r>
            <a:endParaRPr kumimoji="0" lang="en-US" altLang="zh-CN" dirty="0">
              <a:solidFill>
                <a:srgbClr val="000000"/>
              </a:solidFill>
              <a:ea typeface="黑体" panose="02010609060101010101" pitchFamily="2" charset="-122"/>
            </a:endParaRPr>
          </a:p>
          <a:p>
            <a:pPr lvl="1">
              <a:lnSpc>
                <a:spcPct val="120000"/>
              </a:lnSpc>
            </a:pPr>
            <a:r>
              <a:rPr kumimoji="0" lang="zh-CN" altLang="en-US" dirty="0">
                <a:solidFill>
                  <a:srgbClr val="000000"/>
                </a:solidFill>
                <a:ea typeface="黑体" panose="02010609060101010101" pitchFamily="2" charset="-122"/>
              </a:rPr>
              <a:t>交换机（网桥）在物理环路上无休止地泛洪广播流量，无限循环，迅速消耗网络资源。</a:t>
            </a:r>
            <a:endParaRPr kumimoji="1" lang="zh-CN" altLang="en-US" dirty="0"/>
          </a:p>
        </p:txBody>
      </p:sp>
      <p:sp>
        <p:nvSpPr>
          <p:cNvPr id="72" name="Rectangle 8"/>
          <p:cNvSpPr>
            <a:spLocks noChangeArrowheads="1"/>
          </p:cNvSpPr>
          <p:nvPr/>
        </p:nvSpPr>
        <p:spPr bwMode="auto">
          <a:xfrm>
            <a:off x="2831864" y="3324687"/>
            <a:ext cx="1154113" cy="303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3548" tIns="51774" rIns="103548" bIns="51774">
            <a:spAutoFit/>
          </a:bodyPr>
          <a:lstStyle>
            <a:lvl1pPr defTabSz="1028700">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defTabSz="102870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defTabSz="10287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defTabSz="10287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defTabSz="10287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defTabSz="10287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defTabSz="10287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defTabSz="10287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defTabSz="10287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marL="0" marR="0" lvl="0" indent="0" algn="l" defTabSz="1028700" rtl="0" eaLnBrk="1" fontAlgn="auto" latinLnBrk="0" hangingPunct="1">
              <a:lnSpc>
                <a:spcPct val="100000"/>
              </a:lnSpc>
              <a:spcBef>
                <a:spcPct val="50000"/>
              </a:spcBef>
              <a:spcAft>
                <a:spcPts val="0"/>
              </a:spcAft>
              <a:buClrTx/>
              <a:buSzTx/>
              <a:buFontTx/>
              <a:buNone/>
              <a:defRPr/>
            </a:pPr>
            <a:r>
              <a:rPr kumimoji="0" lang="en-US" altLang="zh-CN" sz="13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Server/PC X</a:t>
            </a:r>
          </a:p>
        </p:txBody>
      </p:sp>
      <p:sp>
        <p:nvSpPr>
          <p:cNvPr id="75" name="Rectangle 10"/>
          <p:cNvSpPr>
            <a:spLocks noChangeArrowheads="1"/>
          </p:cNvSpPr>
          <p:nvPr/>
        </p:nvSpPr>
        <p:spPr bwMode="auto">
          <a:xfrm>
            <a:off x="6540359" y="3323237"/>
            <a:ext cx="1427163" cy="50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3548" tIns="51774" rIns="103548" bIns="51774">
            <a:spAutoFit/>
          </a:bodyPr>
          <a:lstStyle>
            <a:lvl1pPr defTabSz="1028700">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defTabSz="102870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defTabSz="10287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defTabSz="10287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defTabSz="10287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defTabSz="10287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defTabSz="10287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defTabSz="10287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defTabSz="10287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marL="0" marR="0" lvl="0" indent="0" algn="l" defTabSz="1028700" rtl="0" eaLnBrk="1" fontAlgn="auto" latinLnBrk="0" hangingPunct="1">
              <a:lnSpc>
                <a:spcPct val="100000"/>
              </a:lnSpc>
              <a:spcBef>
                <a:spcPct val="50000"/>
              </a:spcBef>
              <a:spcAft>
                <a:spcPts val="0"/>
              </a:spcAft>
              <a:buClrTx/>
              <a:buSzTx/>
              <a:buFontTx/>
              <a:buNone/>
              <a:defRPr/>
            </a:pPr>
            <a:r>
              <a:rPr kumimoji="0" lang="en-US" altLang="zh-CN" sz="13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Router Y</a:t>
            </a:r>
            <a:br>
              <a:rPr kumimoji="0" lang="en-US" altLang="zh-CN" sz="13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br>
            <a:endParaRPr kumimoji="0" lang="en-US" altLang="zh-CN" sz="13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81" name="Line 12"/>
          <p:cNvSpPr>
            <a:spLocks noChangeShapeType="1"/>
          </p:cNvSpPr>
          <p:nvPr/>
        </p:nvSpPr>
        <p:spPr bwMode="auto">
          <a:xfrm>
            <a:off x="3049352" y="4252620"/>
            <a:ext cx="6337300"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82" name="Line 13"/>
          <p:cNvSpPr>
            <a:spLocks noChangeShapeType="1"/>
          </p:cNvSpPr>
          <p:nvPr/>
        </p:nvSpPr>
        <p:spPr bwMode="auto">
          <a:xfrm>
            <a:off x="4273314" y="3963695"/>
            <a:ext cx="0" cy="288925"/>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83" name="Line 14"/>
          <p:cNvSpPr>
            <a:spLocks noChangeShapeType="1"/>
          </p:cNvSpPr>
          <p:nvPr/>
        </p:nvSpPr>
        <p:spPr bwMode="auto">
          <a:xfrm>
            <a:off x="7802327" y="3892258"/>
            <a:ext cx="0" cy="360362"/>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84" name="Line 15"/>
          <p:cNvSpPr>
            <a:spLocks noChangeShapeType="1"/>
          </p:cNvSpPr>
          <p:nvPr/>
        </p:nvSpPr>
        <p:spPr bwMode="auto">
          <a:xfrm>
            <a:off x="2977914" y="6052845"/>
            <a:ext cx="6335713"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85" name="Line 16"/>
          <p:cNvSpPr>
            <a:spLocks noChangeShapeType="1"/>
          </p:cNvSpPr>
          <p:nvPr/>
        </p:nvSpPr>
        <p:spPr bwMode="auto">
          <a:xfrm>
            <a:off x="4489214" y="4252620"/>
            <a:ext cx="0" cy="1800225"/>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87" name="Line 18"/>
          <p:cNvSpPr>
            <a:spLocks noChangeShapeType="1"/>
          </p:cNvSpPr>
          <p:nvPr/>
        </p:nvSpPr>
        <p:spPr bwMode="auto">
          <a:xfrm>
            <a:off x="7513402" y="4252620"/>
            <a:ext cx="0" cy="1800225"/>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89" name="Text Box 20"/>
          <p:cNvSpPr txBox="1">
            <a:spLocks noChangeArrowheads="1"/>
          </p:cNvSpPr>
          <p:nvPr/>
        </p:nvSpPr>
        <p:spPr bwMode="auto">
          <a:xfrm>
            <a:off x="8429389" y="4097045"/>
            <a:ext cx="649537" cy="433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marL="457200" marR="0" lvl="0" indent="-457200" algn="l" defTabSz="914400" rtl="0" eaLnBrk="1" fontAlgn="auto" latinLnBrk="0" hangingPunct="1">
              <a:lnSpc>
                <a:spcPts val="3100"/>
              </a:lnSpc>
              <a:spcBef>
                <a:spcPct val="20000"/>
              </a:spcBef>
              <a:spcAft>
                <a:spcPts val="0"/>
              </a:spcAft>
              <a:buClr>
                <a:srgbClr val="A50021"/>
              </a:buClr>
              <a:buSzPct val="75000"/>
              <a:buFont typeface="Wingdings" panose="05000000000000000000" pitchFamily="2" charset="2"/>
              <a:buNone/>
              <a:defRPr/>
            </a:pPr>
            <a:r>
              <a:rPr kumimoji="0" lang="zh-CN" altLang="en-US" sz="14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网段</a:t>
            </a:r>
            <a:r>
              <a:rPr kumimoji="0" lang="en-US" altLang="zh-CN" sz="14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1</a:t>
            </a:r>
          </a:p>
        </p:txBody>
      </p:sp>
      <p:sp>
        <p:nvSpPr>
          <p:cNvPr id="90" name="Text Box 21"/>
          <p:cNvSpPr txBox="1">
            <a:spLocks noChangeArrowheads="1"/>
          </p:cNvSpPr>
          <p:nvPr/>
        </p:nvSpPr>
        <p:spPr bwMode="auto">
          <a:xfrm>
            <a:off x="8450496" y="5906925"/>
            <a:ext cx="649537" cy="433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marL="457200" marR="0" lvl="0" indent="-457200" algn="l" defTabSz="914400" rtl="0" eaLnBrk="1" fontAlgn="auto" latinLnBrk="0" hangingPunct="1">
              <a:lnSpc>
                <a:spcPts val="3100"/>
              </a:lnSpc>
              <a:spcBef>
                <a:spcPct val="20000"/>
              </a:spcBef>
              <a:spcAft>
                <a:spcPts val="0"/>
              </a:spcAft>
              <a:buClr>
                <a:srgbClr val="A50021"/>
              </a:buClr>
              <a:buSzPct val="75000"/>
              <a:buFont typeface="Wingdings" panose="05000000000000000000" pitchFamily="2" charset="2"/>
              <a:buNone/>
              <a:defRPr/>
            </a:pPr>
            <a:r>
              <a:rPr kumimoji="0" lang="zh-CN" altLang="en-US"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网段</a:t>
            </a:r>
            <a:r>
              <a:rPr kumimoji="0" lang="en-US" altLang="zh-CN"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2</a:t>
            </a:r>
          </a:p>
        </p:txBody>
      </p:sp>
      <p:sp>
        <p:nvSpPr>
          <p:cNvPr id="149" name="Freeform 23"/>
          <p:cNvSpPr/>
          <p:nvPr/>
        </p:nvSpPr>
        <p:spPr bwMode="auto">
          <a:xfrm>
            <a:off x="8234127" y="3604920"/>
            <a:ext cx="863600" cy="215900"/>
          </a:xfrm>
          <a:custGeom>
            <a:avLst/>
            <a:gdLst>
              <a:gd name="T0" fmla="*/ 0 w 2017"/>
              <a:gd name="T1" fmla="*/ 0 h 97"/>
              <a:gd name="T2" fmla="*/ 2147483646 w 2017"/>
              <a:gd name="T3" fmla="*/ 0 h 97"/>
              <a:gd name="T4" fmla="*/ 2147483646 w 2017"/>
              <a:gd name="T5" fmla="*/ 2147483646 h 97"/>
              <a:gd name="T6" fmla="*/ 2147483646 w 2017"/>
              <a:gd name="T7" fmla="*/ 2147483646 h 9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17" h="97">
                <a:moveTo>
                  <a:pt x="0" y="0"/>
                </a:moveTo>
                <a:lnTo>
                  <a:pt x="1008" y="0"/>
                </a:lnTo>
                <a:lnTo>
                  <a:pt x="912" y="96"/>
                </a:lnTo>
                <a:lnTo>
                  <a:pt x="2016" y="96"/>
                </a:lnTo>
              </a:path>
            </a:pathLst>
          </a:custGeom>
          <a:noFill/>
          <a:ln w="25400" cap="rnd" cmpd="sng">
            <a:solidFill>
              <a:srgbClr val="CF0E30"/>
            </a:solidFill>
            <a:prstDash val="solid"/>
            <a:round/>
            <a:headEnd type="none" w="sm" len="sm"/>
            <a:tailEnd type="none" w="sm" len="sm"/>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50" name="Text Box 24"/>
          <p:cNvSpPr txBox="1">
            <a:spLocks noChangeArrowheads="1"/>
          </p:cNvSpPr>
          <p:nvPr/>
        </p:nvSpPr>
        <p:spPr bwMode="auto">
          <a:xfrm>
            <a:off x="3113166" y="4891643"/>
            <a:ext cx="920124" cy="433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marL="457200" marR="0" lvl="0" indent="-457200" algn="l" defTabSz="914400" rtl="0" eaLnBrk="1" fontAlgn="auto" latinLnBrk="0" hangingPunct="1">
              <a:lnSpc>
                <a:spcPts val="3100"/>
              </a:lnSpc>
              <a:spcBef>
                <a:spcPct val="20000"/>
              </a:spcBef>
              <a:spcAft>
                <a:spcPts val="0"/>
              </a:spcAft>
              <a:buClr>
                <a:srgbClr val="A50021"/>
              </a:buClr>
              <a:buSzPct val="75000"/>
              <a:buFont typeface="Wingdings" panose="05000000000000000000" pitchFamily="2" charset="2"/>
              <a:buNone/>
              <a:defRPr/>
            </a:pPr>
            <a:r>
              <a:rPr kumimoji="0" lang="en-US" altLang="zh-CN"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Switch A</a:t>
            </a:r>
          </a:p>
        </p:txBody>
      </p:sp>
      <p:sp>
        <p:nvSpPr>
          <p:cNvPr id="151" name="Text Box 25"/>
          <p:cNvSpPr txBox="1">
            <a:spLocks noChangeArrowheads="1"/>
          </p:cNvSpPr>
          <p:nvPr/>
        </p:nvSpPr>
        <p:spPr bwMode="auto">
          <a:xfrm>
            <a:off x="7967522" y="4915731"/>
            <a:ext cx="905697" cy="433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marL="457200" marR="0" lvl="0" indent="-457200" algn="l" defTabSz="914400" rtl="0" eaLnBrk="1" fontAlgn="auto" latinLnBrk="0" hangingPunct="1">
              <a:lnSpc>
                <a:spcPts val="3100"/>
              </a:lnSpc>
              <a:spcBef>
                <a:spcPct val="20000"/>
              </a:spcBef>
              <a:spcAft>
                <a:spcPts val="0"/>
              </a:spcAft>
              <a:buClr>
                <a:srgbClr val="A50021"/>
              </a:buClr>
              <a:buSzPct val="75000"/>
              <a:buFont typeface="Wingdings" panose="05000000000000000000" pitchFamily="2" charset="2"/>
              <a:buNone/>
              <a:defRPr/>
            </a:pPr>
            <a:r>
              <a:rPr kumimoji="0" lang="en-US" altLang="zh-CN"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Switch B</a:t>
            </a:r>
          </a:p>
        </p:txBody>
      </p:sp>
      <p:pic>
        <p:nvPicPr>
          <p:cNvPr id="152" name="Picture 31" descr="服务器类"/>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18517" y="3075948"/>
            <a:ext cx="709593" cy="10198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 name="Picture 30" descr="通用路由器"/>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34015" y="3248241"/>
            <a:ext cx="900112" cy="67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4" name="Picture 5" descr="通用交换机"/>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84607" y="4860422"/>
            <a:ext cx="809214" cy="5886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5" name="Picture 5" descr="通用交换机"/>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108795" y="4885619"/>
            <a:ext cx="809214" cy="5886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 name="Line 9"/>
          <p:cNvSpPr>
            <a:spLocks noChangeShapeType="1"/>
          </p:cNvSpPr>
          <p:nvPr/>
        </p:nvSpPr>
        <p:spPr bwMode="auto">
          <a:xfrm>
            <a:off x="3985977" y="4091222"/>
            <a:ext cx="0" cy="792163"/>
          </a:xfrm>
          <a:prstGeom prst="line">
            <a:avLst/>
          </a:prstGeom>
          <a:noFill/>
          <a:ln w="38100">
            <a:solidFill>
              <a:srgbClr val="800000"/>
            </a:solidFill>
            <a:round/>
            <a:tailEnd type="triangle" w="med" len="med"/>
          </a:ln>
          <a:extLst>
            <a:ext uri="{909E8E84-426E-40DD-AFC4-6F175D3DCCD1}">
              <a14:hiddenFill xmlns:a14="http://schemas.microsoft.com/office/drawing/2010/main">
                <a:noFill/>
              </a14:hiddenFill>
            </a:ext>
          </a:extLst>
        </p:spPr>
        <p:txBody>
          <a:bodyPr>
            <a:spAutoFit/>
          </a:bodyPr>
          <a:lstStyle/>
          <a:p>
            <a:pPr eaLnBrk="0" fontAlgn="base" hangingPunct="0">
              <a:spcBef>
                <a:spcPct val="0"/>
              </a:spcBef>
              <a:spcAft>
                <a:spcPct val="0"/>
              </a:spcAft>
            </a:pPr>
            <a:endParaRPr lang="zh-CN" altLang="en-US" sz="3200" b="1">
              <a:solidFill>
                <a:srgbClr val="020202"/>
              </a:solidFill>
              <a:latin typeface="Tahoma" panose="020B0604030504040204" pitchFamily="34" charset="0"/>
              <a:ea typeface="宋体" panose="02010600030101010101" pitchFamily="2" charset="-122"/>
            </a:endParaRPr>
          </a:p>
        </p:txBody>
      </p:sp>
      <p:sp>
        <p:nvSpPr>
          <p:cNvPr id="26" name="Line 29"/>
          <p:cNvSpPr>
            <a:spLocks noChangeShapeType="1"/>
          </p:cNvSpPr>
          <p:nvPr/>
        </p:nvSpPr>
        <p:spPr bwMode="auto">
          <a:xfrm>
            <a:off x="4511071" y="4097045"/>
            <a:ext cx="904077" cy="0"/>
          </a:xfrm>
          <a:prstGeom prst="line">
            <a:avLst/>
          </a:prstGeom>
          <a:noFill/>
          <a:ln w="38100">
            <a:solidFill>
              <a:srgbClr val="800000"/>
            </a:solidFill>
            <a:round/>
            <a:tailEnd type="triangle" w="med" len="med"/>
          </a:ln>
          <a:extLst>
            <a:ext uri="{909E8E84-426E-40DD-AFC4-6F175D3DCCD1}">
              <a14:hiddenFill xmlns:a14="http://schemas.microsoft.com/office/drawing/2010/main">
                <a:noFill/>
              </a14:hiddenFill>
            </a:ext>
          </a:extLst>
        </p:spPr>
        <p:txBody>
          <a:bodyPr wrap="square">
            <a:spAutoFit/>
          </a:bodyPr>
          <a:lstStyle/>
          <a:p>
            <a:endParaRPr lang="zh-CN" altLang="en-US"/>
          </a:p>
        </p:txBody>
      </p:sp>
      <p:sp>
        <p:nvSpPr>
          <p:cNvPr id="27" name="Text Box 26"/>
          <p:cNvSpPr txBox="1">
            <a:spLocks noChangeArrowheads="1"/>
          </p:cNvSpPr>
          <p:nvPr/>
        </p:nvSpPr>
        <p:spPr bwMode="auto">
          <a:xfrm>
            <a:off x="3552121" y="4167187"/>
            <a:ext cx="582211" cy="8419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wrap="square">
            <a:spAutoFit/>
          </a:bodyPr>
          <a:lstStyle>
            <a:lvl1pPr marL="457200" indent="-457200">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algn="ctr" eaLnBrk="1" hangingPunct="1">
              <a:lnSpc>
                <a:spcPts val="3100"/>
              </a:lnSpc>
              <a:buFont typeface="Wingdings" panose="05000000000000000000" pitchFamily="2" charset="2"/>
              <a:buNone/>
            </a:pPr>
            <a:r>
              <a:rPr kumimoji="0" lang="zh-CN" altLang="en-US" sz="1400" dirty="0">
                <a:solidFill>
                  <a:srgbClr val="020202"/>
                </a:solidFill>
                <a:latin typeface="微软雅黑" panose="020B0503020204020204" pitchFamily="34" charset="-122"/>
                <a:ea typeface="微软雅黑" panose="020B0503020204020204" pitchFamily="34" charset="-122"/>
              </a:rPr>
              <a:t>广播帧</a:t>
            </a:r>
          </a:p>
        </p:txBody>
      </p:sp>
      <p:sp>
        <p:nvSpPr>
          <p:cNvPr id="28" name="Text Box 26"/>
          <p:cNvSpPr txBox="1">
            <a:spLocks noChangeArrowheads="1"/>
          </p:cNvSpPr>
          <p:nvPr/>
        </p:nvSpPr>
        <p:spPr bwMode="auto">
          <a:xfrm>
            <a:off x="4518585" y="3632840"/>
            <a:ext cx="1012824" cy="445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algn="ctr" eaLnBrk="1" hangingPunct="1">
              <a:lnSpc>
                <a:spcPts val="3100"/>
              </a:lnSpc>
              <a:buFont typeface="Wingdings" panose="05000000000000000000" pitchFamily="2" charset="2"/>
              <a:buNone/>
            </a:pPr>
            <a:r>
              <a:rPr kumimoji="0" lang="zh-CN" altLang="en-US" sz="1400" dirty="0">
                <a:solidFill>
                  <a:srgbClr val="020202"/>
                </a:solidFill>
                <a:latin typeface="微软雅黑" panose="020B0503020204020204" pitchFamily="34" charset="-122"/>
                <a:ea typeface="微软雅黑" panose="020B0503020204020204" pitchFamily="34" charset="-122"/>
              </a:rPr>
              <a:t>广播帧</a:t>
            </a:r>
          </a:p>
        </p:txBody>
      </p:sp>
      <p:sp>
        <p:nvSpPr>
          <p:cNvPr id="32" name="日期占位符 36"/>
          <p:cNvSpPr>
            <a:spLocks noGrp="1"/>
          </p:cNvSpPr>
          <p:nvPr>
            <p:ph type="dt" sz="half" idx="10"/>
          </p:nvPr>
        </p:nvSpPr>
        <p:spPr>
          <a:xfrm>
            <a:off x="197335" y="6489303"/>
            <a:ext cx="2743200" cy="365125"/>
          </a:xfrm>
        </p:spPr>
        <p:txBody>
          <a:bodyPr/>
          <a:lstStyle/>
          <a:p>
            <a:r>
              <a:rPr lang="en-US" altLang="zh-CN" dirty="0">
                <a:latin typeface="微软雅黑" panose="020B0503020204020204" pitchFamily="34" charset="-122"/>
                <a:ea typeface="微软雅黑" panose="020B0503020204020204" pitchFamily="34" charset="-122"/>
              </a:rPr>
              <a:t>4.4 </a:t>
            </a:r>
            <a:r>
              <a:rPr lang="zh-CN" altLang="en-US" dirty="0">
                <a:latin typeface="微软雅黑" panose="020B0503020204020204" pitchFamily="34" charset="-122"/>
                <a:ea typeface="微软雅黑" panose="020B0503020204020204" pitchFamily="34" charset="-122"/>
              </a:rPr>
              <a:t>数据链路层交换</a:t>
            </a:r>
          </a:p>
        </p:txBody>
      </p:sp>
      <p:sp>
        <p:nvSpPr>
          <p:cNvPr id="33" name="灯片编号占位符 38"/>
          <p:cNvSpPr>
            <a:spLocks noGrp="1"/>
          </p:cNvSpPr>
          <p:nvPr>
            <p:ph type="sldNum" sz="quarter" idx="12"/>
          </p:nvPr>
        </p:nvSpPr>
        <p:spPr>
          <a:xfrm>
            <a:off x="8686810" y="6489303"/>
            <a:ext cx="3319670" cy="365125"/>
          </a:xfrm>
        </p:spPr>
        <p:txBody>
          <a:bodyPr/>
          <a:lstStyle/>
          <a:p>
            <a:fld id="{8D4D1E41-7A09-AB4A-A4E1-09765ADA2698}" type="slidenum">
              <a:rPr kumimoji="1" lang="zh-CN" altLang="en-US" smtClean="0"/>
              <a:t>82</a:t>
            </a:fld>
            <a:endParaRPr kumimoji="1" lang="zh-CN" altLang="en-US"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 Box 26"/>
          <p:cNvSpPr txBox="1">
            <a:spLocks noChangeArrowheads="1"/>
          </p:cNvSpPr>
          <p:nvPr/>
        </p:nvSpPr>
        <p:spPr bwMode="auto">
          <a:xfrm>
            <a:off x="5044839" y="3656709"/>
            <a:ext cx="1012824" cy="445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algn="ctr" eaLnBrk="1" hangingPunct="1">
              <a:lnSpc>
                <a:spcPts val="3100"/>
              </a:lnSpc>
              <a:buFont typeface="Wingdings" panose="05000000000000000000" pitchFamily="2" charset="2"/>
              <a:buNone/>
            </a:pPr>
            <a:r>
              <a:rPr kumimoji="0" lang="zh-CN" altLang="en-US" sz="1400" dirty="0">
                <a:solidFill>
                  <a:srgbClr val="020202"/>
                </a:solidFill>
                <a:latin typeface="微软雅黑" panose="020B0503020204020204" pitchFamily="34" charset="-122"/>
                <a:ea typeface="微软雅黑" panose="020B0503020204020204" pitchFamily="34" charset="-122"/>
              </a:rPr>
              <a:t>单播帧</a:t>
            </a:r>
          </a:p>
        </p:txBody>
      </p:sp>
      <p:sp>
        <p:nvSpPr>
          <p:cNvPr id="30" name="Line 29"/>
          <p:cNvSpPr>
            <a:spLocks noChangeShapeType="1"/>
          </p:cNvSpPr>
          <p:nvPr/>
        </p:nvSpPr>
        <p:spPr bwMode="auto">
          <a:xfrm>
            <a:off x="4511071" y="4133911"/>
            <a:ext cx="2952750" cy="0"/>
          </a:xfrm>
          <a:prstGeom prst="line">
            <a:avLst/>
          </a:prstGeom>
          <a:noFill/>
          <a:ln w="38100">
            <a:solidFill>
              <a:srgbClr val="800000"/>
            </a:solidFill>
            <a:rou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32" name="Line 31"/>
          <p:cNvSpPr>
            <a:spLocks noChangeShapeType="1"/>
          </p:cNvSpPr>
          <p:nvPr/>
        </p:nvSpPr>
        <p:spPr bwMode="auto">
          <a:xfrm>
            <a:off x="4392392" y="5348927"/>
            <a:ext cx="0" cy="576000"/>
          </a:xfrm>
          <a:prstGeom prst="line">
            <a:avLst/>
          </a:prstGeom>
          <a:noFill/>
          <a:ln w="38100">
            <a:solidFill>
              <a:srgbClr val="800000"/>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33" name="Line 32"/>
          <p:cNvSpPr>
            <a:spLocks noChangeShapeType="1"/>
          </p:cNvSpPr>
          <p:nvPr/>
        </p:nvSpPr>
        <p:spPr bwMode="auto">
          <a:xfrm>
            <a:off x="4379482" y="5922261"/>
            <a:ext cx="3276000" cy="0"/>
          </a:xfrm>
          <a:prstGeom prst="line">
            <a:avLst/>
          </a:prstGeom>
          <a:noFill/>
          <a:ln w="38100">
            <a:solidFill>
              <a:srgbClr val="800000"/>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34" name="Line 33"/>
          <p:cNvSpPr>
            <a:spLocks noChangeShapeType="1"/>
          </p:cNvSpPr>
          <p:nvPr/>
        </p:nvSpPr>
        <p:spPr bwMode="auto">
          <a:xfrm flipV="1">
            <a:off x="7645282" y="4351398"/>
            <a:ext cx="0" cy="1582738"/>
          </a:xfrm>
          <a:prstGeom prst="line">
            <a:avLst/>
          </a:prstGeom>
          <a:noFill/>
          <a:ln w="38100">
            <a:solidFill>
              <a:srgbClr val="800000"/>
            </a:solidFill>
            <a:rou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2" name="标题 1"/>
          <p:cNvSpPr>
            <a:spLocks noGrp="1"/>
          </p:cNvSpPr>
          <p:nvPr>
            <p:ph type="title"/>
          </p:nvPr>
        </p:nvSpPr>
        <p:spPr/>
        <p:txBody>
          <a:bodyPr>
            <a:normAutofit/>
          </a:bodyPr>
          <a:lstStyle/>
          <a:p>
            <a:r>
              <a:rPr kumimoji="1" lang="en-US" altLang="zh-CN" dirty="0"/>
              <a:t> </a:t>
            </a:r>
            <a:r>
              <a:rPr kumimoji="1" lang="zh-CN" altLang="zh-CN" dirty="0"/>
              <a:t>生成树协议</a:t>
            </a:r>
            <a:endParaRPr kumimoji="1" lang="zh-CN" altLang="en-US" dirty="0"/>
          </a:p>
        </p:txBody>
      </p:sp>
      <p:sp>
        <p:nvSpPr>
          <p:cNvPr id="91" name="内容占位符 2"/>
          <p:cNvSpPr>
            <a:spLocks noGrp="1"/>
          </p:cNvSpPr>
          <p:nvPr>
            <p:ph idx="1"/>
          </p:nvPr>
        </p:nvSpPr>
        <p:spPr>
          <a:xfrm>
            <a:off x="838200" y="1417272"/>
            <a:ext cx="10515600" cy="5131205"/>
          </a:xfrm>
        </p:spPr>
        <p:txBody>
          <a:bodyPr>
            <a:normAutofit/>
          </a:bodyPr>
          <a:lstStyle/>
          <a:p>
            <a:pPr>
              <a:lnSpc>
                <a:spcPct val="120000"/>
              </a:lnSpc>
            </a:pPr>
            <a:r>
              <a:rPr kumimoji="1" lang="zh-CN" altLang="en-US" dirty="0"/>
              <a:t>物理环路引发的</a:t>
            </a:r>
            <a:r>
              <a:rPr kumimoji="1" lang="zh-CN" altLang="en-US" dirty="0">
                <a:solidFill>
                  <a:srgbClr val="C00000"/>
                </a:solidFill>
              </a:rPr>
              <a:t>问题</a:t>
            </a:r>
            <a:r>
              <a:rPr kumimoji="1" lang="en-US" altLang="zh-CN" dirty="0">
                <a:solidFill>
                  <a:srgbClr val="C00000"/>
                </a:solidFill>
              </a:rPr>
              <a:t>2</a:t>
            </a:r>
            <a:r>
              <a:rPr kumimoji="1" lang="zh-CN" altLang="en-US" dirty="0">
                <a:solidFill>
                  <a:srgbClr val="C00000"/>
                </a:solidFill>
              </a:rPr>
              <a:t>：</a:t>
            </a:r>
            <a:r>
              <a:rPr kumimoji="1" lang="zh-CN" altLang="en-US" dirty="0"/>
              <a:t>重复帧</a:t>
            </a:r>
            <a:endParaRPr kumimoji="1" lang="en-US" altLang="zh-CN" dirty="0"/>
          </a:p>
          <a:p>
            <a:pPr lvl="1">
              <a:lnSpc>
                <a:spcPct val="120000"/>
              </a:lnSpc>
            </a:pPr>
            <a:r>
              <a:rPr kumimoji="1" lang="en-US" altLang="zh-CN" dirty="0"/>
              <a:t>X</a:t>
            </a:r>
            <a:r>
              <a:rPr lang="zh-CN" altLang="en-US" dirty="0"/>
              <a:t>发送到环路的单播帧，造成目的设备</a:t>
            </a:r>
            <a:r>
              <a:rPr lang="en-US" altLang="zh-CN" dirty="0"/>
              <a:t>Y</a:t>
            </a:r>
            <a:r>
              <a:rPr lang="zh-CN" altLang="en-US" dirty="0"/>
              <a:t>收到重复的帧。</a:t>
            </a:r>
          </a:p>
          <a:p>
            <a:pPr lvl="1">
              <a:lnSpc>
                <a:spcPct val="120000"/>
              </a:lnSpc>
            </a:pPr>
            <a:endParaRPr kumimoji="1" lang="zh-CN" altLang="en-US" sz="2000" dirty="0"/>
          </a:p>
        </p:txBody>
      </p:sp>
      <p:sp>
        <p:nvSpPr>
          <p:cNvPr id="72" name="Rectangle 8"/>
          <p:cNvSpPr>
            <a:spLocks noChangeArrowheads="1"/>
          </p:cNvSpPr>
          <p:nvPr/>
        </p:nvSpPr>
        <p:spPr bwMode="auto">
          <a:xfrm>
            <a:off x="2831864" y="3324687"/>
            <a:ext cx="1154113" cy="303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3548" tIns="51774" rIns="103548" bIns="51774">
            <a:spAutoFit/>
          </a:bodyPr>
          <a:lstStyle>
            <a:lvl1pPr defTabSz="1028700">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defTabSz="102870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defTabSz="10287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defTabSz="10287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defTabSz="10287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defTabSz="10287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defTabSz="10287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defTabSz="10287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defTabSz="10287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marL="0" marR="0" lvl="0" indent="0" algn="l" defTabSz="1028700" rtl="0" eaLnBrk="1" fontAlgn="auto" latinLnBrk="0" hangingPunct="1">
              <a:lnSpc>
                <a:spcPct val="100000"/>
              </a:lnSpc>
              <a:spcBef>
                <a:spcPct val="50000"/>
              </a:spcBef>
              <a:spcAft>
                <a:spcPts val="0"/>
              </a:spcAft>
              <a:buClrTx/>
              <a:buSzTx/>
              <a:buFontTx/>
              <a:buNone/>
              <a:defRPr/>
            </a:pPr>
            <a:r>
              <a:rPr kumimoji="0" lang="en-US" altLang="zh-CN" sz="13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Server/PC X</a:t>
            </a:r>
          </a:p>
        </p:txBody>
      </p:sp>
      <p:sp>
        <p:nvSpPr>
          <p:cNvPr id="75" name="Rectangle 10"/>
          <p:cNvSpPr>
            <a:spLocks noChangeArrowheads="1"/>
          </p:cNvSpPr>
          <p:nvPr/>
        </p:nvSpPr>
        <p:spPr bwMode="auto">
          <a:xfrm>
            <a:off x="6540359" y="3323237"/>
            <a:ext cx="1427163" cy="50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3548" tIns="51774" rIns="103548" bIns="51774">
            <a:spAutoFit/>
          </a:bodyPr>
          <a:lstStyle>
            <a:lvl1pPr defTabSz="1028700">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defTabSz="102870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defTabSz="10287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defTabSz="10287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defTabSz="10287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defTabSz="10287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defTabSz="10287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defTabSz="10287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defTabSz="10287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marL="0" marR="0" lvl="0" indent="0" algn="l" defTabSz="1028700" rtl="0" eaLnBrk="1" fontAlgn="auto" latinLnBrk="0" hangingPunct="1">
              <a:lnSpc>
                <a:spcPct val="100000"/>
              </a:lnSpc>
              <a:spcBef>
                <a:spcPct val="50000"/>
              </a:spcBef>
              <a:spcAft>
                <a:spcPts val="0"/>
              </a:spcAft>
              <a:buClrTx/>
              <a:buSzTx/>
              <a:buFontTx/>
              <a:buNone/>
              <a:defRPr/>
            </a:pPr>
            <a:r>
              <a:rPr kumimoji="0" lang="en-US" altLang="zh-CN" sz="13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Router Y</a:t>
            </a:r>
            <a:br>
              <a:rPr kumimoji="0" lang="en-US" altLang="zh-CN" sz="13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br>
            <a:endParaRPr kumimoji="0" lang="en-US" altLang="zh-CN" sz="13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81" name="Line 12"/>
          <p:cNvSpPr>
            <a:spLocks noChangeShapeType="1"/>
          </p:cNvSpPr>
          <p:nvPr/>
        </p:nvSpPr>
        <p:spPr bwMode="auto">
          <a:xfrm>
            <a:off x="3049352" y="4252620"/>
            <a:ext cx="6337300"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82" name="Line 13"/>
          <p:cNvSpPr>
            <a:spLocks noChangeShapeType="1"/>
          </p:cNvSpPr>
          <p:nvPr/>
        </p:nvSpPr>
        <p:spPr bwMode="auto">
          <a:xfrm>
            <a:off x="4273314" y="3963695"/>
            <a:ext cx="0" cy="288925"/>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83" name="Line 14"/>
          <p:cNvSpPr>
            <a:spLocks noChangeShapeType="1"/>
          </p:cNvSpPr>
          <p:nvPr/>
        </p:nvSpPr>
        <p:spPr bwMode="auto">
          <a:xfrm>
            <a:off x="7802327" y="3892258"/>
            <a:ext cx="0" cy="360362"/>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84" name="Line 15"/>
          <p:cNvSpPr>
            <a:spLocks noChangeShapeType="1"/>
          </p:cNvSpPr>
          <p:nvPr/>
        </p:nvSpPr>
        <p:spPr bwMode="auto">
          <a:xfrm>
            <a:off x="2977914" y="6052845"/>
            <a:ext cx="6335713"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85" name="Line 16"/>
          <p:cNvSpPr>
            <a:spLocks noChangeShapeType="1"/>
          </p:cNvSpPr>
          <p:nvPr/>
        </p:nvSpPr>
        <p:spPr bwMode="auto">
          <a:xfrm>
            <a:off x="4489214" y="4252620"/>
            <a:ext cx="0" cy="1800225"/>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87" name="Line 18"/>
          <p:cNvSpPr>
            <a:spLocks noChangeShapeType="1"/>
          </p:cNvSpPr>
          <p:nvPr/>
        </p:nvSpPr>
        <p:spPr bwMode="auto">
          <a:xfrm>
            <a:off x="7513402" y="4252620"/>
            <a:ext cx="0" cy="1800225"/>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89" name="Text Box 20"/>
          <p:cNvSpPr txBox="1">
            <a:spLocks noChangeArrowheads="1"/>
          </p:cNvSpPr>
          <p:nvPr/>
        </p:nvSpPr>
        <p:spPr bwMode="auto">
          <a:xfrm>
            <a:off x="8429389" y="4097045"/>
            <a:ext cx="649537" cy="433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marL="457200" marR="0" lvl="0" indent="-457200" algn="l" defTabSz="914400" rtl="0" eaLnBrk="1" fontAlgn="auto" latinLnBrk="0" hangingPunct="1">
              <a:lnSpc>
                <a:spcPts val="3100"/>
              </a:lnSpc>
              <a:spcBef>
                <a:spcPct val="20000"/>
              </a:spcBef>
              <a:spcAft>
                <a:spcPts val="0"/>
              </a:spcAft>
              <a:buClr>
                <a:srgbClr val="A50021"/>
              </a:buClr>
              <a:buSzPct val="75000"/>
              <a:buFont typeface="Wingdings" panose="05000000000000000000" pitchFamily="2" charset="2"/>
              <a:buNone/>
              <a:defRPr/>
            </a:pPr>
            <a:r>
              <a:rPr kumimoji="0" lang="zh-CN" altLang="en-US" sz="14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网段</a:t>
            </a:r>
            <a:r>
              <a:rPr kumimoji="0" lang="en-US" altLang="zh-CN" sz="14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1</a:t>
            </a:r>
          </a:p>
        </p:txBody>
      </p:sp>
      <p:sp>
        <p:nvSpPr>
          <p:cNvPr id="90" name="Text Box 21"/>
          <p:cNvSpPr txBox="1">
            <a:spLocks noChangeArrowheads="1"/>
          </p:cNvSpPr>
          <p:nvPr/>
        </p:nvSpPr>
        <p:spPr bwMode="auto">
          <a:xfrm>
            <a:off x="8450496" y="5906925"/>
            <a:ext cx="649537" cy="433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marL="457200" marR="0" lvl="0" indent="-457200" algn="l" defTabSz="914400" rtl="0" eaLnBrk="1" fontAlgn="auto" latinLnBrk="0" hangingPunct="1">
              <a:lnSpc>
                <a:spcPts val="3100"/>
              </a:lnSpc>
              <a:spcBef>
                <a:spcPct val="20000"/>
              </a:spcBef>
              <a:spcAft>
                <a:spcPts val="0"/>
              </a:spcAft>
              <a:buClr>
                <a:srgbClr val="A50021"/>
              </a:buClr>
              <a:buSzPct val="75000"/>
              <a:buFont typeface="Wingdings" panose="05000000000000000000" pitchFamily="2" charset="2"/>
              <a:buNone/>
              <a:defRPr/>
            </a:pPr>
            <a:r>
              <a:rPr kumimoji="0" lang="zh-CN" altLang="en-US"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网段</a:t>
            </a:r>
            <a:r>
              <a:rPr kumimoji="0" lang="en-US" altLang="zh-CN"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2</a:t>
            </a:r>
          </a:p>
        </p:txBody>
      </p:sp>
      <p:sp>
        <p:nvSpPr>
          <p:cNvPr id="149" name="Freeform 23"/>
          <p:cNvSpPr/>
          <p:nvPr/>
        </p:nvSpPr>
        <p:spPr bwMode="auto">
          <a:xfrm>
            <a:off x="8234127" y="3604920"/>
            <a:ext cx="863600" cy="215900"/>
          </a:xfrm>
          <a:custGeom>
            <a:avLst/>
            <a:gdLst>
              <a:gd name="T0" fmla="*/ 0 w 2017"/>
              <a:gd name="T1" fmla="*/ 0 h 97"/>
              <a:gd name="T2" fmla="*/ 2147483646 w 2017"/>
              <a:gd name="T3" fmla="*/ 0 h 97"/>
              <a:gd name="T4" fmla="*/ 2147483646 w 2017"/>
              <a:gd name="T5" fmla="*/ 2147483646 h 97"/>
              <a:gd name="T6" fmla="*/ 2147483646 w 2017"/>
              <a:gd name="T7" fmla="*/ 2147483646 h 9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17" h="97">
                <a:moveTo>
                  <a:pt x="0" y="0"/>
                </a:moveTo>
                <a:lnTo>
                  <a:pt x="1008" y="0"/>
                </a:lnTo>
                <a:lnTo>
                  <a:pt x="912" y="96"/>
                </a:lnTo>
                <a:lnTo>
                  <a:pt x="2016" y="96"/>
                </a:lnTo>
              </a:path>
            </a:pathLst>
          </a:custGeom>
          <a:noFill/>
          <a:ln w="25400" cap="rnd" cmpd="sng">
            <a:solidFill>
              <a:srgbClr val="CF0E30"/>
            </a:solidFill>
            <a:prstDash val="solid"/>
            <a:round/>
            <a:headEnd type="none" w="sm" len="sm"/>
            <a:tailEnd type="none" w="sm" len="sm"/>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50" name="Text Box 24"/>
          <p:cNvSpPr txBox="1">
            <a:spLocks noChangeArrowheads="1"/>
          </p:cNvSpPr>
          <p:nvPr/>
        </p:nvSpPr>
        <p:spPr bwMode="auto">
          <a:xfrm>
            <a:off x="3113166" y="4891643"/>
            <a:ext cx="920124" cy="433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marL="457200" marR="0" lvl="0" indent="-457200" algn="l" defTabSz="914400" rtl="0" eaLnBrk="1" fontAlgn="auto" latinLnBrk="0" hangingPunct="1">
              <a:lnSpc>
                <a:spcPts val="3100"/>
              </a:lnSpc>
              <a:spcBef>
                <a:spcPct val="20000"/>
              </a:spcBef>
              <a:spcAft>
                <a:spcPts val="0"/>
              </a:spcAft>
              <a:buClr>
                <a:srgbClr val="A50021"/>
              </a:buClr>
              <a:buSzPct val="75000"/>
              <a:buFont typeface="Wingdings" panose="05000000000000000000" pitchFamily="2" charset="2"/>
              <a:buNone/>
              <a:defRPr/>
            </a:pPr>
            <a:r>
              <a:rPr kumimoji="0" lang="en-US" altLang="zh-CN"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Switch A</a:t>
            </a:r>
          </a:p>
        </p:txBody>
      </p:sp>
      <p:sp>
        <p:nvSpPr>
          <p:cNvPr id="151" name="Text Box 25"/>
          <p:cNvSpPr txBox="1">
            <a:spLocks noChangeArrowheads="1"/>
          </p:cNvSpPr>
          <p:nvPr/>
        </p:nvSpPr>
        <p:spPr bwMode="auto">
          <a:xfrm>
            <a:off x="7967522" y="4915731"/>
            <a:ext cx="905697" cy="433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marL="457200" marR="0" lvl="0" indent="-457200" algn="l" defTabSz="914400" rtl="0" eaLnBrk="1" fontAlgn="auto" latinLnBrk="0" hangingPunct="1">
              <a:lnSpc>
                <a:spcPts val="3100"/>
              </a:lnSpc>
              <a:spcBef>
                <a:spcPct val="20000"/>
              </a:spcBef>
              <a:spcAft>
                <a:spcPts val="0"/>
              </a:spcAft>
              <a:buClr>
                <a:srgbClr val="A50021"/>
              </a:buClr>
              <a:buSzPct val="75000"/>
              <a:buFont typeface="Wingdings" panose="05000000000000000000" pitchFamily="2" charset="2"/>
              <a:buNone/>
              <a:defRPr/>
            </a:pPr>
            <a:r>
              <a:rPr kumimoji="0" lang="en-US" altLang="zh-CN"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Switch B</a:t>
            </a:r>
          </a:p>
        </p:txBody>
      </p:sp>
      <p:pic>
        <p:nvPicPr>
          <p:cNvPr id="152" name="Picture 31" descr="服务器类"/>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18517" y="3075948"/>
            <a:ext cx="709593" cy="10198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 name="Picture 30" descr="通用路由器"/>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34015" y="3248241"/>
            <a:ext cx="900112" cy="67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4" name="Picture 5" descr="通用交换机"/>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84607" y="4860422"/>
            <a:ext cx="809214" cy="5886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5" name="Picture 5" descr="通用交换机"/>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108795" y="4885619"/>
            <a:ext cx="809214" cy="5886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 name="Text Box 26"/>
          <p:cNvSpPr txBox="1">
            <a:spLocks noChangeArrowheads="1"/>
          </p:cNvSpPr>
          <p:nvPr/>
        </p:nvSpPr>
        <p:spPr bwMode="auto">
          <a:xfrm>
            <a:off x="3982207" y="4159905"/>
            <a:ext cx="582211" cy="8419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wrap="square">
            <a:spAutoFit/>
          </a:bodyPr>
          <a:lstStyle>
            <a:lvl1pPr marL="457200" indent="-457200">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algn="ctr" eaLnBrk="1" hangingPunct="1">
              <a:lnSpc>
                <a:spcPts val="3100"/>
              </a:lnSpc>
              <a:buFont typeface="Wingdings" panose="05000000000000000000" pitchFamily="2" charset="2"/>
              <a:buNone/>
            </a:pPr>
            <a:r>
              <a:rPr kumimoji="0" lang="zh-CN" altLang="en-US" sz="1400" dirty="0">
                <a:solidFill>
                  <a:srgbClr val="020202"/>
                </a:solidFill>
                <a:latin typeface="微软雅黑" panose="020B0503020204020204" pitchFamily="34" charset="-122"/>
                <a:ea typeface="微软雅黑" panose="020B0503020204020204" pitchFamily="34" charset="-122"/>
              </a:rPr>
              <a:t>单播帧</a:t>
            </a:r>
          </a:p>
        </p:txBody>
      </p:sp>
      <p:sp>
        <p:nvSpPr>
          <p:cNvPr id="38" name="Line 30"/>
          <p:cNvSpPr>
            <a:spLocks noChangeShapeType="1"/>
          </p:cNvSpPr>
          <p:nvPr/>
        </p:nvSpPr>
        <p:spPr bwMode="auto">
          <a:xfrm>
            <a:off x="4392392" y="3955018"/>
            <a:ext cx="0" cy="936625"/>
          </a:xfrm>
          <a:prstGeom prst="line">
            <a:avLst/>
          </a:prstGeom>
          <a:noFill/>
          <a:ln w="38100">
            <a:solidFill>
              <a:srgbClr val="800000"/>
            </a:solidFill>
            <a:rou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6" name="对话气泡: 圆角矩形 5"/>
          <p:cNvSpPr/>
          <p:nvPr/>
        </p:nvSpPr>
        <p:spPr>
          <a:xfrm>
            <a:off x="9922522" y="3186136"/>
            <a:ext cx="2001629" cy="941145"/>
          </a:xfrm>
          <a:prstGeom prst="wedgeRoundRectCallout">
            <a:avLst>
              <a:gd name="adj1" fmla="val -132481"/>
              <a:gd name="adj2" fmla="val -27607"/>
              <a:gd name="adj3" fmla="val 16667"/>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0" lang="en-US" altLang="zh-CN" sz="2000" dirty="0">
                <a:solidFill>
                  <a:schemeClr val="tx1"/>
                </a:solidFill>
                <a:ea typeface="黑体" panose="02010609060101010101" pitchFamily="2" charset="-122"/>
              </a:rPr>
              <a:t>Router Y</a:t>
            </a:r>
            <a:r>
              <a:rPr kumimoji="0" lang="zh-CN" altLang="en-US" sz="2000" dirty="0">
                <a:solidFill>
                  <a:schemeClr val="tx1"/>
                </a:solidFill>
                <a:ea typeface="黑体" panose="02010609060101010101" pitchFamily="2" charset="-122"/>
              </a:rPr>
              <a:t>收到多个重复的副本</a:t>
            </a:r>
            <a:endParaRPr lang="zh-CN" altLang="en-US" sz="2000" dirty="0">
              <a:solidFill>
                <a:schemeClr val="tx1"/>
              </a:solidFill>
            </a:endParaRPr>
          </a:p>
        </p:txBody>
      </p:sp>
      <p:sp>
        <p:nvSpPr>
          <p:cNvPr id="3" name="文本框 2"/>
          <p:cNvSpPr txBox="1"/>
          <p:nvPr/>
        </p:nvSpPr>
        <p:spPr>
          <a:xfrm>
            <a:off x="372743" y="4469914"/>
            <a:ext cx="2403753" cy="1061381"/>
          </a:xfrm>
          <a:prstGeom prst="rect">
            <a:avLst/>
          </a:prstGeom>
          <a:noFill/>
          <a:ln>
            <a:solidFill>
              <a:srgbClr val="7030A0"/>
            </a:solidFill>
          </a:ln>
        </p:spPr>
        <p:txBody>
          <a:bodyPr wrap="square" rtlCol="0">
            <a:spAutoFit/>
          </a:bodyPr>
          <a:lstStyle/>
          <a:p>
            <a:pPr algn="ctr">
              <a:lnSpc>
                <a:spcPct val="120000"/>
              </a:lnSpc>
            </a:pPr>
            <a:r>
              <a:rPr lang="zh-CN" altLang="en-US" dirty="0">
                <a:latin typeface="微软雅黑" panose="020B0503020204020204" pitchFamily="34" charset="-122"/>
                <a:ea typeface="微软雅黑" panose="020B0503020204020204" pitchFamily="34" charset="-122"/>
              </a:rPr>
              <a:t>假设所有交换机的</a:t>
            </a:r>
            <a:r>
              <a:rPr lang="en-US" altLang="zh-CN" dirty="0">
                <a:latin typeface="微软雅黑" panose="020B0503020204020204" pitchFamily="34" charset="-122"/>
                <a:ea typeface="微软雅黑" panose="020B0503020204020204" pitchFamily="34" charset="-122"/>
              </a:rPr>
              <a:t>MAC</a:t>
            </a:r>
            <a:r>
              <a:rPr lang="zh-CN" altLang="en-US" dirty="0">
                <a:latin typeface="微软雅黑" panose="020B0503020204020204" pitchFamily="34" charset="-122"/>
                <a:ea typeface="微软雅黑" panose="020B0503020204020204" pitchFamily="34" charset="-122"/>
              </a:rPr>
              <a:t>地址表中均没有路由器</a:t>
            </a:r>
            <a:r>
              <a:rPr lang="en-US" altLang="zh-CN" dirty="0">
                <a:latin typeface="微软雅黑" panose="020B0503020204020204" pitchFamily="34" charset="-122"/>
                <a:ea typeface="微软雅黑" panose="020B0503020204020204" pitchFamily="34" charset="-122"/>
              </a:rPr>
              <a:t>Y</a:t>
            </a:r>
            <a:r>
              <a:rPr lang="zh-CN" altLang="en-US" dirty="0">
                <a:latin typeface="微软雅黑" panose="020B0503020204020204" pitchFamily="34" charset="-122"/>
                <a:ea typeface="微软雅黑" panose="020B0503020204020204" pitchFamily="34" charset="-122"/>
              </a:rPr>
              <a:t>的</a:t>
            </a:r>
            <a:r>
              <a:rPr lang="en-US" altLang="zh-CN" dirty="0">
                <a:latin typeface="微软雅黑" panose="020B0503020204020204" pitchFamily="34" charset="-122"/>
                <a:ea typeface="微软雅黑" panose="020B0503020204020204" pitchFamily="34" charset="-122"/>
              </a:rPr>
              <a:t>MAC</a:t>
            </a:r>
            <a:r>
              <a:rPr lang="zh-CN" altLang="en-US" dirty="0">
                <a:latin typeface="微软雅黑" panose="020B0503020204020204" pitchFamily="34" charset="-122"/>
                <a:ea typeface="微软雅黑" panose="020B0503020204020204" pitchFamily="34" charset="-122"/>
              </a:rPr>
              <a:t>地址</a:t>
            </a:r>
          </a:p>
        </p:txBody>
      </p:sp>
      <p:sp>
        <p:nvSpPr>
          <p:cNvPr id="36" name="日期占位符 36"/>
          <p:cNvSpPr>
            <a:spLocks noGrp="1"/>
          </p:cNvSpPr>
          <p:nvPr>
            <p:ph type="dt" sz="half" idx="10"/>
          </p:nvPr>
        </p:nvSpPr>
        <p:spPr>
          <a:xfrm>
            <a:off x="197335" y="6489303"/>
            <a:ext cx="2743200" cy="365125"/>
          </a:xfrm>
        </p:spPr>
        <p:txBody>
          <a:bodyPr/>
          <a:lstStyle/>
          <a:p>
            <a:r>
              <a:rPr lang="en-US" altLang="zh-CN" dirty="0">
                <a:latin typeface="微软雅黑" panose="020B0503020204020204" pitchFamily="34" charset="-122"/>
                <a:ea typeface="微软雅黑" panose="020B0503020204020204" pitchFamily="34" charset="-122"/>
              </a:rPr>
              <a:t>4.4 </a:t>
            </a:r>
            <a:r>
              <a:rPr lang="zh-CN" altLang="en-US" dirty="0">
                <a:latin typeface="微软雅黑" panose="020B0503020204020204" pitchFamily="34" charset="-122"/>
                <a:ea typeface="微软雅黑" panose="020B0503020204020204" pitchFamily="34" charset="-122"/>
              </a:rPr>
              <a:t>数据链路层交换</a:t>
            </a:r>
          </a:p>
        </p:txBody>
      </p:sp>
      <p:sp>
        <p:nvSpPr>
          <p:cNvPr id="37" name="灯片编号占位符 38"/>
          <p:cNvSpPr>
            <a:spLocks noGrp="1"/>
          </p:cNvSpPr>
          <p:nvPr>
            <p:ph type="sldNum" sz="quarter" idx="12"/>
          </p:nvPr>
        </p:nvSpPr>
        <p:spPr>
          <a:xfrm>
            <a:off x="8686810" y="6489303"/>
            <a:ext cx="3319670" cy="365125"/>
          </a:xfrm>
        </p:spPr>
        <p:txBody>
          <a:bodyPr/>
          <a:lstStyle/>
          <a:p>
            <a:fld id="{8D4D1E41-7A09-AB4A-A4E1-09765ADA2698}" type="slidenum">
              <a:rPr kumimoji="1" lang="zh-CN" altLang="en-US" smtClean="0"/>
              <a:t>83</a:t>
            </a:fld>
            <a:endParaRPr kumimoji="1" lang="zh-CN" altLang="en-US"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en-US" altLang="zh-CN" dirty="0"/>
              <a:t> </a:t>
            </a:r>
            <a:r>
              <a:rPr kumimoji="1" lang="zh-CN" altLang="zh-CN" dirty="0"/>
              <a:t>生成树协议</a:t>
            </a:r>
            <a:endParaRPr kumimoji="1" lang="zh-CN" altLang="en-US" dirty="0"/>
          </a:p>
        </p:txBody>
      </p:sp>
      <p:sp>
        <p:nvSpPr>
          <p:cNvPr id="91" name="内容占位符 2"/>
          <p:cNvSpPr>
            <a:spLocks noGrp="1"/>
          </p:cNvSpPr>
          <p:nvPr>
            <p:ph idx="1"/>
          </p:nvPr>
        </p:nvSpPr>
        <p:spPr>
          <a:xfrm>
            <a:off x="838200" y="1417272"/>
            <a:ext cx="10515600" cy="5131205"/>
          </a:xfrm>
        </p:spPr>
        <p:txBody>
          <a:bodyPr>
            <a:normAutofit/>
          </a:bodyPr>
          <a:lstStyle/>
          <a:p>
            <a:pPr>
              <a:lnSpc>
                <a:spcPct val="120000"/>
              </a:lnSpc>
            </a:pPr>
            <a:r>
              <a:rPr lang="zh-CN" altLang="en-US" dirty="0">
                <a:solidFill>
                  <a:srgbClr val="000000"/>
                </a:solidFill>
                <a:latin typeface="微软雅黑" panose="020B0503020204020204" pitchFamily="34" charset="-122"/>
                <a:ea typeface="微软雅黑" panose="020B0503020204020204" pitchFamily="34" charset="-122"/>
              </a:rPr>
              <a:t>物理环路引发的</a:t>
            </a:r>
            <a:r>
              <a:rPr kumimoji="0" lang="zh-CN" altLang="en-US" dirty="0">
                <a:solidFill>
                  <a:srgbClr val="C00000"/>
                </a:solidFill>
                <a:latin typeface="微软雅黑" panose="020B0503020204020204" pitchFamily="34" charset="-122"/>
                <a:ea typeface="微软雅黑" panose="020B0503020204020204" pitchFamily="34" charset="-122"/>
              </a:rPr>
              <a:t>问题</a:t>
            </a:r>
            <a:r>
              <a:rPr kumimoji="0" lang="en-US" altLang="zh-CN" dirty="0">
                <a:solidFill>
                  <a:srgbClr val="C00000"/>
                </a:solidFill>
                <a:latin typeface="微软雅黑" panose="020B0503020204020204" pitchFamily="34" charset="-122"/>
                <a:ea typeface="微软雅黑" panose="020B0503020204020204" pitchFamily="34" charset="-122"/>
              </a:rPr>
              <a:t>3</a:t>
            </a:r>
            <a:r>
              <a:rPr kumimoji="0" lang="zh-CN" altLang="en-US" dirty="0">
                <a:solidFill>
                  <a:srgbClr val="C00000"/>
                </a:solidFill>
                <a:latin typeface="微软雅黑" panose="020B0503020204020204" pitchFamily="34" charset="-122"/>
                <a:ea typeface="微软雅黑" panose="020B0503020204020204" pitchFamily="34" charset="-122"/>
              </a:rPr>
              <a:t>：</a:t>
            </a:r>
            <a:r>
              <a:rPr lang="en-US" altLang="zh-CN" dirty="0">
                <a:solidFill>
                  <a:srgbClr val="000000"/>
                </a:solidFill>
                <a:latin typeface="微软雅黑" panose="020B0503020204020204" pitchFamily="34" charset="-122"/>
                <a:ea typeface="微软雅黑" panose="020B0503020204020204" pitchFamily="34" charset="-122"/>
              </a:rPr>
              <a:t>MAC</a:t>
            </a:r>
            <a:r>
              <a:rPr lang="zh-CN" altLang="en-US" dirty="0">
                <a:solidFill>
                  <a:srgbClr val="000000"/>
                </a:solidFill>
                <a:latin typeface="微软雅黑" panose="020B0503020204020204" pitchFamily="34" charset="-122"/>
                <a:ea typeface="微软雅黑" panose="020B0503020204020204" pitchFamily="34" charset="-122"/>
              </a:rPr>
              <a:t>地址</a:t>
            </a:r>
            <a:r>
              <a:rPr lang="zh-CN" altLang="zh-CN" dirty="0">
                <a:solidFill>
                  <a:srgbClr val="000000"/>
                </a:solidFill>
                <a:latin typeface="微软雅黑" panose="020B0503020204020204" pitchFamily="34" charset="-122"/>
                <a:ea typeface="微软雅黑" panose="020B0503020204020204" pitchFamily="34" charset="-122"/>
              </a:rPr>
              <a:t>表不稳定</a:t>
            </a:r>
            <a:endParaRPr lang="en-US" altLang="zh-CN" dirty="0">
              <a:solidFill>
                <a:srgbClr val="000000"/>
              </a:solidFill>
              <a:latin typeface="微软雅黑" panose="020B0503020204020204" pitchFamily="34" charset="-122"/>
              <a:ea typeface="微软雅黑" panose="020B0503020204020204" pitchFamily="34" charset="-122"/>
            </a:endParaRPr>
          </a:p>
          <a:p>
            <a:pPr lvl="1">
              <a:lnSpc>
                <a:spcPct val="120000"/>
              </a:lnSpc>
            </a:pPr>
            <a:r>
              <a:rPr kumimoji="0" lang="zh-CN" altLang="en-US" dirty="0">
                <a:solidFill>
                  <a:srgbClr val="000000"/>
                </a:solidFill>
                <a:latin typeface="微软雅黑" panose="020B0503020204020204" pitchFamily="34" charset="-122"/>
                <a:ea typeface="微软雅黑" panose="020B0503020204020204" pitchFamily="34" charset="-122"/>
              </a:rPr>
              <a:t>当一个帧的多个副本到达不同端口时</a:t>
            </a:r>
            <a:r>
              <a:rPr lang="zh-CN" altLang="en-US" dirty="0">
                <a:solidFill>
                  <a:srgbClr val="000000"/>
                </a:solidFill>
                <a:latin typeface="微软雅黑" panose="020B0503020204020204" pitchFamily="34" charset="-122"/>
                <a:ea typeface="微软雅黑" panose="020B0503020204020204" pitchFamily="34" charset="-122"/>
              </a:rPr>
              <a:t>，交换机会不断修改同一</a:t>
            </a:r>
            <a:r>
              <a:rPr lang="en-US" altLang="zh-CN" dirty="0">
                <a:solidFill>
                  <a:srgbClr val="000000"/>
                </a:solidFill>
                <a:latin typeface="微软雅黑" panose="020B0503020204020204" pitchFamily="34" charset="-122"/>
                <a:ea typeface="微软雅黑" panose="020B0503020204020204" pitchFamily="34" charset="-122"/>
              </a:rPr>
              <a:t>MAC</a:t>
            </a:r>
            <a:r>
              <a:rPr lang="zh-CN" altLang="en-US" dirty="0">
                <a:solidFill>
                  <a:srgbClr val="000000"/>
                </a:solidFill>
                <a:latin typeface="微软雅黑" panose="020B0503020204020204" pitchFamily="34" charset="-122"/>
                <a:ea typeface="微软雅黑" panose="020B0503020204020204" pitchFamily="34" charset="-122"/>
              </a:rPr>
              <a:t>地址对应的</a:t>
            </a:r>
            <a:r>
              <a:rPr kumimoji="0" lang="zh-CN" altLang="en-US" dirty="0">
                <a:solidFill>
                  <a:srgbClr val="000000"/>
                </a:solidFill>
                <a:latin typeface="微软雅黑" panose="020B0503020204020204" pitchFamily="34" charset="-122"/>
                <a:ea typeface="微软雅黑" panose="020B0503020204020204" pitchFamily="34" charset="-122"/>
              </a:rPr>
              <a:t>端口。</a:t>
            </a:r>
            <a:endParaRPr kumimoji="1" lang="zh-CN" altLang="en-US" dirty="0">
              <a:latin typeface="微软雅黑" panose="020B0503020204020204" pitchFamily="34" charset="-122"/>
              <a:ea typeface="微软雅黑" panose="020B0503020204020204" pitchFamily="34" charset="-122"/>
            </a:endParaRPr>
          </a:p>
        </p:txBody>
      </p:sp>
      <p:sp>
        <p:nvSpPr>
          <p:cNvPr id="72" name="Rectangle 8"/>
          <p:cNvSpPr>
            <a:spLocks noChangeArrowheads="1"/>
          </p:cNvSpPr>
          <p:nvPr/>
        </p:nvSpPr>
        <p:spPr bwMode="auto">
          <a:xfrm>
            <a:off x="2831864" y="3324687"/>
            <a:ext cx="1154113" cy="303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3548" tIns="51774" rIns="103548" bIns="51774">
            <a:spAutoFit/>
          </a:bodyPr>
          <a:lstStyle>
            <a:lvl1pPr defTabSz="1028700">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defTabSz="102870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defTabSz="10287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defTabSz="10287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defTabSz="10287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defTabSz="10287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defTabSz="10287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defTabSz="10287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defTabSz="10287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marL="0" marR="0" lvl="0" indent="0" algn="l" defTabSz="1028700" rtl="0" eaLnBrk="1" fontAlgn="auto" latinLnBrk="0" hangingPunct="1">
              <a:lnSpc>
                <a:spcPct val="100000"/>
              </a:lnSpc>
              <a:spcBef>
                <a:spcPct val="50000"/>
              </a:spcBef>
              <a:spcAft>
                <a:spcPts val="0"/>
              </a:spcAft>
              <a:buClrTx/>
              <a:buSzTx/>
              <a:buFontTx/>
              <a:buNone/>
              <a:defRPr/>
            </a:pPr>
            <a:r>
              <a:rPr kumimoji="0" lang="en-US" altLang="zh-CN" sz="13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Server/PC X</a:t>
            </a:r>
          </a:p>
        </p:txBody>
      </p:sp>
      <p:sp>
        <p:nvSpPr>
          <p:cNvPr id="75" name="Rectangle 10"/>
          <p:cNvSpPr>
            <a:spLocks noChangeArrowheads="1"/>
          </p:cNvSpPr>
          <p:nvPr/>
        </p:nvSpPr>
        <p:spPr bwMode="auto">
          <a:xfrm>
            <a:off x="6540359" y="3323237"/>
            <a:ext cx="1427163" cy="50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3548" tIns="51774" rIns="103548" bIns="51774">
            <a:spAutoFit/>
          </a:bodyPr>
          <a:lstStyle>
            <a:lvl1pPr defTabSz="1028700">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defTabSz="102870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defTabSz="10287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defTabSz="10287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defTabSz="10287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defTabSz="10287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defTabSz="10287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defTabSz="10287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defTabSz="10287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marL="0" marR="0" lvl="0" indent="0" algn="l" defTabSz="1028700" rtl="0" eaLnBrk="1" fontAlgn="auto" latinLnBrk="0" hangingPunct="1">
              <a:lnSpc>
                <a:spcPct val="100000"/>
              </a:lnSpc>
              <a:spcBef>
                <a:spcPct val="50000"/>
              </a:spcBef>
              <a:spcAft>
                <a:spcPts val="0"/>
              </a:spcAft>
              <a:buClrTx/>
              <a:buSzTx/>
              <a:buFontTx/>
              <a:buNone/>
              <a:defRPr/>
            </a:pPr>
            <a:r>
              <a:rPr kumimoji="0" lang="en-US" altLang="zh-CN" sz="13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Router Y</a:t>
            </a:r>
            <a:br>
              <a:rPr kumimoji="0" lang="en-US" altLang="zh-CN" sz="13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br>
            <a:endParaRPr kumimoji="0" lang="en-US" altLang="zh-CN" sz="13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81" name="Line 12"/>
          <p:cNvSpPr>
            <a:spLocks noChangeShapeType="1"/>
          </p:cNvSpPr>
          <p:nvPr/>
        </p:nvSpPr>
        <p:spPr bwMode="auto">
          <a:xfrm>
            <a:off x="3049352" y="4252620"/>
            <a:ext cx="6337300"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82" name="Line 13"/>
          <p:cNvSpPr>
            <a:spLocks noChangeShapeType="1"/>
          </p:cNvSpPr>
          <p:nvPr/>
        </p:nvSpPr>
        <p:spPr bwMode="auto">
          <a:xfrm>
            <a:off x="4273314" y="3963695"/>
            <a:ext cx="0" cy="288925"/>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83" name="Line 14"/>
          <p:cNvSpPr>
            <a:spLocks noChangeShapeType="1"/>
          </p:cNvSpPr>
          <p:nvPr/>
        </p:nvSpPr>
        <p:spPr bwMode="auto">
          <a:xfrm>
            <a:off x="7802327" y="3892258"/>
            <a:ext cx="0" cy="360362"/>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84" name="Line 15"/>
          <p:cNvSpPr>
            <a:spLocks noChangeShapeType="1"/>
          </p:cNvSpPr>
          <p:nvPr/>
        </p:nvSpPr>
        <p:spPr bwMode="auto">
          <a:xfrm>
            <a:off x="2977914" y="6052845"/>
            <a:ext cx="6335713"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85" name="Line 16"/>
          <p:cNvSpPr>
            <a:spLocks noChangeShapeType="1"/>
          </p:cNvSpPr>
          <p:nvPr/>
        </p:nvSpPr>
        <p:spPr bwMode="auto">
          <a:xfrm>
            <a:off x="4489214" y="4252620"/>
            <a:ext cx="0" cy="1800225"/>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87" name="Line 18"/>
          <p:cNvSpPr>
            <a:spLocks noChangeShapeType="1"/>
          </p:cNvSpPr>
          <p:nvPr/>
        </p:nvSpPr>
        <p:spPr bwMode="auto">
          <a:xfrm>
            <a:off x="7513402" y="4252620"/>
            <a:ext cx="0" cy="1800225"/>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89" name="Text Box 20"/>
          <p:cNvSpPr txBox="1">
            <a:spLocks noChangeArrowheads="1"/>
          </p:cNvSpPr>
          <p:nvPr/>
        </p:nvSpPr>
        <p:spPr bwMode="auto">
          <a:xfrm>
            <a:off x="8429389" y="4097045"/>
            <a:ext cx="649537" cy="433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marL="457200" marR="0" lvl="0" indent="-457200" algn="l" defTabSz="914400" rtl="0" eaLnBrk="1" fontAlgn="auto" latinLnBrk="0" hangingPunct="1">
              <a:lnSpc>
                <a:spcPts val="3100"/>
              </a:lnSpc>
              <a:spcBef>
                <a:spcPct val="20000"/>
              </a:spcBef>
              <a:spcAft>
                <a:spcPts val="0"/>
              </a:spcAft>
              <a:buClr>
                <a:srgbClr val="A50021"/>
              </a:buClr>
              <a:buSzPct val="75000"/>
              <a:buFont typeface="Wingdings" panose="05000000000000000000" pitchFamily="2" charset="2"/>
              <a:buNone/>
              <a:defRPr/>
            </a:pPr>
            <a:r>
              <a:rPr kumimoji="0" lang="zh-CN" altLang="en-US" sz="14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网段</a:t>
            </a:r>
            <a:r>
              <a:rPr kumimoji="0" lang="en-US" altLang="zh-CN" sz="14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1</a:t>
            </a:r>
          </a:p>
        </p:txBody>
      </p:sp>
      <p:sp>
        <p:nvSpPr>
          <p:cNvPr id="90" name="Text Box 21"/>
          <p:cNvSpPr txBox="1">
            <a:spLocks noChangeArrowheads="1"/>
          </p:cNvSpPr>
          <p:nvPr/>
        </p:nvSpPr>
        <p:spPr bwMode="auto">
          <a:xfrm>
            <a:off x="8450496" y="5906925"/>
            <a:ext cx="649537" cy="433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marL="457200" marR="0" lvl="0" indent="-457200" algn="l" defTabSz="914400" rtl="0" eaLnBrk="1" fontAlgn="auto" latinLnBrk="0" hangingPunct="1">
              <a:lnSpc>
                <a:spcPts val="3100"/>
              </a:lnSpc>
              <a:spcBef>
                <a:spcPct val="20000"/>
              </a:spcBef>
              <a:spcAft>
                <a:spcPts val="0"/>
              </a:spcAft>
              <a:buClr>
                <a:srgbClr val="A50021"/>
              </a:buClr>
              <a:buSzPct val="75000"/>
              <a:buFont typeface="Wingdings" panose="05000000000000000000" pitchFamily="2" charset="2"/>
              <a:buNone/>
              <a:defRPr/>
            </a:pPr>
            <a:r>
              <a:rPr kumimoji="0" lang="zh-CN" altLang="en-US"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网段</a:t>
            </a:r>
            <a:r>
              <a:rPr kumimoji="0" lang="en-US" altLang="zh-CN"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2</a:t>
            </a:r>
          </a:p>
        </p:txBody>
      </p:sp>
      <p:sp>
        <p:nvSpPr>
          <p:cNvPr id="149" name="Freeform 23"/>
          <p:cNvSpPr/>
          <p:nvPr/>
        </p:nvSpPr>
        <p:spPr bwMode="auto">
          <a:xfrm>
            <a:off x="8234127" y="3604920"/>
            <a:ext cx="863600" cy="215900"/>
          </a:xfrm>
          <a:custGeom>
            <a:avLst/>
            <a:gdLst>
              <a:gd name="T0" fmla="*/ 0 w 2017"/>
              <a:gd name="T1" fmla="*/ 0 h 97"/>
              <a:gd name="T2" fmla="*/ 2147483646 w 2017"/>
              <a:gd name="T3" fmla="*/ 0 h 97"/>
              <a:gd name="T4" fmla="*/ 2147483646 w 2017"/>
              <a:gd name="T5" fmla="*/ 2147483646 h 97"/>
              <a:gd name="T6" fmla="*/ 2147483646 w 2017"/>
              <a:gd name="T7" fmla="*/ 2147483646 h 9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17" h="97">
                <a:moveTo>
                  <a:pt x="0" y="0"/>
                </a:moveTo>
                <a:lnTo>
                  <a:pt x="1008" y="0"/>
                </a:lnTo>
                <a:lnTo>
                  <a:pt x="912" y="96"/>
                </a:lnTo>
                <a:lnTo>
                  <a:pt x="2016" y="96"/>
                </a:lnTo>
              </a:path>
            </a:pathLst>
          </a:custGeom>
          <a:noFill/>
          <a:ln w="25400" cap="rnd" cmpd="sng">
            <a:solidFill>
              <a:srgbClr val="CF0E30"/>
            </a:solidFill>
            <a:prstDash val="solid"/>
            <a:round/>
            <a:headEnd type="none" w="sm" len="sm"/>
            <a:tailEnd type="none" w="sm" len="sm"/>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50" name="Text Box 24"/>
          <p:cNvSpPr txBox="1">
            <a:spLocks noChangeArrowheads="1"/>
          </p:cNvSpPr>
          <p:nvPr/>
        </p:nvSpPr>
        <p:spPr bwMode="auto">
          <a:xfrm>
            <a:off x="3113166" y="4891643"/>
            <a:ext cx="920124" cy="433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marL="457200" marR="0" lvl="0" indent="-457200" algn="l" defTabSz="914400" rtl="0" eaLnBrk="1" fontAlgn="auto" latinLnBrk="0" hangingPunct="1">
              <a:lnSpc>
                <a:spcPts val="3100"/>
              </a:lnSpc>
              <a:spcBef>
                <a:spcPct val="20000"/>
              </a:spcBef>
              <a:spcAft>
                <a:spcPts val="0"/>
              </a:spcAft>
              <a:buClr>
                <a:srgbClr val="A50021"/>
              </a:buClr>
              <a:buSzPct val="75000"/>
              <a:buFont typeface="Wingdings" panose="05000000000000000000" pitchFamily="2" charset="2"/>
              <a:buNone/>
              <a:defRPr/>
            </a:pPr>
            <a:r>
              <a:rPr kumimoji="0" lang="en-US" altLang="zh-CN"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Switch A</a:t>
            </a:r>
          </a:p>
        </p:txBody>
      </p:sp>
      <p:sp>
        <p:nvSpPr>
          <p:cNvPr id="151" name="Text Box 25"/>
          <p:cNvSpPr txBox="1">
            <a:spLocks noChangeArrowheads="1"/>
          </p:cNvSpPr>
          <p:nvPr/>
        </p:nvSpPr>
        <p:spPr bwMode="auto">
          <a:xfrm>
            <a:off x="7967522" y="4915731"/>
            <a:ext cx="905697" cy="433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marL="457200" marR="0" lvl="0" indent="-457200" algn="l" defTabSz="914400" rtl="0" eaLnBrk="1" fontAlgn="auto" latinLnBrk="0" hangingPunct="1">
              <a:lnSpc>
                <a:spcPts val="3100"/>
              </a:lnSpc>
              <a:spcBef>
                <a:spcPct val="20000"/>
              </a:spcBef>
              <a:spcAft>
                <a:spcPts val="0"/>
              </a:spcAft>
              <a:buClr>
                <a:srgbClr val="A50021"/>
              </a:buClr>
              <a:buSzPct val="75000"/>
              <a:buFont typeface="Wingdings" panose="05000000000000000000" pitchFamily="2" charset="2"/>
              <a:buNone/>
              <a:defRPr/>
            </a:pPr>
            <a:r>
              <a:rPr kumimoji="0" lang="en-US" altLang="zh-CN"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Switch B</a:t>
            </a:r>
          </a:p>
        </p:txBody>
      </p:sp>
      <p:pic>
        <p:nvPicPr>
          <p:cNvPr id="152" name="Picture 31" descr="服务器类"/>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18517" y="3075948"/>
            <a:ext cx="709593" cy="10198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 name="Picture 30" descr="通用路由器"/>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34015" y="3248241"/>
            <a:ext cx="900112" cy="67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4" name="Picture 5" descr="通用交换机"/>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84607" y="4860422"/>
            <a:ext cx="809214" cy="5886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5" name="Picture 5" descr="通用交换机"/>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108795" y="4885619"/>
            <a:ext cx="809214" cy="5886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 name="Text Box 26"/>
          <p:cNvSpPr txBox="1">
            <a:spLocks noChangeArrowheads="1"/>
          </p:cNvSpPr>
          <p:nvPr/>
        </p:nvSpPr>
        <p:spPr bwMode="auto">
          <a:xfrm>
            <a:off x="3982207" y="4159905"/>
            <a:ext cx="582211" cy="8419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wrap="square">
            <a:spAutoFit/>
          </a:bodyPr>
          <a:lstStyle>
            <a:lvl1pPr marL="457200" indent="-457200">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marL="457200" marR="0" lvl="0" indent="-457200" algn="ctr" defTabSz="914400" rtl="0" eaLnBrk="1" fontAlgn="auto" latinLnBrk="0" hangingPunct="1">
              <a:lnSpc>
                <a:spcPts val="3100"/>
              </a:lnSpc>
              <a:spcBef>
                <a:spcPct val="20000"/>
              </a:spcBef>
              <a:spcAft>
                <a:spcPts val="0"/>
              </a:spcAft>
              <a:buClr>
                <a:srgbClr val="A50021"/>
              </a:buClr>
              <a:buSzPct val="75000"/>
              <a:buFont typeface="Wingdings" panose="05000000000000000000" pitchFamily="2" charset="2"/>
              <a:buNone/>
              <a:defRPr/>
            </a:pPr>
            <a:r>
              <a:rPr kumimoji="0" lang="zh-CN" altLang="en-US" sz="1400" b="0" i="0" u="none" strike="noStrike" kern="1200" cap="none" spc="0" normalizeH="0" baseline="0" noProof="0" dirty="0">
                <a:ln>
                  <a:noFill/>
                </a:ln>
                <a:solidFill>
                  <a:srgbClr val="020202"/>
                </a:solidFill>
                <a:effectLst/>
                <a:uLnTx/>
                <a:uFillTx/>
                <a:latin typeface="微软雅黑" panose="020B0503020204020204" pitchFamily="34" charset="-122"/>
                <a:ea typeface="微软雅黑" panose="020B0503020204020204" pitchFamily="34" charset="-122"/>
                <a:cs typeface="+mn-cs"/>
              </a:rPr>
              <a:t>单播帧</a:t>
            </a:r>
          </a:p>
        </p:txBody>
      </p:sp>
      <p:sp>
        <p:nvSpPr>
          <p:cNvPr id="31" name="Line 29"/>
          <p:cNvSpPr>
            <a:spLocks noChangeShapeType="1"/>
          </p:cNvSpPr>
          <p:nvPr/>
        </p:nvSpPr>
        <p:spPr bwMode="auto">
          <a:xfrm>
            <a:off x="4360951" y="4377811"/>
            <a:ext cx="3304800" cy="0"/>
          </a:xfrm>
          <a:prstGeom prst="line">
            <a:avLst/>
          </a:prstGeom>
          <a:noFill/>
          <a:ln w="38100">
            <a:solidFill>
              <a:srgbClr val="800000"/>
            </a:solidFill>
            <a:round/>
          </a:ln>
          <a:extLst>
            <a:ext uri="{909E8E84-426E-40DD-AFC4-6F175D3DCCD1}">
              <a14:hiddenFill xmlns:a14="http://schemas.microsoft.com/office/drawing/2010/main">
                <a:noFill/>
              </a14:hiddenFill>
            </a:ext>
          </a:extLst>
        </p:spPr>
        <p:txBody>
          <a:bodyPr wrap="square">
            <a:spAutoFit/>
          </a:bodyPr>
          <a:lstStyle/>
          <a:p>
            <a:endParaRPr lang="zh-CN" altLang="en-US"/>
          </a:p>
        </p:txBody>
      </p:sp>
      <p:sp>
        <p:nvSpPr>
          <p:cNvPr id="36" name="Line 30"/>
          <p:cNvSpPr>
            <a:spLocks noChangeShapeType="1"/>
          </p:cNvSpPr>
          <p:nvPr/>
        </p:nvSpPr>
        <p:spPr bwMode="auto">
          <a:xfrm>
            <a:off x="4360951" y="3928549"/>
            <a:ext cx="0" cy="936625"/>
          </a:xfrm>
          <a:prstGeom prst="line">
            <a:avLst/>
          </a:prstGeom>
          <a:noFill/>
          <a:ln w="38100">
            <a:solidFill>
              <a:srgbClr val="800000"/>
            </a:solidFill>
            <a:round/>
            <a:tailEnd type="triangle" w="med" len="med"/>
          </a:ln>
          <a:extLst>
            <a:ext uri="{909E8E84-426E-40DD-AFC4-6F175D3DCCD1}">
              <a14:hiddenFill xmlns:a14="http://schemas.microsoft.com/office/drawing/2010/main">
                <a:noFill/>
              </a14:hiddenFill>
            </a:ext>
          </a:extLst>
        </p:spPr>
        <p:txBody>
          <a:bodyPr>
            <a:spAutoFit/>
          </a:bodyPr>
          <a:lstStyle/>
          <a:p>
            <a:endParaRPr lang="zh-CN" altLang="en-US" dirty="0"/>
          </a:p>
        </p:txBody>
      </p:sp>
      <p:sp>
        <p:nvSpPr>
          <p:cNvPr id="37" name="Line 32"/>
          <p:cNvSpPr>
            <a:spLocks noChangeShapeType="1"/>
          </p:cNvSpPr>
          <p:nvPr/>
        </p:nvSpPr>
        <p:spPr bwMode="auto">
          <a:xfrm>
            <a:off x="7638264" y="4377811"/>
            <a:ext cx="0" cy="504825"/>
          </a:xfrm>
          <a:prstGeom prst="line">
            <a:avLst/>
          </a:prstGeom>
          <a:noFill/>
          <a:ln w="38100">
            <a:solidFill>
              <a:srgbClr val="800000"/>
            </a:solidFill>
            <a:rou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grpSp>
        <p:nvGrpSpPr>
          <p:cNvPr id="39" name="Group 33"/>
          <p:cNvGrpSpPr/>
          <p:nvPr/>
        </p:nvGrpSpPr>
        <p:grpSpPr bwMode="auto">
          <a:xfrm>
            <a:off x="4649876" y="5374759"/>
            <a:ext cx="3095625" cy="828674"/>
            <a:chOff x="2082" y="2924"/>
            <a:chExt cx="1950" cy="522"/>
          </a:xfrm>
        </p:grpSpPr>
        <p:sp>
          <p:nvSpPr>
            <p:cNvPr id="40" name="Line 34"/>
            <p:cNvSpPr>
              <a:spLocks noChangeShapeType="1"/>
            </p:cNvSpPr>
            <p:nvPr/>
          </p:nvSpPr>
          <p:spPr bwMode="auto">
            <a:xfrm flipV="1">
              <a:off x="4025" y="2924"/>
              <a:ext cx="0" cy="522"/>
            </a:xfrm>
            <a:prstGeom prst="line">
              <a:avLst/>
            </a:prstGeom>
            <a:noFill/>
            <a:ln w="38100">
              <a:solidFill>
                <a:srgbClr val="800000"/>
              </a:solidFill>
              <a:rou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41" name="Line 35"/>
            <p:cNvSpPr>
              <a:spLocks noChangeShapeType="1"/>
            </p:cNvSpPr>
            <p:nvPr/>
          </p:nvSpPr>
          <p:spPr bwMode="auto">
            <a:xfrm>
              <a:off x="2082" y="3437"/>
              <a:ext cx="1950" cy="0"/>
            </a:xfrm>
            <a:prstGeom prst="line">
              <a:avLst/>
            </a:prstGeom>
            <a:noFill/>
            <a:ln w="38100">
              <a:solidFill>
                <a:srgbClr val="800000"/>
              </a:solidFill>
              <a:round/>
            </a:ln>
            <a:extLst>
              <a:ext uri="{909E8E84-426E-40DD-AFC4-6F175D3DCCD1}">
                <a14:hiddenFill xmlns:a14="http://schemas.microsoft.com/office/drawing/2010/main">
                  <a:noFill/>
                </a14:hiddenFill>
              </a:ext>
            </a:extLst>
          </p:spPr>
          <p:txBody>
            <a:bodyPr>
              <a:spAutoFit/>
            </a:bodyPr>
            <a:lstStyle/>
            <a:p>
              <a:endParaRPr lang="zh-CN" altLang="en-US"/>
            </a:p>
          </p:txBody>
        </p:sp>
      </p:grpSp>
      <p:grpSp>
        <p:nvGrpSpPr>
          <p:cNvPr id="42" name="Group 36"/>
          <p:cNvGrpSpPr/>
          <p:nvPr/>
        </p:nvGrpSpPr>
        <p:grpSpPr bwMode="auto">
          <a:xfrm>
            <a:off x="4332376" y="5457316"/>
            <a:ext cx="3024188" cy="468313"/>
            <a:chOff x="1900" y="2965"/>
            <a:chExt cx="1905" cy="295"/>
          </a:xfrm>
        </p:grpSpPr>
        <p:sp>
          <p:nvSpPr>
            <p:cNvPr id="44" name="Line 37"/>
            <p:cNvSpPr>
              <a:spLocks noChangeShapeType="1"/>
            </p:cNvSpPr>
            <p:nvPr/>
          </p:nvSpPr>
          <p:spPr bwMode="auto">
            <a:xfrm flipV="1">
              <a:off x="1900" y="2965"/>
              <a:ext cx="0" cy="295"/>
            </a:xfrm>
            <a:prstGeom prst="line">
              <a:avLst/>
            </a:prstGeom>
            <a:noFill/>
            <a:ln w="38100">
              <a:solidFill>
                <a:srgbClr val="800000"/>
              </a:solidFill>
              <a:rou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45" name="Line 38"/>
            <p:cNvSpPr>
              <a:spLocks noChangeShapeType="1"/>
            </p:cNvSpPr>
            <p:nvPr/>
          </p:nvSpPr>
          <p:spPr bwMode="auto">
            <a:xfrm>
              <a:off x="1900" y="3249"/>
              <a:ext cx="1905" cy="0"/>
            </a:xfrm>
            <a:prstGeom prst="line">
              <a:avLst/>
            </a:prstGeom>
            <a:noFill/>
            <a:ln w="38100">
              <a:solidFill>
                <a:srgbClr val="800000"/>
              </a:solidFill>
              <a:round/>
            </a:ln>
            <a:extLst>
              <a:ext uri="{909E8E84-426E-40DD-AFC4-6F175D3DCCD1}">
                <a14:hiddenFill xmlns:a14="http://schemas.microsoft.com/office/drawing/2010/main">
                  <a:noFill/>
                </a14:hiddenFill>
              </a:ext>
            </a:extLst>
          </p:spPr>
          <p:txBody>
            <a:bodyPr>
              <a:spAutoFit/>
            </a:bodyPr>
            <a:lstStyle/>
            <a:p>
              <a:endParaRPr lang="zh-CN" altLang="en-US"/>
            </a:p>
          </p:txBody>
        </p:sp>
      </p:grpSp>
      <p:sp>
        <p:nvSpPr>
          <p:cNvPr id="46" name="Text Box 39"/>
          <p:cNvSpPr txBox="1">
            <a:spLocks noChangeArrowheads="1"/>
          </p:cNvSpPr>
          <p:nvPr/>
        </p:nvSpPr>
        <p:spPr bwMode="auto">
          <a:xfrm>
            <a:off x="1055687" y="3711574"/>
            <a:ext cx="1420582" cy="824841"/>
          </a:xfrm>
          <a:prstGeom prst="rect">
            <a:avLst/>
          </a:prstGeom>
          <a:solidFill>
            <a:schemeClr val="bg1">
              <a:lumMod val="85000"/>
            </a:schemeClr>
          </a:solidFill>
          <a:ln w="9525">
            <a:solidFill>
              <a:srgbClr val="7030A0"/>
            </a:solidFill>
            <a:miter lim="800000"/>
          </a:ln>
          <a:effectLst>
            <a:outerShdw dist="107763" dir="2700000" algn="ctr" rotWithShape="0">
              <a:schemeClr val="bg2">
                <a:alpha val="50000"/>
              </a:schemeClr>
            </a:outerShdw>
          </a:effectLst>
        </p:spPr>
        <p:txBody>
          <a:bodyPr wrap="none">
            <a:spAutoFit/>
          </a:bodyPr>
          <a:lstStyle>
            <a:lvl1pPr marL="457200" indent="-457200">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eaLnBrk="1" hangingPunct="1">
              <a:buFont typeface="Wingdings" panose="05000000000000000000" pitchFamily="2" charset="2"/>
              <a:buNone/>
            </a:pPr>
            <a:r>
              <a:rPr kumimoji="0" lang="en-US" altLang="zh-CN" sz="1400" dirty="0">
                <a:solidFill>
                  <a:srgbClr val="020202"/>
                </a:solidFill>
                <a:latin typeface="Arial" panose="020B0604020202090204" pitchFamily="34" charset="0"/>
              </a:rPr>
              <a:t>…</a:t>
            </a:r>
            <a:endParaRPr kumimoji="0" lang="en-US" altLang="zh-CN" sz="1400" dirty="0">
              <a:solidFill>
                <a:srgbClr val="020202"/>
              </a:solidFill>
              <a:latin typeface="Tahoma" panose="020B0604030504040204" pitchFamily="34" charset="0"/>
            </a:endParaRPr>
          </a:p>
          <a:p>
            <a:pPr eaLnBrk="1" hangingPunct="1">
              <a:buFont typeface="Wingdings" panose="05000000000000000000" pitchFamily="2" charset="2"/>
              <a:buNone/>
            </a:pPr>
            <a:r>
              <a:rPr kumimoji="0" lang="en-US" altLang="zh-CN" sz="1400" dirty="0">
                <a:solidFill>
                  <a:srgbClr val="020202"/>
                </a:solidFill>
                <a:latin typeface="Tahoma" panose="020B0604030504040204" pitchFamily="34" charset="0"/>
              </a:rPr>
              <a:t>MAC_X    </a:t>
            </a:r>
            <a:r>
              <a:rPr kumimoji="0" lang="zh-CN" altLang="en-US" sz="1400" dirty="0">
                <a:solidFill>
                  <a:srgbClr val="020202"/>
                </a:solidFill>
                <a:latin typeface="Tahoma" panose="020B0604030504040204" pitchFamily="34" charset="0"/>
              </a:rPr>
              <a:t>端口</a:t>
            </a:r>
            <a:r>
              <a:rPr kumimoji="0" lang="en-US" altLang="zh-CN" sz="1400" dirty="0">
                <a:solidFill>
                  <a:srgbClr val="020202"/>
                </a:solidFill>
                <a:latin typeface="Tahoma" panose="020B0604030504040204" pitchFamily="34" charset="0"/>
              </a:rPr>
              <a:t>1</a:t>
            </a:r>
          </a:p>
          <a:p>
            <a:pPr eaLnBrk="1" hangingPunct="1">
              <a:buFont typeface="Wingdings" panose="05000000000000000000" pitchFamily="2" charset="2"/>
              <a:buNone/>
            </a:pPr>
            <a:r>
              <a:rPr kumimoji="0" lang="en-US" altLang="zh-CN" sz="1400" dirty="0">
                <a:solidFill>
                  <a:srgbClr val="020202"/>
                </a:solidFill>
                <a:latin typeface="Arial" panose="020B0604020202090204" pitchFamily="34" charset="0"/>
              </a:rPr>
              <a:t>…</a:t>
            </a:r>
            <a:endParaRPr kumimoji="0" lang="en-US" altLang="zh-CN" sz="1400" dirty="0">
              <a:solidFill>
                <a:srgbClr val="020202"/>
              </a:solidFill>
              <a:latin typeface="Tahoma" panose="020B0604030504040204" pitchFamily="34" charset="0"/>
            </a:endParaRPr>
          </a:p>
        </p:txBody>
      </p:sp>
      <p:sp>
        <p:nvSpPr>
          <p:cNvPr id="47" name="Text Box 44"/>
          <p:cNvSpPr txBox="1">
            <a:spLocks noChangeArrowheads="1"/>
          </p:cNvSpPr>
          <p:nvPr/>
        </p:nvSpPr>
        <p:spPr bwMode="auto">
          <a:xfrm>
            <a:off x="9826089" y="3711574"/>
            <a:ext cx="1420582" cy="824841"/>
          </a:xfrm>
          <a:prstGeom prst="rect">
            <a:avLst/>
          </a:prstGeom>
          <a:solidFill>
            <a:schemeClr val="bg1">
              <a:lumMod val="85000"/>
            </a:schemeClr>
          </a:solidFill>
          <a:ln w="9525">
            <a:solidFill>
              <a:srgbClr val="7030A0"/>
            </a:solidFill>
            <a:miter lim="800000"/>
          </a:ln>
          <a:effectLst>
            <a:outerShdw dist="107763" dir="2700000" algn="ctr" rotWithShape="0">
              <a:schemeClr val="bg2">
                <a:alpha val="50000"/>
              </a:schemeClr>
            </a:outerShdw>
          </a:effectLst>
        </p:spPr>
        <p:txBody>
          <a:bodyPr wrap="none">
            <a:spAutoFit/>
          </a:bodyPr>
          <a:lstStyle>
            <a:lvl1pPr marL="457200" indent="-457200">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eaLnBrk="1" hangingPunct="1">
              <a:buFont typeface="Wingdings" panose="05000000000000000000" pitchFamily="2" charset="2"/>
              <a:buNone/>
            </a:pPr>
            <a:r>
              <a:rPr kumimoji="0" lang="en-US" altLang="zh-CN" sz="1400" dirty="0">
                <a:solidFill>
                  <a:srgbClr val="020202"/>
                </a:solidFill>
                <a:latin typeface="Arial" panose="020B0604020202090204" pitchFamily="34" charset="0"/>
              </a:rPr>
              <a:t>…</a:t>
            </a:r>
            <a:endParaRPr kumimoji="0" lang="en-US" altLang="zh-CN" sz="1400" dirty="0">
              <a:solidFill>
                <a:srgbClr val="020202"/>
              </a:solidFill>
              <a:latin typeface="Tahoma" panose="020B0604030504040204" pitchFamily="34" charset="0"/>
            </a:endParaRPr>
          </a:p>
          <a:p>
            <a:pPr eaLnBrk="1" hangingPunct="1">
              <a:buFont typeface="Wingdings" panose="05000000000000000000" pitchFamily="2" charset="2"/>
              <a:buNone/>
            </a:pPr>
            <a:r>
              <a:rPr kumimoji="0" lang="en-US" altLang="zh-CN" sz="1400" dirty="0">
                <a:solidFill>
                  <a:srgbClr val="020202"/>
                </a:solidFill>
                <a:latin typeface="Tahoma" panose="020B0604030504040204" pitchFamily="34" charset="0"/>
              </a:rPr>
              <a:t>MAC_X    </a:t>
            </a:r>
            <a:r>
              <a:rPr kumimoji="0" lang="zh-CN" altLang="en-US" sz="1400" dirty="0">
                <a:solidFill>
                  <a:srgbClr val="020202"/>
                </a:solidFill>
                <a:latin typeface="Tahoma" panose="020B0604030504040204" pitchFamily="34" charset="0"/>
              </a:rPr>
              <a:t>端口</a:t>
            </a:r>
            <a:r>
              <a:rPr kumimoji="0" lang="en-US" altLang="zh-CN" sz="1400" dirty="0">
                <a:solidFill>
                  <a:srgbClr val="020202"/>
                </a:solidFill>
                <a:latin typeface="Tahoma" panose="020B0604030504040204" pitchFamily="34" charset="0"/>
              </a:rPr>
              <a:t>1</a:t>
            </a:r>
          </a:p>
          <a:p>
            <a:pPr eaLnBrk="1" hangingPunct="1">
              <a:buFont typeface="Wingdings" panose="05000000000000000000" pitchFamily="2" charset="2"/>
              <a:buNone/>
            </a:pPr>
            <a:r>
              <a:rPr kumimoji="0" lang="en-US" altLang="zh-CN" sz="1400" dirty="0">
                <a:solidFill>
                  <a:srgbClr val="020202"/>
                </a:solidFill>
                <a:latin typeface="Arial" panose="020B0604020202090204" pitchFamily="34" charset="0"/>
              </a:rPr>
              <a:t>…</a:t>
            </a:r>
            <a:endParaRPr kumimoji="0" lang="en-US" altLang="zh-CN" sz="1400" dirty="0">
              <a:solidFill>
                <a:srgbClr val="020202"/>
              </a:solidFill>
              <a:latin typeface="Tahoma" panose="020B0604030504040204" pitchFamily="34" charset="0"/>
            </a:endParaRPr>
          </a:p>
        </p:txBody>
      </p:sp>
      <p:grpSp>
        <p:nvGrpSpPr>
          <p:cNvPr id="6" name="组合 5"/>
          <p:cNvGrpSpPr/>
          <p:nvPr/>
        </p:nvGrpSpPr>
        <p:grpSpPr>
          <a:xfrm>
            <a:off x="1059899" y="4709474"/>
            <a:ext cx="1420582" cy="1475607"/>
            <a:chOff x="1084262" y="4718158"/>
            <a:chExt cx="1420582" cy="1475607"/>
          </a:xfrm>
        </p:grpSpPr>
        <p:sp>
          <p:nvSpPr>
            <p:cNvPr id="48" name="AutoShape 45"/>
            <p:cNvSpPr>
              <a:spLocks noChangeArrowheads="1"/>
            </p:cNvSpPr>
            <p:nvPr/>
          </p:nvSpPr>
          <p:spPr bwMode="auto">
            <a:xfrm rot="16200000">
              <a:off x="1514129" y="4795152"/>
              <a:ext cx="541337" cy="387350"/>
            </a:xfrm>
            <a:prstGeom prst="leftArrow">
              <a:avLst>
                <a:gd name="adj1" fmla="val 50000"/>
                <a:gd name="adj2" fmla="val 34938"/>
              </a:avLst>
            </a:prstGeom>
            <a:solidFill>
              <a:srgbClr val="A1C4E7"/>
            </a:solidFill>
            <a:ln w="9525">
              <a:solidFill>
                <a:schemeClr val="hlink"/>
              </a:solidFill>
              <a:miter lim="800000"/>
            </a:ln>
          </p:spPr>
          <p:txBody>
            <a:bodyPr anchor="ctr">
              <a:spAutoFit/>
            </a:bodyPr>
            <a:lstStyle>
              <a:lvl1pPr>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eaLnBrk="1" hangingPunct="1">
                <a:lnSpc>
                  <a:spcPts val="3100"/>
                </a:lnSpc>
                <a:buFont typeface="Wingdings" panose="05000000000000000000" pitchFamily="2" charset="2"/>
                <a:buNone/>
              </a:pPr>
              <a:endParaRPr kumimoji="0" lang="zh-CN" altLang="en-US" dirty="0">
                <a:solidFill>
                  <a:srgbClr val="020202"/>
                </a:solidFill>
                <a:latin typeface="Tahoma" panose="020B0604030504040204" pitchFamily="34" charset="0"/>
              </a:endParaRPr>
            </a:p>
          </p:txBody>
        </p:sp>
        <p:sp>
          <p:nvSpPr>
            <p:cNvPr id="50" name="Text Box 47"/>
            <p:cNvSpPr txBox="1">
              <a:spLocks noChangeArrowheads="1"/>
            </p:cNvSpPr>
            <p:nvPr/>
          </p:nvSpPr>
          <p:spPr bwMode="auto">
            <a:xfrm>
              <a:off x="1084262" y="5368924"/>
              <a:ext cx="1420582" cy="824841"/>
            </a:xfrm>
            <a:prstGeom prst="rect">
              <a:avLst/>
            </a:prstGeom>
            <a:solidFill>
              <a:schemeClr val="bg1">
                <a:lumMod val="85000"/>
              </a:schemeClr>
            </a:solidFill>
            <a:ln w="9525">
              <a:solidFill>
                <a:srgbClr val="7030A0"/>
              </a:solidFill>
              <a:miter lim="800000"/>
            </a:ln>
            <a:effectLst>
              <a:outerShdw dist="107763" dir="2700000" algn="ctr" rotWithShape="0">
                <a:schemeClr val="bg2">
                  <a:alpha val="50000"/>
                </a:schemeClr>
              </a:outerShdw>
            </a:effectLst>
          </p:spPr>
          <p:txBody>
            <a:bodyPr wrap="none">
              <a:spAutoFit/>
            </a:bodyPr>
            <a:lstStyle>
              <a:lvl1pPr marL="457200" indent="-457200">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eaLnBrk="1" hangingPunct="1">
                <a:buFont typeface="Wingdings" panose="05000000000000000000" pitchFamily="2" charset="2"/>
                <a:buNone/>
              </a:pPr>
              <a:r>
                <a:rPr kumimoji="0" lang="en-US" altLang="zh-CN" sz="1400" dirty="0">
                  <a:solidFill>
                    <a:srgbClr val="020202"/>
                  </a:solidFill>
                  <a:latin typeface="Arial" panose="020B0604020202090204" pitchFamily="34" charset="0"/>
                </a:rPr>
                <a:t>…</a:t>
              </a:r>
              <a:endParaRPr kumimoji="0" lang="en-US" altLang="zh-CN" sz="1400" dirty="0">
                <a:solidFill>
                  <a:srgbClr val="020202"/>
                </a:solidFill>
                <a:latin typeface="Tahoma" panose="020B0604030504040204" pitchFamily="34" charset="0"/>
              </a:endParaRPr>
            </a:p>
            <a:p>
              <a:pPr eaLnBrk="1" hangingPunct="1">
                <a:buFont typeface="Wingdings" panose="05000000000000000000" pitchFamily="2" charset="2"/>
                <a:buNone/>
              </a:pPr>
              <a:r>
                <a:rPr kumimoji="0" lang="en-US" altLang="zh-CN" sz="1400" dirty="0">
                  <a:solidFill>
                    <a:srgbClr val="020202"/>
                  </a:solidFill>
                  <a:latin typeface="Tahoma" panose="020B0604030504040204" pitchFamily="34" charset="0"/>
                </a:rPr>
                <a:t>MAC_X    </a:t>
              </a:r>
              <a:r>
                <a:rPr kumimoji="0" lang="zh-CN" altLang="en-US" sz="1400" dirty="0">
                  <a:solidFill>
                    <a:srgbClr val="020202"/>
                  </a:solidFill>
                  <a:latin typeface="Tahoma" panose="020B0604030504040204" pitchFamily="34" charset="0"/>
                </a:rPr>
                <a:t>端口</a:t>
              </a:r>
              <a:r>
                <a:rPr kumimoji="0" lang="en-US" altLang="zh-CN" sz="1400" dirty="0">
                  <a:solidFill>
                    <a:srgbClr val="020202"/>
                  </a:solidFill>
                  <a:latin typeface="Tahoma" panose="020B0604030504040204" pitchFamily="34" charset="0"/>
                </a:rPr>
                <a:t>2</a:t>
              </a:r>
            </a:p>
            <a:p>
              <a:pPr eaLnBrk="1" hangingPunct="1">
                <a:buFont typeface="Wingdings" panose="05000000000000000000" pitchFamily="2" charset="2"/>
                <a:buNone/>
              </a:pPr>
              <a:r>
                <a:rPr kumimoji="0" lang="en-US" altLang="zh-CN" sz="1400" dirty="0">
                  <a:solidFill>
                    <a:srgbClr val="020202"/>
                  </a:solidFill>
                  <a:latin typeface="Arial" panose="020B0604020202090204" pitchFamily="34" charset="0"/>
                </a:rPr>
                <a:t>…</a:t>
              </a:r>
              <a:endParaRPr kumimoji="0" lang="en-US" altLang="zh-CN" sz="1400" dirty="0">
                <a:solidFill>
                  <a:srgbClr val="020202"/>
                </a:solidFill>
                <a:latin typeface="Tahoma" panose="020B0604030504040204" pitchFamily="34" charset="0"/>
              </a:endParaRPr>
            </a:p>
          </p:txBody>
        </p:sp>
      </p:grpSp>
      <p:grpSp>
        <p:nvGrpSpPr>
          <p:cNvPr id="5" name="组合 4"/>
          <p:cNvGrpSpPr/>
          <p:nvPr/>
        </p:nvGrpSpPr>
        <p:grpSpPr>
          <a:xfrm>
            <a:off x="9857208" y="4717793"/>
            <a:ext cx="1420582" cy="1467288"/>
            <a:chOff x="9897526" y="4726477"/>
            <a:chExt cx="1420582" cy="1467288"/>
          </a:xfrm>
        </p:grpSpPr>
        <p:sp>
          <p:nvSpPr>
            <p:cNvPr id="49" name="AutoShape 46"/>
            <p:cNvSpPr>
              <a:spLocks noChangeArrowheads="1"/>
            </p:cNvSpPr>
            <p:nvPr/>
          </p:nvSpPr>
          <p:spPr bwMode="auto">
            <a:xfrm rot="16200000">
              <a:off x="10319327" y="4803471"/>
              <a:ext cx="541337" cy="387350"/>
            </a:xfrm>
            <a:prstGeom prst="leftArrow">
              <a:avLst>
                <a:gd name="adj1" fmla="val 50000"/>
                <a:gd name="adj2" fmla="val 34938"/>
              </a:avLst>
            </a:prstGeom>
            <a:solidFill>
              <a:srgbClr val="A1C4E7"/>
            </a:solidFill>
            <a:ln w="9525">
              <a:solidFill>
                <a:schemeClr val="hlink"/>
              </a:solidFill>
              <a:miter lim="800000"/>
            </a:ln>
          </p:spPr>
          <p:txBody>
            <a:bodyPr anchor="ctr">
              <a:spAutoFit/>
            </a:bodyPr>
            <a:lstStyle>
              <a:lvl1pPr>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eaLnBrk="1" hangingPunct="1">
                <a:lnSpc>
                  <a:spcPts val="3100"/>
                </a:lnSpc>
                <a:buFont typeface="Wingdings" panose="05000000000000000000" pitchFamily="2" charset="2"/>
                <a:buNone/>
              </a:pPr>
              <a:endParaRPr kumimoji="0" lang="zh-CN" altLang="en-US">
                <a:solidFill>
                  <a:srgbClr val="020202"/>
                </a:solidFill>
                <a:latin typeface="Tahoma" panose="020B0604030504040204" pitchFamily="34" charset="0"/>
              </a:endParaRPr>
            </a:p>
          </p:txBody>
        </p:sp>
        <p:sp>
          <p:nvSpPr>
            <p:cNvPr id="51" name="Text Box 48"/>
            <p:cNvSpPr txBox="1">
              <a:spLocks noChangeArrowheads="1"/>
            </p:cNvSpPr>
            <p:nvPr/>
          </p:nvSpPr>
          <p:spPr bwMode="auto">
            <a:xfrm>
              <a:off x="9897526" y="5368924"/>
              <a:ext cx="1420582" cy="824841"/>
            </a:xfrm>
            <a:prstGeom prst="rect">
              <a:avLst/>
            </a:prstGeom>
            <a:solidFill>
              <a:schemeClr val="bg1">
                <a:lumMod val="85000"/>
              </a:schemeClr>
            </a:solidFill>
            <a:ln w="9525">
              <a:solidFill>
                <a:srgbClr val="7030A0"/>
              </a:solidFill>
              <a:miter lim="800000"/>
            </a:ln>
            <a:effectLst>
              <a:outerShdw dist="107763" dir="2700000" algn="ctr" rotWithShape="0">
                <a:schemeClr val="bg2">
                  <a:alpha val="50000"/>
                </a:schemeClr>
              </a:outerShdw>
            </a:effectLst>
          </p:spPr>
          <p:txBody>
            <a:bodyPr wrap="none">
              <a:spAutoFit/>
            </a:bodyPr>
            <a:lstStyle>
              <a:lvl1pPr marL="457200" indent="-457200">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eaLnBrk="1" hangingPunct="1">
                <a:buFont typeface="Wingdings" panose="05000000000000000000" pitchFamily="2" charset="2"/>
                <a:buNone/>
              </a:pPr>
              <a:r>
                <a:rPr kumimoji="0" lang="en-US" altLang="zh-CN" sz="1400" dirty="0">
                  <a:solidFill>
                    <a:srgbClr val="020202"/>
                  </a:solidFill>
                  <a:latin typeface="Arial" panose="020B0604020202090204" pitchFamily="34" charset="0"/>
                </a:rPr>
                <a:t>…</a:t>
              </a:r>
              <a:endParaRPr kumimoji="0" lang="en-US" altLang="zh-CN" sz="1400" dirty="0">
                <a:solidFill>
                  <a:srgbClr val="020202"/>
                </a:solidFill>
                <a:latin typeface="Tahoma" panose="020B0604030504040204" pitchFamily="34" charset="0"/>
              </a:endParaRPr>
            </a:p>
            <a:p>
              <a:pPr eaLnBrk="1" hangingPunct="1">
                <a:buFont typeface="Wingdings" panose="05000000000000000000" pitchFamily="2" charset="2"/>
                <a:buNone/>
              </a:pPr>
              <a:r>
                <a:rPr kumimoji="0" lang="en-US" altLang="zh-CN" sz="1400" dirty="0">
                  <a:solidFill>
                    <a:srgbClr val="020202"/>
                  </a:solidFill>
                  <a:latin typeface="Tahoma" panose="020B0604030504040204" pitchFamily="34" charset="0"/>
                </a:rPr>
                <a:t>MAC_X    </a:t>
              </a:r>
              <a:r>
                <a:rPr kumimoji="0" lang="zh-CN" altLang="en-US" sz="1400" dirty="0">
                  <a:solidFill>
                    <a:srgbClr val="020202"/>
                  </a:solidFill>
                  <a:latin typeface="Tahoma" panose="020B0604030504040204" pitchFamily="34" charset="0"/>
                </a:rPr>
                <a:t>端口</a:t>
              </a:r>
              <a:r>
                <a:rPr kumimoji="0" lang="en-US" altLang="zh-CN" sz="1400" dirty="0">
                  <a:solidFill>
                    <a:srgbClr val="020202"/>
                  </a:solidFill>
                  <a:latin typeface="Tahoma" panose="020B0604030504040204" pitchFamily="34" charset="0"/>
                </a:rPr>
                <a:t>2</a:t>
              </a:r>
            </a:p>
            <a:p>
              <a:pPr eaLnBrk="1" hangingPunct="1">
                <a:buFont typeface="Wingdings" panose="05000000000000000000" pitchFamily="2" charset="2"/>
                <a:buNone/>
              </a:pPr>
              <a:r>
                <a:rPr kumimoji="0" lang="en-US" altLang="zh-CN" sz="1400" dirty="0">
                  <a:solidFill>
                    <a:srgbClr val="020202"/>
                  </a:solidFill>
                  <a:latin typeface="Arial" panose="020B0604020202090204" pitchFamily="34" charset="0"/>
                </a:rPr>
                <a:t>…</a:t>
              </a:r>
              <a:endParaRPr kumimoji="0" lang="en-US" altLang="zh-CN" sz="1400" dirty="0">
                <a:solidFill>
                  <a:srgbClr val="020202"/>
                </a:solidFill>
                <a:latin typeface="Tahoma" panose="020B0604030504040204" pitchFamily="34" charset="0"/>
              </a:endParaRPr>
            </a:p>
          </p:txBody>
        </p:sp>
      </p:grpSp>
      <p:sp>
        <p:nvSpPr>
          <p:cNvPr id="53" name="日期占位符 36"/>
          <p:cNvSpPr>
            <a:spLocks noGrp="1"/>
          </p:cNvSpPr>
          <p:nvPr>
            <p:ph type="dt" sz="half" idx="10"/>
          </p:nvPr>
        </p:nvSpPr>
        <p:spPr>
          <a:xfrm>
            <a:off x="197335" y="6489303"/>
            <a:ext cx="2743200" cy="365125"/>
          </a:xfrm>
        </p:spPr>
        <p:txBody>
          <a:bodyPr/>
          <a:lstStyle/>
          <a:p>
            <a:r>
              <a:rPr lang="en-US" altLang="zh-CN" dirty="0">
                <a:latin typeface="微软雅黑" panose="020B0503020204020204" pitchFamily="34" charset="-122"/>
                <a:ea typeface="微软雅黑" panose="020B0503020204020204" pitchFamily="34" charset="-122"/>
              </a:rPr>
              <a:t>4.4 </a:t>
            </a:r>
            <a:r>
              <a:rPr lang="zh-CN" altLang="en-US" dirty="0">
                <a:latin typeface="微软雅黑" panose="020B0503020204020204" pitchFamily="34" charset="-122"/>
                <a:ea typeface="微软雅黑" panose="020B0503020204020204" pitchFamily="34" charset="-122"/>
              </a:rPr>
              <a:t>数据链路层交换</a:t>
            </a:r>
          </a:p>
        </p:txBody>
      </p:sp>
      <p:sp>
        <p:nvSpPr>
          <p:cNvPr id="54" name="灯片编号占位符 38"/>
          <p:cNvSpPr>
            <a:spLocks noGrp="1"/>
          </p:cNvSpPr>
          <p:nvPr>
            <p:ph type="sldNum" sz="quarter" idx="12"/>
          </p:nvPr>
        </p:nvSpPr>
        <p:spPr>
          <a:xfrm>
            <a:off x="8686810" y="6489303"/>
            <a:ext cx="3319670" cy="365125"/>
          </a:xfrm>
        </p:spPr>
        <p:txBody>
          <a:bodyPr/>
          <a:lstStyle/>
          <a:p>
            <a:fld id="{8D4D1E41-7A09-AB4A-A4E1-09765ADA2698}" type="slidenum">
              <a:rPr kumimoji="1" lang="zh-CN" altLang="en-US" smtClean="0"/>
              <a:t>84</a:t>
            </a:fld>
            <a:endParaRPr kumimoji="1" lang="zh-CN" altLang="en-US" dirty="0"/>
          </a:p>
        </p:txBody>
      </p:sp>
      <p:sp>
        <p:nvSpPr>
          <p:cNvPr id="7" name="文本框 6"/>
          <p:cNvSpPr txBox="1"/>
          <p:nvPr/>
        </p:nvSpPr>
        <p:spPr>
          <a:xfrm>
            <a:off x="4507058" y="4604615"/>
            <a:ext cx="649537" cy="307777"/>
          </a:xfrm>
          <a:prstGeom prst="rect">
            <a:avLst/>
          </a:prstGeom>
          <a:noFill/>
        </p:spPr>
        <p:txBody>
          <a:bodyPr wrap="none" rtlCol="0">
            <a:spAutoFit/>
          </a:bodyPr>
          <a:lstStyle/>
          <a:p>
            <a:r>
              <a:rPr lang="zh-CN" altLang="en-US" sz="1400" dirty="0">
                <a:latin typeface="微软雅黑" panose="020B0503020204020204" pitchFamily="34" charset="-122"/>
                <a:ea typeface="微软雅黑" panose="020B0503020204020204" pitchFamily="34" charset="-122"/>
              </a:rPr>
              <a:t>端口</a:t>
            </a:r>
            <a:r>
              <a:rPr lang="en-US" altLang="zh-CN" sz="1400" dirty="0">
                <a:latin typeface="微软雅黑" panose="020B0503020204020204" pitchFamily="34" charset="-122"/>
                <a:ea typeface="微软雅黑" panose="020B0503020204020204" pitchFamily="34" charset="-122"/>
              </a:rPr>
              <a:t>1</a:t>
            </a:r>
            <a:endParaRPr lang="zh-CN" altLang="en-US" sz="1400" dirty="0">
              <a:latin typeface="微软雅黑" panose="020B0503020204020204" pitchFamily="34" charset="-122"/>
              <a:ea typeface="微软雅黑" panose="020B0503020204020204" pitchFamily="34" charset="-122"/>
            </a:endParaRPr>
          </a:p>
        </p:txBody>
      </p:sp>
      <p:sp>
        <p:nvSpPr>
          <p:cNvPr id="55" name="文本框 54"/>
          <p:cNvSpPr txBox="1"/>
          <p:nvPr/>
        </p:nvSpPr>
        <p:spPr>
          <a:xfrm>
            <a:off x="6899985" y="4600761"/>
            <a:ext cx="649537" cy="307777"/>
          </a:xfrm>
          <a:prstGeom prst="rect">
            <a:avLst/>
          </a:prstGeom>
          <a:noFill/>
        </p:spPr>
        <p:txBody>
          <a:bodyPr wrap="none" rtlCol="0">
            <a:spAutoFit/>
          </a:bodyPr>
          <a:lstStyle/>
          <a:p>
            <a:r>
              <a:rPr lang="zh-CN" altLang="en-US" sz="1400" dirty="0">
                <a:latin typeface="微软雅黑" panose="020B0503020204020204" pitchFamily="34" charset="-122"/>
                <a:ea typeface="微软雅黑" panose="020B0503020204020204" pitchFamily="34" charset="-122"/>
              </a:rPr>
              <a:t>端口</a:t>
            </a:r>
            <a:r>
              <a:rPr lang="en-US" altLang="zh-CN" sz="1400" dirty="0">
                <a:latin typeface="微软雅黑" panose="020B0503020204020204" pitchFamily="34" charset="-122"/>
                <a:ea typeface="微软雅黑" panose="020B0503020204020204" pitchFamily="34" charset="-122"/>
              </a:rPr>
              <a:t>1</a:t>
            </a:r>
            <a:endParaRPr lang="zh-CN" altLang="en-US" sz="1400" dirty="0">
              <a:latin typeface="微软雅黑" panose="020B0503020204020204" pitchFamily="34" charset="-122"/>
              <a:ea typeface="微软雅黑" panose="020B0503020204020204" pitchFamily="34" charset="-122"/>
            </a:endParaRPr>
          </a:p>
        </p:txBody>
      </p:sp>
      <p:sp>
        <p:nvSpPr>
          <p:cNvPr id="56" name="文本框 55"/>
          <p:cNvSpPr txBox="1"/>
          <p:nvPr/>
        </p:nvSpPr>
        <p:spPr>
          <a:xfrm>
            <a:off x="4502413" y="5382893"/>
            <a:ext cx="649537" cy="307777"/>
          </a:xfrm>
          <a:prstGeom prst="rect">
            <a:avLst/>
          </a:prstGeom>
          <a:noFill/>
        </p:spPr>
        <p:txBody>
          <a:bodyPr wrap="none" rtlCol="0">
            <a:spAutoFit/>
          </a:bodyPr>
          <a:lstStyle/>
          <a:p>
            <a:r>
              <a:rPr lang="zh-CN" altLang="en-US" sz="1400" dirty="0">
                <a:latin typeface="微软雅黑" panose="020B0503020204020204" pitchFamily="34" charset="-122"/>
                <a:ea typeface="微软雅黑" panose="020B0503020204020204" pitchFamily="34" charset="-122"/>
              </a:rPr>
              <a:t>端口</a:t>
            </a:r>
            <a:r>
              <a:rPr lang="en-US" altLang="zh-CN" sz="1400" dirty="0">
                <a:latin typeface="微软雅黑" panose="020B0503020204020204" pitchFamily="34" charset="-122"/>
                <a:ea typeface="微软雅黑" panose="020B0503020204020204" pitchFamily="34" charset="-122"/>
              </a:rPr>
              <a:t>2</a:t>
            </a:r>
            <a:endParaRPr lang="zh-CN" altLang="en-US" sz="1400" dirty="0">
              <a:latin typeface="微软雅黑" panose="020B0503020204020204" pitchFamily="34" charset="-122"/>
              <a:ea typeface="微软雅黑" panose="020B0503020204020204" pitchFamily="34" charset="-122"/>
            </a:endParaRPr>
          </a:p>
        </p:txBody>
      </p:sp>
      <p:sp>
        <p:nvSpPr>
          <p:cNvPr id="57" name="文本框 56"/>
          <p:cNvSpPr txBox="1"/>
          <p:nvPr/>
        </p:nvSpPr>
        <p:spPr>
          <a:xfrm>
            <a:off x="6901233" y="5413788"/>
            <a:ext cx="649537" cy="307777"/>
          </a:xfrm>
          <a:prstGeom prst="rect">
            <a:avLst/>
          </a:prstGeom>
          <a:noFill/>
        </p:spPr>
        <p:txBody>
          <a:bodyPr wrap="none" rtlCol="0">
            <a:spAutoFit/>
          </a:bodyPr>
          <a:lstStyle/>
          <a:p>
            <a:r>
              <a:rPr lang="zh-CN" altLang="en-US" sz="1400" dirty="0">
                <a:latin typeface="微软雅黑" panose="020B0503020204020204" pitchFamily="34" charset="-122"/>
                <a:ea typeface="微软雅黑" panose="020B0503020204020204" pitchFamily="34" charset="-122"/>
              </a:rPr>
              <a:t>端口</a:t>
            </a:r>
            <a:r>
              <a:rPr lang="en-US" altLang="zh-CN" sz="1400" dirty="0">
                <a:latin typeface="微软雅黑" panose="020B0503020204020204" pitchFamily="34" charset="-122"/>
                <a:ea typeface="微软雅黑" panose="020B0503020204020204" pitchFamily="34" charset="-122"/>
              </a:rPr>
              <a:t>2</a:t>
            </a:r>
            <a:endParaRPr lang="zh-CN" altLang="en-US" sz="1400"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42"/>
                                        </p:tgtEl>
                                        <p:attrNameLst>
                                          <p:attrName>style.visibility</p:attrName>
                                        </p:attrNameLst>
                                      </p:cBhvr>
                                      <p:to>
                                        <p:strVal val="visible"/>
                                      </p:to>
                                    </p:set>
                                    <p:animEffect transition="in" filter="wipe(right)">
                                      <p:cBhvr>
                                        <p:cTn id="7" dur="500"/>
                                        <p:tgtEl>
                                          <p:spTgt spid="4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up)">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9"/>
                                        </p:tgtEl>
                                        <p:attrNameLst>
                                          <p:attrName>style.visibility</p:attrName>
                                        </p:attrNameLst>
                                      </p:cBhvr>
                                      <p:to>
                                        <p:strVal val="visible"/>
                                      </p:to>
                                    </p:set>
                                    <p:animEffect transition="in" filter="wipe(left)">
                                      <p:cBhvr>
                                        <p:cTn id="17" dur="500"/>
                                        <p:tgtEl>
                                          <p:spTgt spid="3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up)">
                                      <p:cBhvr>
                                        <p:cTn id="2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en-US" altLang="zh-CN" dirty="0"/>
              <a:t> </a:t>
            </a:r>
            <a:r>
              <a:rPr kumimoji="1" lang="zh-CN" altLang="zh-CN" dirty="0"/>
              <a:t>生成树协议</a:t>
            </a:r>
            <a:endParaRPr kumimoji="1" lang="zh-CN" altLang="en-US" dirty="0"/>
          </a:p>
        </p:txBody>
      </p:sp>
      <p:sp>
        <p:nvSpPr>
          <p:cNvPr id="91" name="内容占位符 2"/>
          <p:cNvSpPr>
            <a:spLocks noGrp="1"/>
          </p:cNvSpPr>
          <p:nvPr>
            <p:ph idx="1"/>
          </p:nvPr>
        </p:nvSpPr>
        <p:spPr>
          <a:xfrm>
            <a:off x="838200" y="1417272"/>
            <a:ext cx="5170714" cy="5131205"/>
          </a:xfrm>
        </p:spPr>
        <p:txBody>
          <a:bodyPr>
            <a:normAutofit/>
          </a:bodyPr>
          <a:lstStyle/>
          <a:p>
            <a:pPr>
              <a:lnSpc>
                <a:spcPct val="120000"/>
              </a:lnSpc>
            </a:pPr>
            <a:r>
              <a:rPr lang="zh-CN" altLang="en-US" dirty="0">
                <a:solidFill>
                  <a:srgbClr val="000000"/>
                </a:solidFill>
                <a:ea typeface="黑体" panose="02010609060101010101" pitchFamily="2" charset="-122"/>
              </a:rPr>
              <a:t>发明人 </a:t>
            </a:r>
            <a:r>
              <a:rPr kumimoji="0" lang="en-US" altLang="zh-CN" sz="2800" dirty="0" err="1">
                <a:solidFill>
                  <a:srgbClr val="000000"/>
                </a:solidFill>
                <a:ea typeface="黑体" panose="02010609060101010101" pitchFamily="2" charset="-122"/>
              </a:rPr>
              <a:t>Radia</a:t>
            </a:r>
            <a:r>
              <a:rPr kumimoji="0" lang="en-US" altLang="zh-CN" sz="2800" dirty="0">
                <a:solidFill>
                  <a:srgbClr val="000000"/>
                </a:solidFill>
                <a:ea typeface="黑体" panose="02010609060101010101" pitchFamily="2" charset="-122"/>
              </a:rPr>
              <a:t> Perlman</a:t>
            </a:r>
          </a:p>
          <a:p>
            <a:pPr lvl="1" algn="dist">
              <a:lnSpc>
                <a:spcPct val="120000"/>
              </a:lnSpc>
            </a:pPr>
            <a:r>
              <a:rPr kumimoji="0" lang="en-US" altLang="zh-CN" dirty="0">
                <a:solidFill>
                  <a:srgbClr val="000000"/>
                </a:solidFill>
                <a:ea typeface="黑体" panose="02010609060101010101" pitchFamily="2" charset="-122"/>
              </a:rPr>
              <a:t>A Protocol for Distributed Computation of a Spanning Tree in an Extended LAN, Ninth Data Communications Symposium, Vancouver, 1985</a:t>
            </a:r>
          </a:p>
          <a:p>
            <a:pPr lvl="1">
              <a:lnSpc>
                <a:spcPct val="120000"/>
              </a:lnSpc>
            </a:pPr>
            <a:r>
              <a:rPr lang="en-US" altLang="zh-CN" dirty="0">
                <a:solidFill>
                  <a:srgbClr val="000000"/>
                </a:solidFill>
                <a:ea typeface="黑体" panose="02010609060101010101" pitchFamily="2" charset="-122"/>
              </a:rPr>
              <a:t>1983</a:t>
            </a:r>
            <a:r>
              <a:rPr lang="zh-CN" altLang="en-US" dirty="0">
                <a:solidFill>
                  <a:srgbClr val="000000"/>
                </a:solidFill>
                <a:ea typeface="黑体" panose="02010609060101010101" pitchFamily="2" charset="-122"/>
              </a:rPr>
              <a:t>年，发明</a:t>
            </a:r>
            <a:r>
              <a:rPr kumimoji="0" lang="zh-CN" altLang="en-US" dirty="0">
                <a:solidFill>
                  <a:srgbClr val="000000"/>
                </a:solidFill>
                <a:ea typeface="黑体" panose="02010609060101010101" pitchFamily="2" charset="-122"/>
              </a:rPr>
              <a:t>生成树协议（</a:t>
            </a:r>
            <a:r>
              <a:rPr kumimoji="0" lang="en-US" altLang="zh-CN" dirty="0">
                <a:solidFill>
                  <a:srgbClr val="000000"/>
                </a:solidFill>
                <a:ea typeface="黑体" panose="02010609060101010101" pitchFamily="2" charset="-122"/>
              </a:rPr>
              <a:t>STP</a:t>
            </a:r>
            <a:r>
              <a:rPr kumimoji="0" lang="zh-CN" altLang="en-US" dirty="0">
                <a:solidFill>
                  <a:srgbClr val="000000"/>
                </a:solidFill>
                <a:ea typeface="黑体" panose="02010609060101010101" pitchFamily="2" charset="-122"/>
              </a:rPr>
              <a:t>）：打破了物理环，维护一个逻辑无环树</a:t>
            </a:r>
          </a:p>
          <a:p>
            <a:pPr lvl="1">
              <a:lnSpc>
                <a:spcPct val="120000"/>
              </a:lnSpc>
            </a:pPr>
            <a:endParaRPr kumimoji="1" lang="en-US" altLang="zh-CN" dirty="0"/>
          </a:p>
          <a:p>
            <a:pPr lvl="1">
              <a:lnSpc>
                <a:spcPct val="120000"/>
              </a:lnSpc>
            </a:pPr>
            <a:endParaRPr kumimoji="1" lang="en-US" altLang="zh-CN" dirty="0"/>
          </a:p>
          <a:p>
            <a:pPr lvl="1">
              <a:lnSpc>
                <a:spcPct val="120000"/>
              </a:lnSpc>
            </a:pPr>
            <a:endParaRPr kumimoji="1" lang="zh-CN" altLang="en-US" dirty="0"/>
          </a:p>
          <a:p>
            <a:pPr marL="457200" lvl="1" indent="0">
              <a:lnSpc>
                <a:spcPct val="120000"/>
              </a:lnSpc>
              <a:buNone/>
            </a:pPr>
            <a:endParaRPr lang="zh-CN" altLang="zh-CN" dirty="0"/>
          </a:p>
          <a:p>
            <a:pPr marL="0" indent="0">
              <a:lnSpc>
                <a:spcPct val="120000"/>
              </a:lnSpc>
              <a:buNone/>
            </a:pPr>
            <a:endParaRPr kumimoji="1" lang="zh-CN" altLang="en-US" dirty="0"/>
          </a:p>
        </p:txBody>
      </p:sp>
      <p:pic>
        <p:nvPicPr>
          <p:cNvPr id="6" name="Picture 2" descr="https://timgsa.baidu.com/timg?image&amp;quality=80&amp;size=b9999_10000&amp;sec=1493879045986&amp;di=4bb34cf8503f81519fb1eebd1abb6eea&amp;imgtype=0&amp;src=http%3A%2F%2Fpic65.nipic.com%2Ffile%2F20150423%2F2531170_103703932000_2.jpg"/>
          <p:cNvPicPr>
            <a:picLocks noChangeAspect="1" noChangeArrowheads="1"/>
          </p:cNvPicPr>
          <p:nvPr/>
        </p:nvPicPr>
        <p:blipFill>
          <a:blip r:embed="rId3">
            <a:extLst>
              <a:ext uri="{28A0092B-C50C-407E-A947-70E740481C1C}">
                <a14:useLocalDpi xmlns:a14="http://schemas.microsoft.com/office/drawing/2010/main" val="0"/>
              </a:ext>
            </a:extLst>
          </a:blip>
          <a:srcRect b="3554"/>
          <a:stretch>
            <a:fillRect/>
          </a:stretch>
        </p:blipFill>
        <p:spPr bwMode="auto">
          <a:xfrm>
            <a:off x="6217202" y="4412771"/>
            <a:ext cx="1759873" cy="1697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4" descr="Radia Perlman 2009.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29415" y="1590331"/>
            <a:ext cx="1881626" cy="2822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文本框 2"/>
          <p:cNvSpPr txBox="1"/>
          <p:nvPr/>
        </p:nvSpPr>
        <p:spPr>
          <a:xfrm>
            <a:off x="8467237" y="1542831"/>
            <a:ext cx="3472361" cy="4455194"/>
          </a:xfrm>
          <a:prstGeom prst="rect">
            <a:avLst/>
          </a:prstGeom>
          <a:blipFill>
            <a:blip r:embed="rId5"/>
            <a:tile tx="0" ty="0" sx="100000" sy="100000" flip="none" algn="tl"/>
          </a:blipFill>
          <a:effectLst>
            <a:outerShdw blurRad="50800" dist="38100" dir="2700000" algn="tl" rotWithShape="0">
              <a:prstClr val="black">
                <a:alpha val="40000"/>
              </a:prstClr>
            </a:outerShdw>
          </a:effectLst>
        </p:spPr>
        <p:txBody>
          <a:bodyPr wrap="none" rtlCol="0">
            <a:spAutoFit/>
          </a:bodyPr>
          <a:lstStyle/>
          <a:p>
            <a:pPr>
              <a:lnSpc>
                <a:spcPct val="120000"/>
              </a:lnSpc>
              <a:spcBef>
                <a:spcPts val="900"/>
              </a:spcBef>
            </a:pPr>
            <a:r>
              <a:rPr lang="en-US" altLang="zh-CN" sz="1400" dirty="0">
                <a:latin typeface="微软雅黑" panose="020B0503020204020204" pitchFamily="34" charset="-122"/>
                <a:ea typeface="微软雅黑" panose="020B0503020204020204" pitchFamily="34" charset="-122"/>
                <a:cs typeface="Adobe Arabic" panose="02040503050201020203" pitchFamily="18" charset="-78"/>
              </a:rPr>
              <a:t>I think that I shall never see</a:t>
            </a:r>
          </a:p>
          <a:p>
            <a:pPr>
              <a:lnSpc>
                <a:spcPct val="120000"/>
              </a:lnSpc>
              <a:spcBef>
                <a:spcPts val="900"/>
              </a:spcBef>
            </a:pPr>
            <a:r>
              <a:rPr lang="en-US" altLang="zh-CN" sz="1400" dirty="0">
                <a:latin typeface="微软雅黑" panose="020B0503020204020204" pitchFamily="34" charset="-122"/>
                <a:ea typeface="微软雅黑" panose="020B0503020204020204" pitchFamily="34" charset="-122"/>
                <a:cs typeface="Adobe Arabic" panose="02040503050201020203" pitchFamily="18" charset="-78"/>
              </a:rPr>
              <a:t>A graph more lovely than a tree.</a:t>
            </a:r>
          </a:p>
          <a:p>
            <a:pPr>
              <a:lnSpc>
                <a:spcPct val="120000"/>
              </a:lnSpc>
              <a:spcBef>
                <a:spcPts val="900"/>
              </a:spcBef>
            </a:pPr>
            <a:r>
              <a:rPr lang="en-US" altLang="zh-CN" sz="1400" dirty="0">
                <a:latin typeface="微软雅黑" panose="020B0503020204020204" pitchFamily="34" charset="-122"/>
                <a:ea typeface="微软雅黑" panose="020B0503020204020204" pitchFamily="34" charset="-122"/>
                <a:cs typeface="Adobe Arabic" panose="02040503050201020203" pitchFamily="18" charset="-78"/>
              </a:rPr>
              <a:t>A tree whose crucial property</a:t>
            </a:r>
          </a:p>
          <a:p>
            <a:pPr>
              <a:lnSpc>
                <a:spcPct val="120000"/>
              </a:lnSpc>
              <a:spcBef>
                <a:spcPts val="900"/>
              </a:spcBef>
            </a:pPr>
            <a:r>
              <a:rPr lang="en-US" altLang="zh-CN" sz="1400" dirty="0">
                <a:latin typeface="微软雅黑" panose="020B0503020204020204" pitchFamily="34" charset="-122"/>
                <a:ea typeface="微软雅黑" panose="020B0503020204020204" pitchFamily="34" charset="-122"/>
                <a:cs typeface="Adobe Arabic" panose="02040503050201020203" pitchFamily="18" charset="-78"/>
              </a:rPr>
              <a:t>Is </a:t>
            </a:r>
            <a:r>
              <a:rPr lang="en-US" altLang="zh-CN" sz="1400" b="1" dirty="0">
                <a:solidFill>
                  <a:srgbClr val="7030A0"/>
                </a:solidFill>
                <a:latin typeface="微软雅黑" panose="020B0503020204020204" pitchFamily="34" charset="-122"/>
                <a:ea typeface="微软雅黑" panose="020B0503020204020204" pitchFamily="34" charset="-122"/>
                <a:cs typeface="Adobe Arabic" panose="02040503050201020203" pitchFamily="18" charset="-78"/>
              </a:rPr>
              <a:t>loop-free</a:t>
            </a:r>
            <a:r>
              <a:rPr lang="en-US" altLang="zh-CN" sz="1400" dirty="0">
                <a:latin typeface="微软雅黑" panose="020B0503020204020204" pitchFamily="34" charset="-122"/>
                <a:ea typeface="微软雅黑" panose="020B0503020204020204" pitchFamily="34" charset="-122"/>
                <a:cs typeface="Adobe Arabic" panose="02040503050201020203" pitchFamily="18" charset="-78"/>
              </a:rPr>
              <a:t> connectivity.</a:t>
            </a:r>
          </a:p>
          <a:p>
            <a:pPr>
              <a:lnSpc>
                <a:spcPct val="120000"/>
              </a:lnSpc>
              <a:spcBef>
                <a:spcPts val="900"/>
              </a:spcBef>
            </a:pPr>
            <a:r>
              <a:rPr lang="en-US" altLang="zh-CN" sz="1400" dirty="0">
                <a:latin typeface="微软雅黑" panose="020B0503020204020204" pitchFamily="34" charset="-122"/>
                <a:ea typeface="微软雅黑" panose="020B0503020204020204" pitchFamily="34" charset="-122"/>
                <a:cs typeface="Adobe Arabic" panose="02040503050201020203" pitchFamily="18" charset="-78"/>
              </a:rPr>
              <a:t>A tree which must be sure to span.</a:t>
            </a:r>
          </a:p>
          <a:p>
            <a:pPr>
              <a:lnSpc>
                <a:spcPct val="120000"/>
              </a:lnSpc>
              <a:spcBef>
                <a:spcPts val="900"/>
              </a:spcBef>
            </a:pPr>
            <a:r>
              <a:rPr lang="en-US" altLang="zh-CN" sz="1400" dirty="0">
                <a:latin typeface="微软雅黑" panose="020B0503020204020204" pitchFamily="34" charset="-122"/>
                <a:ea typeface="微软雅黑" panose="020B0503020204020204" pitchFamily="34" charset="-122"/>
                <a:cs typeface="Adobe Arabic" panose="02040503050201020203" pitchFamily="18" charset="-78"/>
              </a:rPr>
              <a:t>So packets can reach every LAN.</a:t>
            </a:r>
          </a:p>
          <a:p>
            <a:pPr>
              <a:lnSpc>
                <a:spcPct val="120000"/>
              </a:lnSpc>
              <a:spcBef>
                <a:spcPts val="900"/>
              </a:spcBef>
            </a:pPr>
            <a:r>
              <a:rPr lang="en-US" altLang="zh-CN" sz="1400" dirty="0">
                <a:latin typeface="微软雅黑" panose="020B0503020204020204" pitchFamily="34" charset="-122"/>
                <a:ea typeface="微软雅黑" panose="020B0503020204020204" pitchFamily="34" charset="-122"/>
                <a:cs typeface="Adobe Arabic" panose="02040503050201020203" pitchFamily="18" charset="-78"/>
              </a:rPr>
              <a:t>First the </a:t>
            </a:r>
            <a:r>
              <a:rPr lang="en-US" altLang="zh-CN" sz="1400" b="1" dirty="0">
                <a:solidFill>
                  <a:srgbClr val="7030A0"/>
                </a:solidFill>
                <a:latin typeface="微软雅黑" panose="020B0503020204020204" pitchFamily="34" charset="-122"/>
                <a:ea typeface="微软雅黑" panose="020B0503020204020204" pitchFamily="34" charset="-122"/>
                <a:cs typeface="Adobe Arabic" panose="02040503050201020203" pitchFamily="18" charset="-78"/>
              </a:rPr>
              <a:t>Root</a:t>
            </a:r>
            <a:r>
              <a:rPr lang="en-US" altLang="zh-CN" sz="1400" dirty="0">
                <a:solidFill>
                  <a:srgbClr val="7030A0"/>
                </a:solidFill>
                <a:latin typeface="微软雅黑" panose="020B0503020204020204" pitchFamily="34" charset="-122"/>
                <a:ea typeface="微软雅黑" panose="020B0503020204020204" pitchFamily="34" charset="-122"/>
                <a:cs typeface="Adobe Arabic" panose="02040503050201020203" pitchFamily="18" charset="-78"/>
              </a:rPr>
              <a:t> </a:t>
            </a:r>
            <a:r>
              <a:rPr lang="en-US" altLang="zh-CN" sz="1400" dirty="0">
                <a:latin typeface="微软雅黑" panose="020B0503020204020204" pitchFamily="34" charset="-122"/>
                <a:ea typeface="微软雅黑" panose="020B0503020204020204" pitchFamily="34" charset="-122"/>
                <a:cs typeface="Adobe Arabic" panose="02040503050201020203" pitchFamily="18" charset="-78"/>
              </a:rPr>
              <a:t>must be selected</a:t>
            </a:r>
          </a:p>
          <a:p>
            <a:pPr>
              <a:lnSpc>
                <a:spcPct val="120000"/>
              </a:lnSpc>
              <a:spcBef>
                <a:spcPts val="900"/>
              </a:spcBef>
            </a:pPr>
            <a:r>
              <a:rPr lang="en-US" altLang="zh-CN" sz="1400" dirty="0">
                <a:latin typeface="微软雅黑" panose="020B0503020204020204" pitchFamily="34" charset="-122"/>
                <a:ea typeface="微软雅黑" panose="020B0503020204020204" pitchFamily="34" charset="-122"/>
                <a:cs typeface="Adobe Arabic" panose="02040503050201020203" pitchFamily="18" charset="-78"/>
              </a:rPr>
              <a:t>By ID it is elected.</a:t>
            </a:r>
          </a:p>
          <a:p>
            <a:pPr>
              <a:lnSpc>
                <a:spcPct val="120000"/>
              </a:lnSpc>
              <a:spcBef>
                <a:spcPts val="900"/>
              </a:spcBef>
            </a:pPr>
            <a:r>
              <a:rPr lang="en-US" altLang="zh-CN" sz="1400" b="1" dirty="0">
                <a:solidFill>
                  <a:srgbClr val="7030A0"/>
                </a:solidFill>
                <a:latin typeface="微软雅黑" panose="020B0503020204020204" pitchFamily="34" charset="-122"/>
                <a:ea typeface="微软雅黑" panose="020B0503020204020204" pitchFamily="34" charset="-122"/>
                <a:cs typeface="Adobe Arabic" panose="02040503050201020203" pitchFamily="18" charset="-78"/>
              </a:rPr>
              <a:t>Least cost paths </a:t>
            </a:r>
            <a:r>
              <a:rPr lang="en-US" altLang="zh-CN" sz="1400" dirty="0">
                <a:latin typeface="微软雅黑" panose="020B0503020204020204" pitchFamily="34" charset="-122"/>
                <a:ea typeface="微软雅黑" panose="020B0503020204020204" pitchFamily="34" charset="-122"/>
                <a:cs typeface="Adobe Arabic" panose="02040503050201020203" pitchFamily="18" charset="-78"/>
              </a:rPr>
              <a:t>from Root are traced</a:t>
            </a:r>
          </a:p>
          <a:p>
            <a:pPr>
              <a:lnSpc>
                <a:spcPct val="120000"/>
              </a:lnSpc>
              <a:spcBef>
                <a:spcPts val="1000"/>
              </a:spcBef>
            </a:pPr>
            <a:r>
              <a:rPr lang="en-US" altLang="zh-CN" sz="1400" dirty="0">
                <a:latin typeface="微软雅黑" panose="020B0503020204020204" pitchFamily="34" charset="-122"/>
                <a:ea typeface="微软雅黑" panose="020B0503020204020204" pitchFamily="34" charset="-122"/>
                <a:cs typeface="Adobe Arabic" panose="02040503050201020203" pitchFamily="18" charset="-78"/>
              </a:rPr>
              <a:t>In the tree these paths are placed.</a:t>
            </a:r>
          </a:p>
          <a:p>
            <a:pPr>
              <a:lnSpc>
                <a:spcPct val="120000"/>
              </a:lnSpc>
              <a:spcBef>
                <a:spcPts val="900"/>
              </a:spcBef>
            </a:pPr>
            <a:r>
              <a:rPr lang="en-US" altLang="zh-CN" sz="1400" dirty="0">
                <a:latin typeface="微软雅黑" panose="020B0503020204020204" pitchFamily="34" charset="-122"/>
                <a:ea typeface="微软雅黑" panose="020B0503020204020204" pitchFamily="34" charset="-122"/>
                <a:cs typeface="Adobe Arabic" panose="02040503050201020203" pitchFamily="18" charset="-78"/>
              </a:rPr>
              <a:t>A mesh  is made by folks like me</a:t>
            </a:r>
          </a:p>
          <a:p>
            <a:pPr>
              <a:lnSpc>
                <a:spcPct val="120000"/>
              </a:lnSpc>
              <a:spcBef>
                <a:spcPts val="900"/>
              </a:spcBef>
            </a:pPr>
            <a:r>
              <a:rPr lang="en-US" altLang="zh-CN" sz="1400" dirty="0">
                <a:latin typeface="微软雅黑" panose="020B0503020204020204" pitchFamily="34" charset="-122"/>
                <a:ea typeface="微软雅黑" panose="020B0503020204020204" pitchFamily="34" charset="-122"/>
                <a:cs typeface="Adobe Arabic" panose="02040503050201020203" pitchFamily="18" charset="-78"/>
              </a:rPr>
              <a:t>Then bridges find </a:t>
            </a:r>
            <a:r>
              <a:rPr lang="en-US" altLang="zh-CN" sz="1400" b="1" dirty="0">
                <a:solidFill>
                  <a:srgbClr val="7030A0"/>
                </a:solidFill>
                <a:latin typeface="微软雅黑" panose="020B0503020204020204" pitchFamily="34" charset="-122"/>
                <a:ea typeface="微软雅黑" panose="020B0503020204020204" pitchFamily="34" charset="-122"/>
                <a:cs typeface="Adobe Arabic" panose="02040503050201020203" pitchFamily="18" charset="-78"/>
              </a:rPr>
              <a:t>a spanning tree</a:t>
            </a:r>
            <a:r>
              <a:rPr lang="en-US" altLang="zh-CN" sz="1400" dirty="0">
                <a:latin typeface="微软雅黑" panose="020B0503020204020204" pitchFamily="34" charset="-122"/>
                <a:ea typeface="微软雅黑" panose="020B0503020204020204" pitchFamily="34" charset="-122"/>
                <a:cs typeface="Adobe Arabic" panose="02040503050201020203" pitchFamily="18" charset="-78"/>
              </a:rPr>
              <a:t>.</a:t>
            </a:r>
          </a:p>
        </p:txBody>
      </p:sp>
      <p:sp>
        <p:nvSpPr>
          <p:cNvPr id="10" name="日期占位符 36"/>
          <p:cNvSpPr>
            <a:spLocks noGrp="1"/>
          </p:cNvSpPr>
          <p:nvPr>
            <p:ph type="dt" sz="half" idx="10"/>
          </p:nvPr>
        </p:nvSpPr>
        <p:spPr>
          <a:xfrm>
            <a:off x="197335" y="6489303"/>
            <a:ext cx="2743200" cy="365125"/>
          </a:xfrm>
        </p:spPr>
        <p:txBody>
          <a:bodyPr/>
          <a:lstStyle/>
          <a:p>
            <a:r>
              <a:rPr lang="en-US" altLang="zh-CN" dirty="0">
                <a:latin typeface="微软雅黑" panose="020B0503020204020204" pitchFamily="34" charset="-122"/>
                <a:ea typeface="微软雅黑" panose="020B0503020204020204" pitchFamily="34" charset="-122"/>
              </a:rPr>
              <a:t>4.4 </a:t>
            </a:r>
            <a:r>
              <a:rPr lang="zh-CN" altLang="en-US" dirty="0">
                <a:latin typeface="微软雅黑" panose="020B0503020204020204" pitchFamily="34" charset="-122"/>
                <a:ea typeface="微软雅黑" panose="020B0503020204020204" pitchFamily="34" charset="-122"/>
              </a:rPr>
              <a:t>数据链路层交换</a:t>
            </a:r>
          </a:p>
        </p:txBody>
      </p:sp>
      <p:sp>
        <p:nvSpPr>
          <p:cNvPr id="11" name="灯片编号占位符 3"/>
          <p:cNvSpPr>
            <a:spLocks noGrp="1"/>
          </p:cNvSpPr>
          <p:nvPr>
            <p:ph type="sldNum" sz="quarter" idx="12"/>
          </p:nvPr>
        </p:nvSpPr>
        <p:spPr>
          <a:xfrm>
            <a:off x="8686810" y="6489303"/>
            <a:ext cx="3319670" cy="365125"/>
          </a:xfrm>
        </p:spPr>
        <p:txBody>
          <a:bodyPr/>
          <a:lstStyle/>
          <a:p>
            <a:fld id="{339BF64F-B44A-4670-AF2C-07375CE66113}" type="slidenum">
              <a:rPr kumimoji="1" lang="zh-CN" altLang="en-US" smtClean="0"/>
              <a:t>85</a:t>
            </a:fld>
            <a:endParaRPr kumimoji="1" lang="zh-CN" altLang="en-US"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en-US" altLang="zh-CN" dirty="0"/>
              <a:t> </a:t>
            </a:r>
            <a:r>
              <a:rPr kumimoji="1" lang="zh-CN" altLang="zh-CN" dirty="0"/>
              <a:t>生成树协议</a:t>
            </a:r>
            <a:endParaRPr kumimoji="1" lang="zh-CN" altLang="en-US" dirty="0"/>
          </a:p>
        </p:txBody>
      </p:sp>
      <p:sp>
        <p:nvSpPr>
          <p:cNvPr id="91" name="内容占位符 2"/>
          <p:cNvSpPr>
            <a:spLocks noGrp="1"/>
          </p:cNvSpPr>
          <p:nvPr>
            <p:ph idx="1"/>
          </p:nvPr>
        </p:nvSpPr>
        <p:spPr>
          <a:xfrm>
            <a:off x="838200" y="1417272"/>
            <a:ext cx="10515600" cy="5131205"/>
          </a:xfrm>
        </p:spPr>
        <p:txBody>
          <a:bodyPr>
            <a:normAutofit/>
          </a:bodyPr>
          <a:lstStyle/>
          <a:p>
            <a:pPr>
              <a:lnSpc>
                <a:spcPct val="120000"/>
              </a:lnSpc>
            </a:pPr>
            <a:r>
              <a:rPr kumimoji="1" lang="zh-CN" altLang="en-US" dirty="0"/>
              <a:t>怎么得到一棵无环的生成树呢？</a:t>
            </a:r>
            <a:endParaRPr kumimoji="1" lang="en-US" altLang="zh-CN" dirty="0"/>
          </a:p>
          <a:p>
            <a:pPr lvl="1">
              <a:lnSpc>
                <a:spcPct val="120000"/>
              </a:lnSpc>
            </a:pPr>
            <a:r>
              <a:rPr kumimoji="1" lang="zh-CN" altLang="en-US" dirty="0"/>
              <a:t>参与的交换机（网桥）：</a:t>
            </a:r>
            <a:r>
              <a:rPr kumimoji="1" lang="zh-CN" altLang="en-US" dirty="0">
                <a:solidFill>
                  <a:srgbClr val="C00000"/>
                </a:solidFill>
              </a:rPr>
              <a:t>收发</a:t>
            </a:r>
            <a:r>
              <a:rPr kumimoji="1" lang="zh-CN" altLang="zh-CN" dirty="0"/>
              <a:t>桥协议数据单元</a:t>
            </a:r>
            <a:r>
              <a:rPr kumimoji="1" lang="en-US" altLang="zh-CN" dirty="0"/>
              <a:t>BPDU</a:t>
            </a:r>
          </a:p>
          <a:p>
            <a:pPr lvl="1">
              <a:lnSpc>
                <a:spcPct val="120000"/>
              </a:lnSpc>
            </a:pPr>
            <a:r>
              <a:rPr kumimoji="1" lang="zh-CN" altLang="en-US" dirty="0"/>
              <a:t>选举产生根桥、根端口、指定端口，形成生成树</a:t>
            </a:r>
            <a:endParaRPr kumimoji="1" lang="en-US" altLang="zh-CN" dirty="0"/>
          </a:p>
          <a:p>
            <a:pPr lvl="1">
              <a:lnSpc>
                <a:spcPct val="120000"/>
              </a:lnSpc>
            </a:pPr>
            <a:endParaRPr kumimoji="1" lang="zh-CN" altLang="en-US" dirty="0"/>
          </a:p>
          <a:p>
            <a:pPr marL="457200" lvl="1" indent="0">
              <a:lnSpc>
                <a:spcPct val="120000"/>
              </a:lnSpc>
              <a:buNone/>
            </a:pPr>
            <a:endParaRPr lang="zh-CN" altLang="zh-CN" dirty="0"/>
          </a:p>
          <a:p>
            <a:pPr marL="0" indent="0">
              <a:lnSpc>
                <a:spcPct val="120000"/>
              </a:lnSpc>
              <a:buNone/>
            </a:pPr>
            <a:endParaRPr kumimoji="1" lang="zh-CN" altLang="en-US" dirty="0"/>
          </a:p>
        </p:txBody>
      </p:sp>
      <p:cxnSp>
        <p:nvCxnSpPr>
          <p:cNvPr id="10" name="直接连接符 9"/>
          <p:cNvCxnSpPr/>
          <p:nvPr/>
        </p:nvCxnSpPr>
        <p:spPr>
          <a:xfrm flipV="1">
            <a:off x="4025315" y="4132702"/>
            <a:ext cx="1169660" cy="1186311"/>
          </a:xfrm>
          <a:prstGeom prst="line">
            <a:avLst/>
          </a:prstGeom>
        </p:spPr>
        <p:style>
          <a:lnRef idx="3">
            <a:schemeClr val="accent1"/>
          </a:lnRef>
          <a:fillRef idx="0">
            <a:schemeClr val="accent1"/>
          </a:fillRef>
          <a:effectRef idx="2">
            <a:schemeClr val="accent1"/>
          </a:effectRef>
          <a:fontRef idx="minor">
            <a:schemeClr val="tx1"/>
          </a:fontRef>
        </p:style>
      </p:cxnSp>
      <p:cxnSp>
        <p:nvCxnSpPr>
          <p:cNvPr id="11" name="直接连接符 10"/>
          <p:cNvCxnSpPr/>
          <p:nvPr/>
        </p:nvCxnSpPr>
        <p:spPr>
          <a:xfrm flipH="1" flipV="1">
            <a:off x="5660032" y="4108292"/>
            <a:ext cx="1385259" cy="1212752"/>
          </a:xfrm>
          <a:prstGeom prst="line">
            <a:avLst/>
          </a:prstGeom>
        </p:spPr>
        <p:style>
          <a:lnRef idx="3">
            <a:schemeClr val="accent1"/>
          </a:lnRef>
          <a:fillRef idx="0">
            <a:schemeClr val="accent1"/>
          </a:fillRef>
          <a:effectRef idx="2">
            <a:schemeClr val="accent1"/>
          </a:effectRef>
          <a:fontRef idx="minor">
            <a:schemeClr val="tx1"/>
          </a:fontRef>
        </p:style>
      </p:cxnSp>
      <p:cxnSp>
        <p:nvCxnSpPr>
          <p:cNvPr id="12" name="直接连接符 11"/>
          <p:cNvCxnSpPr/>
          <p:nvPr/>
        </p:nvCxnSpPr>
        <p:spPr>
          <a:xfrm>
            <a:off x="4025315" y="5703112"/>
            <a:ext cx="3019976" cy="0"/>
          </a:xfrm>
          <a:prstGeom prst="line">
            <a:avLst/>
          </a:prstGeom>
        </p:spPr>
        <p:style>
          <a:lnRef idx="3">
            <a:schemeClr val="accent1"/>
          </a:lnRef>
          <a:fillRef idx="0">
            <a:schemeClr val="accent1"/>
          </a:fillRef>
          <a:effectRef idx="2">
            <a:schemeClr val="accent1"/>
          </a:effectRef>
          <a:fontRef idx="minor">
            <a:schemeClr val="tx1"/>
          </a:fontRef>
        </p:style>
      </p:cxnSp>
      <p:pic>
        <p:nvPicPr>
          <p:cNvPr id="13" name="Picture 5" descr="通用交换机"/>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88921" y="5161522"/>
            <a:ext cx="914400" cy="665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Picture 5" descr="通用交换机"/>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34991" y="5185068"/>
            <a:ext cx="914400" cy="665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Picture 5" descr="通用交换机"/>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90148" y="3611758"/>
            <a:ext cx="914400" cy="665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文本框 15"/>
          <p:cNvSpPr txBox="1"/>
          <p:nvPr/>
        </p:nvSpPr>
        <p:spPr>
          <a:xfrm rot="18864667">
            <a:off x="3927256" y="4271009"/>
            <a:ext cx="752129"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BPDU</a:t>
            </a: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17" name="文本框 16"/>
          <p:cNvSpPr txBox="1"/>
          <p:nvPr/>
        </p:nvSpPr>
        <p:spPr>
          <a:xfrm>
            <a:off x="5152419" y="5900515"/>
            <a:ext cx="752129"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BPDU</a:t>
            </a: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18" name="文本框 17"/>
          <p:cNvSpPr txBox="1"/>
          <p:nvPr/>
        </p:nvSpPr>
        <p:spPr>
          <a:xfrm rot="2552180">
            <a:off x="6306645" y="4248018"/>
            <a:ext cx="752129"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BPDU</a:t>
            </a: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cxnSp>
        <p:nvCxnSpPr>
          <p:cNvPr id="19" name="直接箭头连接符 18"/>
          <p:cNvCxnSpPr/>
          <p:nvPr/>
        </p:nvCxnSpPr>
        <p:spPr>
          <a:xfrm flipV="1">
            <a:off x="4025315" y="4207234"/>
            <a:ext cx="818026" cy="839444"/>
          </a:xfrm>
          <a:prstGeom prst="straightConnector1">
            <a:avLst/>
          </a:prstGeom>
          <a:ln w="381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0" name="直接箭头连接符 19"/>
          <p:cNvCxnSpPr/>
          <p:nvPr/>
        </p:nvCxnSpPr>
        <p:spPr>
          <a:xfrm flipV="1">
            <a:off x="4704237" y="5860567"/>
            <a:ext cx="1586524" cy="14251"/>
          </a:xfrm>
          <a:prstGeom prst="straightConnector1">
            <a:avLst/>
          </a:prstGeom>
          <a:ln w="381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20"/>
          <p:cNvCxnSpPr/>
          <p:nvPr/>
        </p:nvCxnSpPr>
        <p:spPr>
          <a:xfrm flipH="1" flipV="1">
            <a:off x="6051355" y="4207234"/>
            <a:ext cx="893700" cy="804775"/>
          </a:xfrm>
          <a:prstGeom prst="straightConnector1">
            <a:avLst/>
          </a:prstGeom>
          <a:ln w="38100">
            <a:headEnd type="triangle"/>
            <a:tailEnd type="triangle"/>
          </a:ln>
        </p:spPr>
        <p:style>
          <a:lnRef idx="1">
            <a:schemeClr val="accent1"/>
          </a:lnRef>
          <a:fillRef idx="0">
            <a:schemeClr val="accent1"/>
          </a:fillRef>
          <a:effectRef idx="0">
            <a:schemeClr val="accent1"/>
          </a:effectRef>
          <a:fontRef idx="minor">
            <a:schemeClr val="tx1"/>
          </a:fontRef>
        </p:style>
      </p:cxnSp>
      <p:sp>
        <p:nvSpPr>
          <p:cNvPr id="22" name="日期占位符 36"/>
          <p:cNvSpPr>
            <a:spLocks noGrp="1"/>
          </p:cNvSpPr>
          <p:nvPr>
            <p:ph type="dt" sz="half" idx="10"/>
          </p:nvPr>
        </p:nvSpPr>
        <p:spPr>
          <a:xfrm>
            <a:off x="197335" y="6489303"/>
            <a:ext cx="2743200" cy="365125"/>
          </a:xfrm>
        </p:spPr>
        <p:txBody>
          <a:bodyPr/>
          <a:lstStyle/>
          <a:p>
            <a:r>
              <a:rPr lang="en-US" altLang="zh-CN" dirty="0">
                <a:latin typeface="微软雅黑" panose="020B0503020204020204" pitchFamily="34" charset="-122"/>
                <a:ea typeface="微软雅黑" panose="020B0503020204020204" pitchFamily="34" charset="-122"/>
              </a:rPr>
              <a:t>4.4 </a:t>
            </a:r>
            <a:r>
              <a:rPr lang="zh-CN" altLang="en-US" dirty="0">
                <a:latin typeface="微软雅黑" panose="020B0503020204020204" pitchFamily="34" charset="-122"/>
                <a:ea typeface="微软雅黑" panose="020B0503020204020204" pitchFamily="34" charset="-122"/>
              </a:rPr>
              <a:t>数据链路层交换</a:t>
            </a:r>
          </a:p>
        </p:txBody>
      </p:sp>
      <p:sp>
        <p:nvSpPr>
          <p:cNvPr id="23" name="灯片编号占位符 3"/>
          <p:cNvSpPr>
            <a:spLocks noGrp="1"/>
          </p:cNvSpPr>
          <p:nvPr>
            <p:ph type="sldNum" sz="quarter" idx="12"/>
          </p:nvPr>
        </p:nvSpPr>
        <p:spPr>
          <a:xfrm>
            <a:off x="8686810" y="6489303"/>
            <a:ext cx="3319670" cy="365125"/>
          </a:xfrm>
        </p:spPr>
        <p:txBody>
          <a:bodyPr/>
          <a:lstStyle/>
          <a:p>
            <a:fld id="{339BF64F-B44A-4670-AF2C-07375CE66113}" type="slidenum">
              <a:rPr kumimoji="1" lang="zh-CN" altLang="en-US" smtClean="0"/>
              <a:t>86</a:t>
            </a:fld>
            <a:endParaRPr kumimoji="1" lang="zh-CN" altLang="en-US"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en-US" altLang="zh-CN" dirty="0"/>
              <a:t> </a:t>
            </a:r>
            <a:r>
              <a:rPr kumimoji="1" lang="zh-CN" altLang="zh-CN" dirty="0"/>
              <a:t>生成树协议</a:t>
            </a:r>
            <a:endParaRPr kumimoji="1" lang="zh-CN" altLang="en-US" dirty="0"/>
          </a:p>
        </p:txBody>
      </p:sp>
      <p:sp>
        <p:nvSpPr>
          <p:cNvPr id="91" name="内容占位符 2"/>
          <p:cNvSpPr>
            <a:spLocks noGrp="1"/>
          </p:cNvSpPr>
          <p:nvPr>
            <p:ph idx="1"/>
          </p:nvPr>
        </p:nvSpPr>
        <p:spPr>
          <a:xfrm>
            <a:off x="838200" y="1417272"/>
            <a:ext cx="10515600" cy="5131205"/>
          </a:xfrm>
          <a:ln>
            <a:noFill/>
          </a:ln>
        </p:spPr>
        <p:txBody>
          <a:bodyPr>
            <a:normAutofit/>
          </a:bodyPr>
          <a:lstStyle/>
          <a:p>
            <a:pPr>
              <a:lnSpc>
                <a:spcPct val="120000"/>
              </a:lnSpc>
            </a:pPr>
            <a:r>
              <a:rPr kumimoji="1" lang="zh-CN" altLang="zh-CN" dirty="0"/>
              <a:t>桥协议数据单元</a:t>
            </a:r>
            <a:r>
              <a:rPr kumimoji="1" lang="en-US" altLang="zh-CN" dirty="0"/>
              <a:t>BPDU</a:t>
            </a:r>
            <a:r>
              <a:rPr kumimoji="1" lang="zh-CN" altLang="en-US" dirty="0"/>
              <a:t>包含的四个关键信息</a:t>
            </a:r>
            <a:endParaRPr kumimoji="1" lang="en-US" altLang="zh-CN" dirty="0"/>
          </a:p>
          <a:p>
            <a:pPr lvl="1">
              <a:lnSpc>
                <a:spcPct val="120000"/>
              </a:lnSpc>
            </a:pPr>
            <a:r>
              <a:rPr kumimoji="1" lang="zh-CN" altLang="en-US" dirty="0">
                <a:solidFill>
                  <a:srgbClr val="7030A0"/>
                </a:solidFill>
              </a:rPr>
              <a:t>根桥</a:t>
            </a:r>
            <a:r>
              <a:rPr kumimoji="1" lang="en-US" altLang="zh-CN" dirty="0">
                <a:solidFill>
                  <a:srgbClr val="7030A0"/>
                </a:solidFill>
              </a:rPr>
              <a:t>ID</a:t>
            </a:r>
            <a:r>
              <a:rPr kumimoji="1" lang="zh-CN" altLang="en-US" dirty="0"/>
              <a:t>（</a:t>
            </a:r>
            <a:r>
              <a:rPr kumimoji="1" lang="en-US" altLang="zh-CN" dirty="0"/>
              <a:t>Root ID</a:t>
            </a:r>
            <a:r>
              <a:rPr kumimoji="1" lang="zh-CN" altLang="en-US" dirty="0"/>
              <a:t>）</a:t>
            </a:r>
            <a:r>
              <a:rPr kumimoji="1" lang="en-US" altLang="zh-CN" dirty="0"/>
              <a:t>: </a:t>
            </a:r>
            <a:r>
              <a:rPr kumimoji="1" lang="zh-CN" altLang="en-US" dirty="0"/>
              <a:t>被选为根的桥</a:t>
            </a:r>
            <a:r>
              <a:rPr kumimoji="1" lang="en-US" altLang="zh-CN" dirty="0"/>
              <a:t>ID</a:t>
            </a:r>
            <a:r>
              <a:rPr kumimoji="1" lang="zh-CN" altLang="en-US" dirty="0"/>
              <a:t>。</a:t>
            </a:r>
            <a:endParaRPr kumimoji="1" lang="en-US" altLang="zh-CN" dirty="0"/>
          </a:p>
          <a:p>
            <a:pPr lvl="2">
              <a:lnSpc>
                <a:spcPct val="120000"/>
              </a:lnSpc>
            </a:pPr>
            <a:r>
              <a:rPr kumimoji="1" lang="zh-CN" altLang="en-US" sz="2400" dirty="0"/>
              <a:t>桥</a:t>
            </a:r>
            <a:r>
              <a:rPr kumimoji="1" lang="en-US" altLang="zh-CN" sz="2400" dirty="0"/>
              <a:t>ID</a:t>
            </a:r>
            <a:r>
              <a:rPr kumimoji="1" lang="zh-CN" altLang="en-US" sz="2400" dirty="0"/>
              <a:t>共</a:t>
            </a:r>
            <a:r>
              <a:rPr kumimoji="1" lang="en-US" altLang="zh-CN" sz="2400" dirty="0"/>
              <a:t>8</a:t>
            </a:r>
            <a:r>
              <a:rPr kumimoji="1" lang="zh-CN" altLang="en-US" sz="2400" dirty="0"/>
              <a:t>字节，由</a:t>
            </a:r>
            <a:r>
              <a:rPr kumimoji="1" lang="en-US" altLang="zh-CN" sz="2400" dirty="0"/>
              <a:t>2</a:t>
            </a:r>
            <a:r>
              <a:rPr kumimoji="1" lang="zh-CN" altLang="en-US" sz="2400" dirty="0"/>
              <a:t>字节的优先级和</a:t>
            </a:r>
            <a:r>
              <a:rPr kumimoji="1" lang="en-US" altLang="zh-CN" sz="2400" dirty="0"/>
              <a:t>6</a:t>
            </a:r>
            <a:r>
              <a:rPr kumimoji="1" lang="zh-CN" altLang="en-US" sz="2400" dirty="0"/>
              <a:t>字节的</a:t>
            </a:r>
            <a:r>
              <a:rPr kumimoji="1" lang="en-US" altLang="zh-CN" sz="2400" dirty="0"/>
              <a:t>MAC</a:t>
            </a:r>
            <a:r>
              <a:rPr kumimoji="1" lang="zh-CN" altLang="en-US" sz="2400" dirty="0"/>
              <a:t>地址组成的。</a:t>
            </a:r>
            <a:endParaRPr kumimoji="1" lang="en-US" altLang="zh-CN" sz="2400" dirty="0"/>
          </a:p>
          <a:p>
            <a:pPr lvl="2">
              <a:lnSpc>
                <a:spcPct val="120000"/>
              </a:lnSpc>
            </a:pPr>
            <a:endParaRPr kumimoji="1" lang="en-US" altLang="zh-CN" dirty="0"/>
          </a:p>
          <a:p>
            <a:pPr lvl="2">
              <a:lnSpc>
                <a:spcPct val="120000"/>
              </a:lnSpc>
            </a:pPr>
            <a:endParaRPr kumimoji="1" lang="en-US" altLang="zh-CN" dirty="0"/>
          </a:p>
          <a:p>
            <a:pPr lvl="2">
              <a:lnSpc>
                <a:spcPct val="120000"/>
              </a:lnSpc>
            </a:pPr>
            <a:endParaRPr kumimoji="1" lang="en-US" altLang="zh-CN" dirty="0"/>
          </a:p>
          <a:p>
            <a:pPr lvl="1">
              <a:lnSpc>
                <a:spcPct val="120000"/>
              </a:lnSpc>
            </a:pPr>
            <a:r>
              <a:rPr kumimoji="1" lang="zh-CN" altLang="en-US" dirty="0">
                <a:solidFill>
                  <a:srgbClr val="7030A0"/>
                </a:solidFill>
              </a:rPr>
              <a:t>根路径开销</a:t>
            </a:r>
            <a:r>
              <a:rPr kumimoji="1" lang="zh-CN" altLang="en-US" dirty="0"/>
              <a:t>（</a:t>
            </a:r>
            <a:r>
              <a:rPr kumimoji="1" lang="en-US" altLang="zh-CN" dirty="0"/>
              <a:t>Root Path Cost</a:t>
            </a:r>
            <a:r>
              <a:rPr kumimoji="1" lang="zh-CN" altLang="en-US" dirty="0"/>
              <a:t>）</a:t>
            </a:r>
            <a:r>
              <a:rPr kumimoji="1" lang="en-US" altLang="zh-CN" dirty="0"/>
              <a:t>: </a:t>
            </a:r>
            <a:r>
              <a:rPr kumimoji="1" lang="zh-CN" altLang="en-US" dirty="0"/>
              <a:t>到根桥的最小路径开销。</a:t>
            </a:r>
            <a:endParaRPr kumimoji="1" lang="en-US" altLang="zh-CN" dirty="0"/>
          </a:p>
          <a:p>
            <a:pPr lvl="1">
              <a:lnSpc>
                <a:spcPct val="120000"/>
              </a:lnSpc>
            </a:pPr>
            <a:r>
              <a:rPr kumimoji="1" lang="zh-CN" altLang="en-US" dirty="0">
                <a:solidFill>
                  <a:srgbClr val="7030A0"/>
                </a:solidFill>
              </a:rPr>
              <a:t>指定桥</a:t>
            </a:r>
            <a:r>
              <a:rPr kumimoji="1" lang="en-US" altLang="zh-CN" dirty="0">
                <a:solidFill>
                  <a:srgbClr val="7030A0"/>
                </a:solidFill>
              </a:rPr>
              <a:t>ID</a:t>
            </a:r>
            <a:r>
              <a:rPr kumimoji="1" lang="zh-CN" altLang="en-US" dirty="0"/>
              <a:t>（</a:t>
            </a:r>
            <a:r>
              <a:rPr kumimoji="1" lang="en-US" altLang="zh-CN" dirty="0"/>
              <a:t>Designated Bridge ID</a:t>
            </a:r>
            <a:r>
              <a:rPr kumimoji="1" lang="zh-CN" altLang="en-US" dirty="0"/>
              <a:t>）</a:t>
            </a:r>
            <a:r>
              <a:rPr kumimoji="1" lang="en-US" altLang="zh-CN" dirty="0"/>
              <a:t>: </a:t>
            </a:r>
            <a:r>
              <a:rPr kumimoji="1" lang="zh-CN" altLang="en-US" dirty="0"/>
              <a:t>生成和转发</a:t>
            </a:r>
            <a:r>
              <a:rPr kumimoji="1" lang="en-US" altLang="zh-CN" dirty="0"/>
              <a:t>BPDU</a:t>
            </a:r>
            <a:r>
              <a:rPr kumimoji="1" lang="zh-CN" altLang="en-US" dirty="0"/>
              <a:t>的桥</a:t>
            </a:r>
            <a:r>
              <a:rPr kumimoji="1" lang="en-US" altLang="zh-CN" dirty="0"/>
              <a:t>ID</a:t>
            </a:r>
          </a:p>
          <a:p>
            <a:pPr lvl="1">
              <a:lnSpc>
                <a:spcPct val="120000"/>
              </a:lnSpc>
            </a:pPr>
            <a:r>
              <a:rPr kumimoji="1" lang="zh-CN" altLang="en-US" dirty="0">
                <a:solidFill>
                  <a:srgbClr val="7030A0"/>
                </a:solidFill>
              </a:rPr>
              <a:t>指定端口</a:t>
            </a:r>
            <a:r>
              <a:rPr kumimoji="1" lang="en-US" altLang="zh-CN" dirty="0">
                <a:solidFill>
                  <a:srgbClr val="7030A0"/>
                </a:solidFill>
              </a:rPr>
              <a:t>ID</a:t>
            </a:r>
            <a:r>
              <a:rPr kumimoji="1" lang="zh-CN" altLang="en-US" dirty="0"/>
              <a:t>（</a:t>
            </a:r>
            <a:r>
              <a:rPr kumimoji="1" lang="en-US" altLang="zh-CN" dirty="0"/>
              <a:t>Designated Port ID</a:t>
            </a:r>
            <a:r>
              <a:rPr kumimoji="1" lang="zh-CN" altLang="en-US" dirty="0"/>
              <a:t>）</a:t>
            </a:r>
            <a:r>
              <a:rPr kumimoji="1" lang="en-US" altLang="zh-CN" dirty="0"/>
              <a:t>: </a:t>
            </a:r>
            <a:r>
              <a:rPr kumimoji="1" lang="zh-CN" altLang="en-US" dirty="0"/>
              <a:t>发送</a:t>
            </a:r>
            <a:r>
              <a:rPr kumimoji="1" lang="en-US" altLang="zh-CN" dirty="0"/>
              <a:t>BPDU</a:t>
            </a:r>
            <a:r>
              <a:rPr kumimoji="1" lang="zh-CN" altLang="en-US" dirty="0"/>
              <a:t>的端口</a:t>
            </a:r>
            <a:r>
              <a:rPr kumimoji="1" lang="en-US" altLang="zh-CN" dirty="0"/>
              <a:t>ID</a:t>
            </a:r>
            <a:r>
              <a:rPr kumimoji="1" lang="zh-CN" altLang="en-US" dirty="0"/>
              <a:t>。</a:t>
            </a:r>
            <a:endParaRPr kumimoji="1" lang="en-US" altLang="zh-CN" dirty="0"/>
          </a:p>
          <a:p>
            <a:pPr marL="457200" lvl="1" indent="0">
              <a:lnSpc>
                <a:spcPct val="120000"/>
              </a:lnSpc>
              <a:buNone/>
            </a:pPr>
            <a:endParaRPr kumimoji="1" lang="zh-CN" altLang="en-US" dirty="0"/>
          </a:p>
          <a:p>
            <a:pPr marL="457200" lvl="1" indent="0">
              <a:lnSpc>
                <a:spcPct val="120000"/>
              </a:lnSpc>
              <a:buNone/>
            </a:pPr>
            <a:endParaRPr lang="zh-CN" altLang="zh-CN" dirty="0"/>
          </a:p>
          <a:p>
            <a:pPr marL="0" indent="0">
              <a:lnSpc>
                <a:spcPct val="120000"/>
              </a:lnSpc>
              <a:buNone/>
            </a:pPr>
            <a:endParaRPr kumimoji="1" lang="zh-CN" altLang="en-US" dirty="0"/>
          </a:p>
        </p:txBody>
      </p:sp>
      <p:sp>
        <p:nvSpPr>
          <p:cNvPr id="20" name="日期占位符 36"/>
          <p:cNvSpPr>
            <a:spLocks noGrp="1"/>
          </p:cNvSpPr>
          <p:nvPr>
            <p:ph type="dt" sz="half" idx="10"/>
          </p:nvPr>
        </p:nvSpPr>
        <p:spPr>
          <a:xfrm>
            <a:off x="197335" y="6489303"/>
            <a:ext cx="2743200" cy="365125"/>
          </a:xfrm>
        </p:spPr>
        <p:txBody>
          <a:bodyPr/>
          <a:lstStyle/>
          <a:p>
            <a:r>
              <a:rPr lang="en-US" altLang="zh-CN" dirty="0">
                <a:latin typeface="微软雅黑" panose="020B0503020204020204" pitchFamily="34" charset="-122"/>
                <a:ea typeface="微软雅黑" panose="020B0503020204020204" pitchFamily="34" charset="-122"/>
              </a:rPr>
              <a:t>4.4 </a:t>
            </a:r>
            <a:r>
              <a:rPr lang="zh-CN" altLang="en-US" dirty="0">
                <a:latin typeface="微软雅黑" panose="020B0503020204020204" pitchFamily="34" charset="-122"/>
                <a:ea typeface="微软雅黑" panose="020B0503020204020204" pitchFamily="34" charset="-122"/>
              </a:rPr>
              <a:t>数据链路层交换</a:t>
            </a:r>
          </a:p>
        </p:txBody>
      </p:sp>
      <p:sp>
        <p:nvSpPr>
          <p:cNvPr id="21" name="灯片编号占位符 38"/>
          <p:cNvSpPr>
            <a:spLocks noGrp="1"/>
          </p:cNvSpPr>
          <p:nvPr>
            <p:ph type="sldNum" sz="quarter" idx="12"/>
          </p:nvPr>
        </p:nvSpPr>
        <p:spPr>
          <a:xfrm>
            <a:off x="8686810" y="6489303"/>
            <a:ext cx="3319670" cy="365125"/>
          </a:xfrm>
        </p:spPr>
        <p:txBody>
          <a:bodyPr/>
          <a:lstStyle/>
          <a:p>
            <a:fld id="{8D4D1E41-7A09-AB4A-A4E1-09765ADA2698}" type="slidenum">
              <a:rPr kumimoji="1" lang="zh-CN" altLang="en-US" smtClean="0"/>
              <a:t>87</a:t>
            </a:fld>
            <a:endParaRPr kumimoji="1" lang="zh-CN" altLang="en-US" dirty="0"/>
          </a:p>
        </p:txBody>
      </p:sp>
      <p:grpSp>
        <p:nvGrpSpPr>
          <p:cNvPr id="6" name="组合 5"/>
          <p:cNvGrpSpPr/>
          <p:nvPr/>
        </p:nvGrpSpPr>
        <p:grpSpPr>
          <a:xfrm>
            <a:off x="2608016" y="3176986"/>
            <a:ext cx="5917224" cy="1041239"/>
            <a:chOff x="2448360" y="3360166"/>
            <a:chExt cx="6480175" cy="1496712"/>
          </a:xfrm>
        </p:grpSpPr>
        <p:sp>
          <p:nvSpPr>
            <p:cNvPr id="7" name="Text Box 8"/>
            <p:cNvSpPr txBox="1">
              <a:spLocks noChangeArrowheads="1"/>
            </p:cNvSpPr>
            <p:nvPr/>
          </p:nvSpPr>
          <p:spPr bwMode="auto">
            <a:xfrm>
              <a:off x="3867585" y="4194509"/>
              <a:ext cx="198183" cy="4997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eaLnBrk="1" hangingPunct="1">
                <a:lnSpc>
                  <a:spcPts val="3100"/>
                </a:lnSpc>
                <a:buFont typeface="Wingdings" panose="05000000000000000000" pitchFamily="2" charset="2"/>
                <a:buNone/>
              </a:pPr>
              <a:endParaRPr kumimoji="0" lang="zh-CN" altLang="zh-CN" sz="2400">
                <a:solidFill>
                  <a:srgbClr val="020202"/>
                </a:solidFill>
                <a:latin typeface="微软雅黑" panose="020B0503020204020204" pitchFamily="34" charset="-122"/>
                <a:ea typeface="微软雅黑" panose="020B0503020204020204" pitchFamily="34" charset="-122"/>
              </a:endParaRPr>
            </a:p>
          </p:txBody>
        </p:sp>
        <p:sp>
          <p:nvSpPr>
            <p:cNvPr id="8" name="Rectangle 9"/>
            <p:cNvSpPr>
              <a:spLocks noChangeArrowheads="1"/>
            </p:cNvSpPr>
            <p:nvPr/>
          </p:nvSpPr>
          <p:spPr bwMode="auto">
            <a:xfrm>
              <a:off x="2448360" y="3489008"/>
              <a:ext cx="6480175" cy="499779"/>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eaLnBrk="1" hangingPunct="1">
                <a:lnSpc>
                  <a:spcPts val="3100"/>
                </a:lnSpc>
                <a:buFont typeface="Wingdings" panose="05000000000000000000" pitchFamily="2" charset="2"/>
                <a:buNone/>
              </a:pPr>
              <a:endParaRPr kumimoji="0" lang="zh-CN" altLang="en-US" sz="2400">
                <a:solidFill>
                  <a:srgbClr val="020202"/>
                </a:solidFill>
                <a:latin typeface="微软雅黑" panose="020B0503020204020204" pitchFamily="34" charset="-122"/>
                <a:ea typeface="微软雅黑" panose="020B0503020204020204" pitchFamily="34" charset="-122"/>
              </a:endParaRPr>
            </a:p>
          </p:txBody>
        </p:sp>
        <p:sp>
          <p:nvSpPr>
            <p:cNvPr id="9" name="Text Box 11"/>
            <p:cNvSpPr txBox="1">
              <a:spLocks noChangeArrowheads="1"/>
            </p:cNvSpPr>
            <p:nvPr/>
          </p:nvSpPr>
          <p:spPr bwMode="auto">
            <a:xfrm>
              <a:off x="2982009" y="3360166"/>
              <a:ext cx="976415" cy="704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eaLnBrk="1" hangingPunct="1">
                <a:lnSpc>
                  <a:spcPts val="3100"/>
                </a:lnSpc>
                <a:buFont typeface="Wingdings" panose="05000000000000000000" pitchFamily="2" charset="2"/>
                <a:buNone/>
              </a:pPr>
              <a:r>
                <a:rPr kumimoji="0" lang="en-US" altLang="zh-CN" sz="1600" dirty="0">
                  <a:solidFill>
                    <a:srgbClr val="020202"/>
                  </a:solidFill>
                  <a:latin typeface="微软雅黑" panose="020B0503020204020204" pitchFamily="34" charset="-122"/>
                  <a:ea typeface="微软雅黑" panose="020B0503020204020204" pitchFamily="34" charset="-122"/>
                </a:rPr>
                <a:t>Priority</a:t>
              </a:r>
            </a:p>
          </p:txBody>
        </p:sp>
        <p:sp>
          <p:nvSpPr>
            <p:cNvPr id="10" name="Text Box 12"/>
            <p:cNvSpPr txBox="1">
              <a:spLocks noChangeArrowheads="1"/>
            </p:cNvSpPr>
            <p:nvPr/>
          </p:nvSpPr>
          <p:spPr bwMode="auto">
            <a:xfrm>
              <a:off x="6026951" y="3360166"/>
              <a:ext cx="1658254" cy="704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eaLnBrk="1" hangingPunct="1">
                <a:lnSpc>
                  <a:spcPts val="3100"/>
                </a:lnSpc>
                <a:buFont typeface="Wingdings" panose="05000000000000000000" pitchFamily="2" charset="2"/>
                <a:buNone/>
              </a:pPr>
              <a:r>
                <a:rPr kumimoji="0" lang="en-US" altLang="zh-CN" sz="1600" dirty="0">
                  <a:solidFill>
                    <a:srgbClr val="020202"/>
                  </a:solidFill>
                  <a:latin typeface="微软雅黑" panose="020B0503020204020204" pitchFamily="34" charset="-122"/>
                  <a:ea typeface="微软雅黑" panose="020B0503020204020204" pitchFamily="34" charset="-122"/>
                </a:rPr>
                <a:t>MAC Address</a:t>
              </a:r>
            </a:p>
          </p:txBody>
        </p:sp>
        <p:sp>
          <p:nvSpPr>
            <p:cNvPr id="11" name="Line 13"/>
            <p:cNvSpPr>
              <a:spLocks noChangeShapeType="1"/>
            </p:cNvSpPr>
            <p:nvPr/>
          </p:nvSpPr>
          <p:spPr bwMode="auto">
            <a:xfrm>
              <a:off x="2448360" y="4075447"/>
              <a:ext cx="0" cy="43180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sz="1400">
                <a:latin typeface="微软雅黑" panose="020B0503020204020204" pitchFamily="34" charset="-122"/>
                <a:ea typeface="微软雅黑" panose="020B0503020204020204" pitchFamily="34" charset="-122"/>
              </a:endParaRPr>
            </a:p>
          </p:txBody>
        </p:sp>
        <p:sp>
          <p:nvSpPr>
            <p:cNvPr id="12" name="Line 14"/>
            <p:cNvSpPr>
              <a:spLocks noChangeShapeType="1"/>
            </p:cNvSpPr>
            <p:nvPr/>
          </p:nvSpPr>
          <p:spPr bwMode="auto">
            <a:xfrm>
              <a:off x="4680385" y="4062747"/>
              <a:ext cx="0" cy="43180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sz="1400">
                <a:latin typeface="微软雅黑" panose="020B0503020204020204" pitchFamily="34" charset="-122"/>
                <a:ea typeface="微软雅黑" panose="020B0503020204020204" pitchFamily="34" charset="-122"/>
              </a:endParaRPr>
            </a:p>
          </p:txBody>
        </p:sp>
        <p:sp>
          <p:nvSpPr>
            <p:cNvPr id="13" name="Line 15"/>
            <p:cNvSpPr>
              <a:spLocks noChangeShapeType="1"/>
            </p:cNvSpPr>
            <p:nvPr/>
          </p:nvSpPr>
          <p:spPr bwMode="auto">
            <a:xfrm>
              <a:off x="8928535" y="4062747"/>
              <a:ext cx="0" cy="43180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sz="1400">
                <a:latin typeface="微软雅黑" panose="020B0503020204020204" pitchFamily="34" charset="-122"/>
                <a:ea typeface="微软雅黑" panose="020B0503020204020204" pitchFamily="34" charset="-122"/>
              </a:endParaRPr>
            </a:p>
          </p:txBody>
        </p:sp>
        <p:sp>
          <p:nvSpPr>
            <p:cNvPr id="14" name="Text Box 17"/>
            <p:cNvSpPr txBox="1">
              <a:spLocks noChangeArrowheads="1"/>
            </p:cNvSpPr>
            <p:nvPr/>
          </p:nvSpPr>
          <p:spPr bwMode="auto">
            <a:xfrm>
              <a:off x="6264710" y="4225341"/>
              <a:ext cx="767346" cy="4997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eaLnBrk="1" hangingPunct="1">
                <a:lnSpc>
                  <a:spcPts val="3100"/>
                </a:lnSpc>
                <a:buFont typeface="Wingdings" panose="05000000000000000000" pitchFamily="2" charset="2"/>
                <a:buNone/>
              </a:pPr>
              <a:r>
                <a:rPr kumimoji="0" lang="en-US" altLang="zh-CN" sz="1600" dirty="0">
                  <a:solidFill>
                    <a:srgbClr val="020202"/>
                  </a:solidFill>
                  <a:latin typeface="微软雅黑" panose="020B0503020204020204" pitchFamily="34" charset="-122"/>
                  <a:ea typeface="微软雅黑" panose="020B0503020204020204" pitchFamily="34" charset="-122"/>
                </a:rPr>
                <a:t>6</a:t>
              </a:r>
              <a:r>
                <a:rPr kumimoji="0" lang="zh-CN" altLang="en-US" sz="1600" dirty="0">
                  <a:solidFill>
                    <a:srgbClr val="020202"/>
                  </a:solidFill>
                  <a:latin typeface="微软雅黑" panose="020B0503020204020204" pitchFamily="34" charset="-122"/>
                  <a:ea typeface="微软雅黑" panose="020B0503020204020204" pitchFamily="34" charset="-122"/>
                </a:rPr>
                <a:t>字节</a:t>
              </a:r>
            </a:p>
          </p:txBody>
        </p:sp>
        <p:sp>
          <p:nvSpPr>
            <p:cNvPr id="15" name="Line 18"/>
            <p:cNvSpPr>
              <a:spLocks noChangeShapeType="1"/>
            </p:cNvSpPr>
            <p:nvPr/>
          </p:nvSpPr>
          <p:spPr bwMode="auto">
            <a:xfrm flipV="1">
              <a:off x="4680385" y="4278647"/>
              <a:ext cx="4248150" cy="12700"/>
            </a:xfrm>
            <a:prstGeom prst="line">
              <a:avLst/>
            </a:prstGeom>
            <a:noFill/>
            <a:ln w="1905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spAutoFit/>
            </a:bodyPr>
            <a:lstStyle/>
            <a:p>
              <a:endParaRPr lang="zh-CN" altLang="en-US" sz="1400">
                <a:latin typeface="微软雅黑" panose="020B0503020204020204" pitchFamily="34" charset="-122"/>
                <a:ea typeface="微软雅黑" panose="020B0503020204020204" pitchFamily="34" charset="-122"/>
              </a:endParaRPr>
            </a:p>
          </p:txBody>
        </p:sp>
        <p:sp>
          <p:nvSpPr>
            <p:cNvPr id="16" name="Line 19"/>
            <p:cNvSpPr>
              <a:spLocks noChangeShapeType="1"/>
            </p:cNvSpPr>
            <p:nvPr/>
          </p:nvSpPr>
          <p:spPr bwMode="auto">
            <a:xfrm>
              <a:off x="2448360" y="4291347"/>
              <a:ext cx="2159000" cy="0"/>
            </a:xfrm>
            <a:prstGeom prst="line">
              <a:avLst/>
            </a:prstGeom>
            <a:noFill/>
            <a:ln w="1905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spAutoFit/>
            </a:bodyPr>
            <a:lstStyle/>
            <a:p>
              <a:endParaRPr lang="zh-CN" altLang="en-US" sz="1400">
                <a:latin typeface="微软雅黑" panose="020B0503020204020204" pitchFamily="34" charset="-122"/>
                <a:ea typeface="微软雅黑" panose="020B0503020204020204" pitchFamily="34" charset="-122"/>
              </a:endParaRPr>
            </a:p>
          </p:txBody>
        </p:sp>
        <p:cxnSp>
          <p:nvCxnSpPr>
            <p:cNvPr id="17" name="直接连接符 16"/>
            <p:cNvCxnSpPr/>
            <p:nvPr/>
          </p:nvCxnSpPr>
          <p:spPr>
            <a:xfrm flipV="1">
              <a:off x="4680385" y="3493957"/>
              <a:ext cx="0" cy="4680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Text Box 17"/>
            <p:cNvSpPr txBox="1">
              <a:spLocks noChangeArrowheads="1"/>
            </p:cNvSpPr>
            <p:nvPr/>
          </p:nvSpPr>
          <p:spPr bwMode="auto">
            <a:xfrm>
              <a:off x="2942320" y="4225340"/>
              <a:ext cx="783308" cy="631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eaLnBrk="1" hangingPunct="1">
                <a:lnSpc>
                  <a:spcPts val="3100"/>
                </a:lnSpc>
                <a:buFont typeface="Wingdings" panose="05000000000000000000" pitchFamily="2" charset="2"/>
                <a:buNone/>
              </a:pPr>
              <a:r>
                <a:rPr kumimoji="0" lang="en-US" altLang="zh-CN" sz="1600" dirty="0">
                  <a:solidFill>
                    <a:srgbClr val="020202"/>
                  </a:solidFill>
                  <a:latin typeface="微软雅黑" panose="020B0503020204020204" pitchFamily="34" charset="-122"/>
                  <a:ea typeface="微软雅黑" panose="020B0503020204020204" pitchFamily="34" charset="-122"/>
                </a:rPr>
                <a:t>2</a:t>
              </a:r>
              <a:r>
                <a:rPr kumimoji="0" lang="zh-CN" altLang="en-US" sz="1600" dirty="0">
                  <a:solidFill>
                    <a:srgbClr val="020202"/>
                  </a:solidFill>
                  <a:latin typeface="微软雅黑" panose="020B0503020204020204" pitchFamily="34" charset="-122"/>
                  <a:ea typeface="微软雅黑" panose="020B0503020204020204" pitchFamily="34" charset="-122"/>
                </a:rPr>
                <a:t>字节</a:t>
              </a:r>
            </a:p>
          </p:txBody>
        </p:sp>
      </p:gr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en-US" altLang="zh-CN" dirty="0"/>
              <a:t> </a:t>
            </a:r>
            <a:r>
              <a:rPr kumimoji="1" lang="zh-CN" altLang="zh-CN" dirty="0"/>
              <a:t>生成树协议</a:t>
            </a:r>
            <a:endParaRPr kumimoji="1" lang="zh-CN" altLang="en-US" dirty="0"/>
          </a:p>
        </p:txBody>
      </p:sp>
      <p:sp>
        <p:nvSpPr>
          <p:cNvPr id="91" name="内容占位符 2"/>
          <p:cNvSpPr>
            <a:spLocks noGrp="1"/>
          </p:cNvSpPr>
          <p:nvPr>
            <p:ph idx="1"/>
          </p:nvPr>
        </p:nvSpPr>
        <p:spPr>
          <a:xfrm>
            <a:off x="838200" y="1417272"/>
            <a:ext cx="10515600" cy="5131205"/>
          </a:xfrm>
          <a:ln>
            <a:noFill/>
          </a:ln>
        </p:spPr>
        <p:txBody>
          <a:bodyPr>
            <a:normAutofit/>
          </a:bodyPr>
          <a:lstStyle/>
          <a:p>
            <a:pPr>
              <a:lnSpc>
                <a:spcPct val="120000"/>
              </a:lnSpc>
            </a:pPr>
            <a:r>
              <a:rPr kumimoji="1" lang="zh-CN" altLang="zh-CN" dirty="0"/>
              <a:t>生成树</a:t>
            </a:r>
            <a:r>
              <a:rPr kumimoji="1" lang="zh-CN" altLang="en-US" dirty="0"/>
              <a:t>的三个选举过程</a:t>
            </a:r>
            <a:endParaRPr kumimoji="1" lang="en-US" altLang="zh-CN" dirty="0"/>
          </a:p>
          <a:p>
            <a:pPr marL="457200" lvl="3" indent="0">
              <a:lnSpc>
                <a:spcPct val="120000"/>
              </a:lnSpc>
              <a:buNone/>
            </a:pPr>
            <a:r>
              <a:rPr kumimoji="0" lang="en-US" altLang="zh-CN" sz="2800" dirty="0">
                <a:latin typeface="微软雅黑" panose="020B0503020204020204" pitchFamily="34" charset="-122"/>
                <a:ea typeface="微软雅黑" panose="020B0503020204020204" pitchFamily="34" charset="-122"/>
              </a:rPr>
              <a:t>(1) </a:t>
            </a:r>
            <a:r>
              <a:rPr kumimoji="0" lang="zh-CN" altLang="en-US" sz="2800" dirty="0">
                <a:latin typeface="微软雅黑" panose="020B0503020204020204" pitchFamily="34" charset="-122"/>
                <a:ea typeface="微软雅黑" panose="020B0503020204020204" pitchFamily="34" charset="-122"/>
              </a:rPr>
              <a:t>选举</a:t>
            </a:r>
            <a:r>
              <a:rPr kumimoji="0" lang="zh-CN" altLang="en-US" sz="2800" dirty="0">
                <a:solidFill>
                  <a:srgbClr val="C00000"/>
                </a:solidFill>
                <a:latin typeface="微软雅黑" panose="020B0503020204020204" pitchFamily="34" charset="-122"/>
                <a:ea typeface="微软雅黑" panose="020B0503020204020204" pitchFamily="34" charset="-122"/>
              </a:rPr>
              <a:t>根桥</a:t>
            </a:r>
            <a:r>
              <a:rPr kumimoji="0" lang="en-US" altLang="zh-CN" sz="2800" dirty="0">
                <a:latin typeface="微软雅黑" panose="020B0503020204020204" pitchFamily="34" charset="-122"/>
                <a:ea typeface="微软雅黑" panose="020B0503020204020204" pitchFamily="34" charset="-122"/>
              </a:rPr>
              <a:t>(Root Bridge) </a:t>
            </a:r>
            <a:r>
              <a:rPr kumimoji="0" lang="zh-CN" altLang="en-US" sz="2800" dirty="0">
                <a:latin typeface="微软雅黑" panose="020B0503020204020204" pitchFamily="34" charset="-122"/>
                <a:ea typeface="微软雅黑" panose="020B0503020204020204" pitchFamily="34" charset="-122"/>
              </a:rPr>
              <a:t>。</a:t>
            </a:r>
          </a:p>
          <a:p>
            <a:pPr marL="457200" lvl="3" indent="0">
              <a:lnSpc>
                <a:spcPct val="120000"/>
              </a:lnSpc>
              <a:buNone/>
            </a:pPr>
            <a:r>
              <a:rPr kumimoji="0" lang="en-US" altLang="zh-CN" sz="2800" dirty="0">
                <a:latin typeface="微软雅黑" panose="020B0503020204020204" pitchFamily="34" charset="-122"/>
                <a:ea typeface="微软雅黑" panose="020B0503020204020204" pitchFamily="34" charset="-122"/>
              </a:rPr>
              <a:t>(2) </a:t>
            </a:r>
            <a:r>
              <a:rPr kumimoji="0" lang="zh-CN" altLang="en-US" sz="2800" dirty="0">
                <a:latin typeface="微软雅黑" panose="020B0503020204020204" pitchFamily="34" charset="-122"/>
                <a:ea typeface="微软雅黑" panose="020B0503020204020204" pitchFamily="34" charset="-122"/>
              </a:rPr>
              <a:t>为每个非根桥选出一个</a:t>
            </a:r>
            <a:r>
              <a:rPr kumimoji="0" lang="zh-CN" altLang="en-US" sz="2800" dirty="0">
                <a:solidFill>
                  <a:srgbClr val="C00000"/>
                </a:solidFill>
                <a:latin typeface="微软雅黑" panose="020B0503020204020204" pitchFamily="34" charset="-122"/>
                <a:ea typeface="微软雅黑" panose="020B0503020204020204" pitchFamily="34" charset="-122"/>
              </a:rPr>
              <a:t>根端口</a:t>
            </a:r>
            <a:r>
              <a:rPr kumimoji="0" lang="zh-CN" altLang="en-US" sz="2800" dirty="0">
                <a:latin typeface="微软雅黑" panose="020B0503020204020204" pitchFamily="34" charset="-122"/>
                <a:ea typeface="微软雅黑" panose="020B0503020204020204" pitchFamily="34" charset="-122"/>
              </a:rPr>
              <a:t>（</a:t>
            </a:r>
            <a:r>
              <a:rPr kumimoji="0" lang="en-US" altLang="zh-CN" sz="2800" dirty="0">
                <a:latin typeface="微软雅黑" panose="020B0503020204020204" pitchFamily="34" charset="-122"/>
                <a:ea typeface="微软雅黑" panose="020B0503020204020204" pitchFamily="34" charset="-122"/>
              </a:rPr>
              <a:t>Root Port</a:t>
            </a:r>
            <a:r>
              <a:rPr kumimoji="0" lang="zh-CN" altLang="en-US" sz="2800" dirty="0">
                <a:latin typeface="微软雅黑" panose="020B0503020204020204" pitchFamily="34" charset="-122"/>
                <a:ea typeface="微软雅黑" panose="020B0503020204020204" pitchFamily="34" charset="-122"/>
              </a:rPr>
              <a:t>）。</a:t>
            </a:r>
          </a:p>
          <a:p>
            <a:pPr marL="457200" lvl="3" indent="0">
              <a:lnSpc>
                <a:spcPct val="120000"/>
              </a:lnSpc>
              <a:buNone/>
            </a:pPr>
            <a:r>
              <a:rPr kumimoji="0" lang="en-US" altLang="zh-CN" sz="2800" dirty="0">
                <a:latin typeface="微软雅黑" panose="020B0503020204020204" pitchFamily="34" charset="-122"/>
                <a:ea typeface="微软雅黑" panose="020B0503020204020204" pitchFamily="34" charset="-122"/>
              </a:rPr>
              <a:t>(3) </a:t>
            </a:r>
            <a:r>
              <a:rPr kumimoji="0" lang="zh-CN" altLang="en-US" sz="2800" dirty="0">
                <a:latin typeface="微软雅黑" panose="020B0503020204020204" pitchFamily="34" charset="-122"/>
                <a:ea typeface="微软雅黑" panose="020B0503020204020204" pitchFamily="34" charset="-122"/>
              </a:rPr>
              <a:t>为每个网段确定一个</a:t>
            </a:r>
            <a:r>
              <a:rPr kumimoji="0" lang="zh-CN" altLang="en-US" sz="2800" dirty="0">
                <a:solidFill>
                  <a:srgbClr val="C00000"/>
                </a:solidFill>
                <a:latin typeface="微软雅黑" panose="020B0503020204020204" pitchFamily="34" charset="-122"/>
                <a:ea typeface="微软雅黑" panose="020B0503020204020204" pitchFamily="34" charset="-122"/>
              </a:rPr>
              <a:t>指定端口</a:t>
            </a:r>
            <a:r>
              <a:rPr kumimoji="0" lang="zh-CN" altLang="en-US" sz="2800" dirty="0">
                <a:latin typeface="微软雅黑" panose="020B0503020204020204" pitchFamily="34" charset="-122"/>
                <a:ea typeface="微软雅黑" panose="020B0503020204020204" pitchFamily="34" charset="-122"/>
              </a:rPr>
              <a:t>（</a:t>
            </a:r>
            <a:r>
              <a:rPr kumimoji="0" lang="en-US" altLang="zh-CN" sz="2800" dirty="0">
                <a:latin typeface="微软雅黑" panose="020B0503020204020204" pitchFamily="34" charset="-122"/>
                <a:ea typeface="微软雅黑" panose="020B0503020204020204" pitchFamily="34" charset="-122"/>
              </a:rPr>
              <a:t>Designated Port</a:t>
            </a:r>
            <a:r>
              <a:rPr kumimoji="0" lang="zh-CN" altLang="en-US" sz="2800" dirty="0">
                <a:latin typeface="微软雅黑" panose="020B0503020204020204" pitchFamily="34" charset="-122"/>
                <a:ea typeface="微软雅黑" panose="020B0503020204020204" pitchFamily="34" charset="-122"/>
              </a:rPr>
              <a:t>）。</a:t>
            </a:r>
          </a:p>
          <a:p>
            <a:pPr marL="457200" lvl="1" indent="0">
              <a:lnSpc>
                <a:spcPct val="120000"/>
              </a:lnSpc>
              <a:buNone/>
            </a:pPr>
            <a:endParaRPr lang="zh-CN" altLang="zh-CN" dirty="0"/>
          </a:p>
          <a:p>
            <a:pPr marL="0" indent="0">
              <a:lnSpc>
                <a:spcPct val="120000"/>
              </a:lnSpc>
              <a:buNone/>
            </a:pPr>
            <a:endParaRPr kumimoji="1" lang="zh-CN" altLang="en-US" dirty="0"/>
          </a:p>
        </p:txBody>
      </p:sp>
      <p:sp>
        <p:nvSpPr>
          <p:cNvPr id="8" name="日期占位符 36"/>
          <p:cNvSpPr>
            <a:spLocks noGrp="1"/>
          </p:cNvSpPr>
          <p:nvPr>
            <p:ph type="dt" sz="half" idx="10"/>
          </p:nvPr>
        </p:nvSpPr>
        <p:spPr>
          <a:xfrm>
            <a:off x="197335" y="6489303"/>
            <a:ext cx="2743200" cy="365125"/>
          </a:xfrm>
        </p:spPr>
        <p:txBody>
          <a:bodyPr/>
          <a:lstStyle/>
          <a:p>
            <a:r>
              <a:rPr lang="en-US" altLang="zh-CN" dirty="0">
                <a:latin typeface="微软雅黑" panose="020B0503020204020204" pitchFamily="34" charset="-122"/>
                <a:ea typeface="微软雅黑" panose="020B0503020204020204" pitchFamily="34" charset="-122"/>
              </a:rPr>
              <a:t>4.4 </a:t>
            </a:r>
            <a:r>
              <a:rPr lang="zh-CN" altLang="en-US" dirty="0">
                <a:latin typeface="微软雅黑" panose="020B0503020204020204" pitchFamily="34" charset="-122"/>
                <a:ea typeface="微软雅黑" panose="020B0503020204020204" pitchFamily="34" charset="-122"/>
              </a:rPr>
              <a:t>数据链路层交换</a:t>
            </a:r>
          </a:p>
        </p:txBody>
      </p:sp>
      <p:sp>
        <p:nvSpPr>
          <p:cNvPr id="9" name="灯片编号占位符 38"/>
          <p:cNvSpPr>
            <a:spLocks noGrp="1"/>
          </p:cNvSpPr>
          <p:nvPr>
            <p:ph type="sldNum" sz="quarter" idx="12"/>
          </p:nvPr>
        </p:nvSpPr>
        <p:spPr>
          <a:xfrm>
            <a:off x="8686810" y="6489303"/>
            <a:ext cx="3319670" cy="365125"/>
          </a:xfrm>
        </p:spPr>
        <p:txBody>
          <a:bodyPr/>
          <a:lstStyle/>
          <a:p>
            <a:fld id="{8D4D1E41-7A09-AB4A-A4E1-09765ADA2698}" type="slidenum">
              <a:rPr kumimoji="1" lang="zh-CN" altLang="en-US" smtClean="0"/>
              <a:t>88</a:t>
            </a:fld>
            <a:endParaRPr kumimoji="1" lang="zh-CN" altLang="en-US"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en-US" altLang="zh-CN" dirty="0"/>
              <a:t> </a:t>
            </a:r>
            <a:r>
              <a:rPr kumimoji="1" lang="zh-CN" altLang="zh-CN" dirty="0"/>
              <a:t>生成树协议</a:t>
            </a:r>
            <a:endParaRPr kumimoji="1" lang="zh-CN" altLang="en-US" dirty="0"/>
          </a:p>
        </p:txBody>
      </p:sp>
      <p:sp>
        <p:nvSpPr>
          <p:cNvPr id="91" name="内容占位符 2"/>
          <p:cNvSpPr>
            <a:spLocks noGrp="1"/>
          </p:cNvSpPr>
          <p:nvPr>
            <p:ph idx="1"/>
          </p:nvPr>
        </p:nvSpPr>
        <p:spPr>
          <a:xfrm>
            <a:off x="838200" y="1417272"/>
            <a:ext cx="10515600" cy="5131205"/>
          </a:xfrm>
          <a:ln>
            <a:noFill/>
          </a:ln>
        </p:spPr>
        <p:txBody>
          <a:bodyPr>
            <a:normAutofit/>
          </a:bodyPr>
          <a:lstStyle/>
          <a:p>
            <a:pPr>
              <a:lnSpc>
                <a:spcPct val="120000"/>
              </a:lnSpc>
            </a:pPr>
            <a:r>
              <a:rPr kumimoji="1" lang="zh-CN" altLang="zh-CN" dirty="0"/>
              <a:t>生成树</a:t>
            </a:r>
            <a:r>
              <a:rPr kumimoji="1" lang="zh-CN" altLang="en-US" dirty="0"/>
              <a:t>的选举过程</a:t>
            </a:r>
            <a:r>
              <a:rPr kumimoji="1" lang="en-US" altLang="zh-CN" dirty="0"/>
              <a:t>1</a:t>
            </a:r>
            <a:r>
              <a:rPr kumimoji="1" lang="zh-CN" altLang="en-US" dirty="0"/>
              <a:t>：选举根桥</a:t>
            </a:r>
            <a:endParaRPr kumimoji="1" lang="en-US" altLang="zh-CN" dirty="0"/>
          </a:p>
          <a:p>
            <a:pPr lvl="1">
              <a:lnSpc>
                <a:spcPct val="120000"/>
              </a:lnSpc>
            </a:pPr>
            <a:r>
              <a:rPr lang="zh-CN" altLang="en-US" sz="2600" dirty="0">
                <a:latin typeface="微软雅黑" panose="020B0503020204020204" pitchFamily="34" charset="-122"/>
                <a:ea typeface="微软雅黑" panose="020B0503020204020204" pitchFamily="34" charset="-122"/>
              </a:rPr>
              <a:t>同一广播域中的所有交换机均参与选举；</a:t>
            </a:r>
            <a:endParaRPr lang="en-US" altLang="zh-CN" sz="2600" dirty="0">
              <a:latin typeface="微软雅黑" panose="020B0503020204020204" pitchFamily="34" charset="-122"/>
              <a:ea typeface="微软雅黑" panose="020B0503020204020204" pitchFamily="34" charset="-122"/>
            </a:endParaRPr>
          </a:p>
          <a:p>
            <a:pPr lvl="1">
              <a:lnSpc>
                <a:spcPct val="120000"/>
              </a:lnSpc>
            </a:pPr>
            <a:r>
              <a:rPr kumimoji="0" lang="zh-CN" altLang="en-US" sz="2600" dirty="0">
                <a:latin typeface="微软雅黑" panose="020B0503020204020204" pitchFamily="34" charset="-122"/>
                <a:ea typeface="微软雅黑" panose="020B0503020204020204" pitchFamily="34" charset="-122"/>
              </a:rPr>
              <a:t>桥</a:t>
            </a:r>
            <a:r>
              <a:rPr kumimoji="0" lang="en-US" altLang="zh-CN" sz="2600" dirty="0">
                <a:solidFill>
                  <a:srgbClr val="C00000"/>
                </a:solidFill>
                <a:latin typeface="微软雅黑" panose="020B0503020204020204" pitchFamily="34" charset="-122"/>
                <a:ea typeface="微软雅黑" panose="020B0503020204020204" pitchFamily="34" charset="-122"/>
              </a:rPr>
              <a:t>ID</a:t>
            </a:r>
            <a:r>
              <a:rPr kumimoji="0" lang="zh-CN" altLang="en-US" sz="2600" dirty="0">
                <a:solidFill>
                  <a:srgbClr val="C00000"/>
                </a:solidFill>
                <a:latin typeface="微软雅黑" panose="020B0503020204020204" pitchFamily="34" charset="-122"/>
                <a:ea typeface="微软雅黑" panose="020B0503020204020204" pitchFamily="34" charset="-122"/>
              </a:rPr>
              <a:t>最小</a:t>
            </a:r>
            <a:r>
              <a:rPr kumimoji="0" lang="zh-CN" altLang="en-US" sz="2600" dirty="0">
                <a:latin typeface="微软雅黑" panose="020B0503020204020204" pitchFamily="34" charset="-122"/>
                <a:ea typeface="微软雅黑" panose="020B0503020204020204" pitchFamily="34" charset="-122"/>
              </a:rPr>
              <a:t>的</a:t>
            </a:r>
            <a:r>
              <a:rPr lang="zh-CN" altLang="en-US" sz="2600" dirty="0">
                <a:latin typeface="微软雅黑" panose="020B0503020204020204" pitchFamily="34" charset="-122"/>
                <a:ea typeface="微软雅黑" panose="020B0503020204020204" pitchFamily="34" charset="-122"/>
              </a:rPr>
              <a:t>交换机（网桥）</a:t>
            </a:r>
            <a:r>
              <a:rPr kumimoji="0" lang="zh-CN" altLang="en-US" sz="2600" dirty="0">
                <a:latin typeface="微软雅黑" panose="020B0503020204020204" pitchFamily="34" charset="-122"/>
                <a:ea typeface="微软雅黑" panose="020B0503020204020204" pitchFamily="34" charset="-122"/>
              </a:rPr>
              <a:t>成为生成树的</a:t>
            </a:r>
            <a:r>
              <a:rPr kumimoji="0" lang="zh-CN" altLang="en-US" sz="2600" dirty="0">
                <a:solidFill>
                  <a:srgbClr val="C00000"/>
                </a:solidFill>
                <a:latin typeface="微软雅黑" panose="020B0503020204020204" pitchFamily="34" charset="-122"/>
                <a:ea typeface="微软雅黑" panose="020B0503020204020204" pitchFamily="34" charset="-122"/>
              </a:rPr>
              <a:t>根</a:t>
            </a:r>
            <a:r>
              <a:rPr kumimoji="0" lang="zh-CN" altLang="en-US" sz="2600" dirty="0">
                <a:latin typeface="微软雅黑" panose="020B0503020204020204" pitchFamily="34" charset="-122"/>
                <a:ea typeface="微软雅黑" panose="020B0503020204020204" pitchFamily="34" charset="-122"/>
              </a:rPr>
              <a:t>；</a:t>
            </a:r>
            <a:endParaRPr kumimoji="0" lang="en-US" altLang="zh-CN" sz="2600" dirty="0">
              <a:latin typeface="微软雅黑" panose="020B0503020204020204" pitchFamily="34" charset="-122"/>
              <a:ea typeface="微软雅黑" panose="020B0503020204020204" pitchFamily="34" charset="-122"/>
            </a:endParaRPr>
          </a:p>
          <a:p>
            <a:pPr lvl="1">
              <a:lnSpc>
                <a:spcPct val="120000"/>
              </a:lnSpc>
            </a:pPr>
            <a:r>
              <a:rPr kumimoji="0" lang="zh-CN" altLang="en-US" sz="2600" dirty="0">
                <a:latin typeface="微软雅黑" panose="020B0503020204020204" pitchFamily="34" charset="-122"/>
                <a:ea typeface="微软雅黑" panose="020B0503020204020204" pitchFamily="34" charset="-122"/>
              </a:rPr>
              <a:t>在给定广播域内只有一个根桥，其它均为非根桥。</a:t>
            </a:r>
            <a:endParaRPr kumimoji="0" lang="en-US" altLang="zh-CN" sz="2600" dirty="0">
              <a:latin typeface="微软雅黑" panose="020B0503020204020204" pitchFamily="34" charset="-122"/>
              <a:ea typeface="微软雅黑" panose="020B0503020204020204" pitchFamily="34" charset="-122"/>
            </a:endParaRPr>
          </a:p>
          <a:p>
            <a:pPr lvl="1">
              <a:lnSpc>
                <a:spcPct val="120000"/>
              </a:lnSpc>
            </a:pPr>
            <a:r>
              <a:rPr kumimoji="0" lang="zh-CN" altLang="en-US" sz="2600" dirty="0">
                <a:latin typeface="微软雅黑" panose="020B0503020204020204" pitchFamily="34" charset="-122"/>
                <a:ea typeface="微软雅黑" panose="020B0503020204020204" pitchFamily="34" charset="-122"/>
              </a:rPr>
              <a:t>根桥的所有端口都处在</a:t>
            </a:r>
            <a:r>
              <a:rPr kumimoji="0" lang="zh-CN" altLang="en-US" sz="2600" dirty="0">
                <a:solidFill>
                  <a:srgbClr val="7030A0"/>
                </a:solidFill>
                <a:latin typeface="微软雅黑" panose="020B0503020204020204" pitchFamily="34" charset="-122"/>
                <a:ea typeface="微软雅黑" panose="020B0503020204020204" pitchFamily="34" charset="-122"/>
              </a:rPr>
              <a:t>转发状态</a:t>
            </a:r>
            <a:r>
              <a:rPr kumimoji="0" lang="zh-CN" altLang="en-US" sz="2600" dirty="0">
                <a:latin typeface="微软雅黑" panose="020B0503020204020204" pitchFamily="34" charset="-122"/>
                <a:ea typeface="微软雅黑" panose="020B0503020204020204" pitchFamily="34" charset="-122"/>
              </a:rPr>
              <a:t>。   </a:t>
            </a:r>
            <a:endParaRPr lang="zh-CN" altLang="zh-CN" sz="2600" dirty="0">
              <a:latin typeface="微软雅黑" panose="020B0503020204020204" pitchFamily="34" charset="-122"/>
              <a:ea typeface="微软雅黑" panose="020B0503020204020204" pitchFamily="34" charset="-122"/>
            </a:endParaRPr>
          </a:p>
          <a:p>
            <a:pPr marL="0" indent="0">
              <a:lnSpc>
                <a:spcPct val="120000"/>
              </a:lnSpc>
              <a:buNone/>
            </a:pPr>
            <a:endParaRPr kumimoji="1" lang="zh-CN" altLang="en-US" dirty="0"/>
          </a:p>
        </p:txBody>
      </p:sp>
      <p:sp>
        <p:nvSpPr>
          <p:cNvPr id="5" name="对话气泡: 圆角矩形 4"/>
          <p:cNvSpPr/>
          <p:nvPr/>
        </p:nvSpPr>
        <p:spPr>
          <a:xfrm>
            <a:off x="4579631" y="4520851"/>
            <a:ext cx="3534354" cy="500890"/>
          </a:xfrm>
          <a:prstGeom prst="wedgeRoundRectCallout">
            <a:avLst>
              <a:gd name="adj1" fmla="val -21782"/>
              <a:gd name="adj2" fmla="val -119746"/>
              <a:gd name="adj3" fmla="val 16667"/>
            </a:avLst>
          </a:pr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chemeClr val="tx1"/>
                </a:solidFill>
                <a:latin typeface="微软雅黑" panose="020B0503020204020204" pitchFamily="34" charset="-122"/>
                <a:ea typeface="黑体" panose="02010609060101010101" pitchFamily="2" charset="-122"/>
              </a:rPr>
              <a:t>可以接收和发送数据帧</a:t>
            </a:r>
          </a:p>
        </p:txBody>
      </p:sp>
      <p:sp>
        <p:nvSpPr>
          <p:cNvPr id="9" name="日期占位符 36"/>
          <p:cNvSpPr>
            <a:spLocks noGrp="1"/>
          </p:cNvSpPr>
          <p:nvPr>
            <p:ph type="dt" sz="half" idx="10"/>
          </p:nvPr>
        </p:nvSpPr>
        <p:spPr>
          <a:xfrm>
            <a:off x="197335" y="6489303"/>
            <a:ext cx="2743200" cy="365125"/>
          </a:xfrm>
        </p:spPr>
        <p:txBody>
          <a:bodyPr/>
          <a:lstStyle/>
          <a:p>
            <a:r>
              <a:rPr lang="en-US" altLang="zh-CN" dirty="0">
                <a:latin typeface="微软雅黑" panose="020B0503020204020204" pitchFamily="34" charset="-122"/>
                <a:ea typeface="微软雅黑" panose="020B0503020204020204" pitchFamily="34" charset="-122"/>
              </a:rPr>
              <a:t>4.4 </a:t>
            </a:r>
            <a:r>
              <a:rPr lang="zh-CN" altLang="en-US" dirty="0">
                <a:latin typeface="微软雅黑" panose="020B0503020204020204" pitchFamily="34" charset="-122"/>
                <a:ea typeface="微软雅黑" panose="020B0503020204020204" pitchFamily="34" charset="-122"/>
              </a:rPr>
              <a:t>数据链路层交换</a:t>
            </a:r>
          </a:p>
        </p:txBody>
      </p:sp>
      <p:sp>
        <p:nvSpPr>
          <p:cNvPr id="10" name="灯片编号占位符 38"/>
          <p:cNvSpPr>
            <a:spLocks noGrp="1"/>
          </p:cNvSpPr>
          <p:nvPr>
            <p:ph type="sldNum" sz="quarter" idx="12"/>
          </p:nvPr>
        </p:nvSpPr>
        <p:spPr>
          <a:xfrm>
            <a:off x="8686810" y="6489303"/>
            <a:ext cx="3319670" cy="365125"/>
          </a:xfrm>
        </p:spPr>
        <p:txBody>
          <a:bodyPr/>
          <a:lstStyle/>
          <a:p>
            <a:fld id="{8D4D1E41-7A09-AB4A-A4E1-09765ADA2698}" type="slidenum">
              <a:rPr kumimoji="1" lang="zh-CN" altLang="en-US" smtClean="0"/>
              <a:t>89</a:t>
            </a:fld>
            <a:endParaRPr kumimoji="1"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1">
                                            <p:txEl>
                                              <p:pRg st="1" end="1"/>
                                            </p:txEl>
                                          </p:spTgt>
                                        </p:tgtEl>
                                        <p:attrNameLst>
                                          <p:attrName>style.visibility</p:attrName>
                                        </p:attrNameLst>
                                      </p:cBhvr>
                                      <p:to>
                                        <p:strVal val="visible"/>
                                      </p:to>
                                    </p:set>
                                    <p:animEffect transition="in" filter="fade">
                                      <p:cBhvr>
                                        <p:cTn id="7" dur="500"/>
                                        <p:tgtEl>
                                          <p:spTgt spid="91">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1">
                                            <p:txEl>
                                              <p:pRg st="2" end="2"/>
                                            </p:txEl>
                                          </p:spTgt>
                                        </p:tgtEl>
                                        <p:attrNameLst>
                                          <p:attrName>style.visibility</p:attrName>
                                        </p:attrNameLst>
                                      </p:cBhvr>
                                      <p:to>
                                        <p:strVal val="visible"/>
                                      </p:to>
                                    </p:set>
                                    <p:animEffect transition="in" filter="fade">
                                      <p:cBhvr>
                                        <p:cTn id="12" dur="500"/>
                                        <p:tgtEl>
                                          <p:spTgt spid="91">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1">
                                            <p:txEl>
                                              <p:pRg st="3" end="3"/>
                                            </p:txEl>
                                          </p:spTgt>
                                        </p:tgtEl>
                                        <p:attrNameLst>
                                          <p:attrName>style.visibility</p:attrName>
                                        </p:attrNameLst>
                                      </p:cBhvr>
                                      <p:to>
                                        <p:strVal val="visible"/>
                                      </p:to>
                                    </p:set>
                                    <p:animEffect transition="in" filter="fade">
                                      <p:cBhvr>
                                        <p:cTn id="17" dur="500"/>
                                        <p:tgtEl>
                                          <p:spTgt spid="91">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1">
                                            <p:txEl>
                                              <p:pRg st="4" end="4"/>
                                            </p:txEl>
                                          </p:spTgt>
                                        </p:tgtEl>
                                        <p:attrNameLst>
                                          <p:attrName>style.visibility</p:attrName>
                                        </p:attrNameLst>
                                      </p:cBhvr>
                                      <p:to>
                                        <p:strVal val="visible"/>
                                      </p:to>
                                    </p:set>
                                    <p:animEffect transition="in" filter="fade">
                                      <p:cBhvr>
                                        <p:cTn id="22" dur="500"/>
                                        <p:tgtEl>
                                          <p:spTgt spid="91">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up)">
                                      <p:cBhvr>
                                        <p:cTn id="2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en-US" altLang="zh-CN" dirty="0"/>
              <a:t> </a:t>
            </a:r>
            <a:r>
              <a:rPr kumimoji="1" lang="zh-CN" altLang="zh-CN" dirty="0"/>
              <a:t>生成树协议</a:t>
            </a:r>
            <a:endParaRPr kumimoji="1" lang="zh-CN" altLang="en-US" dirty="0"/>
          </a:p>
        </p:txBody>
      </p:sp>
      <p:sp>
        <p:nvSpPr>
          <p:cNvPr id="91" name="内容占位符 2"/>
          <p:cNvSpPr>
            <a:spLocks noGrp="1"/>
          </p:cNvSpPr>
          <p:nvPr>
            <p:ph idx="1"/>
          </p:nvPr>
        </p:nvSpPr>
        <p:spPr>
          <a:xfrm>
            <a:off x="838200" y="1417272"/>
            <a:ext cx="10515600" cy="5131205"/>
          </a:xfrm>
          <a:ln>
            <a:noFill/>
          </a:ln>
        </p:spPr>
        <p:txBody>
          <a:bodyPr>
            <a:normAutofit/>
          </a:bodyPr>
          <a:lstStyle/>
          <a:p>
            <a:pPr>
              <a:lnSpc>
                <a:spcPct val="120000"/>
              </a:lnSpc>
            </a:pPr>
            <a:r>
              <a:rPr kumimoji="1" lang="zh-CN" altLang="en-US" dirty="0"/>
              <a:t>根桥选举实例</a:t>
            </a:r>
            <a:endParaRPr kumimoji="1" lang="en-US" altLang="zh-CN" dirty="0"/>
          </a:p>
          <a:p>
            <a:pPr marL="0" indent="0">
              <a:lnSpc>
                <a:spcPct val="120000"/>
              </a:lnSpc>
              <a:buNone/>
            </a:pPr>
            <a:endParaRPr kumimoji="1" lang="zh-CN" altLang="en-US" dirty="0"/>
          </a:p>
        </p:txBody>
      </p:sp>
      <p:cxnSp>
        <p:nvCxnSpPr>
          <p:cNvPr id="4" name="直接连接符 3"/>
          <p:cNvCxnSpPr/>
          <p:nvPr/>
        </p:nvCxnSpPr>
        <p:spPr>
          <a:xfrm flipV="1">
            <a:off x="4620126" y="3364407"/>
            <a:ext cx="1169660" cy="1186311"/>
          </a:xfrm>
          <a:prstGeom prst="line">
            <a:avLst/>
          </a:prstGeom>
        </p:spPr>
        <p:style>
          <a:lnRef idx="3">
            <a:schemeClr val="accent1"/>
          </a:lnRef>
          <a:fillRef idx="0">
            <a:schemeClr val="accent1"/>
          </a:fillRef>
          <a:effectRef idx="2">
            <a:schemeClr val="accent1"/>
          </a:effectRef>
          <a:fontRef idx="minor">
            <a:schemeClr val="tx1"/>
          </a:fontRef>
        </p:style>
      </p:cxnSp>
      <p:cxnSp>
        <p:nvCxnSpPr>
          <p:cNvPr id="12" name="直接连接符 11"/>
          <p:cNvCxnSpPr/>
          <p:nvPr/>
        </p:nvCxnSpPr>
        <p:spPr>
          <a:xfrm flipH="1" flipV="1">
            <a:off x="6254843" y="3339997"/>
            <a:ext cx="1385259" cy="1212752"/>
          </a:xfrm>
          <a:prstGeom prst="line">
            <a:avLst/>
          </a:prstGeom>
        </p:spPr>
        <p:style>
          <a:lnRef idx="3">
            <a:schemeClr val="accent1"/>
          </a:lnRef>
          <a:fillRef idx="0">
            <a:schemeClr val="accent1"/>
          </a:fillRef>
          <a:effectRef idx="2">
            <a:schemeClr val="accent1"/>
          </a:effectRef>
          <a:fontRef idx="minor">
            <a:schemeClr val="tx1"/>
          </a:fontRef>
        </p:style>
      </p:cxnSp>
      <p:cxnSp>
        <p:nvCxnSpPr>
          <p:cNvPr id="20" name="直接连接符 19"/>
          <p:cNvCxnSpPr/>
          <p:nvPr/>
        </p:nvCxnSpPr>
        <p:spPr>
          <a:xfrm>
            <a:off x="4620126" y="4934817"/>
            <a:ext cx="3019976" cy="0"/>
          </a:xfrm>
          <a:prstGeom prst="line">
            <a:avLst/>
          </a:prstGeom>
        </p:spPr>
        <p:style>
          <a:lnRef idx="3">
            <a:schemeClr val="accent1"/>
          </a:lnRef>
          <a:fillRef idx="0">
            <a:schemeClr val="accent1"/>
          </a:fillRef>
          <a:effectRef idx="2">
            <a:schemeClr val="accent1"/>
          </a:effectRef>
          <a:fontRef idx="minor">
            <a:schemeClr val="tx1"/>
          </a:fontRef>
        </p:style>
      </p:cxnSp>
      <p:pic>
        <p:nvPicPr>
          <p:cNvPr id="7" name="Picture 5" descr="通用交换机"/>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83732" y="4393227"/>
            <a:ext cx="914400" cy="665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5" descr="通用交换机"/>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29802" y="4416773"/>
            <a:ext cx="914400" cy="665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5" descr="通用交换机"/>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84959" y="2843463"/>
            <a:ext cx="914400" cy="665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 name="文本框 24"/>
          <p:cNvSpPr txBox="1"/>
          <p:nvPr/>
        </p:nvSpPr>
        <p:spPr>
          <a:xfrm>
            <a:off x="4416869" y="1870666"/>
            <a:ext cx="3187411" cy="830997"/>
          </a:xfrm>
          <a:prstGeom prst="rect">
            <a:avLst/>
          </a:prstGeom>
          <a:noFill/>
          <a:ln>
            <a:solidFill>
              <a:srgbClr val="7030A0"/>
            </a:solidFill>
          </a:ln>
        </p:spPr>
        <p:txBody>
          <a:bodyPr wrap="none" rtlCol="0">
            <a:spAutoFit/>
          </a:bodyPr>
          <a:lstStyle/>
          <a:p>
            <a:r>
              <a:rPr lang="en-US" altLang="zh-CN" sz="1600" dirty="0">
                <a:latin typeface="微软雅黑" panose="020B0503020204020204" pitchFamily="34" charset="-122"/>
                <a:ea typeface="微软雅黑" panose="020B0503020204020204" pitchFamily="34" charset="-122"/>
              </a:rPr>
              <a:t>Bridge ID</a:t>
            </a:r>
          </a:p>
          <a:p>
            <a:r>
              <a:rPr lang="zh-CN" altLang="en-US" sz="1600" dirty="0">
                <a:latin typeface="微软雅黑" panose="020B0503020204020204" pitchFamily="34" charset="-122"/>
                <a:ea typeface="微软雅黑" panose="020B0503020204020204" pitchFamily="34" charset="-122"/>
              </a:rPr>
              <a:t>优先级：</a:t>
            </a:r>
            <a:r>
              <a:rPr lang="en-US" altLang="zh-CN" sz="1600" dirty="0">
                <a:latin typeface="微软雅黑" panose="020B0503020204020204" pitchFamily="34" charset="-122"/>
                <a:ea typeface="微软雅黑" panose="020B0503020204020204" pitchFamily="34" charset="-122"/>
              </a:rPr>
              <a:t> 32769</a:t>
            </a:r>
          </a:p>
          <a:p>
            <a:r>
              <a:rPr lang="en-US" altLang="zh-CN" sz="1600" dirty="0">
                <a:latin typeface="微软雅黑" panose="020B0503020204020204" pitchFamily="34" charset="-122"/>
                <a:ea typeface="微软雅黑" panose="020B0503020204020204" pitchFamily="34" charset="-122"/>
              </a:rPr>
              <a:t>MAC</a:t>
            </a:r>
            <a:r>
              <a:rPr lang="zh-CN" altLang="en-US" sz="1600" dirty="0">
                <a:latin typeface="微软雅黑" panose="020B0503020204020204" pitchFamily="34" charset="-122"/>
                <a:ea typeface="微软雅黑" panose="020B0503020204020204" pitchFamily="34" charset="-122"/>
              </a:rPr>
              <a:t>地址：</a:t>
            </a:r>
            <a:r>
              <a:rPr lang="en-US" altLang="zh-CN" sz="1600" dirty="0">
                <a:latin typeface="微软雅黑" panose="020B0503020204020204" pitchFamily="34" charset="-122"/>
                <a:ea typeface="微软雅黑" panose="020B0503020204020204" pitchFamily="34" charset="-122"/>
              </a:rPr>
              <a:t>00-0A-00-11-11-11</a:t>
            </a:r>
            <a:endParaRPr lang="zh-CN" altLang="en-US" sz="1600" dirty="0">
              <a:latin typeface="微软雅黑" panose="020B0503020204020204" pitchFamily="34" charset="-122"/>
              <a:ea typeface="微软雅黑" panose="020B0503020204020204" pitchFamily="34" charset="-122"/>
            </a:endParaRPr>
          </a:p>
        </p:txBody>
      </p:sp>
      <p:sp>
        <p:nvSpPr>
          <p:cNvPr id="28" name="文本框 27"/>
          <p:cNvSpPr txBox="1"/>
          <p:nvPr/>
        </p:nvSpPr>
        <p:spPr>
          <a:xfrm>
            <a:off x="1710721" y="5145912"/>
            <a:ext cx="3187411" cy="830997"/>
          </a:xfrm>
          <a:prstGeom prst="rect">
            <a:avLst/>
          </a:prstGeom>
          <a:noFill/>
          <a:ln>
            <a:solidFill>
              <a:srgbClr val="7030A0"/>
            </a:solidFill>
          </a:ln>
        </p:spPr>
        <p:txBody>
          <a:bodyPr wrap="none" rtlCol="0">
            <a:spAutoFit/>
          </a:bodyPr>
          <a:lstStyle/>
          <a:p>
            <a:r>
              <a:rPr lang="en-US" altLang="zh-CN" sz="1600" dirty="0">
                <a:latin typeface="微软雅黑" panose="020B0503020204020204" pitchFamily="34" charset="-122"/>
                <a:ea typeface="微软雅黑" panose="020B0503020204020204" pitchFamily="34" charset="-122"/>
              </a:rPr>
              <a:t>Bridge ID</a:t>
            </a:r>
          </a:p>
          <a:p>
            <a:r>
              <a:rPr lang="zh-CN" altLang="en-US" sz="1600" dirty="0">
                <a:latin typeface="微软雅黑" panose="020B0503020204020204" pitchFamily="34" charset="-122"/>
                <a:ea typeface="微软雅黑" panose="020B0503020204020204" pitchFamily="34" charset="-122"/>
              </a:rPr>
              <a:t>优先级：</a:t>
            </a:r>
            <a:r>
              <a:rPr lang="en-US" altLang="zh-CN" sz="1600" dirty="0">
                <a:latin typeface="微软雅黑" panose="020B0503020204020204" pitchFamily="34" charset="-122"/>
                <a:ea typeface="微软雅黑" panose="020B0503020204020204" pitchFamily="34" charset="-122"/>
              </a:rPr>
              <a:t> 24577</a:t>
            </a:r>
          </a:p>
          <a:p>
            <a:r>
              <a:rPr lang="en-US" altLang="zh-CN" sz="1600" dirty="0">
                <a:latin typeface="微软雅黑" panose="020B0503020204020204" pitchFamily="34" charset="-122"/>
                <a:ea typeface="微软雅黑" panose="020B0503020204020204" pitchFamily="34" charset="-122"/>
              </a:rPr>
              <a:t>MAC</a:t>
            </a:r>
            <a:r>
              <a:rPr lang="zh-CN" altLang="en-US" sz="1600" dirty="0">
                <a:latin typeface="微软雅黑" panose="020B0503020204020204" pitchFamily="34" charset="-122"/>
                <a:ea typeface="微软雅黑" panose="020B0503020204020204" pitchFamily="34" charset="-122"/>
              </a:rPr>
              <a:t>地址：</a:t>
            </a:r>
            <a:r>
              <a:rPr lang="en-US" altLang="zh-CN" sz="1600" dirty="0">
                <a:latin typeface="微软雅黑" panose="020B0503020204020204" pitchFamily="34" charset="-122"/>
                <a:ea typeface="微软雅黑" panose="020B0503020204020204" pitchFamily="34" charset="-122"/>
              </a:rPr>
              <a:t>00-0A-00-33-33-33</a:t>
            </a:r>
            <a:endParaRPr lang="zh-CN" altLang="en-US" sz="1600" dirty="0">
              <a:latin typeface="微软雅黑" panose="020B0503020204020204" pitchFamily="34" charset="-122"/>
              <a:ea typeface="微软雅黑" panose="020B0503020204020204" pitchFamily="34" charset="-122"/>
            </a:endParaRPr>
          </a:p>
        </p:txBody>
      </p:sp>
      <p:sp>
        <p:nvSpPr>
          <p:cNvPr id="29" name="文本框 28"/>
          <p:cNvSpPr txBox="1"/>
          <p:nvPr/>
        </p:nvSpPr>
        <p:spPr>
          <a:xfrm>
            <a:off x="7429802" y="5160634"/>
            <a:ext cx="3187411" cy="830997"/>
          </a:xfrm>
          <a:prstGeom prst="rect">
            <a:avLst/>
          </a:prstGeom>
          <a:noFill/>
          <a:ln>
            <a:solidFill>
              <a:srgbClr val="7030A0"/>
            </a:solidFill>
          </a:ln>
        </p:spPr>
        <p:txBody>
          <a:bodyPr wrap="none" rtlCol="0">
            <a:spAutoFit/>
          </a:bodyPr>
          <a:lstStyle/>
          <a:p>
            <a:r>
              <a:rPr lang="en-US" altLang="zh-CN" sz="1600" dirty="0">
                <a:latin typeface="微软雅黑" panose="020B0503020204020204" pitchFamily="34" charset="-122"/>
                <a:ea typeface="微软雅黑" panose="020B0503020204020204" pitchFamily="34" charset="-122"/>
              </a:rPr>
              <a:t>Bridge ID</a:t>
            </a:r>
          </a:p>
          <a:p>
            <a:r>
              <a:rPr lang="zh-CN" altLang="en-US" sz="1600" dirty="0">
                <a:latin typeface="微软雅黑" panose="020B0503020204020204" pitchFamily="34" charset="-122"/>
                <a:ea typeface="微软雅黑" panose="020B0503020204020204" pitchFamily="34" charset="-122"/>
              </a:rPr>
              <a:t>优先级：</a:t>
            </a:r>
            <a:r>
              <a:rPr lang="en-US" altLang="zh-CN" sz="1600" dirty="0">
                <a:latin typeface="微软雅黑" panose="020B0503020204020204" pitchFamily="34" charset="-122"/>
                <a:ea typeface="微软雅黑" panose="020B0503020204020204" pitchFamily="34" charset="-122"/>
              </a:rPr>
              <a:t> 32769</a:t>
            </a:r>
          </a:p>
          <a:p>
            <a:r>
              <a:rPr lang="en-US" altLang="zh-CN" sz="1600" dirty="0">
                <a:latin typeface="微软雅黑" panose="020B0503020204020204" pitchFamily="34" charset="-122"/>
                <a:ea typeface="微软雅黑" panose="020B0503020204020204" pitchFamily="34" charset="-122"/>
              </a:rPr>
              <a:t>MAC</a:t>
            </a:r>
            <a:r>
              <a:rPr lang="zh-CN" altLang="en-US" sz="1600" dirty="0">
                <a:latin typeface="微软雅黑" panose="020B0503020204020204" pitchFamily="34" charset="-122"/>
                <a:ea typeface="微软雅黑" panose="020B0503020204020204" pitchFamily="34" charset="-122"/>
              </a:rPr>
              <a:t>地址：</a:t>
            </a:r>
            <a:r>
              <a:rPr lang="en-US" altLang="zh-CN" sz="1600" dirty="0">
                <a:latin typeface="微软雅黑" panose="020B0503020204020204" pitchFamily="34" charset="-122"/>
                <a:ea typeface="微软雅黑" panose="020B0503020204020204" pitchFamily="34" charset="-122"/>
              </a:rPr>
              <a:t>00-0A-00-22-22-22</a:t>
            </a:r>
            <a:endParaRPr lang="zh-CN" altLang="en-US" sz="1600" dirty="0">
              <a:latin typeface="微软雅黑" panose="020B0503020204020204" pitchFamily="34" charset="-122"/>
              <a:ea typeface="微软雅黑" panose="020B0503020204020204" pitchFamily="34" charset="-122"/>
            </a:endParaRPr>
          </a:p>
        </p:txBody>
      </p:sp>
      <p:sp>
        <p:nvSpPr>
          <p:cNvPr id="26" name="文本框 25"/>
          <p:cNvSpPr txBox="1"/>
          <p:nvPr/>
        </p:nvSpPr>
        <p:spPr>
          <a:xfrm>
            <a:off x="8309986" y="1838574"/>
            <a:ext cx="3625155" cy="1726178"/>
          </a:xfrm>
          <a:prstGeom prst="rect">
            <a:avLst/>
          </a:prstGeom>
          <a:solidFill>
            <a:schemeClr val="bg1">
              <a:lumMod val="95000"/>
            </a:schemeClr>
          </a:solidFill>
          <a:ln>
            <a:solidFill>
              <a:srgbClr val="7030A0"/>
            </a:solidFill>
          </a:ln>
          <a:effectLst>
            <a:outerShdw blurRad="50800" dist="38100" dir="2700000" algn="tl" rotWithShape="0">
              <a:prstClr val="black">
                <a:alpha val="40000"/>
              </a:prstClr>
            </a:outerShdw>
          </a:effectLst>
        </p:spPr>
        <p:txBody>
          <a:bodyPr wrap="square" rtlCol="0">
            <a:spAutoFit/>
          </a:bodyPr>
          <a:lstStyle/>
          <a:p>
            <a:pPr>
              <a:lnSpc>
                <a:spcPct val="120000"/>
              </a:lnSpc>
            </a:pPr>
            <a:r>
              <a:rPr lang="zh-CN" altLang="en-US" dirty="0">
                <a:latin typeface="微软雅黑" panose="020B0503020204020204" pitchFamily="34" charset="-122"/>
                <a:ea typeface="微软雅黑" panose="020B0503020204020204" pitchFamily="34" charset="-122"/>
              </a:rPr>
              <a:t>如何比较桥</a:t>
            </a:r>
            <a:r>
              <a:rPr lang="en-US" altLang="zh-CN" dirty="0">
                <a:latin typeface="微软雅黑" panose="020B0503020204020204" pitchFamily="34" charset="-122"/>
                <a:ea typeface="微软雅黑" panose="020B0503020204020204" pitchFamily="34" charset="-122"/>
              </a:rPr>
              <a:t>ID</a:t>
            </a:r>
            <a:r>
              <a:rPr lang="zh-CN" altLang="en-US" dirty="0">
                <a:latin typeface="微软雅黑" panose="020B0503020204020204" pitchFamily="34" charset="-122"/>
                <a:ea typeface="微软雅黑" panose="020B0503020204020204" pitchFamily="34" charset="-122"/>
              </a:rPr>
              <a:t>大小？</a:t>
            </a:r>
            <a:endParaRPr lang="en-US" altLang="zh-CN" dirty="0">
              <a:latin typeface="微软雅黑" panose="020B0503020204020204" pitchFamily="34" charset="-122"/>
              <a:ea typeface="微软雅黑" panose="020B0503020204020204" pitchFamily="34" charset="-122"/>
            </a:endParaRPr>
          </a:p>
          <a:p>
            <a:pPr marL="285750" indent="-285750">
              <a:lnSpc>
                <a:spcPct val="120000"/>
              </a:lnSpc>
              <a:buFont typeface="Arial" panose="020B0604020202090204" pitchFamily="34" charset="0"/>
              <a:buChar char="•"/>
            </a:pPr>
            <a:r>
              <a:rPr lang="zh-CN" altLang="en-US" dirty="0">
                <a:latin typeface="微软雅黑" panose="020B0503020204020204" pitchFamily="34" charset="-122"/>
                <a:ea typeface="微软雅黑" panose="020B0503020204020204" pitchFamily="34" charset="-122"/>
              </a:rPr>
              <a:t>首先比较优先级，优先级数值最小的交换机胜出成为根桥。</a:t>
            </a:r>
            <a:endParaRPr kumimoji="0" lang="en-US" altLang="zh-CN" dirty="0">
              <a:latin typeface="微软雅黑" panose="020B0503020204020204" pitchFamily="34" charset="-122"/>
              <a:ea typeface="微软雅黑" panose="020B0503020204020204" pitchFamily="34" charset="-122"/>
            </a:endParaRPr>
          </a:p>
          <a:p>
            <a:pPr marL="285750" indent="-285750">
              <a:lnSpc>
                <a:spcPct val="120000"/>
              </a:lnSpc>
              <a:buFont typeface="Arial" panose="020B0604020202090204" pitchFamily="34" charset="0"/>
              <a:buChar char="•"/>
            </a:pPr>
            <a:r>
              <a:rPr kumimoji="0" lang="zh-CN" altLang="en-US" dirty="0">
                <a:latin typeface="微软雅黑" panose="020B0503020204020204" pitchFamily="34" charset="-122"/>
                <a:ea typeface="微软雅黑" panose="020B0503020204020204" pitchFamily="34" charset="-122"/>
              </a:rPr>
              <a:t>如果优先级数值相等，</a:t>
            </a:r>
            <a:r>
              <a:rPr kumimoji="0" lang="en-US" altLang="zh-CN" dirty="0">
                <a:latin typeface="微软雅黑" panose="020B0503020204020204" pitchFamily="34" charset="-122"/>
                <a:ea typeface="微软雅黑" panose="020B0503020204020204" pitchFamily="34" charset="-122"/>
              </a:rPr>
              <a:t>MAC</a:t>
            </a:r>
            <a:r>
              <a:rPr lang="zh-CN" altLang="en-US" dirty="0">
                <a:latin typeface="微软雅黑" panose="020B0503020204020204" pitchFamily="34" charset="-122"/>
                <a:ea typeface="微软雅黑" panose="020B0503020204020204" pitchFamily="34" charset="-122"/>
              </a:rPr>
              <a:t>地址最小的交换机成为根桥。</a:t>
            </a:r>
            <a:endParaRPr kumimoji="0" lang="en-US" altLang="zh-CN" dirty="0">
              <a:latin typeface="微软雅黑" panose="020B0503020204020204" pitchFamily="34" charset="-122"/>
              <a:ea typeface="微软雅黑" panose="020B0503020204020204" pitchFamily="34" charset="-122"/>
            </a:endParaRPr>
          </a:p>
        </p:txBody>
      </p:sp>
      <p:sp>
        <p:nvSpPr>
          <p:cNvPr id="27" name="文本框 26"/>
          <p:cNvSpPr txBox="1"/>
          <p:nvPr/>
        </p:nvSpPr>
        <p:spPr>
          <a:xfrm>
            <a:off x="4038784" y="4018099"/>
            <a:ext cx="697627" cy="400110"/>
          </a:xfrm>
          <a:prstGeom prst="rect">
            <a:avLst/>
          </a:prstGeom>
          <a:noFill/>
        </p:spPr>
        <p:txBody>
          <a:bodyPr wrap="none" rtlCol="0">
            <a:spAutoFit/>
          </a:bodyPr>
          <a:lstStyle/>
          <a:p>
            <a:r>
              <a:rPr lang="zh-CN" altLang="en-US" sz="2000" dirty="0">
                <a:solidFill>
                  <a:srgbClr val="C00000"/>
                </a:solidFill>
                <a:latin typeface="微软雅黑" panose="020B0503020204020204" pitchFamily="34" charset="-122"/>
                <a:ea typeface="微软雅黑" panose="020B0503020204020204" pitchFamily="34" charset="-122"/>
              </a:rPr>
              <a:t>根桥</a:t>
            </a:r>
          </a:p>
        </p:txBody>
      </p:sp>
      <p:sp>
        <p:nvSpPr>
          <p:cNvPr id="19" name="日期占位符 36"/>
          <p:cNvSpPr>
            <a:spLocks noGrp="1"/>
          </p:cNvSpPr>
          <p:nvPr>
            <p:ph type="dt" sz="half" idx="10"/>
          </p:nvPr>
        </p:nvSpPr>
        <p:spPr>
          <a:xfrm>
            <a:off x="197335" y="6489303"/>
            <a:ext cx="2743200" cy="365125"/>
          </a:xfrm>
        </p:spPr>
        <p:txBody>
          <a:bodyPr/>
          <a:lstStyle/>
          <a:p>
            <a:r>
              <a:rPr lang="en-US" altLang="zh-CN" dirty="0">
                <a:latin typeface="微软雅黑" panose="020B0503020204020204" pitchFamily="34" charset="-122"/>
                <a:ea typeface="微软雅黑" panose="020B0503020204020204" pitchFamily="34" charset="-122"/>
              </a:rPr>
              <a:t>4.4 </a:t>
            </a:r>
            <a:r>
              <a:rPr lang="zh-CN" altLang="en-US" dirty="0">
                <a:latin typeface="微软雅黑" panose="020B0503020204020204" pitchFamily="34" charset="-122"/>
                <a:ea typeface="微软雅黑" panose="020B0503020204020204" pitchFamily="34" charset="-122"/>
              </a:rPr>
              <a:t>数据链路层交换</a:t>
            </a:r>
          </a:p>
        </p:txBody>
      </p:sp>
      <p:sp>
        <p:nvSpPr>
          <p:cNvPr id="21" name="灯片编号占位符 38"/>
          <p:cNvSpPr>
            <a:spLocks noGrp="1"/>
          </p:cNvSpPr>
          <p:nvPr>
            <p:ph type="sldNum" sz="quarter" idx="12"/>
          </p:nvPr>
        </p:nvSpPr>
        <p:spPr>
          <a:xfrm>
            <a:off x="8686810" y="6489303"/>
            <a:ext cx="3319670" cy="365125"/>
          </a:xfrm>
        </p:spPr>
        <p:txBody>
          <a:bodyPr/>
          <a:lstStyle/>
          <a:p>
            <a:fld id="{8D4D1E41-7A09-AB4A-A4E1-09765ADA2698}" type="slidenum">
              <a:rPr kumimoji="1" lang="zh-CN" altLang="en-US" smtClean="0"/>
              <a:t>90</a:t>
            </a:fld>
            <a:endParaRPr kumimoji="1"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strips(downRight)">
                                      <p:cBhvr>
                                        <p:cTn id="7" dur="500"/>
                                        <p:tgtEl>
                                          <p:spTgt spid="2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fade">
                                      <p:cBhvr>
                                        <p:cTn id="12"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en-US" altLang="zh-CN" dirty="0"/>
              <a:t> </a:t>
            </a:r>
            <a:r>
              <a:rPr kumimoji="1" lang="zh-CN" altLang="zh-CN" dirty="0"/>
              <a:t>生成树协议</a:t>
            </a:r>
            <a:endParaRPr kumimoji="1" lang="zh-CN" altLang="en-US" dirty="0"/>
          </a:p>
        </p:txBody>
      </p:sp>
      <p:sp>
        <p:nvSpPr>
          <p:cNvPr id="91" name="内容占位符 2"/>
          <p:cNvSpPr>
            <a:spLocks noGrp="1"/>
          </p:cNvSpPr>
          <p:nvPr>
            <p:ph idx="1"/>
          </p:nvPr>
        </p:nvSpPr>
        <p:spPr>
          <a:xfrm>
            <a:off x="838199" y="1417272"/>
            <a:ext cx="10891346" cy="5131205"/>
          </a:xfrm>
          <a:ln>
            <a:noFill/>
          </a:ln>
        </p:spPr>
        <p:txBody>
          <a:bodyPr>
            <a:normAutofit fontScale="92500"/>
          </a:bodyPr>
          <a:lstStyle/>
          <a:p>
            <a:pPr>
              <a:lnSpc>
                <a:spcPct val="130000"/>
              </a:lnSpc>
            </a:pPr>
            <a:r>
              <a:rPr kumimoji="1" lang="zh-CN" altLang="zh-CN" sz="3000" dirty="0">
                <a:latin typeface="微软雅黑" panose="020B0503020204020204" pitchFamily="34" charset="-122"/>
                <a:ea typeface="微软雅黑" panose="020B0503020204020204" pitchFamily="34" charset="-122"/>
              </a:rPr>
              <a:t>生成树</a:t>
            </a:r>
            <a:r>
              <a:rPr kumimoji="1" lang="zh-CN" altLang="en-US" sz="3000" dirty="0">
                <a:latin typeface="微软雅黑" panose="020B0503020204020204" pitchFamily="34" charset="-122"/>
                <a:ea typeface="微软雅黑" panose="020B0503020204020204" pitchFamily="34" charset="-122"/>
              </a:rPr>
              <a:t>的选举过程</a:t>
            </a:r>
            <a:r>
              <a:rPr kumimoji="1" lang="en-US" altLang="zh-CN" sz="3000" dirty="0">
                <a:latin typeface="微软雅黑" panose="020B0503020204020204" pitchFamily="34" charset="-122"/>
                <a:ea typeface="微软雅黑" panose="020B0503020204020204" pitchFamily="34" charset="-122"/>
              </a:rPr>
              <a:t>2</a:t>
            </a:r>
            <a:r>
              <a:rPr kumimoji="1" lang="zh-CN" altLang="en-US" sz="3000" dirty="0">
                <a:latin typeface="微软雅黑" panose="020B0503020204020204" pitchFamily="34" charset="-122"/>
                <a:ea typeface="微软雅黑" panose="020B0503020204020204" pitchFamily="34" charset="-122"/>
              </a:rPr>
              <a:t>：为每个非根桥选出一个根端口</a:t>
            </a:r>
            <a:endParaRPr kumimoji="1" lang="en-US" altLang="zh-CN" sz="3000" dirty="0">
              <a:latin typeface="微软雅黑" panose="020B0503020204020204" pitchFamily="34" charset="-122"/>
              <a:ea typeface="微软雅黑" panose="020B0503020204020204" pitchFamily="34" charset="-122"/>
            </a:endParaRPr>
          </a:p>
          <a:p>
            <a:pPr lvl="1">
              <a:lnSpc>
                <a:spcPct val="130000"/>
              </a:lnSpc>
            </a:pPr>
            <a:r>
              <a:rPr lang="zh-CN" altLang="en-US" sz="2800" dirty="0">
                <a:latin typeface="微软雅黑" panose="020B0503020204020204" pitchFamily="34" charset="-122"/>
                <a:ea typeface="微软雅黑" panose="020B0503020204020204" pitchFamily="34" charset="-122"/>
              </a:rPr>
              <a:t>每个非根桥，通过</a:t>
            </a:r>
            <a:r>
              <a:rPr lang="zh-CN" altLang="en-US" sz="2800" dirty="0">
                <a:solidFill>
                  <a:srgbClr val="C00000"/>
                </a:solidFill>
                <a:latin typeface="微软雅黑" panose="020B0503020204020204" pitchFamily="34" charset="-122"/>
                <a:ea typeface="微软雅黑" panose="020B0503020204020204" pitchFamily="34" charset="-122"/>
              </a:rPr>
              <a:t>比较</a:t>
            </a:r>
            <a:r>
              <a:rPr lang="zh-CN" altLang="en-US" sz="2800" dirty="0">
                <a:latin typeface="微软雅黑" panose="020B0503020204020204" pitchFamily="34" charset="-122"/>
                <a:ea typeface="微软雅黑" panose="020B0503020204020204" pitchFamily="34" charset="-122"/>
              </a:rPr>
              <a:t>其每个端口到根桥的</a:t>
            </a:r>
            <a:r>
              <a:rPr lang="zh-CN" altLang="en-US" sz="2800" dirty="0">
                <a:solidFill>
                  <a:srgbClr val="C00000"/>
                </a:solidFill>
                <a:latin typeface="微软雅黑" panose="020B0503020204020204" pitchFamily="34" charset="-122"/>
                <a:ea typeface="微软雅黑" panose="020B0503020204020204" pitchFamily="34" charset="-122"/>
              </a:rPr>
              <a:t>根路径开销</a:t>
            </a:r>
            <a:r>
              <a:rPr lang="zh-CN" altLang="en-US" sz="2800" dirty="0">
                <a:solidFill>
                  <a:srgbClr val="7030A0"/>
                </a:solidFill>
                <a:latin typeface="微软雅黑" panose="020B0503020204020204" pitchFamily="34" charset="-122"/>
                <a:ea typeface="微软雅黑" panose="020B0503020204020204" pitchFamily="34" charset="-122"/>
              </a:rPr>
              <a:t>，</a:t>
            </a:r>
            <a:r>
              <a:rPr kumimoji="0" lang="zh-CN" altLang="en-US" sz="2800" dirty="0">
                <a:latin typeface="微软雅黑" panose="020B0503020204020204" pitchFamily="34" charset="-122"/>
                <a:ea typeface="微软雅黑" panose="020B0503020204020204" pitchFamily="34" charset="-122"/>
              </a:rPr>
              <a:t>选出根端口</a:t>
            </a:r>
            <a:r>
              <a:rPr lang="zh-CN" altLang="en-US" sz="2800" dirty="0">
                <a:latin typeface="微软雅黑" panose="020B0503020204020204" pitchFamily="34" charset="-122"/>
                <a:ea typeface="微软雅黑" panose="020B0503020204020204" pitchFamily="34" charset="-122"/>
              </a:rPr>
              <a:t>；</a:t>
            </a:r>
            <a:endParaRPr lang="en-US" altLang="zh-CN" sz="2800" dirty="0">
              <a:latin typeface="微软雅黑" panose="020B0503020204020204" pitchFamily="34" charset="-122"/>
              <a:ea typeface="微软雅黑" panose="020B0503020204020204" pitchFamily="34" charset="-122"/>
            </a:endParaRPr>
          </a:p>
          <a:p>
            <a:pPr lvl="1">
              <a:lnSpc>
                <a:spcPct val="130000"/>
              </a:lnSpc>
            </a:pPr>
            <a:r>
              <a:rPr kumimoji="0" lang="zh-CN" altLang="en-US" sz="2800" dirty="0">
                <a:latin typeface="微软雅黑" panose="020B0503020204020204" pitchFamily="34" charset="-122"/>
                <a:ea typeface="微软雅黑" panose="020B0503020204020204" pitchFamily="34" charset="-122"/>
              </a:rPr>
              <a:t>具有最小根路径开销的端口被选作根端口；</a:t>
            </a:r>
            <a:endParaRPr kumimoji="0" lang="en-US" altLang="zh-CN" sz="2800" dirty="0">
              <a:latin typeface="微软雅黑" panose="020B0503020204020204" pitchFamily="34" charset="-122"/>
              <a:ea typeface="微软雅黑" panose="020B0503020204020204" pitchFamily="34" charset="-122"/>
            </a:endParaRPr>
          </a:p>
          <a:p>
            <a:pPr lvl="1">
              <a:lnSpc>
                <a:spcPct val="130000"/>
              </a:lnSpc>
            </a:pPr>
            <a:r>
              <a:rPr kumimoji="0" lang="zh-CN" altLang="en-US" sz="2800" dirty="0">
                <a:latin typeface="微软雅黑" panose="020B0503020204020204" pitchFamily="34" charset="-122"/>
                <a:ea typeface="微软雅黑" panose="020B0503020204020204" pitchFamily="34" charset="-122"/>
              </a:rPr>
              <a:t>如果多个端口的根路径</a:t>
            </a:r>
            <a:r>
              <a:rPr kumimoji="0" lang="zh-CN" altLang="en-US" sz="2800" dirty="0">
                <a:solidFill>
                  <a:srgbClr val="C00000"/>
                </a:solidFill>
                <a:latin typeface="微软雅黑" panose="020B0503020204020204" pitchFamily="34" charset="-122"/>
                <a:ea typeface="微软雅黑" panose="020B0503020204020204" pitchFamily="34" charset="-122"/>
              </a:rPr>
              <a:t>开销相同</a:t>
            </a:r>
            <a:r>
              <a:rPr kumimoji="0" lang="zh-CN" altLang="en-US" sz="2800" dirty="0">
                <a:latin typeface="微软雅黑" panose="020B0503020204020204" pitchFamily="34" charset="-122"/>
                <a:ea typeface="微软雅黑" panose="020B0503020204020204" pitchFamily="34" charset="-122"/>
              </a:rPr>
              <a:t>，则</a:t>
            </a:r>
            <a:r>
              <a:rPr kumimoji="0" lang="zh-CN" altLang="en-US" sz="2800" dirty="0">
                <a:solidFill>
                  <a:srgbClr val="C00000"/>
                </a:solidFill>
                <a:latin typeface="微软雅黑" panose="020B0503020204020204" pitchFamily="34" charset="-122"/>
                <a:ea typeface="微软雅黑" panose="020B0503020204020204" pitchFamily="34" charset="-122"/>
              </a:rPr>
              <a:t>端口</a:t>
            </a:r>
            <a:r>
              <a:rPr kumimoji="0" lang="en-US" altLang="zh-CN" sz="2800" dirty="0">
                <a:solidFill>
                  <a:srgbClr val="C00000"/>
                </a:solidFill>
                <a:latin typeface="微软雅黑" panose="020B0503020204020204" pitchFamily="34" charset="-122"/>
                <a:ea typeface="微软雅黑" panose="020B0503020204020204" pitchFamily="34" charset="-122"/>
              </a:rPr>
              <a:t>ID</a:t>
            </a:r>
            <a:r>
              <a:rPr kumimoji="0" lang="zh-CN" altLang="en-US" sz="2800" dirty="0">
                <a:solidFill>
                  <a:srgbClr val="C00000"/>
                </a:solidFill>
                <a:latin typeface="微软雅黑" panose="020B0503020204020204" pitchFamily="34" charset="-122"/>
                <a:ea typeface="微软雅黑" panose="020B0503020204020204" pitchFamily="34" charset="-122"/>
              </a:rPr>
              <a:t>最小</a:t>
            </a:r>
            <a:r>
              <a:rPr kumimoji="0" lang="zh-CN" altLang="en-US" sz="2800" dirty="0">
                <a:latin typeface="微软雅黑" panose="020B0503020204020204" pitchFamily="34" charset="-122"/>
                <a:ea typeface="微软雅黑" panose="020B0503020204020204" pitchFamily="34" charset="-122"/>
              </a:rPr>
              <a:t>的端口被选作根端口；</a:t>
            </a:r>
            <a:endParaRPr kumimoji="0" lang="en-US" altLang="zh-CN" sz="2800" dirty="0">
              <a:latin typeface="微软雅黑" panose="020B0503020204020204" pitchFamily="34" charset="-122"/>
              <a:ea typeface="微软雅黑" panose="020B0503020204020204" pitchFamily="34" charset="-122"/>
            </a:endParaRPr>
          </a:p>
          <a:p>
            <a:pPr lvl="1">
              <a:lnSpc>
                <a:spcPct val="130000"/>
              </a:lnSpc>
            </a:pPr>
            <a:r>
              <a:rPr kumimoji="0" lang="zh-CN" altLang="en-US" sz="2800" dirty="0">
                <a:latin typeface="微软雅黑" panose="020B0503020204020204" pitchFamily="34" charset="-122"/>
                <a:ea typeface="微软雅黑" panose="020B0503020204020204" pitchFamily="34" charset="-122"/>
              </a:rPr>
              <a:t>非根桥只能有一个</a:t>
            </a:r>
            <a:r>
              <a:rPr lang="zh-CN" altLang="en-US" sz="2800" dirty="0">
                <a:latin typeface="微软雅黑" panose="020B0503020204020204" pitchFamily="34" charset="-122"/>
                <a:ea typeface="微软雅黑" panose="020B0503020204020204" pitchFamily="34" charset="-122"/>
              </a:rPr>
              <a:t>根端口，根端口处于</a:t>
            </a:r>
            <a:r>
              <a:rPr lang="zh-CN" altLang="en-US" sz="2800" dirty="0">
                <a:solidFill>
                  <a:srgbClr val="C00000"/>
                </a:solidFill>
                <a:latin typeface="微软雅黑" panose="020B0503020204020204" pitchFamily="34" charset="-122"/>
                <a:ea typeface="微软雅黑" panose="020B0503020204020204" pitchFamily="34" charset="-122"/>
              </a:rPr>
              <a:t>转发状态</a:t>
            </a:r>
            <a:r>
              <a:rPr lang="zh-CN" altLang="en-US" sz="2800" dirty="0">
                <a:latin typeface="微软雅黑" panose="020B0503020204020204" pitchFamily="34" charset="-122"/>
                <a:ea typeface="微软雅黑" panose="020B0503020204020204" pitchFamily="34" charset="-122"/>
              </a:rPr>
              <a:t>。</a:t>
            </a:r>
            <a:endParaRPr lang="en-US" altLang="zh-CN" sz="2800" dirty="0">
              <a:latin typeface="微软雅黑" panose="020B0503020204020204" pitchFamily="34" charset="-122"/>
              <a:ea typeface="微软雅黑" panose="020B0503020204020204" pitchFamily="34" charset="-122"/>
            </a:endParaRPr>
          </a:p>
          <a:p>
            <a:pPr marL="457200" lvl="1" indent="0">
              <a:lnSpc>
                <a:spcPct val="120000"/>
              </a:lnSpc>
              <a:buNone/>
            </a:pPr>
            <a:endParaRPr lang="zh-CN" altLang="en-US" dirty="0">
              <a:latin typeface="微软雅黑" panose="020B0503020204020204" pitchFamily="34" charset="-122"/>
              <a:ea typeface="微软雅黑" panose="020B0503020204020204" pitchFamily="34" charset="-122"/>
            </a:endParaRPr>
          </a:p>
          <a:p>
            <a:pPr marL="457200" lvl="1" indent="0">
              <a:lnSpc>
                <a:spcPct val="120000"/>
              </a:lnSpc>
              <a:buNone/>
            </a:pPr>
            <a:r>
              <a:rPr kumimoji="0" lang="zh-CN" altLang="en-US" sz="2400" dirty="0">
                <a:latin typeface="微软雅黑" panose="020B0503020204020204" pitchFamily="34" charset="-122"/>
                <a:ea typeface="微软雅黑" panose="020B0503020204020204" pitchFamily="34" charset="-122"/>
              </a:rPr>
              <a:t> </a:t>
            </a:r>
          </a:p>
          <a:p>
            <a:pPr marL="457200" lvl="1" indent="0">
              <a:lnSpc>
                <a:spcPct val="120000"/>
              </a:lnSpc>
              <a:buNone/>
            </a:pPr>
            <a:r>
              <a:rPr kumimoji="0" lang="zh-CN" altLang="en-US" sz="2400" dirty="0">
                <a:latin typeface="微软雅黑" panose="020B0503020204020204" pitchFamily="34" charset="-122"/>
                <a:ea typeface="微软雅黑" panose="020B0503020204020204" pitchFamily="34" charset="-122"/>
              </a:rPr>
              <a:t>    	</a:t>
            </a:r>
            <a:endParaRPr kumimoji="0" lang="en-US" altLang="zh-CN" sz="2400" dirty="0">
              <a:latin typeface="微软雅黑" panose="020B0503020204020204" pitchFamily="34" charset="-122"/>
              <a:ea typeface="微软雅黑" panose="020B0503020204020204" pitchFamily="34" charset="-122"/>
            </a:endParaRPr>
          </a:p>
          <a:p>
            <a:pPr marL="457200" lvl="1" indent="0">
              <a:lnSpc>
                <a:spcPct val="120000"/>
              </a:lnSpc>
              <a:buNone/>
            </a:pPr>
            <a:endParaRPr kumimoji="0" lang="zh-CN" altLang="en-US" sz="2400" dirty="0">
              <a:ea typeface="黑体" panose="02010609060101010101" pitchFamily="2" charset="-122"/>
            </a:endParaRPr>
          </a:p>
          <a:p>
            <a:pPr marL="0" indent="0">
              <a:lnSpc>
                <a:spcPct val="120000"/>
              </a:lnSpc>
              <a:buNone/>
            </a:pPr>
            <a:endParaRPr kumimoji="1" lang="zh-CN" altLang="en-US" dirty="0"/>
          </a:p>
        </p:txBody>
      </p:sp>
      <p:sp>
        <p:nvSpPr>
          <p:cNvPr id="8" name="日期占位符 36"/>
          <p:cNvSpPr>
            <a:spLocks noGrp="1"/>
          </p:cNvSpPr>
          <p:nvPr>
            <p:ph type="dt" sz="half" idx="10"/>
          </p:nvPr>
        </p:nvSpPr>
        <p:spPr>
          <a:xfrm>
            <a:off x="197335" y="6489303"/>
            <a:ext cx="2743200" cy="365125"/>
          </a:xfrm>
        </p:spPr>
        <p:txBody>
          <a:bodyPr/>
          <a:lstStyle/>
          <a:p>
            <a:r>
              <a:rPr lang="en-US" altLang="zh-CN" dirty="0">
                <a:latin typeface="微软雅黑" panose="020B0503020204020204" pitchFamily="34" charset="-122"/>
                <a:ea typeface="微软雅黑" panose="020B0503020204020204" pitchFamily="34" charset="-122"/>
              </a:rPr>
              <a:t>4.4 </a:t>
            </a:r>
            <a:r>
              <a:rPr lang="zh-CN" altLang="en-US" dirty="0">
                <a:latin typeface="微软雅黑" panose="020B0503020204020204" pitchFamily="34" charset="-122"/>
                <a:ea typeface="微软雅黑" panose="020B0503020204020204" pitchFamily="34" charset="-122"/>
              </a:rPr>
              <a:t>数据链路层交换</a:t>
            </a:r>
          </a:p>
        </p:txBody>
      </p:sp>
      <p:sp>
        <p:nvSpPr>
          <p:cNvPr id="9" name="灯片编号占位符 38"/>
          <p:cNvSpPr>
            <a:spLocks noGrp="1"/>
          </p:cNvSpPr>
          <p:nvPr>
            <p:ph type="sldNum" sz="quarter" idx="12"/>
          </p:nvPr>
        </p:nvSpPr>
        <p:spPr>
          <a:xfrm>
            <a:off x="8686810" y="6489303"/>
            <a:ext cx="3319670" cy="365125"/>
          </a:xfrm>
        </p:spPr>
        <p:txBody>
          <a:bodyPr/>
          <a:lstStyle/>
          <a:p>
            <a:fld id="{8D4D1E41-7A09-AB4A-A4E1-09765ADA2698}" type="slidenum">
              <a:rPr kumimoji="1" lang="zh-CN" altLang="en-US" smtClean="0"/>
              <a:t>91</a:t>
            </a:fld>
            <a:endParaRPr kumimoji="1" lang="zh-CN" altLang="en-US"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en-US" altLang="zh-CN" dirty="0"/>
              <a:t> </a:t>
            </a:r>
            <a:r>
              <a:rPr kumimoji="1" lang="zh-CN" altLang="zh-CN" dirty="0"/>
              <a:t>生成树协议</a:t>
            </a:r>
            <a:endParaRPr kumimoji="1" lang="zh-CN" altLang="en-US" dirty="0"/>
          </a:p>
        </p:txBody>
      </p:sp>
      <p:sp>
        <p:nvSpPr>
          <p:cNvPr id="91" name="内容占位符 2"/>
          <p:cNvSpPr>
            <a:spLocks noGrp="1"/>
          </p:cNvSpPr>
          <p:nvPr>
            <p:ph idx="1"/>
          </p:nvPr>
        </p:nvSpPr>
        <p:spPr>
          <a:xfrm>
            <a:off x="838200" y="1417272"/>
            <a:ext cx="10515600" cy="5131205"/>
          </a:xfrm>
          <a:ln>
            <a:noFill/>
          </a:ln>
        </p:spPr>
        <p:txBody>
          <a:bodyPr>
            <a:normAutofit/>
          </a:bodyPr>
          <a:lstStyle/>
          <a:p>
            <a:pPr>
              <a:lnSpc>
                <a:spcPct val="120000"/>
              </a:lnSpc>
            </a:pPr>
            <a:r>
              <a:rPr lang="zh-CN" altLang="en-US" dirty="0">
                <a:latin typeface="微软雅黑" panose="020B0503020204020204" pitchFamily="34" charset="-122"/>
                <a:ea typeface="微软雅黑" panose="020B0503020204020204" pitchFamily="34" charset="-122"/>
              </a:rPr>
              <a:t>什么是根路径开销？</a:t>
            </a:r>
            <a:endParaRPr lang="en-US" altLang="zh-CN" dirty="0">
              <a:latin typeface="微软雅黑" panose="020B0503020204020204" pitchFamily="34" charset="-122"/>
              <a:ea typeface="微软雅黑" panose="020B0503020204020204" pitchFamily="34" charset="-122"/>
            </a:endParaRPr>
          </a:p>
          <a:p>
            <a:pPr lvl="1">
              <a:lnSpc>
                <a:spcPct val="120000"/>
              </a:lnSpc>
            </a:pPr>
            <a:r>
              <a:rPr kumimoji="1" lang="zh-CN" altLang="en-US" dirty="0">
                <a:solidFill>
                  <a:srgbClr val="C00000"/>
                </a:solidFill>
              </a:rPr>
              <a:t>根桥</a:t>
            </a:r>
            <a:r>
              <a:rPr kumimoji="1" lang="zh-CN" altLang="en-US" dirty="0"/>
              <a:t>的根路径开销为</a:t>
            </a:r>
            <a:r>
              <a:rPr kumimoji="1" lang="en-US" altLang="zh-CN" dirty="0">
                <a:solidFill>
                  <a:srgbClr val="C00000"/>
                </a:solidFill>
              </a:rPr>
              <a:t>0</a:t>
            </a:r>
            <a:r>
              <a:rPr kumimoji="1" lang="zh-CN" altLang="en-US" dirty="0"/>
              <a:t>；</a:t>
            </a:r>
            <a:endParaRPr lang="en-US" altLang="zh-CN" dirty="0">
              <a:latin typeface="微软雅黑" panose="020B0503020204020204" pitchFamily="34" charset="-122"/>
              <a:ea typeface="微软雅黑" panose="020B0503020204020204" pitchFamily="34" charset="-122"/>
            </a:endParaRPr>
          </a:p>
          <a:p>
            <a:pPr lvl="1">
              <a:lnSpc>
                <a:spcPct val="120000"/>
              </a:lnSpc>
            </a:pPr>
            <a:r>
              <a:rPr kumimoji="1" lang="zh-CN" altLang="en-US" dirty="0">
                <a:solidFill>
                  <a:srgbClr val="C00000"/>
                </a:solidFill>
              </a:rPr>
              <a:t>非根桥</a:t>
            </a:r>
            <a:r>
              <a:rPr kumimoji="1" lang="zh-CN" altLang="en-US" dirty="0"/>
              <a:t>的根路径开销为</a:t>
            </a:r>
            <a:r>
              <a:rPr kumimoji="0" lang="zh-CN" altLang="en-US" dirty="0">
                <a:latin typeface="微软雅黑" panose="020B0503020204020204" pitchFamily="34" charset="-122"/>
                <a:ea typeface="微软雅黑" panose="020B0503020204020204" pitchFamily="34" charset="-122"/>
              </a:rPr>
              <a:t>到根桥的路径</a:t>
            </a:r>
            <a:r>
              <a:rPr lang="zh-CN" altLang="en-US" dirty="0">
                <a:latin typeface="微软雅黑" panose="020B0503020204020204" pitchFamily="34" charset="-122"/>
                <a:ea typeface="微软雅黑" panose="020B0503020204020204" pitchFamily="34" charset="-122"/>
              </a:rPr>
              <a:t>上所有端口（链路）</a:t>
            </a:r>
            <a:r>
              <a:rPr kumimoji="0" lang="zh-CN" altLang="en-US" dirty="0">
                <a:solidFill>
                  <a:srgbClr val="C00000"/>
                </a:solidFill>
                <a:latin typeface="微软雅黑" panose="020B0503020204020204" pitchFamily="34" charset="-122"/>
                <a:ea typeface="微软雅黑" panose="020B0503020204020204" pitchFamily="34" charset="-122"/>
              </a:rPr>
              <a:t>开销之和</a:t>
            </a:r>
            <a:r>
              <a:rPr kumimoji="0" lang="zh-CN" altLang="en-US" dirty="0">
                <a:latin typeface="微软雅黑" panose="020B0503020204020204" pitchFamily="34" charset="-122"/>
                <a:ea typeface="微软雅黑" panose="020B0503020204020204" pitchFamily="34" charset="-122"/>
              </a:rPr>
              <a:t>。</a:t>
            </a:r>
            <a:endParaRPr kumimoji="0" lang="en-US" altLang="zh-CN" dirty="0">
              <a:latin typeface="微软雅黑" panose="020B0503020204020204" pitchFamily="34" charset="-122"/>
              <a:ea typeface="微软雅黑" panose="020B0503020204020204" pitchFamily="34" charset="-122"/>
            </a:endParaRPr>
          </a:p>
          <a:p>
            <a:pPr lvl="1">
              <a:lnSpc>
                <a:spcPct val="120000"/>
              </a:lnSpc>
            </a:pPr>
            <a:r>
              <a:rPr kumimoji="1" lang="zh-CN" altLang="en-US" dirty="0"/>
              <a:t>端口</a:t>
            </a:r>
            <a:r>
              <a:rPr lang="zh-CN" altLang="en-US" dirty="0">
                <a:latin typeface="微软雅黑" panose="020B0503020204020204" pitchFamily="34" charset="-122"/>
                <a:ea typeface="微软雅黑" panose="020B0503020204020204" pitchFamily="34" charset="-122"/>
              </a:rPr>
              <a:t>（链路）</a:t>
            </a:r>
            <a:r>
              <a:rPr kumimoji="1" lang="zh-CN" altLang="en-US" dirty="0"/>
              <a:t>开销值由</a:t>
            </a:r>
            <a:r>
              <a:rPr kumimoji="1" lang="en-US" altLang="zh-CN" dirty="0"/>
              <a:t>IEEE</a:t>
            </a:r>
            <a:r>
              <a:rPr kumimoji="1" lang="zh-CN" altLang="en-US" dirty="0"/>
              <a:t>定义（如下表），也可通过手工配置改变。</a:t>
            </a:r>
          </a:p>
          <a:p>
            <a:pPr marL="457200" lvl="1" indent="0">
              <a:lnSpc>
                <a:spcPct val="120000"/>
              </a:lnSpc>
              <a:buNone/>
            </a:pPr>
            <a:r>
              <a:rPr kumimoji="0" lang="zh-CN" altLang="en-US" sz="2400" dirty="0">
                <a:latin typeface="微软雅黑" panose="020B0503020204020204" pitchFamily="34" charset="-122"/>
                <a:ea typeface="微软雅黑" panose="020B0503020204020204" pitchFamily="34" charset="-122"/>
              </a:rPr>
              <a:t> </a:t>
            </a:r>
          </a:p>
          <a:p>
            <a:pPr marL="457200" lvl="1" indent="0">
              <a:lnSpc>
                <a:spcPct val="120000"/>
              </a:lnSpc>
              <a:buNone/>
            </a:pPr>
            <a:r>
              <a:rPr kumimoji="0" lang="zh-CN" altLang="en-US" sz="2400" dirty="0">
                <a:latin typeface="微软雅黑" panose="020B0503020204020204" pitchFamily="34" charset="-122"/>
                <a:ea typeface="微软雅黑" panose="020B0503020204020204" pitchFamily="34" charset="-122"/>
              </a:rPr>
              <a:t>    	</a:t>
            </a:r>
          </a:p>
          <a:p>
            <a:pPr marL="457200" lvl="1" indent="0">
              <a:lnSpc>
                <a:spcPct val="120000"/>
              </a:lnSpc>
              <a:buNone/>
            </a:pPr>
            <a:endParaRPr kumimoji="0" lang="zh-CN" altLang="en-US" sz="2400" dirty="0">
              <a:ea typeface="黑体" panose="02010609060101010101" pitchFamily="2" charset="-122"/>
            </a:endParaRPr>
          </a:p>
          <a:p>
            <a:pPr marL="0" indent="0">
              <a:lnSpc>
                <a:spcPct val="120000"/>
              </a:lnSpc>
              <a:buNone/>
            </a:pPr>
            <a:endParaRPr kumimoji="1" lang="zh-CN" altLang="en-US" dirty="0"/>
          </a:p>
        </p:txBody>
      </p:sp>
      <p:graphicFrame>
        <p:nvGraphicFramePr>
          <p:cNvPr id="6" name="表格 3"/>
          <p:cNvGraphicFramePr>
            <a:graphicFrameLocks noGrp="1"/>
          </p:cNvGraphicFramePr>
          <p:nvPr/>
        </p:nvGraphicFramePr>
        <p:xfrm>
          <a:off x="2664052" y="3805491"/>
          <a:ext cx="6096000" cy="2494280"/>
        </p:xfrm>
        <a:graphic>
          <a:graphicData uri="http://schemas.openxmlformats.org/drawingml/2006/table">
            <a:tbl>
              <a:tblPr firstRow="1" bandRow="1">
                <a:tableStyleId>{5FD0F851-EC5A-4D38-B0AD-8093EC10F338}</a:tableStyleId>
              </a:tblPr>
              <a:tblGrid>
                <a:gridCol w="2600967">
                  <a:extLst>
                    <a:ext uri="{9D8B030D-6E8A-4147-A177-3AD203B41FA5}">
                      <a16:colId xmlns:a16="http://schemas.microsoft.com/office/drawing/2014/main" val="20000"/>
                    </a:ext>
                  </a:extLst>
                </a:gridCol>
                <a:gridCol w="3495033">
                  <a:extLst>
                    <a:ext uri="{9D8B030D-6E8A-4147-A177-3AD203B41FA5}">
                      <a16:colId xmlns:a16="http://schemas.microsoft.com/office/drawing/2014/main" val="20001"/>
                    </a:ext>
                  </a:extLst>
                </a:gridCol>
              </a:tblGrid>
              <a:tr h="370840">
                <a:tc>
                  <a:txBody>
                    <a:bodyPr/>
                    <a:lstStyle/>
                    <a:p>
                      <a:pPr algn="ctr"/>
                      <a:r>
                        <a:rPr lang="zh-CN" altLang="en-US" sz="1800" b="0" kern="1200" dirty="0">
                          <a:solidFill>
                            <a:schemeClr val="tx1"/>
                          </a:solidFill>
                          <a:effectLst/>
                          <a:latin typeface="微软雅黑" panose="020B0503020204020204" pitchFamily="34" charset="-122"/>
                          <a:ea typeface="微软雅黑" panose="020B0503020204020204" pitchFamily="34" charset="-122"/>
                        </a:rPr>
                        <a:t>速率值</a:t>
                      </a:r>
                      <a:endParaRPr lang="zh-CN" altLang="en-US" sz="1800" b="0" i="0" kern="1200" dirty="0">
                        <a:solidFill>
                          <a:schemeClr val="tx1"/>
                        </a:solidFill>
                        <a:effectLst/>
                        <a:latin typeface="微软雅黑" panose="020B0503020204020204" pitchFamily="34" charset="-122"/>
                        <a:ea typeface="微软雅黑" panose="020B0503020204020204" pitchFamily="34" charset="-122"/>
                        <a:cs typeface="+mn-cs"/>
                      </a:endParaRPr>
                    </a:p>
                  </a:txBody>
                  <a:tcPr anchor="ctr"/>
                </a:tc>
                <a:tc>
                  <a:txBody>
                    <a:bodyPr/>
                    <a:lstStyle/>
                    <a:p>
                      <a:pPr algn="ctr"/>
                      <a:r>
                        <a:rPr lang="zh-CN" altLang="en-US" sz="1800" b="0" kern="1200" dirty="0">
                          <a:solidFill>
                            <a:schemeClr val="tx1"/>
                          </a:solidFill>
                          <a:effectLst/>
                          <a:latin typeface="微软雅黑" panose="020B0503020204020204" pitchFamily="34" charset="-122"/>
                          <a:ea typeface="微软雅黑" panose="020B0503020204020204" pitchFamily="34" charset="-122"/>
                        </a:rPr>
                        <a:t>开销</a:t>
                      </a:r>
                      <a:endParaRPr lang="en-US" altLang="zh-CN" sz="1800" b="0" kern="1200" dirty="0">
                        <a:solidFill>
                          <a:schemeClr val="tx1"/>
                        </a:solidFill>
                        <a:effectLst/>
                        <a:latin typeface="微软雅黑" panose="020B0503020204020204" pitchFamily="34" charset="-122"/>
                        <a:ea typeface="微软雅黑" panose="020B0503020204020204" pitchFamily="34" charset="-122"/>
                      </a:endParaRPr>
                    </a:p>
                    <a:p>
                      <a:pPr algn="ctr"/>
                      <a:r>
                        <a:rPr lang="zh-CN" altLang="en-US" sz="1800" b="0" kern="1200" dirty="0">
                          <a:solidFill>
                            <a:schemeClr val="tx1"/>
                          </a:solidFill>
                          <a:effectLst/>
                          <a:latin typeface="微软雅黑" panose="020B0503020204020204" pitchFamily="34" charset="-122"/>
                          <a:ea typeface="微软雅黑" panose="020B0503020204020204" pitchFamily="34" charset="-122"/>
                        </a:rPr>
                        <a:t>（</a:t>
                      </a:r>
                      <a:r>
                        <a:rPr lang="en-US" altLang="zh-CN" sz="1800" b="0" kern="1200" dirty="0">
                          <a:solidFill>
                            <a:schemeClr val="tx1"/>
                          </a:solidFill>
                          <a:effectLst/>
                          <a:latin typeface="微软雅黑" panose="020B0503020204020204" pitchFamily="34" charset="-122"/>
                          <a:ea typeface="微软雅黑" panose="020B0503020204020204" pitchFamily="34" charset="-122"/>
                        </a:rPr>
                        <a:t>IEEE802.1D-1998</a:t>
                      </a:r>
                      <a:r>
                        <a:rPr lang="zh-CN" altLang="en-US" sz="1800" b="0" kern="1200" dirty="0">
                          <a:solidFill>
                            <a:schemeClr val="tx1"/>
                          </a:solidFill>
                          <a:effectLst/>
                          <a:latin typeface="微软雅黑" panose="020B0503020204020204" pitchFamily="34" charset="-122"/>
                          <a:ea typeface="微软雅黑" panose="020B0503020204020204" pitchFamily="34" charset="-122"/>
                        </a:rPr>
                        <a:t>）</a:t>
                      </a:r>
                      <a:endParaRPr lang="zh-CN" altLang="en-US" sz="1800" b="0" i="0" kern="1200" dirty="0">
                        <a:solidFill>
                          <a:schemeClr val="tx1"/>
                        </a:solidFill>
                        <a:effectLst/>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0000"/>
                  </a:ext>
                </a:extLst>
              </a:tr>
              <a:tr h="370840">
                <a:tc>
                  <a:txBody>
                    <a:bodyPr/>
                    <a:lstStyle/>
                    <a:p>
                      <a:pPr algn="ctr"/>
                      <a:r>
                        <a:rPr lang="en-US" altLang="zh-CN" sz="1800" b="0" kern="1200" dirty="0">
                          <a:solidFill>
                            <a:schemeClr val="tx1"/>
                          </a:solidFill>
                          <a:effectLst/>
                          <a:latin typeface="微软雅黑" panose="020B0503020204020204" pitchFamily="34" charset="-122"/>
                          <a:ea typeface="微软雅黑" panose="020B0503020204020204" pitchFamily="34" charset="-122"/>
                        </a:rPr>
                        <a:t>10Mbps</a:t>
                      </a:r>
                      <a:endParaRPr lang="zh-CN" altLang="en-US" sz="1800" b="0" i="0" kern="1200" dirty="0">
                        <a:solidFill>
                          <a:schemeClr val="tx1"/>
                        </a:solidFill>
                        <a:effectLst/>
                        <a:latin typeface="微软雅黑" panose="020B0503020204020204" pitchFamily="34" charset="-122"/>
                        <a:ea typeface="微软雅黑" panose="020B0503020204020204" pitchFamily="34" charset="-122"/>
                        <a:cs typeface="+mn-cs"/>
                      </a:endParaRPr>
                    </a:p>
                  </a:txBody>
                  <a:tcPr/>
                </a:tc>
                <a:tc>
                  <a:txBody>
                    <a:bodyPr/>
                    <a:lstStyle/>
                    <a:p>
                      <a:pPr algn="ctr"/>
                      <a:r>
                        <a:rPr lang="en-US" altLang="zh-CN" sz="1800" b="0" kern="1200" dirty="0">
                          <a:solidFill>
                            <a:schemeClr val="tx1"/>
                          </a:solidFill>
                          <a:effectLst/>
                          <a:latin typeface="微软雅黑" panose="020B0503020204020204" pitchFamily="34" charset="-122"/>
                          <a:ea typeface="微软雅黑" panose="020B0503020204020204" pitchFamily="34" charset="-122"/>
                        </a:rPr>
                        <a:t>100</a:t>
                      </a:r>
                      <a:endParaRPr lang="zh-CN" altLang="en-US" sz="1800" b="0" i="0" kern="1200" dirty="0">
                        <a:solidFill>
                          <a:schemeClr val="tx1"/>
                        </a:solidFill>
                        <a:effectLst/>
                        <a:latin typeface="微软雅黑" panose="020B0503020204020204" pitchFamily="34" charset="-122"/>
                        <a:ea typeface="微软雅黑" panose="020B0503020204020204" pitchFamily="34" charset="-122"/>
                        <a:cs typeface="+mn-cs"/>
                      </a:endParaRPr>
                    </a:p>
                  </a:txBody>
                  <a:tcPr/>
                </a:tc>
                <a:extLst>
                  <a:ext uri="{0D108BD9-81ED-4DB2-BD59-A6C34878D82A}">
                    <a16:rowId xmlns:a16="http://schemas.microsoft.com/office/drawing/2014/main" val="10001"/>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800" b="0" kern="1200" dirty="0">
                          <a:solidFill>
                            <a:schemeClr val="tx1"/>
                          </a:solidFill>
                          <a:effectLst/>
                          <a:latin typeface="微软雅黑" panose="020B0503020204020204" pitchFamily="34" charset="-122"/>
                          <a:ea typeface="微软雅黑" panose="020B0503020204020204" pitchFamily="34" charset="-122"/>
                        </a:rPr>
                        <a:t>100Mbps</a:t>
                      </a:r>
                      <a:endParaRPr lang="zh-CN" altLang="en-US" sz="1800" b="0" i="0" kern="1200" dirty="0">
                        <a:solidFill>
                          <a:schemeClr val="tx1"/>
                        </a:solidFill>
                        <a:effectLst/>
                        <a:latin typeface="微软雅黑" panose="020B0503020204020204" pitchFamily="34" charset="-122"/>
                        <a:ea typeface="微软雅黑" panose="020B0503020204020204" pitchFamily="34" charset="-122"/>
                        <a:cs typeface="+mn-cs"/>
                      </a:endParaRPr>
                    </a:p>
                  </a:txBody>
                  <a:tcPr/>
                </a:tc>
                <a:tc>
                  <a:txBody>
                    <a:bodyPr/>
                    <a:lstStyle/>
                    <a:p>
                      <a:pPr algn="ctr"/>
                      <a:r>
                        <a:rPr lang="en-US" altLang="zh-CN" sz="1800" b="0" kern="1200" dirty="0">
                          <a:solidFill>
                            <a:schemeClr val="tx1"/>
                          </a:solidFill>
                          <a:effectLst/>
                          <a:latin typeface="微软雅黑" panose="020B0503020204020204" pitchFamily="34" charset="-122"/>
                          <a:ea typeface="微软雅黑" panose="020B0503020204020204" pitchFamily="34" charset="-122"/>
                        </a:rPr>
                        <a:t>19</a:t>
                      </a:r>
                      <a:endParaRPr lang="zh-CN" altLang="en-US" sz="1800" b="0" i="0" kern="1200" dirty="0">
                        <a:solidFill>
                          <a:schemeClr val="tx1"/>
                        </a:solidFill>
                        <a:effectLst/>
                        <a:latin typeface="微软雅黑" panose="020B0503020204020204" pitchFamily="34" charset="-122"/>
                        <a:ea typeface="微软雅黑" panose="020B0503020204020204" pitchFamily="34" charset="-122"/>
                        <a:cs typeface="+mn-cs"/>
                      </a:endParaRPr>
                    </a:p>
                  </a:txBody>
                  <a:tcPr/>
                </a:tc>
                <a:extLst>
                  <a:ext uri="{0D108BD9-81ED-4DB2-BD59-A6C34878D82A}">
                    <a16:rowId xmlns:a16="http://schemas.microsoft.com/office/drawing/2014/main" val="10002"/>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800" b="0" kern="1200" dirty="0">
                          <a:solidFill>
                            <a:schemeClr val="tx1"/>
                          </a:solidFill>
                          <a:effectLst/>
                          <a:latin typeface="微软雅黑" panose="020B0503020204020204" pitchFamily="34" charset="-122"/>
                          <a:ea typeface="微软雅黑" panose="020B0503020204020204" pitchFamily="34" charset="-122"/>
                        </a:rPr>
                        <a:t>1Gbps</a:t>
                      </a:r>
                      <a:endParaRPr lang="zh-CN" altLang="en-US" sz="1800" b="0" i="0" kern="1200" dirty="0">
                        <a:solidFill>
                          <a:schemeClr val="tx1"/>
                        </a:solidFill>
                        <a:effectLst/>
                        <a:latin typeface="微软雅黑" panose="020B0503020204020204" pitchFamily="34" charset="-122"/>
                        <a:ea typeface="微软雅黑" panose="020B0503020204020204" pitchFamily="34" charset="-122"/>
                        <a:cs typeface="+mn-cs"/>
                      </a:endParaRPr>
                    </a:p>
                  </a:txBody>
                  <a:tcPr/>
                </a:tc>
                <a:tc>
                  <a:txBody>
                    <a:bodyPr/>
                    <a:lstStyle/>
                    <a:p>
                      <a:pPr algn="ctr"/>
                      <a:r>
                        <a:rPr lang="en-US" altLang="zh-CN" sz="1800" b="0" kern="1200" dirty="0">
                          <a:solidFill>
                            <a:schemeClr val="tx1"/>
                          </a:solidFill>
                          <a:effectLst/>
                          <a:latin typeface="微软雅黑" panose="020B0503020204020204" pitchFamily="34" charset="-122"/>
                          <a:ea typeface="微软雅黑" panose="020B0503020204020204" pitchFamily="34" charset="-122"/>
                        </a:rPr>
                        <a:t>4</a:t>
                      </a:r>
                      <a:endParaRPr lang="zh-CN" altLang="en-US" sz="1800" b="0" i="0" kern="1200" dirty="0">
                        <a:solidFill>
                          <a:schemeClr val="tx1"/>
                        </a:solidFill>
                        <a:effectLst/>
                        <a:latin typeface="微软雅黑" panose="020B0503020204020204" pitchFamily="34" charset="-122"/>
                        <a:ea typeface="微软雅黑" panose="020B0503020204020204" pitchFamily="34" charset="-122"/>
                        <a:cs typeface="+mn-cs"/>
                      </a:endParaRPr>
                    </a:p>
                  </a:txBody>
                  <a:tcPr/>
                </a:tc>
                <a:extLst>
                  <a:ext uri="{0D108BD9-81ED-4DB2-BD59-A6C34878D82A}">
                    <a16:rowId xmlns:a16="http://schemas.microsoft.com/office/drawing/2014/main" val="10003"/>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800" b="0" kern="1200" dirty="0">
                          <a:solidFill>
                            <a:schemeClr val="tx1"/>
                          </a:solidFill>
                          <a:effectLst/>
                          <a:latin typeface="微软雅黑" panose="020B0503020204020204" pitchFamily="34" charset="-122"/>
                          <a:ea typeface="微软雅黑" panose="020B0503020204020204" pitchFamily="34" charset="-122"/>
                        </a:rPr>
                        <a:t>10Gbps</a:t>
                      </a:r>
                      <a:endParaRPr lang="zh-CN" altLang="en-US" sz="1800" b="0" i="0" kern="1200" dirty="0">
                        <a:solidFill>
                          <a:schemeClr val="tx1"/>
                        </a:solidFill>
                        <a:effectLst/>
                        <a:latin typeface="微软雅黑" panose="020B0503020204020204" pitchFamily="34" charset="-122"/>
                        <a:ea typeface="微软雅黑" panose="020B0503020204020204" pitchFamily="34" charset="-122"/>
                        <a:cs typeface="+mn-cs"/>
                      </a:endParaRPr>
                    </a:p>
                  </a:txBody>
                  <a:tcPr/>
                </a:tc>
                <a:tc>
                  <a:txBody>
                    <a:bodyPr/>
                    <a:lstStyle/>
                    <a:p>
                      <a:pPr algn="ctr"/>
                      <a:r>
                        <a:rPr lang="en-US" altLang="zh-CN" sz="1800" b="0" kern="1200" dirty="0">
                          <a:solidFill>
                            <a:schemeClr val="tx1"/>
                          </a:solidFill>
                          <a:effectLst/>
                          <a:latin typeface="微软雅黑" panose="020B0503020204020204" pitchFamily="34" charset="-122"/>
                          <a:ea typeface="微软雅黑" panose="020B0503020204020204" pitchFamily="34" charset="-122"/>
                        </a:rPr>
                        <a:t>2</a:t>
                      </a:r>
                      <a:endParaRPr lang="zh-CN" altLang="en-US" sz="1800" b="0" i="0" kern="1200" dirty="0">
                        <a:solidFill>
                          <a:schemeClr val="tx1"/>
                        </a:solidFill>
                        <a:effectLst/>
                        <a:latin typeface="微软雅黑" panose="020B0503020204020204" pitchFamily="34" charset="-122"/>
                        <a:ea typeface="微软雅黑" panose="020B0503020204020204" pitchFamily="34" charset="-122"/>
                        <a:cs typeface="+mn-cs"/>
                      </a:endParaRPr>
                    </a:p>
                  </a:txBody>
                  <a:tcPr/>
                </a:tc>
                <a:extLst>
                  <a:ext uri="{0D108BD9-81ED-4DB2-BD59-A6C34878D82A}">
                    <a16:rowId xmlns:a16="http://schemas.microsoft.com/office/drawing/2014/main" val="10004"/>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800" b="0" kern="1200" dirty="0">
                          <a:solidFill>
                            <a:schemeClr val="tx1"/>
                          </a:solidFill>
                          <a:effectLst/>
                          <a:latin typeface="微软雅黑" panose="020B0503020204020204" pitchFamily="34" charset="-122"/>
                          <a:ea typeface="微软雅黑" panose="020B0503020204020204" pitchFamily="34" charset="-122"/>
                        </a:rPr>
                        <a:t>&gt;10Gbps</a:t>
                      </a:r>
                      <a:endParaRPr lang="zh-CN" altLang="en-US" sz="1800" b="0" i="0" kern="1200" dirty="0">
                        <a:solidFill>
                          <a:schemeClr val="tx1"/>
                        </a:solidFill>
                        <a:effectLst/>
                        <a:latin typeface="微软雅黑" panose="020B0503020204020204" pitchFamily="34" charset="-122"/>
                        <a:ea typeface="微软雅黑" panose="020B0503020204020204" pitchFamily="34" charset="-122"/>
                        <a:cs typeface="+mn-cs"/>
                      </a:endParaRPr>
                    </a:p>
                  </a:txBody>
                  <a:tcPr/>
                </a:tc>
                <a:tc>
                  <a:txBody>
                    <a:bodyPr/>
                    <a:lstStyle/>
                    <a:p>
                      <a:pPr algn="ctr"/>
                      <a:r>
                        <a:rPr lang="en-US" altLang="zh-CN" sz="1800" b="0" kern="1200" dirty="0">
                          <a:solidFill>
                            <a:schemeClr val="tx1"/>
                          </a:solidFill>
                          <a:effectLst/>
                          <a:latin typeface="微软雅黑" panose="020B0503020204020204" pitchFamily="34" charset="-122"/>
                          <a:ea typeface="微软雅黑" panose="020B0503020204020204" pitchFamily="34" charset="-122"/>
                        </a:rPr>
                        <a:t>1</a:t>
                      </a:r>
                      <a:endParaRPr lang="zh-CN" altLang="en-US" sz="1800" b="0" i="0" kern="1200" dirty="0">
                        <a:solidFill>
                          <a:schemeClr val="tx1"/>
                        </a:solidFill>
                        <a:effectLst/>
                        <a:latin typeface="微软雅黑" panose="020B0503020204020204" pitchFamily="34" charset="-122"/>
                        <a:ea typeface="微软雅黑" panose="020B0503020204020204" pitchFamily="34" charset="-122"/>
                        <a:cs typeface="+mn-cs"/>
                      </a:endParaRPr>
                    </a:p>
                  </a:txBody>
                  <a:tcPr/>
                </a:tc>
                <a:extLst>
                  <a:ext uri="{0D108BD9-81ED-4DB2-BD59-A6C34878D82A}">
                    <a16:rowId xmlns:a16="http://schemas.microsoft.com/office/drawing/2014/main" val="10005"/>
                  </a:ext>
                </a:extLst>
              </a:tr>
            </a:tbl>
          </a:graphicData>
        </a:graphic>
      </p:graphicFrame>
      <p:sp>
        <p:nvSpPr>
          <p:cNvPr id="9" name="日期占位符 36"/>
          <p:cNvSpPr>
            <a:spLocks noGrp="1"/>
          </p:cNvSpPr>
          <p:nvPr>
            <p:ph type="dt" sz="half" idx="10"/>
          </p:nvPr>
        </p:nvSpPr>
        <p:spPr>
          <a:xfrm>
            <a:off x="197335" y="6489303"/>
            <a:ext cx="2743200" cy="365125"/>
          </a:xfrm>
        </p:spPr>
        <p:txBody>
          <a:bodyPr/>
          <a:lstStyle/>
          <a:p>
            <a:r>
              <a:rPr lang="en-US" altLang="zh-CN" dirty="0">
                <a:latin typeface="微软雅黑" panose="020B0503020204020204" pitchFamily="34" charset="-122"/>
                <a:ea typeface="微软雅黑" panose="020B0503020204020204" pitchFamily="34" charset="-122"/>
              </a:rPr>
              <a:t>4.4 </a:t>
            </a:r>
            <a:r>
              <a:rPr lang="zh-CN" altLang="en-US" dirty="0">
                <a:latin typeface="微软雅黑" panose="020B0503020204020204" pitchFamily="34" charset="-122"/>
                <a:ea typeface="微软雅黑" panose="020B0503020204020204" pitchFamily="34" charset="-122"/>
              </a:rPr>
              <a:t>数据链路层交换</a:t>
            </a:r>
          </a:p>
        </p:txBody>
      </p:sp>
      <p:sp>
        <p:nvSpPr>
          <p:cNvPr id="10" name="灯片编号占位符 38"/>
          <p:cNvSpPr>
            <a:spLocks noGrp="1"/>
          </p:cNvSpPr>
          <p:nvPr>
            <p:ph type="sldNum" sz="quarter" idx="12"/>
          </p:nvPr>
        </p:nvSpPr>
        <p:spPr>
          <a:xfrm>
            <a:off x="8686810" y="6489303"/>
            <a:ext cx="3319670" cy="365125"/>
          </a:xfrm>
        </p:spPr>
        <p:txBody>
          <a:bodyPr/>
          <a:lstStyle/>
          <a:p>
            <a:fld id="{8D4D1E41-7A09-AB4A-A4E1-09765ADA2698}" type="slidenum">
              <a:rPr kumimoji="1" lang="zh-CN" altLang="en-US" smtClean="0"/>
              <a:t>92</a:t>
            </a:fld>
            <a:endParaRPr kumimoji="1" lang="zh-CN" altLang="en-US"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en-US" altLang="zh-CN" dirty="0"/>
              <a:t> </a:t>
            </a:r>
            <a:r>
              <a:rPr kumimoji="1" lang="zh-CN" altLang="zh-CN" dirty="0"/>
              <a:t>生成树协议</a:t>
            </a:r>
            <a:endParaRPr kumimoji="1" lang="zh-CN" altLang="en-US" dirty="0"/>
          </a:p>
        </p:txBody>
      </p:sp>
      <p:sp>
        <p:nvSpPr>
          <p:cNvPr id="91" name="内容占位符 2"/>
          <p:cNvSpPr>
            <a:spLocks noGrp="1"/>
          </p:cNvSpPr>
          <p:nvPr>
            <p:ph idx="1"/>
          </p:nvPr>
        </p:nvSpPr>
        <p:spPr>
          <a:xfrm>
            <a:off x="838200" y="1417272"/>
            <a:ext cx="10515600" cy="5131205"/>
          </a:xfrm>
          <a:ln>
            <a:noFill/>
          </a:ln>
        </p:spPr>
        <p:txBody>
          <a:bodyPr>
            <a:normAutofit/>
          </a:bodyPr>
          <a:lstStyle/>
          <a:p>
            <a:pPr>
              <a:lnSpc>
                <a:spcPct val="120000"/>
              </a:lnSpc>
            </a:pPr>
            <a:r>
              <a:rPr kumimoji="1" lang="zh-CN" altLang="en-US" dirty="0"/>
              <a:t>根端口选举实例</a:t>
            </a:r>
            <a:endParaRPr kumimoji="0" lang="zh-CN" altLang="en-US" sz="2400" dirty="0">
              <a:latin typeface="微软雅黑" panose="020B0503020204020204" pitchFamily="34" charset="-122"/>
              <a:ea typeface="微软雅黑" panose="020B0503020204020204" pitchFamily="34" charset="-122"/>
            </a:endParaRPr>
          </a:p>
          <a:p>
            <a:pPr marL="0" indent="0">
              <a:lnSpc>
                <a:spcPct val="120000"/>
              </a:lnSpc>
              <a:buNone/>
            </a:pPr>
            <a:endParaRPr kumimoji="1" lang="zh-CN" altLang="en-US" dirty="0"/>
          </a:p>
        </p:txBody>
      </p:sp>
      <p:cxnSp>
        <p:nvCxnSpPr>
          <p:cNvPr id="4" name="直接连接符 3"/>
          <p:cNvCxnSpPr/>
          <p:nvPr/>
        </p:nvCxnSpPr>
        <p:spPr>
          <a:xfrm flipV="1">
            <a:off x="3050444" y="3337966"/>
            <a:ext cx="1169660" cy="1186311"/>
          </a:xfrm>
          <a:prstGeom prst="line">
            <a:avLst/>
          </a:prstGeom>
        </p:spPr>
        <p:style>
          <a:lnRef idx="3">
            <a:schemeClr val="accent1"/>
          </a:lnRef>
          <a:fillRef idx="0">
            <a:schemeClr val="accent1"/>
          </a:fillRef>
          <a:effectRef idx="2">
            <a:schemeClr val="accent1"/>
          </a:effectRef>
          <a:fontRef idx="minor">
            <a:schemeClr val="tx1"/>
          </a:fontRef>
        </p:style>
      </p:cxnSp>
      <p:cxnSp>
        <p:nvCxnSpPr>
          <p:cNvPr id="12" name="直接连接符 11"/>
          <p:cNvCxnSpPr/>
          <p:nvPr/>
        </p:nvCxnSpPr>
        <p:spPr>
          <a:xfrm flipH="1" flipV="1">
            <a:off x="4685161" y="3313556"/>
            <a:ext cx="1385259" cy="1212752"/>
          </a:xfrm>
          <a:prstGeom prst="line">
            <a:avLst/>
          </a:prstGeom>
        </p:spPr>
        <p:style>
          <a:lnRef idx="3">
            <a:schemeClr val="accent1"/>
          </a:lnRef>
          <a:fillRef idx="0">
            <a:schemeClr val="accent1"/>
          </a:fillRef>
          <a:effectRef idx="2">
            <a:schemeClr val="accent1"/>
          </a:effectRef>
          <a:fontRef idx="minor">
            <a:schemeClr val="tx1"/>
          </a:fontRef>
        </p:style>
      </p:cxnSp>
      <p:cxnSp>
        <p:nvCxnSpPr>
          <p:cNvPr id="20" name="直接连接符 19"/>
          <p:cNvCxnSpPr/>
          <p:nvPr/>
        </p:nvCxnSpPr>
        <p:spPr>
          <a:xfrm>
            <a:off x="3050444" y="4908376"/>
            <a:ext cx="3019976" cy="0"/>
          </a:xfrm>
          <a:prstGeom prst="line">
            <a:avLst/>
          </a:prstGeom>
        </p:spPr>
        <p:style>
          <a:lnRef idx="3">
            <a:schemeClr val="accent1"/>
          </a:lnRef>
          <a:fillRef idx="0">
            <a:schemeClr val="accent1"/>
          </a:fillRef>
          <a:effectRef idx="2">
            <a:schemeClr val="accent1"/>
          </a:effectRef>
          <a:fontRef idx="minor">
            <a:schemeClr val="tx1"/>
          </a:fontRef>
        </p:style>
      </p:cxnSp>
      <p:pic>
        <p:nvPicPr>
          <p:cNvPr id="7" name="Picture 5" descr="通用交换机"/>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14050" y="4366786"/>
            <a:ext cx="914400" cy="665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5" descr="通用交换机"/>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60120" y="4390332"/>
            <a:ext cx="914400" cy="665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5" descr="通用交换机"/>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15277" y="2817022"/>
            <a:ext cx="914400" cy="665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 name="文本框 26"/>
          <p:cNvSpPr txBox="1"/>
          <p:nvPr/>
        </p:nvSpPr>
        <p:spPr>
          <a:xfrm>
            <a:off x="1757370" y="4492158"/>
            <a:ext cx="697627"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根桥</a:t>
            </a:r>
          </a:p>
        </p:txBody>
      </p:sp>
      <p:sp>
        <p:nvSpPr>
          <p:cNvPr id="3" name="文本框 2"/>
          <p:cNvSpPr txBox="1"/>
          <p:nvPr/>
        </p:nvSpPr>
        <p:spPr>
          <a:xfrm rot="18836122">
            <a:off x="3632098" y="3233281"/>
            <a:ext cx="574196" cy="338554"/>
          </a:xfrm>
          <a:prstGeom prst="rect">
            <a:avLst/>
          </a:prstGeom>
          <a:noFill/>
        </p:spPr>
        <p:txBody>
          <a:bodyPr wrap="none" rtlCol="0">
            <a:spAutoFit/>
          </a:bodyPr>
          <a:lstStyle/>
          <a:p>
            <a:r>
              <a:rPr lang="en-US" altLang="zh-CN" sz="1600" dirty="0"/>
              <a:t>F0/1</a:t>
            </a:r>
            <a:endParaRPr lang="zh-CN" altLang="en-US" sz="1600" dirty="0"/>
          </a:p>
        </p:txBody>
      </p:sp>
      <p:sp>
        <p:nvSpPr>
          <p:cNvPr id="19" name="文本框 18"/>
          <p:cNvSpPr txBox="1"/>
          <p:nvPr/>
        </p:nvSpPr>
        <p:spPr>
          <a:xfrm rot="18836122">
            <a:off x="3122214" y="4177203"/>
            <a:ext cx="574196" cy="338554"/>
          </a:xfrm>
          <a:prstGeom prst="rect">
            <a:avLst/>
          </a:prstGeom>
          <a:noFill/>
        </p:spPr>
        <p:txBody>
          <a:bodyPr wrap="none" rtlCol="0">
            <a:spAutoFit/>
          </a:bodyPr>
          <a:lstStyle/>
          <a:p>
            <a:r>
              <a:rPr lang="en-US" altLang="zh-CN" sz="1600" dirty="0"/>
              <a:t>F0/1</a:t>
            </a:r>
            <a:endParaRPr lang="zh-CN" altLang="en-US" sz="1600" dirty="0"/>
          </a:p>
        </p:txBody>
      </p:sp>
      <p:sp>
        <p:nvSpPr>
          <p:cNvPr id="21" name="文本框 20"/>
          <p:cNvSpPr txBox="1"/>
          <p:nvPr/>
        </p:nvSpPr>
        <p:spPr>
          <a:xfrm>
            <a:off x="2995029" y="4906806"/>
            <a:ext cx="574196" cy="338554"/>
          </a:xfrm>
          <a:prstGeom prst="rect">
            <a:avLst/>
          </a:prstGeom>
          <a:noFill/>
        </p:spPr>
        <p:txBody>
          <a:bodyPr wrap="none" rtlCol="0">
            <a:spAutoFit/>
          </a:bodyPr>
          <a:lstStyle/>
          <a:p>
            <a:r>
              <a:rPr lang="en-US" altLang="zh-CN" sz="1600" dirty="0"/>
              <a:t>F0/2</a:t>
            </a:r>
            <a:endParaRPr lang="zh-CN" altLang="en-US" sz="1600" dirty="0"/>
          </a:p>
        </p:txBody>
      </p:sp>
      <p:sp>
        <p:nvSpPr>
          <p:cNvPr id="22" name="文本框 21"/>
          <p:cNvSpPr txBox="1"/>
          <p:nvPr/>
        </p:nvSpPr>
        <p:spPr>
          <a:xfrm>
            <a:off x="5608684" y="4886218"/>
            <a:ext cx="574196" cy="338554"/>
          </a:xfrm>
          <a:prstGeom prst="rect">
            <a:avLst/>
          </a:prstGeom>
          <a:noFill/>
        </p:spPr>
        <p:txBody>
          <a:bodyPr wrap="none" rtlCol="0">
            <a:spAutoFit/>
          </a:bodyPr>
          <a:lstStyle/>
          <a:p>
            <a:r>
              <a:rPr lang="en-US" altLang="zh-CN" sz="1600" dirty="0"/>
              <a:t>F0/2</a:t>
            </a:r>
            <a:endParaRPr lang="zh-CN" altLang="en-US" sz="1600" dirty="0"/>
          </a:p>
        </p:txBody>
      </p:sp>
      <p:sp>
        <p:nvSpPr>
          <p:cNvPr id="23" name="文本框 22"/>
          <p:cNvSpPr txBox="1"/>
          <p:nvPr/>
        </p:nvSpPr>
        <p:spPr>
          <a:xfrm rot="2434459">
            <a:off x="5503877" y="4289903"/>
            <a:ext cx="574196" cy="338554"/>
          </a:xfrm>
          <a:prstGeom prst="rect">
            <a:avLst/>
          </a:prstGeom>
          <a:noFill/>
        </p:spPr>
        <p:txBody>
          <a:bodyPr wrap="none" rtlCol="0">
            <a:spAutoFit/>
          </a:bodyPr>
          <a:lstStyle/>
          <a:p>
            <a:r>
              <a:rPr lang="en-US" altLang="zh-CN" sz="1600" dirty="0"/>
              <a:t>F0/1</a:t>
            </a:r>
            <a:endParaRPr lang="zh-CN" altLang="en-US" sz="1600" dirty="0"/>
          </a:p>
        </p:txBody>
      </p:sp>
      <p:sp>
        <p:nvSpPr>
          <p:cNvPr id="24" name="文本框 23"/>
          <p:cNvSpPr txBox="1"/>
          <p:nvPr/>
        </p:nvSpPr>
        <p:spPr>
          <a:xfrm rot="2434459">
            <a:off x="4756119" y="3240328"/>
            <a:ext cx="574196" cy="338554"/>
          </a:xfrm>
          <a:prstGeom prst="rect">
            <a:avLst/>
          </a:prstGeom>
          <a:noFill/>
        </p:spPr>
        <p:txBody>
          <a:bodyPr wrap="none" rtlCol="0">
            <a:spAutoFit/>
          </a:bodyPr>
          <a:lstStyle/>
          <a:p>
            <a:r>
              <a:rPr lang="en-US" altLang="zh-CN" sz="1600" dirty="0"/>
              <a:t>F0/2</a:t>
            </a:r>
            <a:endParaRPr lang="zh-CN" altLang="en-US" sz="1600" dirty="0"/>
          </a:p>
        </p:txBody>
      </p:sp>
      <p:sp>
        <p:nvSpPr>
          <p:cNvPr id="5" name="文本框 4"/>
          <p:cNvSpPr txBox="1"/>
          <p:nvPr/>
        </p:nvSpPr>
        <p:spPr>
          <a:xfrm>
            <a:off x="4278450" y="2354572"/>
            <a:ext cx="380232" cy="461665"/>
          </a:xfrm>
          <a:prstGeom prst="rect">
            <a:avLst/>
          </a:prstGeom>
          <a:noFill/>
        </p:spPr>
        <p:txBody>
          <a:bodyPr wrap="none" rtlCol="0">
            <a:spAutoFit/>
          </a:bodyPr>
          <a:lstStyle/>
          <a:p>
            <a:r>
              <a:rPr lang="en-US" altLang="zh-CN" sz="2400" dirty="0"/>
              <a:t>A</a:t>
            </a:r>
            <a:endParaRPr lang="zh-CN" altLang="en-US" sz="2400" dirty="0"/>
          </a:p>
        </p:txBody>
      </p:sp>
      <p:sp>
        <p:nvSpPr>
          <p:cNvPr id="30" name="文本框 29"/>
          <p:cNvSpPr txBox="1"/>
          <p:nvPr/>
        </p:nvSpPr>
        <p:spPr>
          <a:xfrm>
            <a:off x="2677294" y="5088086"/>
            <a:ext cx="356188" cy="461665"/>
          </a:xfrm>
          <a:prstGeom prst="rect">
            <a:avLst/>
          </a:prstGeom>
          <a:noFill/>
        </p:spPr>
        <p:txBody>
          <a:bodyPr wrap="none" rtlCol="0">
            <a:spAutoFit/>
          </a:bodyPr>
          <a:lstStyle/>
          <a:p>
            <a:r>
              <a:rPr lang="en-US" altLang="zh-CN" sz="2400" dirty="0"/>
              <a:t>B</a:t>
            </a:r>
            <a:endParaRPr lang="zh-CN" altLang="en-US" sz="2400" dirty="0"/>
          </a:p>
        </p:txBody>
      </p:sp>
      <p:sp>
        <p:nvSpPr>
          <p:cNvPr id="31" name="文本框 30"/>
          <p:cNvSpPr txBox="1"/>
          <p:nvPr/>
        </p:nvSpPr>
        <p:spPr>
          <a:xfrm>
            <a:off x="6201830" y="5076083"/>
            <a:ext cx="375424" cy="461665"/>
          </a:xfrm>
          <a:prstGeom prst="rect">
            <a:avLst/>
          </a:prstGeom>
          <a:noFill/>
        </p:spPr>
        <p:txBody>
          <a:bodyPr wrap="none" rtlCol="0">
            <a:spAutoFit/>
          </a:bodyPr>
          <a:lstStyle/>
          <a:p>
            <a:r>
              <a:rPr lang="en-US" altLang="zh-CN" sz="2400" dirty="0"/>
              <a:t>C</a:t>
            </a:r>
            <a:endParaRPr lang="zh-CN" altLang="en-US" sz="2400" dirty="0"/>
          </a:p>
        </p:txBody>
      </p:sp>
      <p:sp>
        <p:nvSpPr>
          <p:cNvPr id="32" name="文本框 31"/>
          <p:cNvSpPr txBox="1"/>
          <p:nvPr/>
        </p:nvSpPr>
        <p:spPr>
          <a:xfrm>
            <a:off x="7535314" y="2338601"/>
            <a:ext cx="3675866" cy="3185039"/>
          </a:xfrm>
          <a:prstGeom prst="rect">
            <a:avLst/>
          </a:prstGeom>
          <a:solidFill>
            <a:schemeClr val="bg1">
              <a:lumMod val="95000"/>
            </a:schemeClr>
          </a:solidFill>
          <a:ln>
            <a:solidFill>
              <a:srgbClr val="7030A0"/>
            </a:solidFill>
          </a:ln>
          <a:effectLst>
            <a:outerShdw blurRad="50800" dist="38100" dir="2700000" algn="tl" rotWithShape="0">
              <a:prstClr val="black">
                <a:alpha val="40000"/>
              </a:prstClr>
            </a:outerShdw>
          </a:effectLst>
        </p:spPr>
        <p:txBody>
          <a:bodyPr wrap="square" rtlCol="0">
            <a:spAutoFit/>
          </a:bodyPr>
          <a:lstStyle/>
          <a:p>
            <a:pPr>
              <a:lnSpc>
                <a:spcPct val="120000"/>
              </a:lnSpc>
              <a:spcBef>
                <a:spcPts val="600"/>
              </a:spcBef>
            </a:pPr>
            <a:r>
              <a:rPr lang="zh-CN" altLang="en-US" dirty="0">
                <a:latin typeface="微软雅黑" panose="020B0503020204020204" pitchFamily="34" charset="-122"/>
                <a:ea typeface="微软雅黑" panose="020B0503020204020204" pitchFamily="34" charset="-122"/>
              </a:rPr>
              <a:t>图中交换机端口速率均为</a:t>
            </a:r>
            <a:r>
              <a:rPr lang="en-US" altLang="zh-CN" dirty="0">
                <a:latin typeface="微软雅黑" panose="020B0503020204020204" pitchFamily="34" charset="-122"/>
                <a:ea typeface="微软雅黑" panose="020B0503020204020204" pitchFamily="34" charset="-122"/>
              </a:rPr>
              <a:t>100Mb/s</a:t>
            </a:r>
          </a:p>
          <a:p>
            <a:pPr>
              <a:lnSpc>
                <a:spcPct val="120000"/>
              </a:lnSpc>
              <a:spcBef>
                <a:spcPts val="600"/>
              </a:spcBef>
            </a:pPr>
            <a:r>
              <a:rPr kumimoji="0" lang="zh-CN" altLang="en-US" dirty="0">
                <a:latin typeface="微软雅黑" panose="020B0503020204020204" pitchFamily="34" charset="-122"/>
                <a:ea typeface="微软雅黑" panose="020B0503020204020204" pitchFamily="34" charset="-122"/>
              </a:rPr>
              <a:t>即开销均为</a:t>
            </a:r>
            <a:r>
              <a:rPr kumimoji="0" lang="en-US" altLang="zh-CN" dirty="0">
                <a:latin typeface="微软雅黑" panose="020B0503020204020204" pitchFamily="34" charset="-122"/>
                <a:ea typeface="微软雅黑" panose="020B0503020204020204" pitchFamily="34" charset="-122"/>
              </a:rPr>
              <a:t>19</a:t>
            </a:r>
            <a:r>
              <a:rPr kumimoji="0" lang="zh-CN" altLang="en-US" dirty="0">
                <a:latin typeface="微软雅黑" panose="020B0503020204020204" pitchFamily="34" charset="-122"/>
                <a:ea typeface="微软雅黑" panose="020B0503020204020204" pitchFamily="34" charset="-122"/>
              </a:rPr>
              <a:t>。</a:t>
            </a:r>
            <a:endParaRPr kumimoji="0" lang="en-US" altLang="zh-CN" dirty="0">
              <a:latin typeface="微软雅黑" panose="020B0503020204020204" pitchFamily="34" charset="-122"/>
              <a:ea typeface="微软雅黑" panose="020B0503020204020204" pitchFamily="34" charset="-122"/>
            </a:endParaRPr>
          </a:p>
          <a:p>
            <a:pPr>
              <a:lnSpc>
                <a:spcPct val="120000"/>
              </a:lnSpc>
              <a:spcBef>
                <a:spcPts val="600"/>
              </a:spcBef>
            </a:pPr>
            <a:r>
              <a:rPr lang="en-US" altLang="zh-CN" dirty="0">
                <a:latin typeface="微软雅黑" panose="020B0503020204020204" pitchFamily="34" charset="-122"/>
                <a:ea typeface="微软雅黑" panose="020B0503020204020204" pitchFamily="34" charset="-122"/>
              </a:rPr>
              <a:t>C</a:t>
            </a:r>
            <a:r>
              <a:rPr lang="zh-CN" altLang="en-US" dirty="0">
                <a:latin typeface="微软雅黑" panose="020B0503020204020204" pitchFamily="34" charset="-122"/>
                <a:ea typeface="微软雅黑" panose="020B0503020204020204" pitchFamily="34" charset="-122"/>
              </a:rPr>
              <a:t>到达根桥有两条路径：</a:t>
            </a:r>
            <a:endParaRPr lang="en-US" altLang="zh-CN" dirty="0">
              <a:latin typeface="微软雅黑" panose="020B0503020204020204" pitchFamily="34" charset="-122"/>
              <a:ea typeface="微软雅黑" panose="020B0503020204020204" pitchFamily="34" charset="-122"/>
            </a:endParaRPr>
          </a:p>
          <a:p>
            <a:pPr marL="285750" indent="-285750">
              <a:lnSpc>
                <a:spcPct val="120000"/>
              </a:lnSpc>
              <a:spcBef>
                <a:spcPts val="600"/>
              </a:spcBef>
              <a:buFont typeface="Arial" panose="020B0604020202090204" pitchFamily="34" charset="0"/>
              <a:buChar char="•"/>
            </a:pPr>
            <a:r>
              <a:rPr kumimoji="0" lang="zh-CN" altLang="en-US" dirty="0">
                <a:latin typeface="微软雅黑" panose="020B0503020204020204" pitchFamily="34" charset="-122"/>
                <a:ea typeface="微软雅黑" panose="020B0503020204020204" pitchFamily="34" charset="-122"/>
              </a:rPr>
              <a:t>路径</a:t>
            </a:r>
            <a:r>
              <a:rPr kumimoji="0"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开销为</a:t>
            </a:r>
            <a:r>
              <a:rPr lang="en-US" altLang="zh-CN" dirty="0">
                <a:latin typeface="微软雅黑" panose="020B0503020204020204" pitchFamily="34" charset="-122"/>
                <a:ea typeface="微软雅黑" panose="020B0503020204020204" pitchFamily="34" charset="-122"/>
              </a:rPr>
              <a:t>19</a:t>
            </a:r>
          </a:p>
          <a:p>
            <a:pPr marL="285750" indent="-285750">
              <a:lnSpc>
                <a:spcPct val="120000"/>
              </a:lnSpc>
              <a:spcBef>
                <a:spcPts val="600"/>
              </a:spcBef>
              <a:buFont typeface="Arial" panose="020B0604020202090204" pitchFamily="34" charset="0"/>
              <a:buChar char="•"/>
            </a:pPr>
            <a:r>
              <a:rPr lang="zh-CN" altLang="en-US" dirty="0">
                <a:latin typeface="微软雅黑" panose="020B0503020204020204" pitchFamily="34" charset="-122"/>
                <a:ea typeface="微软雅黑" panose="020B0503020204020204" pitchFamily="34" charset="-122"/>
              </a:rPr>
              <a:t>路径</a:t>
            </a:r>
            <a:r>
              <a:rPr lang="en-US" altLang="zh-CN" dirty="0">
                <a:latin typeface="微软雅黑" panose="020B0503020204020204" pitchFamily="34" charset="-122"/>
                <a:ea typeface="微软雅黑" panose="020B0503020204020204" pitchFamily="34" charset="-122"/>
              </a:rPr>
              <a:t>2</a:t>
            </a:r>
            <a:r>
              <a:rPr lang="zh-CN" altLang="en-US" dirty="0">
                <a:latin typeface="微软雅黑" panose="020B0503020204020204" pitchFamily="34" charset="-122"/>
                <a:ea typeface="微软雅黑" panose="020B0503020204020204" pitchFamily="34" charset="-122"/>
              </a:rPr>
              <a:t>开销为</a:t>
            </a:r>
            <a:r>
              <a:rPr lang="en-US" altLang="zh-CN" dirty="0">
                <a:latin typeface="微软雅黑" panose="020B0503020204020204" pitchFamily="34" charset="-122"/>
                <a:ea typeface="微软雅黑" panose="020B0503020204020204" pitchFamily="34" charset="-122"/>
              </a:rPr>
              <a:t>19+19=38</a:t>
            </a:r>
          </a:p>
          <a:p>
            <a:pPr>
              <a:lnSpc>
                <a:spcPct val="120000"/>
              </a:lnSpc>
              <a:spcBef>
                <a:spcPts val="600"/>
              </a:spcBef>
            </a:pPr>
            <a:r>
              <a:rPr lang="zh-CN" altLang="en-US" dirty="0">
                <a:latin typeface="微软雅黑" panose="020B0503020204020204" pitchFamily="34" charset="-122"/>
                <a:ea typeface="微软雅黑" panose="020B0503020204020204" pitchFamily="34" charset="-122"/>
              </a:rPr>
              <a:t>路径</a:t>
            </a: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开销较小！</a:t>
            </a:r>
            <a:endParaRPr lang="en-US" altLang="zh-CN" dirty="0">
              <a:latin typeface="微软雅黑" panose="020B0503020204020204" pitchFamily="34" charset="-122"/>
              <a:ea typeface="微软雅黑" panose="020B0503020204020204" pitchFamily="34" charset="-122"/>
            </a:endParaRPr>
          </a:p>
          <a:p>
            <a:pPr>
              <a:lnSpc>
                <a:spcPct val="120000"/>
              </a:lnSpc>
              <a:spcBef>
                <a:spcPts val="600"/>
              </a:spcBef>
            </a:pPr>
            <a:r>
              <a:rPr lang="en-US" altLang="zh-CN" dirty="0">
                <a:latin typeface="微软雅黑" panose="020B0503020204020204" pitchFamily="34" charset="-122"/>
                <a:ea typeface="微软雅黑" panose="020B0503020204020204" pitchFamily="34" charset="-122"/>
              </a:rPr>
              <a:t>F0/2</a:t>
            </a:r>
            <a:r>
              <a:rPr lang="zh-CN" altLang="en-US" dirty="0">
                <a:latin typeface="微软雅黑" panose="020B0503020204020204" pitchFamily="34" charset="-122"/>
                <a:ea typeface="微软雅黑" panose="020B0503020204020204" pitchFamily="34" charset="-122"/>
              </a:rPr>
              <a:t>相比于</a:t>
            </a:r>
            <a:r>
              <a:rPr lang="en-US" altLang="zh-CN" dirty="0">
                <a:latin typeface="微软雅黑" panose="020B0503020204020204" pitchFamily="34" charset="-122"/>
                <a:ea typeface="微软雅黑" panose="020B0503020204020204" pitchFamily="34" charset="-122"/>
              </a:rPr>
              <a:t>F0/1</a:t>
            </a:r>
            <a:r>
              <a:rPr lang="zh-CN" altLang="en-US" dirty="0">
                <a:latin typeface="微软雅黑" panose="020B0503020204020204" pitchFamily="34" charset="-122"/>
                <a:ea typeface="微软雅黑" panose="020B0503020204020204" pitchFamily="34" charset="-122"/>
              </a:rPr>
              <a:t>到达根桥的根路径开销更小，因此</a:t>
            </a:r>
            <a:r>
              <a:rPr lang="en-US" altLang="zh-CN" dirty="0">
                <a:latin typeface="微软雅黑" panose="020B0503020204020204" pitchFamily="34" charset="-122"/>
                <a:ea typeface="微软雅黑" panose="020B0503020204020204" pitchFamily="34" charset="-122"/>
              </a:rPr>
              <a:t>F0/2</a:t>
            </a:r>
            <a:r>
              <a:rPr lang="zh-CN" altLang="en-US" dirty="0">
                <a:latin typeface="微软雅黑" panose="020B0503020204020204" pitchFamily="34" charset="-122"/>
                <a:ea typeface="微软雅黑" panose="020B0503020204020204" pitchFamily="34" charset="-122"/>
              </a:rPr>
              <a:t>为</a:t>
            </a:r>
            <a:r>
              <a:rPr lang="en-US" altLang="zh-CN" dirty="0">
                <a:latin typeface="微软雅黑" panose="020B0503020204020204" pitchFamily="34" charset="-122"/>
                <a:ea typeface="微软雅黑" panose="020B0503020204020204" pitchFamily="34" charset="-122"/>
              </a:rPr>
              <a:t>C</a:t>
            </a:r>
            <a:r>
              <a:rPr lang="zh-CN" altLang="en-US" dirty="0">
                <a:latin typeface="微软雅黑" panose="020B0503020204020204" pitchFamily="34" charset="-122"/>
                <a:ea typeface="微软雅黑" panose="020B0503020204020204" pitchFamily="34" charset="-122"/>
              </a:rPr>
              <a:t>的根端口。</a:t>
            </a:r>
            <a:endParaRPr lang="en-US" altLang="zh-CN" dirty="0">
              <a:latin typeface="微软雅黑" panose="020B0503020204020204" pitchFamily="34" charset="-122"/>
              <a:ea typeface="微软雅黑" panose="020B0503020204020204" pitchFamily="34" charset="-122"/>
            </a:endParaRPr>
          </a:p>
        </p:txBody>
      </p:sp>
      <p:sp>
        <p:nvSpPr>
          <p:cNvPr id="16" name="箭头: 右 15"/>
          <p:cNvSpPr/>
          <p:nvPr/>
        </p:nvSpPr>
        <p:spPr>
          <a:xfrm flipH="1">
            <a:off x="3569225" y="5042258"/>
            <a:ext cx="1922413" cy="50422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路径</a:t>
            </a:r>
            <a:r>
              <a:rPr lang="en-US" altLang="zh-CN" dirty="0"/>
              <a:t>1</a:t>
            </a:r>
            <a:endParaRPr lang="zh-CN" altLang="en-US" dirty="0"/>
          </a:p>
        </p:txBody>
      </p:sp>
      <p:sp>
        <p:nvSpPr>
          <p:cNvPr id="35" name="箭头: 右 34"/>
          <p:cNvSpPr/>
          <p:nvPr/>
        </p:nvSpPr>
        <p:spPr>
          <a:xfrm rot="2567442" flipH="1">
            <a:off x="5003731" y="3364668"/>
            <a:ext cx="1922413" cy="504229"/>
          </a:xfrm>
          <a:prstGeom prst="rightArrow">
            <a:avLst/>
          </a:prstGeom>
          <a:solidFill>
            <a:srgbClr val="E7D1E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路径</a:t>
            </a:r>
            <a:r>
              <a:rPr lang="en-US" altLang="zh-CN" dirty="0">
                <a:solidFill>
                  <a:schemeClr val="tx1"/>
                </a:solidFill>
              </a:rPr>
              <a:t>2</a:t>
            </a:r>
            <a:endParaRPr lang="zh-CN" altLang="en-US" dirty="0">
              <a:solidFill>
                <a:schemeClr val="tx1"/>
              </a:solidFill>
            </a:endParaRPr>
          </a:p>
        </p:txBody>
      </p:sp>
      <p:sp>
        <p:nvSpPr>
          <p:cNvPr id="36" name="箭头: 右 35"/>
          <p:cNvSpPr/>
          <p:nvPr/>
        </p:nvSpPr>
        <p:spPr>
          <a:xfrm rot="18865504" flipH="1">
            <a:off x="2134325" y="3329161"/>
            <a:ext cx="1922413" cy="504229"/>
          </a:xfrm>
          <a:prstGeom prst="rightArrow">
            <a:avLst/>
          </a:prstGeom>
          <a:solidFill>
            <a:srgbClr val="E7D1E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路径</a:t>
            </a:r>
            <a:r>
              <a:rPr lang="en-US" altLang="zh-CN" dirty="0">
                <a:solidFill>
                  <a:schemeClr val="tx1"/>
                </a:solidFill>
              </a:rPr>
              <a:t>2</a:t>
            </a:r>
            <a:endParaRPr lang="zh-CN" altLang="en-US" dirty="0">
              <a:solidFill>
                <a:schemeClr val="tx1"/>
              </a:solidFill>
            </a:endParaRPr>
          </a:p>
        </p:txBody>
      </p:sp>
      <p:sp>
        <p:nvSpPr>
          <p:cNvPr id="33" name="椭圆 32"/>
          <p:cNvSpPr/>
          <p:nvPr/>
        </p:nvSpPr>
        <p:spPr>
          <a:xfrm>
            <a:off x="6006432" y="4854376"/>
            <a:ext cx="108000" cy="108000"/>
          </a:xfrm>
          <a:prstGeom prst="ellipse">
            <a:avLst/>
          </a:prstGeom>
          <a:solidFill>
            <a:srgbClr val="993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B050"/>
              </a:solidFill>
            </a:endParaRPr>
          </a:p>
        </p:txBody>
      </p:sp>
      <p:sp>
        <p:nvSpPr>
          <p:cNvPr id="38" name="椭圆 37"/>
          <p:cNvSpPr/>
          <p:nvPr/>
        </p:nvSpPr>
        <p:spPr>
          <a:xfrm>
            <a:off x="4147063" y="3301605"/>
            <a:ext cx="108000" cy="108000"/>
          </a:xfrm>
          <a:prstGeom prst="ellipse">
            <a:avLst/>
          </a:prstGeom>
          <a:solidFill>
            <a:srgbClr val="993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B050"/>
              </a:solidFill>
            </a:endParaRPr>
          </a:p>
        </p:txBody>
      </p:sp>
      <p:sp>
        <p:nvSpPr>
          <p:cNvPr id="34" name="文本框 33"/>
          <p:cNvSpPr txBox="1"/>
          <p:nvPr/>
        </p:nvSpPr>
        <p:spPr>
          <a:xfrm>
            <a:off x="5827319" y="5779120"/>
            <a:ext cx="877163" cy="369332"/>
          </a:xfrm>
          <a:prstGeom prst="rect">
            <a:avLst/>
          </a:prstGeom>
          <a:noFill/>
        </p:spPr>
        <p:txBody>
          <a:bodyPr wrap="none" rtlCol="0">
            <a:spAutoFit/>
          </a:bodyPr>
          <a:lstStyle/>
          <a:p>
            <a:r>
              <a:rPr lang="zh-CN" altLang="en-US" dirty="0">
                <a:solidFill>
                  <a:srgbClr val="7030A0"/>
                </a:solidFill>
                <a:latin typeface="微软雅黑" panose="020B0503020204020204" pitchFamily="34" charset="-122"/>
                <a:ea typeface="微软雅黑" panose="020B0503020204020204" pitchFamily="34" charset="-122"/>
              </a:rPr>
              <a:t>根端口</a:t>
            </a:r>
          </a:p>
        </p:txBody>
      </p:sp>
      <p:cxnSp>
        <p:nvCxnSpPr>
          <p:cNvPr id="39" name="直接箭头连接符 38"/>
          <p:cNvCxnSpPr/>
          <p:nvPr/>
        </p:nvCxnSpPr>
        <p:spPr>
          <a:xfrm flipH="1" flipV="1">
            <a:off x="6112181" y="5172536"/>
            <a:ext cx="141398" cy="568944"/>
          </a:xfrm>
          <a:prstGeom prst="straightConnector1">
            <a:avLst/>
          </a:prstGeom>
          <a:ln w="12700">
            <a:solidFill>
              <a:srgbClr val="9933FF"/>
            </a:solidFill>
            <a:tailEnd type="triangle"/>
          </a:ln>
        </p:spPr>
        <p:style>
          <a:lnRef idx="1">
            <a:schemeClr val="accent1"/>
          </a:lnRef>
          <a:fillRef idx="0">
            <a:schemeClr val="accent1"/>
          </a:fillRef>
          <a:effectRef idx="0">
            <a:schemeClr val="accent1"/>
          </a:effectRef>
          <a:fontRef idx="minor">
            <a:schemeClr val="tx1"/>
          </a:fontRef>
        </p:style>
      </p:cxnSp>
      <p:sp>
        <p:nvSpPr>
          <p:cNvPr id="37" name="日期占位符 36"/>
          <p:cNvSpPr>
            <a:spLocks noGrp="1"/>
          </p:cNvSpPr>
          <p:nvPr>
            <p:ph type="dt" sz="half" idx="10"/>
          </p:nvPr>
        </p:nvSpPr>
        <p:spPr>
          <a:xfrm>
            <a:off x="197335" y="6489303"/>
            <a:ext cx="2743200" cy="365125"/>
          </a:xfrm>
        </p:spPr>
        <p:txBody>
          <a:bodyPr/>
          <a:lstStyle/>
          <a:p>
            <a:r>
              <a:rPr lang="en-US" altLang="zh-CN" dirty="0">
                <a:latin typeface="微软雅黑" panose="020B0503020204020204" pitchFamily="34" charset="-122"/>
                <a:ea typeface="微软雅黑" panose="020B0503020204020204" pitchFamily="34" charset="-122"/>
              </a:rPr>
              <a:t>4.4 </a:t>
            </a:r>
            <a:r>
              <a:rPr lang="zh-CN" altLang="en-US" dirty="0">
                <a:latin typeface="微软雅黑" panose="020B0503020204020204" pitchFamily="34" charset="-122"/>
                <a:ea typeface="微软雅黑" panose="020B0503020204020204" pitchFamily="34" charset="-122"/>
              </a:rPr>
              <a:t>数据链路层交换</a:t>
            </a:r>
          </a:p>
        </p:txBody>
      </p:sp>
      <p:sp>
        <p:nvSpPr>
          <p:cNvPr id="40" name="灯片编号占位符 38"/>
          <p:cNvSpPr>
            <a:spLocks noGrp="1"/>
          </p:cNvSpPr>
          <p:nvPr>
            <p:ph type="sldNum" sz="quarter" idx="12"/>
          </p:nvPr>
        </p:nvSpPr>
        <p:spPr>
          <a:xfrm>
            <a:off x="8686810" y="6489303"/>
            <a:ext cx="3319670" cy="365125"/>
          </a:xfrm>
        </p:spPr>
        <p:txBody>
          <a:bodyPr/>
          <a:lstStyle/>
          <a:p>
            <a:fld id="{8D4D1E41-7A09-AB4A-A4E1-09765ADA2698}" type="slidenum">
              <a:rPr kumimoji="1" lang="zh-CN" altLang="en-US" smtClean="0"/>
              <a:t>93</a:t>
            </a:fld>
            <a:endParaRPr kumimoji="1"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right)">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5"/>
                                        </p:tgtEl>
                                        <p:attrNameLst>
                                          <p:attrName>style.visibility</p:attrName>
                                        </p:attrNameLst>
                                      </p:cBhvr>
                                      <p:to>
                                        <p:strVal val="visible"/>
                                      </p:to>
                                    </p:set>
                                    <p:animEffect transition="in" filter="wipe(down)">
                                      <p:cBhvr>
                                        <p:cTn id="12" dur="500"/>
                                        <p:tgtEl>
                                          <p:spTgt spid="35"/>
                                        </p:tgtEl>
                                      </p:cBhvr>
                                    </p:animEffect>
                                  </p:childTnLst>
                                </p:cTn>
                              </p:par>
                            </p:childTnLst>
                          </p:cTn>
                        </p:par>
                        <p:par>
                          <p:cTn id="13" fill="hold">
                            <p:stCondLst>
                              <p:cond delay="500"/>
                            </p:stCondLst>
                            <p:childTnLst>
                              <p:par>
                                <p:cTn id="14" presetID="22" presetClass="entr" presetSubtype="1" fill="hold" grpId="0" nodeType="afterEffect">
                                  <p:stCondLst>
                                    <p:cond delay="0"/>
                                  </p:stCondLst>
                                  <p:childTnLst>
                                    <p:set>
                                      <p:cBhvr>
                                        <p:cTn id="15" dur="1" fill="hold">
                                          <p:stCondLst>
                                            <p:cond delay="0"/>
                                          </p:stCondLst>
                                        </p:cTn>
                                        <p:tgtEl>
                                          <p:spTgt spid="36"/>
                                        </p:tgtEl>
                                        <p:attrNameLst>
                                          <p:attrName>style.visibility</p:attrName>
                                        </p:attrNameLst>
                                      </p:cBhvr>
                                      <p:to>
                                        <p:strVal val="visible"/>
                                      </p:to>
                                    </p:set>
                                    <p:animEffect transition="in" filter="wipe(up)">
                                      <p:cBhvr>
                                        <p:cTn id="16" dur="500"/>
                                        <p:tgtEl>
                                          <p:spTgt spid="36"/>
                                        </p:tgtEl>
                                      </p:cBhvr>
                                    </p:animEffect>
                                  </p:childTnLst>
                                </p:cTn>
                              </p:par>
                            </p:childTnLst>
                          </p:cTn>
                        </p:par>
                      </p:childTnLst>
                    </p:cTn>
                  </p:par>
                  <p:par>
                    <p:cTn id="17" fill="hold">
                      <p:stCondLst>
                        <p:cond delay="indefinite"/>
                      </p:stCondLst>
                      <p:childTnLst>
                        <p:par>
                          <p:cTn id="18" fill="hold">
                            <p:stCondLst>
                              <p:cond delay="0"/>
                            </p:stCondLst>
                            <p:childTnLst>
                              <p:par>
                                <p:cTn id="19" presetID="18" presetClass="entr" presetSubtype="6" fill="hold" grpId="0" nodeType="clickEffect">
                                  <p:stCondLst>
                                    <p:cond delay="0"/>
                                  </p:stCondLst>
                                  <p:childTnLst>
                                    <p:set>
                                      <p:cBhvr>
                                        <p:cTn id="20" dur="1" fill="hold">
                                          <p:stCondLst>
                                            <p:cond delay="0"/>
                                          </p:stCondLst>
                                        </p:cTn>
                                        <p:tgtEl>
                                          <p:spTgt spid="32"/>
                                        </p:tgtEl>
                                        <p:attrNameLst>
                                          <p:attrName>style.visibility</p:attrName>
                                        </p:attrNameLst>
                                      </p:cBhvr>
                                      <p:to>
                                        <p:strVal val="visible"/>
                                      </p:to>
                                    </p:set>
                                    <p:animEffect transition="in" filter="strips(downRight)">
                                      <p:cBhvr>
                                        <p:cTn id="21" dur="500"/>
                                        <p:tgtEl>
                                          <p:spTgt spid="32"/>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39"/>
                                        </p:tgtEl>
                                        <p:attrNameLst>
                                          <p:attrName>style.visibility</p:attrName>
                                        </p:attrNameLst>
                                      </p:cBhvr>
                                      <p:to>
                                        <p:strVal val="visible"/>
                                      </p:to>
                                    </p:set>
                                    <p:animEffect transition="in" filter="fade">
                                      <p:cBhvr>
                                        <p:cTn id="26" dur="500"/>
                                        <p:tgtEl>
                                          <p:spTgt spid="39"/>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4"/>
                                        </p:tgtEl>
                                        <p:attrNameLst>
                                          <p:attrName>style.visibility</p:attrName>
                                        </p:attrNameLst>
                                      </p:cBhvr>
                                      <p:to>
                                        <p:strVal val="visible"/>
                                      </p:to>
                                    </p:set>
                                    <p:animEffect transition="in" filter="fade">
                                      <p:cBhvr>
                                        <p:cTn id="29" dur="500"/>
                                        <p:tgtEl>
                                          <p:spTgt spid="34"/>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3"/>
                                        </p:tgtEl>
                                        <p:attrNameLst>
                                          <p:attrName>style.visibility</p:attrName>
                                        </p:attrNameLst>
                                      </p:cBhvr>
                                      <p:to>
                                        <p:strVal val="visible"/>
                                      </p:to>
                                    </p:set>
                                    <p:animEffect transition="in" filter="fade">
                                      <p:cBhvr>
                                        <p:cTn id="32" dur="500"/>
                                        <p:tgtEl>
                                          <p:spTgt spid="33"/>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8"/>
                                        </p:tgtEl>
                                        <p:attrNameLst>
                                          <p:attrName>style.visibility</p:attrName>
                                        </p:attrNameLst>
                                      </p:cBhvr>
                                      <p:to>
                                        <p:strVal val="visible"/>
                                      </p:to>
                                    </p:set>
                                    <p:animEffect transition="in" filter="fade">
                                      <p:cBhvr>
                                        <p:cTn id="37"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16" grpId="0" animBg="1"/>
      <p:bldP spid="35" grpId="0" animBg="1"/>
      <p:bldP spid="36" grpId="0" animBg="1"/>
      <p:bldP spid="33" grpId="0" animBg="1"/>
      <p:bldP spid="38" grpId="0" animBg="1"/>
      <p:bldP spid="34" grpId="0"/>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en-US" altLang="zh-CN" dirty="0"/>
              <a:t> </a:t>
            </a:r>
            <a:r>
              <a:rPr kumimoji="1" lang="zh-CN" altLang="zh-CN" dirty="0"/>
              <a:t>生成树协议</a:t>
            </a:r>
            <a:endParaRPr kumimoji="1" lang="zh-CN" altLang="en-US" dirty="0"/>
          </a:p>
        </p:txBody>
      </p:sp>
      <p:sp>
        <p:nvSpPr>
          <p:cNvPr id="91" name="内容占位符 2"/>
          <p:cNvSpPr>
            <a:spLocks noGrp="1"/>
          </p:cNvSpPr>
          <p:nvPr>
            <p:ph idx="1"/>
          </p:nvPr>
        </p:nvSpPr>
        <p:spPr>
          <a:xfrm>
            <a:off x="838200" y="1417272"/>
            <a:ext cx="10515600" cy="5131205"/>
          </a:xfrm>
          <a:ln>
            <a:noFill/>
          </a:ln>
        </p:spPr>
        <p:txBody>
          <a:bodyPr>
            <a:normAutofit/>
          </a:bodyPr>
          <a:lstStyle/>
          <a:p>
            <a:pPr>
              <a:lnSpc>
                <a:spcPct val="120000"/>
              </a:lnSpc>
            </a:pPr>
            <a:r>
              <a:rPr kumimoji="1" lang="zh-CN" altLang="zh-CN" sz="2800" dirty="0">
                <a:latin typeface="微软雅黑" panose="020B0503020204020204" pitchFamily="34" charset="-122"/>
                <a:ea typeface="微软雅黑" panose="020B0503020204020204" pitchFamily="34" charset="-122"/>
              </a:rPr>
              <a:t>生成树</a:t>
            </a:r>
            <a:r>
              <a:rPr kumimoji="1" lang="zh-CN" altLang="en-US" sz="2800" dirty="0">
                <a:latin typeface="微软雅黑" panose="020B0503020204020204" pitchFamily="34" charset="-122"/>
                <a:ea typeface="微软雅黑" panose="020B0503020204020204" pitchFamily="34" charset="-122"/>
              </a:rPr>
              <a:t>的选举过程</a:t>
            </a:r>
            <a:r>
              <a:rPr kumimoji="1" lang="en-US" altLang="zh-CN" dirty="0">
                <a:latin typeface="微软雅黑" panose="020B0503020204020204" pitchFamily="34" charset="-122"/>
                <a:ea typeface="微软雅黑" panose="020B0503020204020204" pitchFamily="34" charset="-122"/>
              </a:rPr>
              <a:t>3</a:t>
            </a:r>
            <a:r>
              <a:rPr kumimoji="1" lang="zh-CN" altLang="en-US" sz="2800" dirty="0">
                <a:latin typeface="微软雅黑" panose="020B0503020204020204" pitchFamily="34" charset="-122"/>
                <a:ea typeface="微软雅黑" panose="020B0503020204020204" pitchFamily="34" charset="-122"/>
              </a:rPr>
              <a:t>：</a:t>
            </a:r>
            <a:r>
              <a:rPr kumimoji="1" lang="zh-CN" altLang="en-US" dirty="0">
                <a:latin typeface="微软雅黑" panose="020B0503020204020204" pitchFamily="34" charset="-122"/>
                <a:ea typeface="微软雅黑" panose="020B0503020204020204" pitchFamily="34" charset="-122"/>
              </a:rPr>
              <a:t>为每个网段确定一个指定端口</a:t>
            </a:r>
          </a:p>
          <a:p>
            <a:pPr lvl="1">
              <a:lnSpc>
                <a:spcPct val="130000"/>
              </a:lnSpc>
            </a:pPr>
            <a:r>
              <a:rPr lang="zh-CN" altLang="en-US" dirty="0">
                <a:latin typeface="微软雅黑" panose="020B0503020204020204" pitchFamily="34" charset="-122"/>
                <a:ea typeface="微软雅黑" panose="020B0503020204020204" pitchFamily="34" charset="-122"/>
              </a:rPr>
              <a:t>对于每一个网段， 在所有连接到它的交换机（网桥）端口中进行选择；</a:t>
            </a:r>
            <a:endParaRPr lang="en-US" altLang="zh-CN" dirty="0">
              <a:latin typeface="微软雅黑" panose="020B0503020204020204" pitchFamily="34" charset="-122"/>
              <a:ea typeface="微软雅黑" panose="020B0503020204020204" pitchFamily="34" charset="-122"/>
            </a:endParaRPr>
          </a:p>
          <a:p>
            <a:pPr lvl="1">
              <a:lnSpc>
                <a:spcPct val="130000"/>
              </a:lnSpc>
            </a:pPr>
            <a:r>
              <a:rPr lang="zh-CN" altLang="en-US" dirty="0">
                <a:solidFill>
                  <a:srgbClr val="C00000"/>
                </a:solidFill>
                <a:latin typeface="微软雅黑" panose="020B0503020204020204" pitchFamily="34" charset="-122"/>
                <a:ea typeface="微软雅黑" panose="020B0503020204020204" pitchFamily="34" charset="-122"/>
              </a:rPr>
              <a:t>一个</a:t>
            </a:r>
            <a:r>
              <a:rPr kumimoji="0" lang="zh-CN" altLang="en-US" dirty="0">
                <a:latin typeface="微软雅黑" panose="020B0503020204020204" pitchFamily="34" charset="-122"/>
                <a:ea typeface="微软雅黑" panose="020B0503020204020204" pitchFamily="34" charset="-122"/>
              </a:rPr>
              <a:t>具有最小根路径开销</a:t>
            </a:r>
            <a:r>
              <a:rPr lang="zh-CN" altLang="en-US" dirty="0">
                <a:latin typeface="微软雅黑" panose="020B0503020204020204" pitchFamily="34" charset="-122"/>
                <a:ea typeface="微软雅黑" panose="020B0503020204020204" pitchFamily="34" charset="-122"/>
              </a:rPr>
              <a:t>的端口，作为该网段的</a:t>
            </a:r>
            <a:r>
              <a:rPr lang="zh-CN" altLang="en-US" dirty="0">
                <a:solidFill>
                  <a:srgbClr val="C00000"/>
                </a:solidFill>
                <a:latin typeface="微软雅黑" panose="020B0503020204020204" pitchFamily="34" charset="-122"/>
                <a:ea typeface="微软雅黑" panose="020B0503020204020204" pitchFamily="34" charset="-122"/>
              </a:rPr>
              <a:t>指定端口</a:t>
            </a:r>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pPr lvl="1">
              <a:lnSpc>
                <a:spcPct val="130000"/>
              </a:lnSpc>
            </a:pPr>
            <a:r>
              <a:rPr lang="zh-CN" altLang="en-US" dirty="0">
                <a:latin typeface="微软雅黑" panose="020B0503020204020204" pitchFamily="34" charset="-122"/>
                <a:ea typeface="微软雅黑" panose="020B0503020204020204" pitchFamily="34" charset="-122"/>
              </a:rPr>
              <a:t>指定端口处于</a:t>
            </a:r>
            <a:r>
              <a:rPr lang="zh-CN" altLang="en-US" dirty="0">
                <a:solidFill>
                  <a:srgbClr val="C00000"/>
                </a:solidFill>
                <a:latin typeface="微软雅黑" panose="020B0503020204020204" pitchFamily="34" charset="-122"/>
                <a:ea typeface="微软雅黑" panose="020B0503020204020204" pitchFamily="34" charset="-122"/>
              </a:rPr>
              <a:t>转发状态</a:t>
            </a:r>
            <a:r>
              <a:rPr lang="zh-CN" altLang="en-US" dirty="0">
                <a:latin typeface="微软雅黑" panose="020B0503020204020204" pitchFamily="34" charset="-122"/>
                <a:ea typeface="微软雅黑" panose="020B0503020204020204" pitchFamily="34" charset="-122"/>
              </a:rPr>
              <a:t>，负责该网段的数据转发；</a:t>
            </a:r>
            <a:endParaRPr lang="en-US" altLang="zh-CN" dirty="0">
              <a:latin typeface="微软雅黑" panose="020B0503020204020204" pitchFamily="34" charset="-122"/>
              <a:ea typeface="微软雅黑" panose="020B0503020204020204" pitchFamily="34" charset="-122"/>
            </a:endParaRPr>
          </a:p>
          <a:p>
            <a:pPr lvl="1">
              <a:lnSpc>
                <a:spcPct val="130000"/>
              </a:lnSpc>
            </a:pPr>
            <a:r>
              <a:rPr lang="zh-CN" altLang="en-US" dirty="0">
                <a:latin typeface="微软雅黑" panose="020B0503020204020204" pitchFamily="34" charset="-122"/>
                <a:ea typeface="微软雅黑" panose="020B0503020204020204" pitchFamily="34" charset="-122"/>
              </a:rPr>
              <a:t>连接该网段的其他端口，若</a:t>
            </a:r>
            <a:r>
              <a:rPr lang="zh-CN" altLang="en-US" dirty="0">
                <a:solidFill>
                  <a:srgbClr val="7030A0"/>
                </a:solidFill>
                <a:latin typeface="微软雅黑" panose="020B0503020204020204" pitchFamily="34" charset="-122"/>
                <a:ea typeface="微软雅黑" panose="020B0503020204020204" pitchFamily="34" charset="-122"/>
              </a:rPr>
              <a:t>既不</a:t>
            </a:r>
            <a:r>
              <a:rPr lang="zh-CN" altLang="en-US" dirty="0">
                <a:latin typeface="微软雅黑" panose="020B0503020204020204" pitchFamily="34" charset="-122"/>
                <a:ea typeface="微软雅黑" panose="020B0503020204020204" pitchFamily="34" charset="-122"/>
              </a:rPr>
              <a:t>是指定端口，</a:t>
            </a:r>
            <a:r>
              <a:rPr lang="zh-CN" altLang="en-US" dirty="0">
                <a:solidFill>
                  <a:srgbClr val="7030A0"/>
                </a:solidFill>
                <a:latin typeface="微软雅黑" panose="020B0503020204020204" pitchFamily="34" charset="-122"/>
                <a:ea typeface="微软雅黑" panose="020B0503020204020204" pitchFamily="34" charset="-122"/>
              </a:rPr>
              <a:t>也不</a:t>
            </a:r>
            <a:r>
              <a:rPr lang="zh-CN" altLang="en-US" dirty="0">
                <a:latin typeface="微软雅黑" panose="020B0503020204020204" pitchFamily="34" charset="-122"/>
                <a:ea typeface="微软雅黑" panose="020B0503020204020204" pitchFamily="34" charset="-122"/>
              </a:rPr>
              <a:t>是根端口，则</a:t>
            </a:r>
            <a:r>
              <a:rPr lang="zh-CN" altLang="en-US" dirty="0">
                <a:solidFill>
                  <a:srgbClr val="7030A0"/>
                </a:solidFill>
                <a:latin typeface="微软雅黑" panose="020B0503020204020204" pitchFamily="34" charset="-122"/>
                <a:ea typeface="微软雅黑" panose="020B0503020204020204" pitchFamily="34" charset="-122"/>
              </a:rPr>
              <a:t>阻塞</a:t>
            </a:r>
            <a:r>
              <a:rPr lang="zh-CN" altLang="en-US" dirty="0">
                <a:latin typeface="微软雅黑" panose="020B0503020204020204" pitchFamily="34" charset="-122"/>
                <a:ea typeface="微软雅黑" panose="020B0503020204020204" pitchFamily="34" charset="-122"/>
              </a:rPr>
              <a:t>。</a:t>
            </a:r>
            <a:r>
              <a:rPr kumimoji="0" lang="zh-CN" altLang="en-US" dirty="0">
                <a:latin typeface="微软雅黑" panose="020B0503020204020204" pitchFamily="34" charset="-122"/>
                <a:ea typeface="微软雅黑" panose="020B0503020204020204" pitchFamily="34" charset="-122"/>
              </a:rPr>
              <a:t> </a:t>
            </a:r>
          </a:p>
          <a:p>
            <a:pPr marL="457200" lvl="1" indent="0">
              <a:lnSpc>
                <a:spcPct val="120000"/>
              </a:lnSpc>
              <a:buNone/>
            </a:pPr>
            <a:r>
              <a:rPr kumimoji="0" lang="zh-CN" altLang="en-US" sz="2400" dirty="0">
                <a:latin typeface="微软雅黑" panose="020B0503020204020204" pitchFamily="34" charset="-122"/>
                <a:ea typeface="微软雅黑" panose="020B0503020204020204" pitchFamily="34" charset="-122"/>
              </a:rPr>
              <a:t>    	</a:t>
            </a:r>
            <a:endParaRPr kumimoji="0" lang="en-US" altLang="zh-CN" sz="2400" dirty="0">
              <a:latin typeface="微软雅黑" panose="020B0503020204020204" pitchFamily="34" charset="-122"/>
              <a:ea typeface="微软雅黑" panose="020B0503020204020204" pitchFamily="34" charset="-122"/>
            </a:endParaRPr>
          </a:p>
          <a:p>
            <a:pPr marL="457200" lvl="1" indent="0">
              <a:lnSpc>
                <a:spcPct val="120000"/>
              </a:lnSpc>
              <a:buNone/>
            </a:pPr>
            <a:endParaRPr kumimoji="0" lang="zh-CN" altLang="en-US" sz="2400" dirty="0">
              <a:ea typeface="黑体" panose="02010609060101010101" pitchFamily="2" charset="-122"/>
            </a:endParaRPr>
          </a:p>
          <a:p>
            <a:pPr marL="0" indent="0">
              <a:lnSpc>
                <a:spcPct val="120000"/>
              </a:lnSpc>
              <a:buNone/>
            </a:pPr>
            <a:endParaRPr kumimoji="1" lang="zh-CN" altLang="en-US" dirty="0"/>
          </a:p>
        </p:txBody>
      </p:sp>
      <p:sp>
        <p:nvSpPr>
          <p:cNvPr id="8" name="日期占位符 36"/>
          <p:cNvSpPr>
            <a:spLocks noGrp="1"/>
          </p:cNvSpPr>
          <p:nvPr>
            <p:ph type="dt" sz="half" idx="10"/>
          </p:nvPr>
        </p:nvSpPr>
        <p:spPr>
          <a:xfrm>
            <a:off x="197335" y="6489303"/>
            <a:ext cx="2743200" cy="365125"/>
          </a:xfrm>
        </p:spPr>
        <p:txBody>
          <a:bodyPr/>
          <a:lstStyle/>
          <a:p>
            <a:r>
              <a:rPr lang="en-US" altLang="zh-CN" dirty="0">
                <a:latin typeface="微软雅黑" panose="020B0503020204020204" pitchFamily="34" charset="-122"/>
                <a:ea typeface="微软雅黑" panose="020B0503020204020204" pitchFamily="34" charset="-122"/>
              </a:rPr>
              <a:t>4.4 </a:t>
            </a:r>
            <a:r>
              <a:rPr lang="zh-CN" altLang="en-US" dirty="0">
                <a:latin typeface="微软雅黑" panose="020B0503020204020204" pitchFamily="34" charset="-122"/>
                <a:ea typeface="微软雅黑" panose="020B0503020204020204" pitchFamily="34" charset="-122"/>
              </a:rPr>
              <a:t>数据链路层交换</a:t>
            </a:r>
          </a:p>
        </p:txBody>
      </p:sp>
      <p:sp>
        <p:nvSpPr>
          <p:cNvPr id="9" name="灯片编号占位符 38"/>
          <p:cNvSpPr>
            <a:spLocks noGrp="1"/>
          </p:cNvSpPr>
          <p:nvPr>
            <p:ph type="sldNum" sz="quarter" idx="12"/>
          </p:nvPr>
        </p:nvSpPr>
        <p:spPr>
          <a:xfrm>
            <a:off x="8686810" y="6489303"/>
            <a:ext cx="3319670" cy="365125"/>
          </a:xfrm>
        </p:spPr>
        <p:txBody>
          <a:bodyPr/>
          <a:lstStyle/>
          <a:p>
            <a:fld id="{8D4D1E41-7A09-AB4A-A4E1-09765ADA2698}" type="slidenum">
              <a:rPr kumimoji="1" lang="zh-CN" altLang="en-US" smtClean="0"/>
              <a:t>94</a:t>
            </a:fld>
            <a:endParaRPr kumimoji="1" lang="zh-CN" altLang="en-US"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en-US" altLang="zh-CN" dirty="0"/>
              <a:t> </a:t>
            </a:r>
            <a:r>
              <a:rPr kumimoji="1" lang="zh-CN" altLang="zh-CN" dirty="0"/>
              <a:t>生成树协议</a:t>
            </a:r>
            <a:endParaRPr kumimoji="1" lang="zh-CN" altLang="en-US" dirty="0"/>
          </a:p>
        </p:txBody>
      </p:sp>
      <p:sp>
        <p:nvSpPr>
          <p:cNvPr id="91" name="内容占位符 2"/>
          <p:cNvSpPr>
            <a:spLocks noGrp="1"/>
          </p:cNvSpPr>
          <p:nvPr>
            <p:ph idx="1"/>
          </p:nvPr>
        </p:nvSpPr>
        <p:spPr>
          <a:xfrm>
            <a:off x="838200" y="1417272"/>
            <a:ext cx="10515600" cy="5131205"/>
          </a:xfrm>
          <a:ln>
            <a:noFill/>
          </a:ln>
        </p:spPr>
        <p:txBody>
          <a:bodyPr>
            <a:normAutofit/>
          </a:bodyPr>
          <a:lstStyle/>
          <a:p>
            <a:pPr>
              <a:lnSpc>
                <a:spcPct val="120000"/>
              </a:lnSpc>
            </a:pPr>
            <a:r>
              <a:rPr kumimoji="1" lang="zh-CN" altLang="en-US" dirty="0"/>
              <a:t>指定端口选举实例</a:t>
            </a:r>
          </a:p>
          <a:p>
            <a:pPr marL="457200" lvl="1" indent="0">
              <a:lnSpc>
                <a:spcPct val="120000"/>
              </a:lnSpc>
              <a:buNone/>
            </a:pPr>
            <a:r>
              <a:rPr kumimoji="0" lang="zh-CN" altLang="en-US" sz="2400" dirty="0">
                <a:latin typeface="微软雅黑" panose="020B0503020204020204" pitchFamily="34" charset="-122"/>
                <a:ea typeface="微软雅黑" panose="020B0503020204020204" pitchFamily="34" charset="-122"/>
              </a:rPr>
              <a:t>	</a:t>
            </a:r>
            <a:endParaRPr kumimoji="0" lang="en-US" altLang="zh-CN" sz="2400" dirty="0">
              <a:latin typeface="微软雅黑" panose="020B0503020204020204" pitchFamily="34" charset="-122"/>
              <a:ea typeface="微软雅黑" panose="020B0503020204020204" pitchFamily="34" charset="-122"/>
            </a:endParaRPr>
          </a:p>
          <a:p>
            <a:pPr marL="457200" lvl="1" indent="0">
              <a:lnSpc>
                <a:spcPct val="120000"/>
              </a:lnSpc>
              <a:buNone/>
            </a:pPr>
            <a:endParaRPr kumimoji="0" lang="zh-CN" altLang="en-US" sz="2400" dirty="0">
              <a:ea typeface="黑体" panose="02010609060101010101" pitchFamily="2" charset="-122"/>
            </a:endParaRPr>
          </a:p>
          <a:p>
            <a:pPr marL="0" indent="0">
              <a:lnSpc>
                <a:spcPct val="120000"/>
              </a:lnSpc>
              <a:buNone/>
            </a:pPr>
            <a:endParaRPr kumimoji="1" lang="zh-CN" altLang="en-US" dirty="0"/>
          </a:p>
        </p:txBody>
      </p:sp>
      <p:sp>
        <p:nvSpPr>
          <p:cNvPr id="28" name="Text Box 6"/>
          <p:cNvSpPr txBox="1">
            <a:spLocks noChangeArrowheads="1"/>
          </p:cNvSpPr>
          <p:nvPr/>
        </p:nvSpPr>
        <p:spPr bwMode="auto">
          <a:xfrm>
            <a:off x="3137823" y="4611572"/>
            <a:ext cx="184150" cy="485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eaLnBrk="1" hangingPunct="1">
              <a:lnSpc>
                <a:spcPts val="3100"/>
              </a:lnSpc>
              <a:buFont typeface="Wingdings" panose="05000000000000000000" pitchFamily="2" charset="2"/>
              <a:buNone/>
            </a:pPr>
            <a:endParaRPr kumimoji="0" lang="zh-CN" altLang="zh-CN">
              <a:solidFill>
                <a:srgbClr val="020202"/>
              </a:solidFill>
              <a:latin typeface="微软雅黑" panose="020B0503020204020204" pitchFamily="34" charset="-122"/>
              <a:ea typeface="微软雅黑" panose="020B0503020204020204" pitchFamily="34" charset="-122"/>
            </a:endParaRPr>
          </a:p>
        </p:txBody>
      </p:sp>
      <p:sp>
        <p:nvSpPr>
          <p:cNvPr id="30" name="Line 11"/>
          <p:cNvSpPr>
            <a:spLocks noChangeShapeType="1"/>
          </p:cNvSpPr>
          <p:nvPr/>
        </p:nvSpPr>
        <p:spPr bwMode="auto">
          <a:xfrm>
            <a:off x="3983960" y="3719397"/>
            <a:ext cx="3095625"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latin typeface="微软雅黑" panose="020B0503020204020204" pitchFamily="34" charset="-122"/>
              <a:ea typeface="微软雅黑" panose="020B0503020204020204" pitchFamily="34" charset="-122"/>
            </a:endParaRPr>
          </a:p>
        </p:txBody>
      </p:sp>
      <p:sp>
        <p:nvSpPr>
          <p:cNvPr id="31" name="Line 12"/>
          <p:cNvSpPr>
            <a:spLocks noChangeShapeType="1"/>
          </p:cNvSpPr>
          <p:nvPr/>
        </p:nvSpPr>
        <p:spPr bwMode="auto">
          <a:xfrm>
            <a:off x="3983960" y="5953010"/>
            <a:ext cx="3095625"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latin typeface="微软雅黑" panose="020B0503020204020204" pitchFamily="34" charset="-122"/>
              <a:ea typeface="微软雅黑" panose="020B0503020204020204" pitchFamily="34" charset="-122"/>
            </a:endParaRPr>
          </a:p>
        </p:txBody>
      </p:sp>
      <p:sp>
        <p:nvSpPr>
          <p:cNvPr id="32" name="Line 13"/>
          <p:cNvSpPr>
            <a:spLocks noChangeShapeType="1"/>
          </p:cNvSpPr>
          <p:nvPr/>
        </p:nvSpPr>
        <p:spPr bwMode="auto">
          <a:xfrm>
            <a:off x="4415760" y="3717810"/>
            <a:ext cx="38100" cy="2214562"/>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latin typeface="微软雅黑" panose="020B0503020204020204" pitchFamily="34" charset="-122"/>
              <a:ea typeface="微软雅黑" panose="020B0503020204020204" pitchFamily="34" charset="-122"/>
            </a:endParaRPr>
          </a:p>
        </p:txBody>
      </p:sp>
      <p:sp>
        <p:nvSpPr>
          <p:cNvPr id="34" name="Text Box 15"/>
          <p:cNvSpPr txBox="1">
            <a:spLocks noChangeArrowheads="1"/>
          </p:cNvSpPr>
          <p:nvPr/>
        </p:nvSpPr>
        <p:spPr bwMode="auto">
          <a:xfrm>
            <a:off x="4166523" y="4708410"/>
            <a:ext cx="346570" cy="445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eaLnBrk="1" hangingPunct="1">
              <a:lnSpc>
                <a:spcPts val="3100"/>
              </a:lnSpc>
              <a:buFont typeface="Wingdings" panose="05000000000000000000" pitchFamily="2" charset="2"/>
              <a:buNone/>
            </a:pPr>
            <a:r>
              <a:rPr kumimoji="0" lang="en-US" altLang="zh-CN" sz="1800">
                <a:solidFill>
                  <a:schemeClr val="bg1"/>
                </a:solidFill>
                <a:latin typeface="微软雅黑" panose="020B0503020204020204" pitchFamily="34" charset="-122"/>
                <a:ea typeface="微软雅黑" panose="020B0503020204020204" pitchFamily="34" charset="-122"/>
              </a:rPr>
              <a:t>A</a:t>
            </a:r>
          </a:p>
        </p:txBody>
      </p:sp>
      <p:sp>
        <p:nvSpPr>
          <p:cNvPr id="35" name="Text Box 16"/>
          <p:cNvSpPr txBox="1">
            <a:spLocks noChangeArrowheads="1"/>
          </p:cNvSpPr>
          <p:nvPr/>
        </p:nvSpPr>
        <p:spPr bwMode="auto">
          <a:xfrm>
            <a:off x="4992023" y="3589885"/>
            <a:ext cx="1002197" cy="433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eaLnBrk="1" hangingPunct="1">
              <a:lnSpc>
                <a:spcPts val="3100"/>
              </a:lnSpc>
              <a:buFont typeface="Wingdings" panose="05000000000000000000" pitchFamily="2" charset="2"/>
              <a:buNone/>
            </a:pPr>
            <a:r>
              <a:rPr kumimoji="0" lang="en-US" altLang="zh-CN" sz="1400" dirty="0">
                <a:solidFill>
                  <a:srgbClr val="020202"/>
                </a:solidFill>
                <a:latin typeface="微软雅黑" panose="020B0503020204020204" pitchFamily="34" charset="-122"/>
                <a:ea typeface="微软雅黑" panose="020B0503020204020204" pitchFamily="34" charset="-122"/>
              </a:rPr>
              <a:t>100BaseT</a:t>
            </a:r>
          </a:p>
        </p:txBody>
      </p:sp>
      <p:sp>
        <p:nvSpPr>
          <p:cNvPr id="36" name="Text Box 17"/>
          <p:cNvSpPr txBox="1">
            <a:spLocks noChangeArrowheads="1"/>
          </p:cNvSpPr>
          <p:nvPr/>
        </p:nvSpPr>
        <p:spPr bwMode="auto">
          <a:xfrm>
            <a:off x="5065048" y="5519622"/>
            <a:ext cx="1002197" cy="433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eaLnBrk="1" hangingPunct="1">
              <a:lnSpc>
                <a:spcPts val="3100"/>
              </a:lnSpc>
              <a:buFont typeface="Wingdings" panose="05000000000000000000" pitchFamily="2" charset="2"/>
              <a:buNone/>
            </a:pPr>
            <a:r>
              <a:rPr kumimoji="0" lang="en-US" altLang="zh-CN" sz="1400" dirty="0">
                <a:solidFill>
                  <a:srgbClr val="020202"/>
                </a:solidFill>
                <a:latin typeface="微软雅黑" panose="020B0503020204020204" pitchFamily="34" charset="-122"/>
                <a:ea typeface="微软雅黑" panose="020B0503020204020204" pitchFamily="34" charset="-122"/>
              </a:rPr>
              <a:t>100BaseT</a:t>
            </a:r>
          </a:p>
        </p:txBody>
      </p:sp>
      <p:sp>
        <p:nvSpPr>
          <p:cNvPr id="37" name="Text Box 18"/>
          <p:cNvSpPr txBox="1">
            <a:spLocks noChangeArrowheads="1"/>
          </p:cNvSpPr>
          <p:nvPr/>
        </p:nvSpPr>
        <p:spPr bwMode="auto">
          <a:xfrm>
            <a:off x="5956315" y="2435430"/>
            <a:ext cx="1975054" cy="566309"/>
          </a:xfrm>
          <a:prstGeom prst="rect">
            <a:avLst/>
          </a:prstGeom>
          <a:solidFill>
            <a:schemeClr val="bg1"/>
          </a:solidFill>
          <a:ln w="9525">
            <a:solidFill>
              <a:srgbClr val="000000"/>
            </a:solidFill>
            <a:miter lim="800000"/>
          </a:ln>
        </p:spPr>
        <p:txBody>
          <a:bodyPr wrap="square">
            <a:spAutoFit/>
          </a:bodyPr>
          <a:lstStyle>
            <a:lvl1pPr marL="457200" indent="-457200">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a:buNone/>
            </a:pPr>
            <a:r>
              <a:rPr kumimoji="0" lang="en-US" altLang="zh-CN" sz="1400" dirty="0">
                <a:solidFill>
                  <a:srgbClr val="020202"/>
                </a:solidFill>
                <a:latin typeface="微软雅黑" panose="020B0503020204020204" pitchFamily="34" charset="-122"/>
                <a:ea typeface="微软雅黑" panose="020B0503020204020204" pitchFamily="34" charset="-122"/>
              </a:rPr>
              <a:t>Priority: 32769</a:t>
            </a:r>
          </a:p>
          <a:p>
            <a:pPr eaLnBrk="1" hangingPunct="1">
              <a:buFont typeface="Wingdings" panose="05000000000000000000" pitchFamily="2" charset="2"/>
              <a:buNone/>
            </a:pPr>
            <a:r>
              <a:rPr kumimoji="0" lang="en-US" altLang="zh-CN" sz="1400" dirty="0">
                <a:solidFill>
                  <a:srgbClr val="020202"/>
                </a:solidFill>
                <a:latin typeface="微软雅黑" panose="020B0503020204020204" pitchFamily="34" charset="-122"/>
                <a:ea typeface="微软雅黑" panose="020B0503020204020204" pitchFamily="34" charset="-122"/>
              </a:rPr>
              <a:t>MAC: 02608c010000</a:t>
            </a:r>
          </a:p>
        </p:txBody>
      </p:sp>
      <p:sp>
        <p:nvSpPr>
          <p:cNvPr id="38" name="Text Box 19"/>
          <p:cNvSpPr txBox="1">
            <a:spLocks noChangeArrowheads="1"/>
          </p:cNvSpPr>
          <p:nvPr/>
        </p:nvSpPr>
        <p:spPr bwMode="auto">
          <a:xfrm>
            <a:off x="1971205" y="4607045"/>
            <a:ext cx="1976380" cy="566309"/>
          </a:xfrm>
          <a:prstGeom prst="rect">
            <a:avLst/>
          </a:prstGeom>
          <a:solidFill>
            <a:schemeClr val="bg1"/>
          </a:solidFill>
          <a:ln w="9525">
            <a:solidFill>
              <a:srgbClr val="000000"/>
            </a:solidFill>
            <a:miter lim="800000"/>
          </a:ln>
        </p:spPr>
        <p:txBody>
          <a:bodyPr wrap="square">
            <a:spAutoFit/>
          </a:bodyPr>
          <a:lstStyle>
            <a:lvl1pPr marL="457200" indent="-457200">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a:buNone/>
            </a:pPr>
            <a:r>
              <a:rPr kumimoji="0" lang="en-US" altLang="zh-CN" sz="1400" dirty="0">
                <a:solidFill>
                  <a:srgbClr val="020202"/>
                </a:solidFill>
                <a:latin typeface="微软雅黑" panose="020B0503020204020204" pitchFamily="34" charset="-122"/>
                <a:ea typeface="微软雅黑" panose="020B0503020204020204" pitchFamily="34" charset="-122"/>
              </a:rPr>
              <a:t>Priority: 32769</a:t>
            </a:r>
          </a:p>
          <a:p>
            <a:pPr eaLnBrk="1" hangingPunct="1">
              <a:buFont typeface="Wingdings" panose="05000000000000000000" pitchFamily="2" charset="2"/>
              <a:buNone/>
            </a:pPr>
            <a:r>
              <a:rPr kumimoji="0" lang="en-US" altLang="zh-CN" sz="1400" dirty="0">
                <a:solidFill>
                  <a:srgbClr val="020202"/>
                </a:solidFill>
                <a:latin typeface="微软雅黑" panose="020B0503020204020204" pitchFamily="34" charset="-122"/>
                <a:ea typeface="微软雅黑" panose="020B0503020204020204" pitchFamily="34" charset="-122"/>
              </a:rPr>
              <a:t>MAC: 02608c011111</a:t>
            </a:r>
          </a:p>
        </p:txBody>
      </p:sp>
      <p:sp>
        <p:nvSpPr>
          <p:cNvPr id="39" name="Text Box 20"/>
          <p:cNvSpPr txBox="1">
            <a:spLocks noChangeArrowheads="1"/>
          </p:cNvSpPr>
          <p:nvPr/>
        </p:nvSpPr>
        <p:spPr bwMode="auto">
          <a:xfrm>
            <a:off x="7142402" y="4571498"/>
            <a:ext cx="2039449" cy="566309"/>
          </a:xfrm>
          <a:prstGeom prst="rect">
            <a:avLst/>
          </a:prstGeom>
          <a:solidFill>
            <a:schemeClr val="bg1"/>
          </a:solidFill>
          <a:ln w="9525">
            <a:solidFill>
              <a:srgbClr val="000000"/>
            </a:solidFill>
            <a:miter lim="800000"/>
          </a:ln>
        </p:spPr>
        <p:txBody>
          <a:bodyPr wrap="square">
            <a:spAutoFit/>
          </a:bodyPr>
          <a:lstStyle>
            <a:lvl1pPr marL="457200" indent="-457200">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a:buNone/>
            </a:pPr>
            <a:r>
              <a:rPr kumimoji="0" lang="en-US" altLang="zh-CN" sz="1400" dirty="0">
                <a:solidFill>
                  <a:srgbClr val="020202"/>
                </a:solidFill>
                <a:latin typeface="微软雅黑" panose="020B0503020204020204" pitchFamily="34" charset="-122"/>
                <a:ea typeface="微软雅黑" panose="020B0503020204020204" pitchFamily="34" charset="-122"/>
              </a:rPr>
              <a:t>Priority: 32769</a:t>
            </a:r>
          </a:p>
          <a:p>
            <a:pPr eaLnBrk="1" hangingPunct="1">
              <a:buFont typeface="Wingdings" panose="05000000000000000000" pitchFamily="2" charset="2"/>
              <a:buNone/>
            </a:pPr>
            <a:r>
              <a:rPr kumimoji="0" lang="en-US" altLang="zh-CN" sz="1400" dirty="0">
                <a:solidFill>
                  <a:srgbClr val="020202"/>
                </a:solidFill>
                <a:latin typeface="微软雅黑" panose="020B0503020204020204" pitchFamily="34" charset="-122"/>
                <a:ea typeface="微软雅黑" panose="020B0503020204020204" pitchFamily="34" charset="-122"/>
              </a:rPr>
              <a:t>MAC: 02608c022222</a:t>
            </a:r>
          </a:p>
        </p:txBody>
      </p:sp>
      <p:sp>
        <p:nvSpPr>
          <p:cNvPr id="40" name="Text Box 21"/>
          <p:cNvSpPr txBox="1">
            <a:spLocks noChangeArrowheads="1"/>
          </p:cNvSpPr>
          <p:nvPr/>
        </p:nvSpPr>
        <p:spPr bwMode="auto">
          <a:xfrm>
            <a:off x="4424001" y="4248421"/>
            <a:ext cx="776175" cy="4393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eaLnBrk="1" hangingPunct="1">
              <a:lnSpc>
                <a:spcPts val="3100"/>
              </a:lnSpc>
              <a:buFont typeface="Wingdings" panose="05000000000000000000" pitchFamily="2" charset="2"/>
              <a:buNone/>
            </a:pPr>
            <a:r>
              <a:rPr kumimoji="0" lang="zh-CN" altLang="en-US" sz="1600" dirty="0">
                <a:solidFill>
                  <a:srgbClr val="020202"/>
                </a:solidFill>
                <a:latin typeface="微软雅黑" panose="020B0503020204020204" pitchFamily="34" charset="-122"/>
                <a:ea typeface="微软雅黑" panose="020B0503020204020204" pitchFamily="34" charset="-122"/>
              </a:rPr>
              <a:t>端口</a:t>
            </a:r>
            <a:r>
              <a:rPr kumimoji="0" lang="en-US" altLang="zh-CN" sz="1600" dirty="0">
                <a:solidFill>
                  <a:srgbClr val="020202"/>
                </a:solidFill>
                <a:latin typeface="微软雅黑" panose="020B0503020204020204" pitchFamily="34" charset="-122"/>
                <a:ea typeface="微软雅黑" panose="020B0503020204020204" pitchFamily="34" charset="-122"/>
              </a:rPr>
              <a:t>1 </a:t>
            </a:r>
          </a:p>
        </p:txBody>
      </p:sp>
      <p:sp>
        <p:nvSpPr>
          <p:cNvPr id="41" name="Text Box 22"/>
          <p:cNvSpPr txBox="1">
            <a:spLocks noChangeArrowheads="1"/>
          </p:cNvSpPr>
          <p:nvPr/>
        </p:nvSpPr>
        <p:spPr bwMode="auto">
          <a:xfrm>
            <a:off x="4443249" y="5004941"/>
            <a:ext cx="776175" cy="4393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eaLnBrk="1" hangingPunct="1">
              <a:lnSpc>
                <a:spcPts val="3100"/>
              </a:lnSpc>
              <a:buFont typeface="Wingdings" panose="05000000000000000000" pitchFamily="2" charset="2"/>
              <a:buNone/>
            </a:pPr>
            <a:r>
              <a:rPr kumimoji="0" lang="zh-CN" altLang="en-US" sz="1600" dirty="0">
                <a:solidFill>
                  <a:srgbClr val="020202"/>
                </a:solidFill>
                <a:latin typeface="微软雅黑" panose="020B0503020204020204" pitchFamily="34" charset="-122"/>
                <a:ea typeface="微软雅黑" panose="020B0503020204020204" pitchFamily="34" charset="-122"/>
              </a:rPr>
              <a:t>端口</a:t>
            </a:r>
            <a:r>
              <a:rPr kumimoji="0" lang="en-US" altLang="zh-CN" sz="1600" dirty="0">
                <a:solidFill>
                  <a:srgbClr val="020202"/>
                </a:solidFill>
                <a:latin typeface="微软雅黑" panose="020B0503020204020204" pitchFamily="34" charset="-122"/>
                <a:ea typeface="微软雅黑" panose="020B0503020204020204" pitchFamily="34" charset="-122"/>
              </a:rPr>
              <a:t>2 </a:t>
            </a:r>
          </a:p>
        </p:txBody>
      </p:sp>
      <p:sp>
        <p:nvSpPr>
          <p:cNvPr id="42" name="Line 23"/>
          <p:cNvSpPr>
            <a:spLocks noChangeShapeType="1"/>
          </p:cNvSpPr>
          <p:nvPr/>
        </p:nvSpPr>
        <p:spPr bwMode="auto">
          <a:xfrm>
            <a:off x="6614448" y="3700347"/>
            <a:ext cx="0" cy="2232025"/>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latin typeface="微软雅黑" panose="020B0503020204020204" pitchFamily="34" charset="-122"/>
              <a:ea typeface="微软雅黑" panose="020B0503020204020204" pitchFamily="34" charset="-122"/>
            </a:endParaRPr>
          </a:p>
        </p:txBody>
      </p:sp>
      <p:sp>
        <p:nvSpPr>
          <p:cNvPr id="45" name="Text Box 25"/>
          <p:cNvSpPr txBox="1">
            <a:spLocks noChangeArrowheads="1"/>
          </p:cNvSpPr>
          <p:nvPr/>
        </p:nvSpPr>
        <p:spPr bwMode="auto">
          <a:xfrm>
            <a:off x="5939022" y="4205172"/>
            <a:ext cx="776175" cy="4393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eaLnBrk="1" hangingPunct="1">
              <a:lnSpc>
                <a:spcPts val="3100"/>
              </a:lnSpc>
              <a:buFont typeface="Wingdings" panose="05000000000000000000" pitchFamily="2" charset="2"/>
              <a:buNone/>
            </a:pPr>
            <a:r>
              <a:rPr kumimoji="0" lang="zh-CN" altLang="en-US" sz="1600" dirty="0">
                <a:solidFill>
                  <a:srgbClr val="020202"/>
                </a:solidFill>
                <a:latin typeface="微软雅黑" panose="020B0503020204020204" pitchFamily="34" charset="-122"/>
                <a:ea typeface="微软雅黑" panose="020B0503020204020204" pitchFamily="34" charset="-122"/>
              </a:rPr>
              <a:t>端口</a:t>
            </a:r>
            <a:r>
              <a:rPr kumimoji="0" lang="en-US" altLang="zh-CN" sz="1600" dirty="0">
                <a:solidFill>
                  <a:srgbClr val="020202"/>
                </a:solidFill>
                <a:latin typeface="微软雅黑" panose="020B0503020204020204" pitchFamily="34" charset="-122"/>
                <a:ea typeface="微软雅黑" panose="020B0503020204020204" pitchFamily="34" charset="-122"/>
              </a:rPr>
              <a:t>1 </a:t>
            </a:r>
          </a:p>
        </p:txBody>
      </p:sp>
      <p:sp>
        <p:nvSpPr>
          <p:cNvPr id="46" name="Text Box 26"/>
          <p:cNvSpPr txBox="1">
            <a:spLocks noChangeArrowheads="1"/>
          </p:cNvSpPr>
          <p:nvPr/>
        </p:nvSpPr>
        <p:spPr bwMode="auto">
          <a:xfrm>
            <a:off x="6327110" y="4708410"/>
            <a:ext cx="274638" cy="445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eaLnBrk="1" hangingPunct="1">
              <a:lnSpc>
                <a:spcPts val="3100"/>
              </a:lnSpc>
              <a:buFont typeface="Wingdings" panose="05000000000000000000" pitchFamily="2" charset="2"/>
              <a:buNone/>
            </a:pPr>
            <a:r>
              <a:rPr kumimoji="0" lang="en-US" altLang="zh-CN" sz="1800">
                <a:solidFill>
                  <a:schemeClr val="bg1"/>
                </a:solidFill>
                <a:latin typeface="微软雅黑" panose="020B0503020204020204" pitchFamily="34" charset="-122"/>
                <a:ea typeface="微软雅黑" panose="020B0503020204020204" pitchFamily="34" charset="-122"/>
              </a:rPr>
              <a:t>B</a:t>
            </a:r>
          </a:p>
        </p:txBody>
      </p:sp>
      <p:sp>
        <p:nvSpPr>
          <p:cNvPr id="47" name="Text Box 27"/>
          <p:cNvSpPr txBox="1">
            <a:spLocks noChangeArrowheads="1"/>
          </p:cNvSpPr>
          <p:nvPr/>
        </p:nvSpPr>
        <p:spPr bwMode="auto">
          <a:xfrm>
            <a:off x="5895310" y="5014797"/>
            <a:ext cx="776175" cy="4393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eaLnBrk="1" hangingPunct="1">
              <a:lnSpc>
                <a:spcPts val="3100"/>
              </a:lnSpc>
              <a:buFont typeface="Wingdings" panose="05000000000000000000" pitchFamily="2" charset="2"/>
              <a:buNone/>
            </a:pPr>
            <a:r>
              <a:rPr kumimoji="0" lang="zh-CN" altLang="en-US" sz="1600" dirty="0">
                <a:solidFill>
                  <a:srgbClr val="020202"/>
                </a:solidFill>
                <a:latin typeface="微软雅黑" panose="020B0503020204020204" pitchFamily="34" charset="-122"/>
                <a:ea typeface="微软雅黑" panose="020B0503020204020204" pitchFamily="34" charset="-122"/>
              </a:rPr>
              <a:t>端口</a:t>
            </a:r>
            <a:r>
              <a:rPr kumimoji="0" lang="en-US" altLang="zh-CN" sz="1600" dirty="0">
                <a:solidFill>
                  <a:srgbClr val="020202"/>
                </a:solidFill>
                <a:latin typeface="微软雅黑" panose="020B0503020204020204" pitchFamily="34" charset="-122"/>
                <a:ea typeface="微软雅黑" panose="020B0503020204020204" pitchFamily="34" charset="-122"/>
              </a:rPr>
              <a:t>2 </a:t>
            </a:r>
          </a:p>
        </p:txBody>
      </p:sp>
      <p:sp>
        <p:nvSpPr>
          <p:cNvPr id="48" name="Line 28"/>
          <p:cNvSpPr>
            <a:spLocks noChangeShapeType="1"/>
          </p:cNvSpPr>
          <p:nvPr/>
        </p:nvSpPr>
        <p:spPr bwMode="auto">
          <a:xfrm flipV="1">
            <a:off x="5461923" y="3052647"/>
            <a:ext cx="0" cy="64770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latin typeface="微软雅黑" panose="020B0503020204020204" pitchFamily="34" charset="-122"/>
              <a:ea typeface="微软雅黑" panose="020B0503020204020204" pitchFamily="34" charset="-122"/>
            </a:endParaRPr>
          </a:p>
        </p:txBody>
      </p:sp>
      <p:sp>
        <p:nvSpPr>
          <p:cNvPr id="49" name="Text Box 29"/>
          <p:cNvSpPr txBox="1">
            <a:spLocks noChangeArrowheads="1"/>
          </p:cNvSpPr>
          <p:nvPr/>
        </p:nvSpPr>
        <p:spPr bwMode="auto">
          <a:xfrm>
            <a:off x="5269835" y="2692285"/>
            <a:ext cx="338554" cy="445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eaLnBrk="1" hangingPunct="1">
              <a:lnSpc>
                <a:spcPts val="3100"/>
              </a:lnSpc>
              <a:buFont typeface="Wingdings" panose="05000000000000000000" pitchFamily="2" charset="2"/>
              <a:buNone/>
            </a:pPr>
            <a:r>
              <a:rPr kumimoji="0" lang="en-US" altLang="zh-CN" sz="1800">
                <a:solidFill>
                  <a:schemeClr val="bg1"/>
                </a:solidFill>
                <a:latin typeface="微软雅黑" panose="020B0503020204020204" pitchFamily="34" charset="-122"/>
                <a:ea typeface="微软雅黑" panose="020B0503020204020204" pitchFamily="34" charset="-122"/>
              </a:rPr>
              <a:t>C</a:t>
            </a:r>
          </a:p>
        </p:txBody>
      </p:sp>
      <p:sp>
        <p:nvSpPr>
          <p:cNvPr id="51" name="Text Box 31"/>
          <p:cNvSpPr txBox="1">
            <a:spLocks noChangeArrowheads="1"/>
          </p:cNvSpPr>
          <p:nvPr/>
        </p:nvSpPr>
        <p:spPr bwMode="auto">
          <a:xfrm>
            <a:off x="2854250" y="3813719"/>
            <a:ext cx="800219" cy="4393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eaLnBrk="1" hangingPunct="1">
              <a:lnSpc>
                <a:spcPts val="3100"/>
              </a:lnSpc>
              <a:buFont typeface="Wingdings" panose="05000000000000000000" pitchFamily="2" charset="2"/>
              <a:buNone/>
            </a:pPr>
            <a:r>
              <a:rPr kumimoji="0" lang="zh-CN" altLang="en-US" sz="1600" dirty="0">
                <a:solidFill>
                  <a:srgbClr val="7030A0"/>
                </a:solidFill>
                <a:latin typeface="微软雅黑" panose="020B0503020204020204" pitchFamily="34" charset="-122"/>
                <a:ea typeface="微软雅黑" panose="020B0503020204020204" pitchFamily="34" charset="-122"/>
              </a:rPr>
              <a:t>根端口</a:t>
            </a:r>
          </a:p>
        </p:txBody>
      </p:sp>
      <p:sp>
        <p:nvSpPr>
          <p:cNvPr id="52" name="Text Box 32"/>
          <p:cNvSpPr txBox="1">
            <a:spLocks noChangeArrowheads="1"/>
          </p:cNvSpPr>
          <p:nvPr/>
        </p:nvSpPr>
        <p:spPr bwMode="auto">
          <a:xfrm>
            <a:off x="7262148" y="3781292"/>
            <a:ext cx="800219" cy="4393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eaLnBrk="1" hangingPunct="1">
              <a:lnSpc>
                <a:spcPts val="3100"/>
              </a:lnSpc>
              <a:buFont typeface="Wingdings" panose="05000000000000000000" pitchFamily="2" charset="2"/>
              <a:buNone/>
            </a:pPr>
            <a:r>
              <a:rPr kumimoji="0" lang="zh-CN" altLang="en-US" sz="1600" dirty="0">
                <a:solidFill>
                  <a:srgbClr val="7030A0"/>
                </a:solidFill>
                <a:latin typeface="微软雅黑" panose="020B0503020204020204" pitchFamily="34" charset="-122"/>
                <a:ea typeface="微软雅黑" panose="020B0503020204020204" pitchFamily="34" charset="-122"/>
              </a:rPr>
              <a:t>根端口</a:t>
            </a:r>
          </a:p>
        </p:txBody>
      </p:sp>
      <p:sp>
        <p:nvSpPr>
          <p:cNvPr id="53" name="Line 33"/>
          <p:cNvSpPr>
            <a:spLocks noChangeShapeType="1"/>
          </p:cNvSpPr>
          <p:nvPr/>
        </p:nvSpPr>
        <p:spPr bwMode="auto">
          <a:xfrm>
            <a:off x="3590260" y="4132148"/>
            <a:ext cx="766267" cy="360362"/>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wrap="square">
            <a:spAutoFit/>
          </a:bodyPr>
          <a:lstStyle/>
          <a:p>
            <a:endParaRPr lang="zh-CN" altLang="en-US">
              <a:latin typeface="微软雅黑" panose="020B0503020204020204" pitchFamily="34" charset="-122"/>
              <a:ea typeface="微软雅黑" panose="020B0503020204020204" pitchFamily="34" charset="-122"/>
            </a:endParaRPr>
          </a:p>
        </p:txBody>
      </p:sp>
      <p:sp>
        <p:nvSpPr>
          <p:cNvPr id="54" name="Line 34"/>
          <p:cNvSpPr>
            <a:spLocks noChangeShapeType="1"/>
          </p:cNvSpPr>
          <p:nvPr/>
        </p:nvSpPr>
        <p:spPr bwMode="auto">
          <a:xfrm flipH="1">
            <a:off x="6711501" y="4173966"/>
            <a:ext cx="634410" cy="335744"/>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wrap="square">
            <a:spAutoFit/>
          </a:bodyPr>
          <a:lstStyle/>
          <a:p>
            <a:endParaRPr lang="zh-CN" altLang="en-US">
              <a:latin typeface="微软雅黑" panose="020B0503020204020204" pitchFamily="34" charset="-122"/>
              <a:ea typeface="微软雅黑" panose="020B0503020204020204" pitchFamily="34" charset="-122"/>
            </a:endParaRPr>
          </a:p>
        </p:txBody>
      </p:sp>
      <p:sp>
        <p:nvSpPr>
          <p:cNvPr id="55" name="Text Box 35"/>
          <p:cNvSpPr txBox="1">
            <a:spLocks noChangeArrowheads="1"/>
          </p:cNvSpPr>
          <p:nvPr/>
        </p:nvSpPr>
        <p:spPr bwMode="auto">
          <a:xfrm>
            <a:off x="2798098" y="5359285"/>
            <a:ext cx="1005403" cy="4393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eaLnBrk="1" hangingPunct="1">
              <a:lnSpc>
                <a:spcPts val="3100"/>
              </a:lnSpc>
              <a:buFont typeface="Wingdings" panose="05000000000000000000" pitchFamily="2" charset="2"/>
              <a:buNone/>
            </a:pPr>
            <a:r>
              <a:rPr kumimoji="0" lang="zh-CN" altLang="en-US" sz="1600" dirty="0">
                <a:solidFill>
                  <a:srgbClr val="7030A0"/>
                </a:solidFill>
                <a:latin typeface="微软雅黑" panose="020B0503020204020204" pitchFamily="34" charset="-122"/>
                <a:ea typeface="微软雅黑" panose="020B0503020204020204" pitchFamily="34" charset="-122"/>
              </a:rPr>
              <a:t>指定端口</a:t>
            </a:r>
          </a:p>
        </p:txBody>
      </p:sp>
      <p:sp>
        <p:nvSpPr>
          <p:cNvPr id="56" name="Line 36"/>
          <p:cNvSpPr>
            <a:spLocks noChangeShapeType="1"/>
          </p:cNvSpPr>
          <p:nvPr/>
        </p:nvSpPr>
        <p:spPr bwMode="auto">
          <a:xfrm flipV="1">
            <a:off x="3734723" y="5286260"/>
            <a:ext cx="647700" cy="360362"/>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latin typeface="微软雅黑" panose="020B0503020204020204" pitchFamily="34" charset="-122"/>
              <a:ea typeface="微软雅黑" panose="020B0503020204020204" pitchFamily="34" charset="-122"/>
            </a:endParaRPr>
          </a:p>
        </p:txBody>
      </p:sp>
      <p:sp>
        <p:nvSpPr>
          <p:cNvPr id="57" name="Text Box 37"/>
          <p:cNvSpPr txBox="1">
            <a:spLocks noChangeArrowheads="1"/>
          </p:cNvSpPr>
          <p:nvPr/>
        </p:nvSpPr>
        <p:spPr bwMode="auto">
          <a:xfrm>
            <a:off x="7345913" y="5320528"/>
            <a:ext cx="3262432" cy="4393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eaLnBrk="1" hangingPunct="1">
              <a:lnSpc>
                <a:spcPts val="3100"/>
              </a:lnSpc>
              <a:buFont typeface="Wingdings" panose="05000000000000000000" pitchFamily="2" charset="2"/>
              <a:buNone/>
            </a:pPr>
            <a:r>
              <a:rPr kumimoji="0" lang="zh-CN" altLang="en-US" sz="1600" dirty="0">
                <a:latin typeface="微软雅黑" panose="020B0503020204020204" pitchFamily="34" charset="-122"/>
                <a:ea typeface="微软雅黑" panose="020B0503020204020204" pitchFamily="34" charset="-122"/>
              </a:rPr>
              <a:t>非指定端口、也非根端口，阻塞！</a:t>
            </a:r>
          </a:p>
        </p:txBody>
      </p:sp>
      <p:sp>
        <p:nvSpPr>
          <p:cNvPr id="58" name="Line 38"/>
          <p:cNvSpPr>
            <a:spLocks noChangeShapeType="1"/>
          </p:cNvSpPr>
          <p:nvPr/>
        </p:nvSpPr>
        <p:spPr bwMode="auto">
          <a:xfrm flipH="1" flipV="1">
            <a:off x="6758910" y="5286260"/>
            <a:ext cx="647700" cy="287337"/>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latin typeface="微软雅黑" panose="020B0503020204020204" pitchFamily="34" charset="-122"/>
              <a:ea typeface="微软雅黑" panose="020B0503020204020204" pitchFamily="34" charset="-122"/>
            </a:endParaRPr>
          </a:p>
        </p:txBody>
      </p:sp>
      <p:sp>
        <p:nvSpPr>
          <p:cNvPr id="59" name="Text Box 39"/>
          <p:cNvSpPr txBox="1">
            <a:spLocks noChangeArrowheads="1"/>
          </p:cNvSpPr>
          <p:nvPr/>
        </p:nvSpPr>
        <p:spPr bwMode="auto">
          <a:xfrm>
            <a:off x="4811578" y="2897663"/>
            <a:ext cx="776175" cy="4393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eaLnBrk="1" hangingPunct="1">
              <a:lnSpc>
                <a:spcPts val="3100"/>
              </a:lnSpc>
              <a:buFont typeface="Wingdings" panose="05000000000000000000" pitchFamily="2" charset="2"/>
              <a:buNone/>
            </a:pPr>
            <a:r>
              <a:rPr kumimoji="0" lang="zh-CN" altLang="en-US" sz="1600" dirty="0">
                <a:solidFill>
                  <a:srgbClr val="020202"/>
                </a:solidFill>
                <a:latin typeface="微软雅黑" panose="020B0503020204020204" pitchFamily="34" charset="-122"/>
                <a:ea typeface="微软雅黑" panose="020B0503020204020204" pitchFamily="34" charset="-122"/>
              </a:rPr>
              <a:t>端口</a:t>
            </a:r>
            <a:r>
              <a:rPr kumimoji="0" lang="en-US" altLang="zh-CN" sz="1600" dirty="0">
                <a:solidFill>
                  <a:srgbClr val="020202"/>
                </a:solidFill>
                <a:latin typeface="微软雅黑" panose="020B0503020204020204" pitchFamily="34" charset="-122"/>
                <a:ea typeface="微软雅黑" panose="020B0503020204020204" pitchFamily="34" charset="-122"/>
              </a:rPr>
              <a:t>1 </a:t>
            </a:r>
          </a:p>
        </p:txBody>
      </p:sp>
      <p:sp>
        <p:nvSpPr>
          <p:cNvPr id="60" name="Text Box 40"/>
          <p:cNvSpPr txBox="1">
            <a:spLocks noChangeArrowheads="1"/>
          </p:cNvSpPr>
          <p:nvPr/>
        </p:nvSpPr>
        <p:spPr bwMode="auto">
          <a:xfrm>
            <a:off x="3526879" y="2908185"/>
            <a:ext cx="1005403" cy="4393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eaLnBrk="1" hangingPunct="1">
              <a:lnSpc>
                <a:spcPts val="3100"/>
              </a:lnSpc>
              <a:buFont typeface="Wingdings" panose="05000000000000000000" pitchFamily="2" charset="2"/>
              <a:buNone/>
            </a:pPr>
            <a:r>
              <a:rPr kumimoji="0" lang="zh-CN" altLang="en-US" sz="1600" dirty="0">
                <a:solidFill>
                  <a:srgbClr val="7030A0"/>
                </a:solidFill>
                <a:latin typeface="微软雅黑" panose="020B0503020204020204" pitchFamily="34" charset="-122"/>
                <a:ea typeface="微软雅黑" panose="020B0503020204020204" pitchFamily="34" charset="-122"/>
              </a:rPr>
              <a:t>指定端口</a:t>
            </a:r>
          </a:p>
        </p:txBody>
      </p:sp>
      <p:sp>
        <p:nvSpPr>
          <p:cNvPr id="62" name="Text Box 42"/>
          <p:cNvSpPr txBox="1">
            <a:spLocks noChangeArrowheads="1"/>
          </p:cNvSpPr>
          <p:nvPr/>
        </p:nvSpPr>
        <p:spPr bwMode="auto">
          <a:xfrm>
            <a:off x="4415760" y="2404456"/>
            <a:ext cx="697627" cy="4515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eaLnBrk="1" hangingPunct="1">
              <a:lnSpc>
                <a:spcPts val="3100"/>
              </a:lnSpc>
              <a:buFont typeface="Wingdings" panose="05000000000000000000" pitchFamily="2" charset="2"/>
              <a:buNone/>
            </a:pPr>
            <a:r>
              <a:rPr kumimoji="0" lang="zh-CN" altLang="en-US" sz="2000" dirty="0">
                <a:solidFill>
                  <a:srgbClr val="C00000"/>
                </a:solidFill>
                <a:latin typeface="微软雅黑" panose="020B0503020204020204" pitchFamily="34" charset="-122"/>
                <a:ea typeface="微软雅黑" panose="020B0503020204020204" pitchFamily="34" charset="-122"/>
              </a:rPr>
              <a:t>根桥</a:t>
            </a:r>
          </a:p>
        </p:txBody>
      </p:sp>
      <p:pic>
        <p:nvPicPr>
          <p:cNvPr id="63" name="Picture 5" descr="通用交换机"/>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39689" y="4610941"/>
            <a:ext cx="842795" cy="61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4" name="Picture 5" descr="通用交换机"/>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01071" y="4550601"/>
            <a:ext cx="842795" cy="61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5" name="Picture 5" descr="通用交换机"/>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48833" y="2449236"/>
            <a:ext cx="842795" cy="61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6" name="Text Box 20"/>
          <p:cNvSpPr txBox="1">
            <a:spLocks noChangeArrowheads="1"/>
          </p:cNvSpPr>
          <p:nvPr/>
        </p:nvSpPr>
        <p:spPr bwMode="auto">
          <a:xfrm>
            <a:off x="6517395" y="3296961"/>
            <a:ext cx="649537" cy="433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marL="457200" marR="0" lvl="0" indent="-457200" algn="l" defTabSz="914400" rtl="0" eaLnBrk="1" fontAlgn="auto" latinLnBrk="0" hangingPunct="1">
              <a:lnSpc>
                <a:spcPts val="3100"/>
              </a:lnSpc>
              <a:spcBef>
                <a:spcPct val="20000"/>
              </a:spcBef>
              <a:spcAft>
                <a:spcPts val="0"/>
              </a:spcAft>
              <a:buClr>
                <a:srgbClr val="A50021"/>
              </a:buClr>
              <a:buSzPct val="75000"/>
              <a:buFont typeface="Wingdings" panose="05000000000000000000" pitchFamily="2" charset="2"/>
              <a:buNone/>
              <a:defRPr/>
            </a:pPr>
            <a:r>
              <a:rPr kumimoji="0" lang="zh-CN" altLang="en-US"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网段</a:t>
            </a:r>
            <a:r>
              <a:rPr kumimoji="0" lang="en-US" altLang="zh-CN"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1</a:t>
            </a:r>
          </a:p>
        </p:txBody>
      </p:sp>
      <p:sp>
        <p:nvSpPr>
          <p:cNvPr id="67" name="Text Box 21"/>
          <p:cNvSpPr txBox="1">
            <a:spLocks noChangeArrowheads="1"/>
          </p:cNvSpPr>
          <p:nvPr/>
        </p:nvSpPr>
        <p:spPr bwMode="auto">
          <a:xfrm>
            <a:off x="6530236" y="5798636"/>
            <a:ext cx="649537" cy="433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marL="457200" marR="0" lvl="0" indent="-457200" algn="l" defTabSz="914400" rtl="0" eaLnBrk="1" fontAlgn="auto" latinLnBrk="0" hangingPunct="1">
              <a:lnSpc>
                <a:spcPts val="3100"/>
              </a:lnSpc>
              <a:spcBef>
                <a:spcPct val="20000"/>
              </a:spcBef>
              <a:spcAft>
                <a:spcPts val="0"/>
              </a:spcAft>
              <a:buClr>
                <a:srgbClr val="A50021"/>
              </a:buClr>
              <a:buSzPct val="75000"/>
              <a:buFont typeface="Wingdings" panose="05000000000000000000" pitchFamily="2" charset="2"/>
              <a:buNone/>
              <a:defRPr/>
            </a:pPr>
            <a:r>
              <a:rPr kumimoji="0" lang="zh-CN" altLang="en-US"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网段</a:t>
            </a:r>
            <a:r>
              <a:rPr kumimoji="0" lang="en-US" altLang="zh-CN"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2</a:t>
            </a:r>
          </a:p>
        </p:txBody>
      </p:sp>
      <p:sp>
        <p:nvSpPr>
          <p:cNvPr id="68" name="文本框 67"/>
          <p:cNvSpPr txBox="1"/>
          <p:nvPr/>
        </p:nvSpPr>
        <p:spPr>
          <a:xfrm>
            <a:off x="8355287" y="2384315"/>
            <a:ext cx="2958694" cy="1061381"/>
          </a:xfrm>
          <a:prstGeom prst="rect">
            <a:avLst/>
          </a:prstGeom>
          <a:solidFill>
            <a:schemeClr val="bg1">
              <a:lumMod val="95000"/>
            </a:schemeClr>
          </a:solidFill>
          <a:ln>
            <a:solidFill>
              <a:srgbClr val="7030A0"/>
            </a:solidFill>
          </a:ln>
          <a:effectLst>
            <a:outerShdw blurRad="50800" dist="38100" dir="2700000" algn="tl" rotWithShape="0">
              <a:prstClr val="black">
                <a:alpha val="40000"/>
              </a:prstClr>
            </a:outerShdw>
          </a:effectLst>
        </p:spPr>
        <p:txBody>
          <a:bodyPr wrap="square" rtlCol="0">
            <a:spAutoFit/>
          </a:bodyPr>
          <a:lstStyle/>
          <a:p>
            <a:pPr>
              <a:lnSpc>
                <a:spcPct val="120000"/>
              </a:lnSpc>
              <a:spcBef>
                <a:spcPts val="600"/>
              </a:spcBef>
            </a:pPr>
            <a:r>
              <a:rPr lang="zh-CN" altLang="en-US" dirty="0">
                <a:latin typeface="微软雅黑" panose="020B0503020204020204" pitchFamily="34" charset="-122"/>
                <a:ea typeface="微软雅黑" panose="020B0503020204020204" pitchFamily="34" charset="-122"/>
              </a:rPr>
              <a:t>连接一个网段的端口的根路径开销相同，则选择桥</a:t>
            </a:r>
            <a:r>
              <a:rPr lang="en-US" altLang="zh-CN" dirty="0">
                <a:latin typeface="微软雅黑" panose="020B0503020204020204" pitchFamily="34" charset="-122"/>
                <a:ea typeface="微软雅黑" panose="020B0503020204020204" pitchFamily="34" charset="-122"/>
              </a:rPr>
              <a:t>ID</a:t>
            </a:r>
            <a:r>
              <a:rPr lang="zh-CN" altLang="en-US" dirty="0">
                <a:latin typeface="微软雅黑" panose="020B0503020204020204" pitchFamily="34" charset="-122"/>
                <a:ea typeface="微软雅黑" panose="020B0503020204020204" pitchFamily="34" charset="-122"/>
              </a:rPr>
              <a:t>较小的设备端口为指定端口。</a:t>
            </a:r>
          </a:p>
        </p:txBody>
      </p:sp>
      <p:cxnSp>
        <p:nvCxnSpPr>
          <p:cNvPr id="71" name="直接箭头连接符 70"/>
          <p:cNvCxnSpPr/>
          <p:nvPr/>
        </p:nvCxnSpPr>
        <p:spPr>
          <a:xfrm>
            <a:off x="4453860" y="3198452"/>
            <a:ext cx="415414"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3" name="AutoShape 67"/>
          <p:cNvSpPr>
            <a:spLocks noChangeAspect="1" noChangeArrowheads="1"/>
          </p:cNvSpPr>
          <p:nvPr/>
        </p:nvSpPr>
        <p:spPr bwMode="auto">
          <a:xfrm>
            <a:off x="6457381" y="5326394"/>
            <a:ext cx="285750" cy="287337"/>
          </a:xfrm>
          <a:custGeom>
            <a:avLst/>
            <a:gdLst>
              <a:gd name="T0" fmla="*/ 142875 w 21600"/>
              <a:gd name="T1" fmla="*/ 0 h 21600"/>
              <a:gd name="T2" fmla="*/ 41844 w 21600"/>
              <a:gd name="T3" fmla="*/ 42076 h 21600"/>
              <a:gd name="T4" fmla="*/ 0 w 21600"/>
              <a:gd name="T5" fmla="*/ 143669 h 21600"/>
              <a:gd name="T6" fmla="*/ 41844 w 21600"/>
              <a:gd name="T7" fmla="*/ 245261 h 21600"/>
              <a:gd name="T8" fmla="*/ 142875 w 21600"/>
              <a:gd name="T9" fmla="*/ 287337 h 21600"/>
              <a:gd name="T10" fmla="*/ 243906 w 21600"/>
              <a:gd name="T11" fmla="*/ 245261 h 21600"/>
              <a:gd name="T12" fmla="*/ 285750 w 21600"/>
              <a:gd name="T13" fmla="*/ 143669 h 21600"/>
              <a:gd name="T14" fmla="*/ 243906 w 21600"/>
              <a:gd name="T15" fmla="*/ 42076 h 21600"/>
              <a:gd name="T16" fmla="*/ 0 60000 65536"/>
              <a:gd name="T17" fmla="*/ 0 60000 65536"/>
              <a:gd name="T18" fmla="*/ 0 60000 65536"/>
              <a:gd name="T19" fmla="*/ 0 60000 65536"/>
              <a:gd name="T20" fmla="*/ 0 60000 65536"/>
              <a:gd name="T21" fmla="*/ 0 60000 65536"/>
              <a:gd name="T22" fmla="*/ 0 60000 65536"/>
              <a:gd name="T23" fmla="*/ 0 60000 65536"/>
              <a:gd name="T24" fmla="*/ 3163 w 21600"/>
              <a:gd name="T25" fmla="*/ 3163 h 21600"/>
              <a:gd name="T26" fmla="*/ 18437 w 21600"/>
              <a:gd name="T27" fmla="*/ 18437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7401" y="15493"/>
                </a:moveTo>
                <a:cubicBezTo>
                  <a:pt x="18376" y="14122"/>
                  <a:pt x="18900" y="12482"/>
                  <a:pt x="18900" y="10800"/>
                </a:cubicBezTo>
                <a:cubicBezTo>
                  <a:pt x="18900" y="6326"/>
                  <a:pt x="15273" y="2700"/>
                  <a:pt x="10800" y="2700"/>
                </a:cubicBezTo>
                <a:cubicBezTo>
                  <a:pt x="9117" y="2700"/>
                  <a:pt x="7477" y="3223"/>
                  <a:pt x="6106" y="4198"/>
                </a:cubicBezTo>
                <a:lnTo>
                  <a:pt x="17401" y="15493"/>
                </a:lnTo>
                <a:close/>
                <a:moveTo>
                  <a:pt x="4198" y="6106"/>
                </a:moveTo>
                <a:cubicBezTo>
                  <a:pt x="3223" y="7477"/>
                  <a:pt x="2700" y="9117"/>
                  <a:pt x="2700" y="10799"/>
                </a:cubicBezTo>
                <a:cubicBezTo>
                  <a:pt x="2700" y="15273"/>
                  <a:pt x="6326" y="18900"/>
                  <a:pt x="10800" y="18900"/>
                </a:cubicBezTo>
                <a:cubicBezTo>
                  <a:pt x="12482" y="18900"/>
                  <a:pt x="14122" y="18376"/>
                  <a:pt x="15493" y="17401"/>
                </a:cubicBezTo>
                <a:lnTo>
                  <a:pt x="4198" y="6106"/>
                </a:lnTo>
                <a:close/>
              </a:path>
            </a:pathLst>
          </a:custGeom>
          <a:solidFill>
            <a:srgbClr val="FF00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 name="日期占位符 36"/>
          <p:cNvSpPr>
            <a:spLocks noGrp="1"/>
          </p:cNvSpPr>
          <p:nvPr>
            <p:ph type="dt" sz="half" idx="10"/>
          </p:nvPr>
        </p:nvSpPr>
        <p:spPr>
          <a:xfrm>
            <a:off x="197335" y="6489303"/>
            <a:ext cx="2743200" cy="365125"/>
          </a:xfrm>
        </p:spPr>
        <p:txBody>
          <a:bodyPr/>
          <a:lstStyle/>
          <a:p>
            <a:r>
              <a:rPr lang="en-US" altLang="zh-CN" dirty="0">
                <a:latin typeface="微软雅黑" panose="020B0503020204020204" pitchFamily="34" charset="-122"/>
                <a:ea typeface="微软雅黑" panose="020B0503020204020204" pitchFamily="34" charset="-122"/>
              </a:rPr>
              <a:t>4.4 </a:t>
            </a:r>
            <a:r>
              <a:rPr lang="zh-CN" altLang="en-US" dirty="0">
                <a:latin typeface="微软雅黑" panose="020B0503020204020204" pitchFamily="34" charset="-122"/>
                <a:ea typeface="微软雅黑" panose="020B0503020204020204" pitchFamily="34" charset="-122"/>
              </a:rPr>
              <a:t>数据链路层交换</a:t>
            </a:r>
          </a:p>
        </p:txBody>
      </p:sp>
      <p:sp>
        <p:nvSpPr>
          <p:cNvPr id="61" name="灯片编号占位符 38"/>
          <p:cNvSpPr>
            <a:spLocks noGrp="1"/>
          </p:cNvSpPr>
          <p:nvPr>
            <p:ph type="sldNum" sz="quarter" idx="12"/>
          </p:nvPr>
        </p:nvSpPr>
        <p:spPr>
          <a:xfrm>
            <a:off x="8686810" y="6489303"/>
            <a:ext cx="3319670" cy="365125"/>
          </a:xfrm>
        </p:spPr>
        <p:txBody>
          <a:bodyPr/>
          <a:lstStyle/>
          <a:p>
            <a:fld id="{8D4D1E41-7A09-AB4A-A4E1-09765ADA2698}" type="slidenum">
              <a:rPr kumimoji="1" lang="zh-CN" altLang="en-US" smtClean="0"/>
              <a:t>95</a:t>
            </a:fld>
            <a:endParaRPr kumimoji="1"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3"/>
                                        </p:tgtEl>
                                        <p:attrNameLst>
                                          <p:attrName>style.visibility</p:attrName>
                                        </p:attrNameLst>
                                      </p:cBhvr>
                                      <p:to>
                                        <p:strVal val="visible"/>
                                      </p:to>
                                    </p:set>
                                    <p:animEffect transition="in" filter="fade">
                                      <p:cBhvr>
                                        <p:cTn id="7" dur="500"/>
                                        <p:tgtEl>
                                          <p:spTgt spid="5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1"/>
                                        </p:tgtEl>
                                        <p:attrNameLst>
                                          <p:attrName>style.visibility</p:attrName>
                                        </p:attrNameLst>
                                      </p:cBhvr>
                                      <p:to>
                                        <p:strVal val="visible"/>
                                      </p:to>
                                    </p:set>
                                    <p:animEffect transition="in" filter="fade">
                                      <p:cBhvr>
                                        <p:cTn id="10" dur="500"/>
                                        <p:tgtEl>
                                          <p:spTgt spid="5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4"/>
                                        </p:tgtEl>
                                        <p:attrNameLst>
                                          <p:attrName>style.visibility</p:attrName>
                                        </p:attrNameLst>
                                      </p:cBhvr>
                                      <p:to>
                                        <p:strVal val="visible"/>
                                      </p:to>
                                    </p:set>
                                    <p:animEffect transition="in" filter="fade">
                                      <p:cBhvr>
                                        <p:cTn id="13" dur="500"/>
                                        <p:tgtEl>
                                          <p:spTgt spid="5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52"/>
                                        </p:tgtEl>
                                        <p:attrNameLst>
                                          <p:attrName>style.visibility</p:attrName>
                                        </p:attrNameLst>
                                      </p:cBhvr>
                                      <p:to>
                                        <p:strVal val="visible"/>
                                      </p:to>
                                    </p:set>
                                    <p:animEffect transition="in" filter="fade">
                                      <p:cBhvr>
                                        <p:cTn id="16" dur="500"/>
                                        <p:tgtEl>
                                          <p:spTgt spid="52"/>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71"/>
                                        </p:tgtEl>
                                        <p:attrNameLst>
                                          <p:attrName>style.visibility</p:attrName>
                                        </p:attrNameLst>
                                      </p:cBhvr>
                                      <p:to>
                                        <p:strVal val="visible"/>
                                      </p:to>
                                    </p:set>
                                    <p:animEffect transition="in" filter="fade">
                                      <p:cBhvr>
                                        <p:cTn id="21" dur="500"/>
                                        <p:tgtEl>
                                          <p:spTgt spid="71"/>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60"/>
                                        </p:tgtEl>
                                        <p:attrNameLst>
                                          <p:attrName>style.visibility</p:attrName>
                                        </p:attrNameLst>
                                      </p:cBhvr>
                                      <p:to>
                                        <p:strVal val="visible"/>
                                      </p:to>
                                    </p:set>
                                    <p:animEffect transition="in" filter="fade">
                                      <p:cBhvr>
                                        <p:cTn id="24" dur="500"/>
                                        <p:tgtEl>
                                          <p:spTgt spid="60"/>
                                        </p:tgtEl>
                                      </p:cBhvr>
                                    </p:animEffect>
                                  </p:childTnLst>
                                </p:cTn>
                              </p:par>
                            </p:childTnLst>
                          </p:cTn>
                        </p:par>
                      </p:childTnLst>
                    </p:cTn>
                  </p:par>
                  <p:par>
                    <p:cTn id="25" fill="hold">
                      <p:stCondLst>
                        <p:cond delay="indefinite"/>
                      </p:stCondLst>
                      <p:childTnLst>
                        <p:par>
                          <p:cTn id="26" fill="hold">
                            <p:stCondLst>
                              <p:cond delay="0"/>
                            </p:stCondLst>
                            <p:childTnLst>
                              <p:par>
                                <p:cTn id="27" presetID="18" presetClass="entr" presetSubtype="6" fill="hold" grpId="0" nodeType="clickEffect">
                                  <p:stCondLst>
                                    <p:cond delay="0"/>
                                  </p:stCondLst>
                                  <p:childTnLst>
                                    <p:set>
                                      <p:cBhvr>
                                        <p:cTn id="28" dur="1" fill="hold">
                                          <p:stCondLst>
                                            <p:cond delay="0"/>
                                          </p:stCondLst>
                                        </p:cTn>
                                        <p:tgtEl>
                                          <p:spTgt spid="68"/>
                                        </p:tgtEl>
                                        <p:attrNameLst>
                                          <p:attrName>style.visibility</p:attrName>
                                        </p:attrNameLst>
                                      </p:cBhvr>
                                      <p:to>
                                        <p:strVal val="visible"/>
                                      </p:to>
                                    </p:set>
                                    <p:animEffect transition="in" filter="strips(downRight)">
                                      <p:cBhvr>
                                        <p:cTn id="29" dur="500"/>
                                        <p:tgtEl>
                                          <p:spTgt spid="68"/>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55"/>
                                        </p:tgtEl>
                                        <p:attrNameLst>
                                          <p:attrName>style.visibility</p:attrName>
                                        </p:attrNameLst>
                                      </p:cBhvr>
                                      <p:to>
                                        <p:strVal val="visible"/>
                                      </p:to>
                                    </p:set>
                                    <p:animEffect transition="in" filter="fade">
                                      <p:cBhvr>
                                        <p:cTn id="34" dur="500"/>
                                        <p:tgtEl>
                                          <p:spTgt spid="55"/>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56"/>
                                        </p:tgtEl>
                                        <p:attrNameLst>
                                          <p:attrName>style.visibility</p:attrName>
                                        </p:attrNameLst>
                                      </p:cBhvr>
                                      <p:to>
                                        <p:strVal val="visible"/>
                                      </p:to>
                                    </p:set>
                                    <p:animEffect transition="in" filter="fade">
                                      <p:cBhvr>
                                        <p:cTn id="37" dur="500"/>
                                        <p:tgtEl>
                                          <p:spTgt spid="56"/>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57"/>
                                        </p:tgtEl>
                                        <p:attrNameLst>
                                          <p:attrName>style.visibility</p:attrName>
                                        </p:attrNameLst>
                                      </p:cBhvr>
                                      <p:to>
                                        <p:strVal val="visible"/>
                                      </p:to>
                                    </p:set>
                                    <p:animEffect transition="in" filter="fade">
                                      <p:cBhvr>
                                        <p:cTn id="42" dur="500"/>
                                        <p:tgtEl>
                                          <p:spTgt spid="57"/>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58"/>
                                        </p:tgtEl>
                                        <p:attrNameLst>
                                          <p:attrName>style.visibility</p:attrName>
                                        </p:attrNameLst>
                                      </p:cBhvr>
                                      <p:to>
                                        <p:strVal val="visible"/>
                                      </p:to>
                                    </p:set>
                                    <p:animEffect transition="in" filter="fade">
                                      <p:cBhvr>
                                        <p:cTn id="45" dur="500"/>
                                        <p:tgtEl>
                                          <p:spTgt spid="58"/>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73"/>
                                        </p:tgtEl>
                                        <p:attrNameLst>
                                          <p:attrName>style.visibility</p:attrName>
                                        </p:attrNameLst>
                                      </p:cBhvr>
                                      <p:to>
                                        <p:strVal val="visible"/>
                                      </p:to>
                                    </p:set>
                                    <p:animEffect transition="in" filter="fade">
                                      <p:cBhvr>
                                        <p:cTn id="48" dur="500"/>
                                        <p:tgtEl>
                                          <p:spTgt spid="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p:bldP spid="52" grpId="0"/>
      <p:bldP spid="53" grpId="0" animBg="1"/>
      <p:bldP spid="54" grpId="0" animBg="1"/>
      <p:bldP spid="55" grpId="0"/>
      <p:bldP spid="56" grpId="0" animBg="1"/>
      <p:bldP spid="57" grpId="0"/>
      <p:bldP spid="58" grpId="0" animBg="1"/>
      <p:bldP spid="60" grpId="0"/>
      <p:bldP spid="68" grpId="0" animBg="1"/>
      <p:bldP spid="73" grpId="0" animBg="1"/>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en-US" altLang="zh-CN" dirty="0"/>
              <a:t> </a:t>
            </a:r>
            <a:r>
              <a:rPr kumimoji="1" lang="zh-CN" altLang="zh-CN" dirty="0"/>
              <a:t>生成树协议</a:t>
            </a:r>
            <a:endParaRPr kumimoji="1" lang="zh-CN" altLang="en-US" dirty="0"/>
          </a:p>
        </p:txBody>
      </p:sp>
      <p:sp>
        <p:nvSpPr>
          <p:cNvPr id="91" name="内容占位符 2"/>
          <p:cNvSpPr>
            <a:spLocks noGrp="1"/>
          </p:cNvSpPr>
          <p:nvPr>
            <p:ph idx="1"/>
          </p:nvPr>
        </p:nvSpPr>
        <p:spPr>
          <a:xfrm>
            <a:off x="838200" y="1417272"/>
            <a:ext cx="10515600" cy="5131205"/>
          </a:xfrm>
          <a:ln>
            <a:noFill/>
          </a:ln>
        </p:spPr>
        <p:txBody>
          <a:bodyPr>
            <a:normAutofit/>
          </a:bodyPr>
          <a:lstStyle/>
          <a:p>
            <a:pPr>
              <a:lnSpc>
                <a:spcPct val="120000"/>
              </a:lnSpc>
            </a:pPr>
            <a:r>
              <a:rPr lang="zh-CN" altLang="en-US" dirty="0">
                <a:latin typeface="微软雅黑" panose="020B0503020204020204" pitchFamily="34" charset="-122"/>
                <a:ea typeface="微软雅黑" panose="020B0503020204020204" pitchFamily="34" charset="-122"/>
              </a:rPr>
              <a:t>端口角色与端口状态</a:t>
            </a:r>
            <a:endParaRPr lang="en-US" altLang="zh-CN" sz="2000" dirty="0">
              <a:latin typeface="微软雅黑" panose="020B0503020204020204" pitchFamily="34" charset="-122"/>
              <a:ea typeface="微软雅黑" panose="020B0503020204020204" pitchFamily="34" charset="-122"/>
            </a:endParaRPr>
          </a:p>
          <a:p>
            <a:pPr lvl="1">
              <a:lnSpc>
                <a:spcPct val="120000"/>
              </a:lnSpc>
            </a:pPr>
            <a:r>
              <a:rPr lang="zh-CN" altLang="en-US" sz="2800" dirty="0">
                <a:latin typeface="微软雅黑" panose="020B0503020204020204" pitchFamily="34" charset="-122"/>
                <a:ea typeface="微软雅黑" panose="020B0503020204020204" pitchFamily="34" charset="-122"/>
              </a:rPr>
              <a:t>经过上述构造</a:t>
            </a:r>
            <a:r>
              <a:rPr kumimoji="0" lang="zh-CN" altLang="en-US" sz="2800" dirty="0">
                <a:latin typeface="微软雅黑" panose="020B0503020204020204" pitchFamily="34" charset="-122"/>
                <a:ea typeface="微软雅黑" panose="020B0503020204020204" pitchFamily="34" charset="-122"/>
              </a:rPr>
              <a:t>生成树的三个过程，端口角色便确定了。</a:t>
            </a:r>
            <a:endParaRPr kumimoji="0" lang="en-US" altLang="zh-CN" sz="2800" dirty="0">
              <a:latin typeface="微软雅黑" panose="020B0503020204020204" pitchFamily="34" charset="-122"/>
              <a:ea typeface="微软雅黑" panose="020B0503020204020204" pitchFamily="34" charset="-122"/>
            </a:endParaRPr>
          </a:p>
        </p:txBody>
      </p:sp>
      <p:graphicFrame>
        <p:nvGraphicFramePr>
          <p:cNvPr id="6" name="表格 6"/>
          <p:cNvGraphicFramePr>
            <a:graphicFrameLocks noGrp="1"/>
          </p:cNvGraphicFramePr>
          <p:nvPr/>
        </p:nvGraphicFramePr>
        <p:xfrm>
          <a:off x="1579611" y="2842668"/>
          <a:ext cx="8941245" cy="2107633"/>
        </p:xfrm>
        <a:graphic>
          <a:graphicData uri="http://schemas.openxmlformats.org/drawingml/2006/table">
            <a:tbl>
              <a:tblPr firstRow="1" bandRow="1">
                <a:tableStyleId>{BDBED569-4797-4DF1-A0F4-6AAB3CD982D8}</a:tableStyleId>
              </a:tblPr>
              <a:tblGrid>
                <a:gridCol w="4159037">
                  <a:extLst>
                    <a:ext uri="{9D8B030D-6E8A-4147-A177-3AD203B41FA5}">
                      <a16:colId xmlns:a16="http://schemas.microsoft.com/office/drawing/2014/main" val="20000"/>
                    </a:ext>
                  </a:extLst>
                </a:gridCol>
                <a:gridCol w="3058511">
                  <a:extLst>
                    <a:ext uri="{9D8B030D-6E8A-4147-A177-3AD203B41FA5}">
                      <a16:colId xmlns:a16="http://schemas.microsoft.com/office/drawing/2014/main" val="20001"/>
                    </a:ext>
                  </a:extLst>
                </a:gridCol>
                <a:gridCol w="1723697">
                  <a:extLst>
                    <a:ext uri="{9D8B030D-6E8A-4147-A177-3AD203B41FA5}">
                      <a16:colId xmlns:a16="http://schemas.microsoft.com/office/drawing/2014/main" val="20002"/>
                    </a:ext>
                  </a:extLst>
                </a:gridCol>
              </a:tblGrid>
              <a:tr h="416715">
                <a:tc>
                  <a:txBody>
                    <a:bodyPr/>
                    <a:lstStyle/>
                    <a:p>
                      <a:pPr algn="ctr"/>
                      <a:r>
                        <a:rPr lang="zh-CN" altLang="en-US" sz="2000" b="0" dirty="0">
                          <a:solidFill>
                            <a:schemeClr val="tx1"/>
                          </a:solidFill>
                          <a:latin typeface="微软雅黑" panose="020B0503020204020204" pitchFamily="34" charset="-122"/>
                          <a:ea typeface="微软雅黑" panose="020B0503020204020204" pitchFamily="34" charset="-122"/>
                        </a:rPr>
                        <a:t>端口角色</a:t>
                      </a:r>
                    </a:p>
                  </a:txBody>
                  <a:tcPr/>
                </a:tc>
                <a:tc>
                  <a:txBody>
                    <a:bodyPr/>
                    <a:lstStyle/>
                    <a:p>
                      <a:pPr algn="ctr"/>
                      <a:r>
                        <a:rPr lang="zh-CN" altLang="en-US" sz="2000" b="0" dirty="0">
                          <a:solidFill>
                            <a:schemeClr val="tx1"/>
                          </a:solidFill>
                          <a:latin typeface="微软雅黑" panose="020B0503020204020204" pitchFamily="34" charset="-122"/>
                          <a:ea typeface="微软雅黑" panose="020B0503020204020204" pitchFamily="34" charset="-122"/>
                        </a:rPr>
                        <a:t>英文名称</a:t>
                      </a:r>
                    </a:p>
                  </a:txBody>
                  <a:tcPr/>
                </a:tc>
                <a:tc>
                  <a:txBody>
                    <a:bodyPr/>
                    <a:lstStyle/>
                    <a:p>
                      <a:pPr algn="ctr"/>
                      <a:r>
                        <a:rPr lang="zh-CN" altLang="en-US" sz="2000" b="0" dirty="0">
                          <a:solidFill>
                            <a:schemeClr val="tx1"/>
                          </a:solidFill>
                          <a:latin typeface="微软雅黑" panose="020B0503020204020204" pitchFamily="34" charset="-122"/>
                          <a:ea typeface="微软雅黑" panose="020B0503020204020204" pitchFamily="34" charset="-122"/>
                        </a:rPr>
                        <a:t>端口状态</a:t>
                      </a:r>
                    </a:p>
                  </a:txBody>
                  <a:tcPr/>
                </a:tc>
                <a:extLst>
                  <a:ext uri="{0D108BD9-81ED-4DB2-BD59-A6C34878D82A}">
                    <a16:rowId xmlns:a16="http://schemas.microsoft.com/office/drawing/2014/main" val="10000"/>
                  </a:ext>
                </a:extLst>
              </a:tr>
              <a:tr h="490363">
                <a:tc>
                  <a:txBody>
                    <a:bodyPr/>
                    <a:lstStyle/>
                    <a:p>
                      <a:pPr marL="0" marR="0" lvl="0" indent="0" algn="ctr" defTabSz="914400" rtl="0" eaLnBrk="1" fontAlgn="base" latinLnBrk="0" hangingPunct="1">
                        <a:lnSpc>
                          <a:spcPct val="110000"/>
                        </a:lnSpc>
                        <a:spcBef>
                          <a:spcPct val="0"/>
                        </a:spcBef>
                        <a:spcAft>
                          <a:spcPct val="0"/>
                        </a:spcAft>
                        <a:buClr>
                          <a:schemeClr val="tx1"/>
                        </a:buClr>
                        <a:buSzTx/>
                        <a:buFont typeface="Wingdings" panose="05000000000000000000" pitchFamily="2" charset="2"/>
                        <a:buNone/>
                      </a:pPr>
                      <a:r>
                        <a:rPr kumimoji="0" lang="zh-CN" altLang="en-US" sz="2000" b="0"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mn-cs"/>
                        </a:rPr>
                        <a:t>指定端口</a:t>
                      </a:r>
                    </a:p>
                  </a:txBody>
                  <a:tcPr anchor="ctr"/>
                </a:tc>
                <a:tc>
                  <a:txBody>
                    <a:bodyPr/>
                    <a:lstStyle/>
                    <a:p>
                      <a:pPr marL="0" marR="0" lvl="0" indent="0" algn="ctr" defTabSz="914400" rtl="0" eaLnBrk="1" fontAlgn="base" latinLnBrk="0" hangingPunct="1">
                        <a:lnSpc>
                          <a:spcPct val="110000"/>
                        </a:lnSpc>
                        <a:spcBef>
                          <a:spcPct val="0"/>
                        </a:spcBef>
                        <a:spcAft>
                          <a:spcPct val="0"/>
                        </a:spcAft>
                        <a:buClr>
                          <a:schemeClr val="tx1"/>
                        </a:buClr>
                        <a:buSzTx/>
                        <a:buFont typeface="Wingdings" panose="05000000000000000000" pitchFamily="2" charset="2"/>
                        <a:buNone/>
                      </a:pPr>
                      <a:r>
                        <a:rPr kumimoji="0" lang="en-US" altLang="zh-CN" sz="2000" b="0"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mn-cs"/>
                        </a:rPr>
                        <a:t>Designated port</a:t>
                      </a:r>
                      <a:endParaRPr kumimoji="0" lang="zh-CN" altLang="en-US" sz="2000" b="0"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mn-cs"/>
                      </a:endParaRPr>
                    </a:p>
                  </a:txBody>
                  <a:tcPr anchor="ctr"/>
                </a:tc>
                <a:tc>
                  <a:txBody>
                    <a:bodyPr/>
                    <a:lstStyle/>
                    <a:p>
                      <a:pPr marL="0" marR="0" lvl="0" indent="0" algn="ctr" defTabSz="914400" rtl="0" eaLnBrk="1" fontAlgn="base" latinLnBrk="0" hangingPunct="1">
                        <a:lnSpc>
                          <a:spcPct val="110000"/>
                        </a:lnSpc>
                        <a:spcBef>
                          <a:spcPct val="0"/>
                        </a:spcBef>
                        <a:spcAft>
                          <a:spcPct val="0"/>
                        </a:spcAft>
                        <a:buClr>
                          <a:schemeClr val="tx1"/>
                        </a:buClr>
                        <a:buSzTx/>
                        <a:buFont typeface="Wingdings" panose="05000000000000000000" pitchFamily="2" charset="2"/>
                        <a:buNone/>
                      </a:pPr>
                      <a:r>
                        <a:rPr kumimoji="0" lang="en-US" altLang="zh-CN" sz="2000" b="0"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mn-cs"/>
                        </a:rPr>
                        <a:t>Forwarding</a:t>
                      </a:r>
                    </a:p>
                  </a:txBody>
                  <a:tcPr anchor="ctr"/>
                </a:tc>
                <a:extLst>
                  <a:ext uri="{0D108BD9-81ED-4DB2-BD59-A6C34878D82A}">
                    <a16:rowId xmlns:a16="http://schemas.microsoft.com/office/drawing/2014/main" val="10001"/>
                  </a:ext>
                </a:extLst>
              </a:tr>
              <a:tr h="461986">
                <a:tc>
                  <a:txBody>
                    <a:bodyPr/>
                    <a:lstStyle/>
                    <a:p>
                      <a:pPr marL="0" marR="0" lvl="0" indent="0" algn="ctr" defTabSz="914400" rtl="0" eaLnBrk="1" fontAlgn="base" latinLnBrk="0" hangingPunct="1">
                        <a:lnSpc>
                          <a:spcPct val="110000"/>
                        </a:lnSpc>
                        <a:spcBef>
                          <a:spcPct val="0"/>
                        </a:spcBef>
                        <a:spcAft>
                          <a:spcPct val="0"/>
                        </a:spcAft>
                        <a:buClr>
                          <a:schemeClr val="tx1"/>
                        </a:buClr>
                        <a:buSzTx/>
                        <a:buFont typeface="Wingdings" panose="05000000000000000000" pitchFamily="2" charset="2"/>
                        <a:buNone/>
                      </a:pPr>
                      <a:r>
                        <a:rPr kumimoji="0" lang="zh-CN" altLang="en-US" sz="2000" b="0"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mn-cs"/>
                        </a:rPr>
                        <a:t>根端口</a:t>
                      </a:r>
                    </a:p>
                  </a:txBody>
                  <a:tcPr anchor="ctr"/>
                </a:tc>
                <a:tc>
                  <a:txBody>
                    <a:bodyPr/>
                    <a:lstStyle/>
                    <a:p>
                      <a:pPr marL="0" marR="0" lvl="0" indent="0" algn="ctr" defTabSz="914400" rtl="0" eaLnBrk="1" fontAlgn="base" latinLnBrk="0" hangingPunct="1">
                        <a:lnSpc>
                          <a:spcPct val="110000"/>
                        </a:lnSpc>
                        <a:spcBef>
                          <a:spcPct val="0"/>
                        </a:spcBef>
                        <a:spcAft>
                          <a:spcPct val="0"/>
                        </a:spcAft>
                        <a:buClr>
                          <a:schemeClr val="tx1"/>
                        </a:buClr>
                        <a:buSzTx/>
                        <a:buFont typeface="Wingdings" panose="05000000000000000000" pitchFamily="2" charset="2"/>
                        <a:buNone/>
                      </a:pPr>
                      <a:r>
                        <a:rPr kumimoji="0" lang="en-US" altLang="zh-CN" sz="2000" b="0"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mn-cs"/>
                        </a:rPr>
                        <a:t>Root port</a:t>
                      </a:r>
                      <a:endParaRPr kumimoji="0" lang="zh-CN" altLang="en-US" sz="2000" b="0"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mn-cs"/>
                      </a:endParaRPr>
                    </a:p>
                  </a:txBody>
                  <a:tcPr anchor="ctr"/>
                </a:tc>
                <a:tc>
                  <a:txBody>
                    <a:bodyPr/>
                    <a:lstStyle/>
                    <a:p>
                      <a:pPr marL="0" marR="0" lvl="0" indent="0" algn="ctr" defTabSz="914400" rtl="0" eaLnBrk="1" fontAlgn="base" latinLnBrk="0" hangingPunct="1">
                        <a:lnSpc>
                          <a:spcPct val="110000"/>
                        </a:lnSpc>
                        <a:spcBef>
                          <a:spcPct val="0"/>
                        </a:spcBef>
                        <a:spcAft>
                          <a:spcPct val="0"/>
                        </a:spcAft>
                        <a:buClr>
                          <a:schemeClr val="tx1"/>
                        </a:buClr>
                        <a:buSzTx/>
                        <a:buFont typeface="Wingdings" panose="05000000000000000000" pitchFamily="2" charset="2"/>
                        <a:buNone/>
                      </a:pPr>
                      <a:r>
                        <a:rPr kumimoji="0" lang="en-US" altLang="zh-CN" sz="2000" b="0"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mn-cs"/>
                        </a:rPr>
                        <a:t>Forwarding</a:t>
                      </a:r>
                    </a:p>
                  </a:txBody>
                  <a:tcPr anchor="ctr"/>
                </a:tc>
                <a:extLst>
                  <a:ext uri="{0D108BD9-81ED-4DB2-BD59-A6C34878D82A}">
                    <a16:rowId xmlns:a16="http://schemas.microsoft.com/office/drawing/2014/main" val="10002"/>
                  </a:ext>
                </a:extLst>
              </a:tr>
              <a:tr h="737265">
                <a:tc>
                  <a:txBody>
                    <a:bodyPr/>
                    <a:lstStyle/>
                    <a:p>
                      <a:pPr marL="0" marR="0" lvl="0" indent="0" algn="ctr" defTabSz="914400" rtl="0" eaLnBrk="1" fontAlgn="base" latinLnBrk="0" hangingPunct="1">
                        <a:lnSpc>
                          <a:spcPct val="110000"/>
                        </a:lnSpc>
                        <a:spcBef>
                          <a:spcPct val="0"/>
                        </a:spcBef>
                        <a:spcAft>
                          <a:spcPct val="0"/>
                        </a:spcAft>
                        <a:buClr>
                          <a:schemeClr val="tx1"/>
                        </a:buClr>
                        <a:buSzTx/>
                        <a:buFont typeface="Wingdings" panose="05000000000000000000" pitchFamily="2" charset="2"/>
                        <a:buNone/>
                      </a:pPr>
                      <a:r>
                        <a:rPr kumimoji="0" lang="zh-CN" altLang="en-US" sz="2000" b="0"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mn-cs"/>
                        </a:rPr>
                        <a:t>非指定端口</a:t>
                      </a:r>
                      <a:r>
                        <a:rPr kumimoji="0" lang="en-US" altLang="zh-CN" sz="2000" b="0"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mn-cs"/>
                        </a:rPr>
                        <a:t>/</a:t>
                      </a:r>
                      <a:r>
                        <a:rPr kumimoji="0" lang="zh-CN" altLang="en-US" sz="2000" b="0"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mn-cs"/>
                        </a:rPr>
                        <a:t>根端口</a:t>
                      </a:r>
                      <a:endParaRPr kumimoji="0" lang="en-US" altLang="zh-CN" sz="2000" b="0"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mn-cs"/>
                      </a:endParaRPr>
                    </a:p>
                    <a:p>
                      <a:pPr marL="0" marR="0" lvl="0" indent="0" algn="ctr" defTabSz="914400" rtl="0" eaLnBrk="1" fontAlgn="base" latinLnBrk="0" hangingPunct="1">
                        <a:lnSpc>
                          <a:spcPct val="110000"/>
                        </a:lnSpc>
                        <a:spcBef>
                          <a:spcPct val="0"/>
                        </a:spcBef>
                        <a:spcAft>
                          <a:spcPct val="0"/>
                        </a:spcAft>
                        <a:buClr>
                          <a:schemeClr val="tx1"/>
                        </a:buClr>
                        <a:buSzTx/>
                        <a:buFont typeface="Wingdings" panose="05000000000000000000" pitchFamily="2" charset="2"/>
                        <a:buNone/>
                      </a:pPr>
                      <a:r>
                        <a:rPr kumimoji="0" lang="zh-CN" altLang="en-US" sz="2000" b="0"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mn-cs"/>
                        </a:rPr>
                        <a:t>（通常称为备用端口或冗余端口）</a:t>
                      </a:r>
                    </a:p>
                  </a:txBody>
                  <a:tcPr anchor="ctr"/>
                </a:tc>
                <a:tc>
                  <a:txBody>
                    <a:bodyPr/>
                    <a:lstStyle/>
                    <a:p>
                      <a:pPr marL="0" marR="0" lvl="0" indent="0" algn="ctr" defTabSz="914400" rtl="0" eaLnBrk="1" fontAlgn="base" latinLnBrk="0" hangingPunct="1">
                        <a:lnSpc>
                          <a:spcPct val="110000"/>
                        </a:lnSpc>
                        <a:spcBef>
                          <a:spcPct val="0"/>
                        </a:spcBef>
                        <a:spcAft>
                          <a:spcPct val="0"/>
                        </a:spcAft>
                        <a:buClr>
                          <a:schemeClr val="tx1"/>
                        </a:buClr>
                        <a:buSzTx/>
                        <a:buFont typeface="Wingdings" panose="05000000000000000000" pitchFamily="2" charset="2"/>
                        <a:buNone/>
                        <a:defRPr/>
                      </a:pPr>
                      <a:r>
                        <a:rPr kumimoji="0" lang="en-US" altLang="zh-CN" sz="2000" b="0"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mn-cs"/>
                        </a:rPr>
                        <a:t>Alternate port</a:t>
                      </a:r>
                    </a:p>
                  </a:txBody>
                  <a:tcPr anchor="ctr"/>
                </a:tc>
                <a:tc>
                  <a:txBody>
                    <a:bodyPr/>
                    <a:lstStyle/>
                    <a:p>
                      <a:pPr marL="0" marR="0" lvl="0" indent="0" algn="ctr" defTabSz="914400" rtl="0" eaLnBrk="1" fontAlgn="base" latinLnBrk="0" hangingPunct="1">
                        <a:lnSpc>
                          <a:spcPct val="110000"/>
                        </a:lnSpc>
                        <a:spcBef>
                          <a:spcPct val="0"/>
                        </a:spcBef>
                        <a:spcAft>
                          <a:spcPct val="0"/>
                        </a:spcAft>
                        <a:buClr>
                          <a:schemeClr val="tx1"/>
                        </a:buClr>
                        <a:buSzTx/>
                        <a:buFont typeface="Wingdings" panose="05000000000000000000" pitchFamily="2" charset="2"/>
                        <a:buNone/>
                      </a:pPr>
                      <a:r>
                        <a:rPr kumimoji="0" lang="en-US" altLang="zh-CN" sz="2000" b="0"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mn-cs"/>
                        </a:rPr>
                        <a:t>Blocking</a:t>
                      </a:r>
                    </a:p>
                  </a:txBody>
                  <a:tcPr anchor="ctr"/>
                </a:tc>
                <a:extLst>
                  <a:ext uri="{0D108BD9-81ED-4DB2-BD59-A6C34878D82A}">
                    <a16:rowId xmlns:a16="http://schemas.microsoft.com/office/drawing/2014/main" val="10003"/>
                  </a:ext>
                </a:extLst>
              </a:tr>
            </a:tbl>
          </a:graphicData>
        </a:graphic>
      </p:graphicFrame>
      <p:sp>
        <p:nvSpPr>
          <p:cNvPr id="7" name="文本框 6"/>
          <p:cNvSpPr txBox="1"/>
          <p:nvPr/>
        </p:nvSpPr>
        <p:spPr>
          <a:xfrm>
            <a:off x="1462349" y="5426587"/>
            <a:ext cx="8802410" cy="523220"/>
          </a:xfrm>
          <a:prstGeom prst="rect">
            <a:avLst/>
          </a:prstGeom>
          <a:noFill/>
        </p:spPr>
        <p:txBody>
          <a:bodyPr wrap="none" rtlCol="0">
            <a:spAutoFit/>
          </a:bodyPr>
          <a:lstStyle/>
          <a:p>
            <a:r>
              <a:rPr lang="zh-CN" altLang="en-US" sz="2800" dirty="0">
                <a:solidFill>
                  <a:srgbClr val="7030A0"/>
                </a:solidFill>
                <a:latin typeface="微软雅黑" panose="020B0503020204020204" pitchFamily="34" charset="-122"/>
                <a:ea typeface="微软雅黑" panose="020B0503020204020204" pitchFamily="34" charset="-122"/>
              </a:rPr>
              <a:t>练习：</a:t>
            </a:r>
            <a:r>
              <a:rPr lang="zh-CN" altLang="en-US" sz="2800" dirty="0">
                <a:latin typeface="微软雅黑" panose="020B0503020204020204" pitchFamily="34" charset="-122"/>
                <a:ea typeface="微软雅黑" panose="020B0503020204020204" pitchFamily="34" charset="-122"/>
              </a:rPr>
              <a:t>根桥的所有连接端口都是指定端口。（判断题）</a:t>
            </a:r>
            <a:endParaRPr lang="en-US" altLang="zh-CN" sz="2800" dirty="0">
              <a:latin typeface="微软雅黑" panose="020B0503020204020204" pitchFamily="34" charset="-122"/>
              <a:ea typeface="微软雅黑" panose="020B0503020204020204" pitchFamily="34" charset="-122"/>
            </a:endParaRPr>
          </a:p>
        </p:txBody>
      </p:sp>
      <p:sp>
        <p:nvSpPr>
          <p:cNvPr id="10" name="日期占位符 36"/>
          <p:cNvSpPr>
            <a:spLocks noGrp="1"/>
          </p:cNvSpPr>
          <p:nvPr>
            <p:ph type="dt" sz="half" idx="10"/>
          </p:nvPr>
        </p:nvSpPr>
        <p:spPr>
          <a:xfrm>
            <a:off x="197335" y="6489303"/>
            <a:ext cx="2743200" cy="365125"/>
          </a:xfrm>
        </p:spPr>
        <p:txBody>
          <a:bodyPr/>
          <a:lstStyle/>
          <a:p>
            <a:r>
              <a:rPr lang="en-US" altLang="zh-CN" dirty="0">
                <a:latin typeface="微软雅黑" panose="020B0503020204020204" pitchFamily="34" charset="-122"/>
                <a:ea typeface="微软雅黑" panose="020B0503020204020204" pitchFamily="34" charset="-122"/>
              </a:rPr>
              <a:t>4.4 </a:t>
            </a:r>
            <a:r>
              <a:rPr lang="zh-CN" altLang="en-US" dirty="0">
                <a:latin typeface="微软雅黑" panose="020B0503020204020204" pitchFamily="34" charset="-122"/>
                <a:ea typeface="微软雅黑" panose="020B0503020204020204" pitchFamily="34" charset="-122"/>
              </a:rPr>
              <a:t>数据链路层交换</a:t>
            </a:r>
          </a:p>
        </p:txBody>
      </p:sp>
      <p:sp>
        <p:nvSpPr>
          <p:cNvPr id="11" name="灯片编号占位符 38"/>
          <p:cNvSpPr>
            <a:spLocks noGrp="1"/>
          </p:cNvSpPr>
          <p:nvPr>
            <p:ph type="sldNum" sz="quarter" idx="12"/>
          </p:nvPr>
        </p:nvSpPr>
        <p:spPr>
          <a:xfrm>
            <a:off x="8686810" y="6489303"/>
            <a:ext cx="3319670" cy="365125"/>
          </a:xfrm>
        </p:spPr>
        <p:txBody>
          <a:bodyPr/>
          <a:lstStyle/>
          <a:p>
            <a:fld id="{8D4D1E41-7A09-AB4A-A4E1-09765ADA2698}" type="slidenum">
              <a:rPr kumimoji="1" lang="zh-CN" altLang="en-US" smtClean="0"/>
              <a:t>96</a:t>
            </a:fld>
            <a:endParaRPr kumimoji="1"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en-US" altLang="zh-CN" dirty="0"/>
              <a:t> </a:t>
            </a:r>
            <a:r>
              <a:rPr kumimoji="1" lang="zh-CN" altLang="zh-CN" dirty="0"/>
              <a:t>生成树协议</a:t>
            </a:r>
            <a:endParaRPr kumimoji="1" lang="zh-CN" altLang="en-US" dirty="0"/>
          </a:p>
        </p:txBody>
      </p:sp>
      <p:sp>
        <p:nvSpPr>
          <p:cNvPr id="91" name="内容占位符 2"/>
          <p:cNvSpPr>
            <a:spLocks noGrp="1"/>
          </p:cNvSpPr>
          <p:nvPr>
            <p:ph idx="1"/>
          </p:nvPr>
        </p:nvSpPr>
        <p:spPr>
          <a:xfrm>
            <a:off x="838200" y="1417272"/>
            <a:ext cx="10515600" cy="5131205"/>
          </a:xfrm>
          <a:ln>
            <a:noFill/>
          </a:ln>
        </p:spPr>
        <p:txBody>
          <a:bodyPr>
            <a:normAutofit/>
          </a:bodyPr>
          <a:lstStyle/>
          <a:p>
            <a:pPr>
              <a:lnSpc>
                <a:spcPct val="120000"/>
              </a:lnSpc>
            </a:pPr>
            <a:r>
              <a:rPr lang="zh-CN" altLang="en-US" dirty="0">
                <a:latin typeface="微软雅黑" panose="020B0503020204020204" pitchFamily="34" charset="-122"/>
                <a:ea typeface="微软雅黑" panose="020B0503020204020204" pitchFamily="34" charset="-122"/>
              </a:rPr>
              <a:t>端口角色与端口状态</a:t>
            </a:r>
            <a:endParaRPr lang="en-US" altLang="zh-CN" sz="2000" dirty="0">
              <a:latin typeface="微软雅黑" panose="020B0503020204020204" pitchFamily="34" charset="-122"/>
              <a:ea typeface="微软雅黑" panose="020B0503020204020204" pitchFamily="34" charset="-122"/>
            </a:endParaRPr>
          </a:p>
          <a:p>
            <a:pPr lvl="1">
              <a:lnSpc>
                <a:spcPct val="120000"/>
              </a:lnSpc>
            </a:pPr>
            <a:r>
              <a:rPr kumimoji="0" lang="zh-CN" altLang="en-US" sz="2800" dirty="0">
                <a:latin typeface="微软雅黑" panose="020B0503020204020204" pitchFamily="34" charset="-122"/>
                <a:ea typeface="微软雅黑" panose="020B0503020204020204" pitchFamily="34" charset="-122"/>
              </a:rPr>
              <a:t>事实上，</a:t>
            </a:r>
            <a:r>
              <a:rPr kumimoji="0" lang="en-US" altLang="zh-CN" sz="2800" dirty="0">
                <a:latin typeface="微软雅黑" panose="020B0503020204020204" pitchFamily="34" charset="-122"/>
                <a:ea typeface="微软雅黑" panose="020B0503020204020204" pitchFamily="34" charset="-122"/>
              </a:rPr>
              <a:t>802.1D</a:t>
            </a:r>
            <a:r>
              <a:rPr kumimoji="0" lang="zh-CN" altLang="en-US" sz="2800" dirty="0">
                <a:latin typeface="微软雅黑" panose="020B0503020204020204" pitchFamily="34" charset="-122"/>
                <a:ea typeface="微软雅黑" panose="020B0503020204020204" pitchFamily="34" charset="-122"/>
              </a:rPr>
              <a:t>标准给出了五种端口状态。</a:t>
            </a:r>
            <a:endParaRPr kumimoji="0" lang="en-US" altLang="zh-CN" sz="2800" dirty="0">
              <a:latin typeface="微软雅黑" panose="020B0503020204020204" pitchFamily="34" charset="-122"/>
              <a:ea typeface="微软雅黑" panose="020B0503020204020204" pitchFamily="34" charset="-122"/>
            </a:endParaRPr>
          </a:p>
        </p:txBody>
      </p:sp>
      <p:graphicFrame>
        <p:nvGraphicFramePr>
          <p:cNvPr id="4" name="表格 4"/>
          <p:cNvGraphicFramePr>
            <a:graphicFrameLocks noGrp="1"/>
          </p:cNvGraphicFramePr>
          <p:nvPr/>
        </p:nvGraphicFramePr>
        <p:xfrm>
          <a:off x="1390867" y="2761736"/>
          <a:ext cx="9635049" cy="3052408"/>
        </p:xfrm>
        <a:graphic>
          <a:graphicData uri="http://schemas.openxmlformats.org/drawingml/2006/table">
            <a:tbl>
              <a:tblPr firstRow="1" bandRow="1">
                <a:tableStyleId>{BDBED569-4797-4DF1-A0F4-6AAB3CD982D8}</a:tableStyleId>
              </a:tblPr>
              <a:tblGrid>
                <a:gridCol w="3044497">
                  <a:extLst>
                    <a:ext uri="{9D8B030D-6E8A-4147-A177-3AD203B41FA5}">
                      <a16:colId xmlns:a16="http://schemas.microsoft.com/office/drawing/2014/main" val="20000"/>
                    </a:ext>
                  </a:extLst>
                </a:gridCol>
                <a:gridCol w="1765738">
                  <a:extLst>
                    <a:ext uri="{9D8B030D-6E8A-4147-A177-3AD203B41FA5}">
                      <a16:colId xmlns:a16="http://schemas.microsoft.com/office/drawing/2014/main" val="20001"/>
                    </a:ext>
                  </a:extLst>
                </a:gridCol>
                <a:gridCol w="4824814">
                  <a:extLst>
                    <a:ext uri="{9D8B030D-6E8A-4147-A177-3AD203B41FA5}">
                      <a16:colId xmlns:a16="http://schemas.microsoft.com/office/drawing/2014/main" val="20002"/>
                    </a:ext>
                  </a:extLst>
                </a:gridCol>
              </a:tblGrid>
              <a:tr h="482914">
                <a:tc>
                  <a:txBody>
                    <a:bodyPr/>
                    <a:lstStyle/>
                    <a:p>
                      <a:pPr marL="0" marR="0" lvl="0" indent="0" algn="l" defTabSz="914400" rtl="0" eaLnBrk="1" fontAlgn="base" latinLnBrk="0" hangingPunct="1">
                        <a:lnSpc>
                          <a:spcPct val="110000"/>
                        </a:lnSpc>
                        <a:spcBef>
                          <a:spcPct val="0"/>
                        </a:spcBef>
                        <a:spcAft>
                          <a:spcPct val="0"/>
                        </a:spcAft>
                        <a:buClr>
                          <a:schemeClr val="tx1"/>
                        </a:buClr>
                        <a:buSzTx/>
                        <a:buFont typeface="Wingdings" panose="05000000000000000000" pitchFamily="2" charset="2"/>
                        <a:buNone/>
                      </a:pPr>
                      <a:r>
                        <a:rPr kumimoji="0" lang="zh-CN" altLang="en-US" sz="20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端口角色</a:t>
                      </a:r>
                      <a:endPar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90000" marR="90000" marT="46800" marB="46800" anchor="ctr" anchorCtr="1" horzOverflow="overflow"/>
                </a:tc>
                <a:tc>
                  <a:txBody>
                    <a:bodyPr/>
                    <a:lstStyle/>
                    <a:p>
                      <a:pPr marL="0" marR="0" lvl="0" indent="0" algn="l" defTabSz="914400" rtl="0" eaLnBrk="1" fontAlgn="base" latinLnBrk="0" hangingPunct="1">
                        <a:lnSpc>
                          <a:spcPct val="110000"/>
                        </a:lnSpc>
                        <a:spcBef>
                          <a:spcPct val="0"/>
                        </a:spcBef>
                        <a:spcAft>
                          <a:spcPct val="0"/>
                        </a:spcAft>
                        <a:buClr>
                          <a:schemeClr val="tx1"/>
                        </a:buClr>
                        <a:buSzTx/>
                        <a:buFont typeface="Wingdings" panose="05000000000000000000" pitchFamily="2" charset="2"/>
                        <a:buNone/>
                      </a:pPr>
                      <a:r>
                        <a:rPr kumimoji="0" lang="zh-CN" altLang="en-US" sz="20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端口状态</a:t>
                      </a:r>
                      <a:endPar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90000" marR="90000" marT="46800" marB="46800" anchor="ctr" anchorCtr="1" horzOverflow="overflow"/>
                </a:tc>
                <a:tc>
                  <a:txBody>
                    <a:bodyPr/>
                    <a:lstStyle/>
                    <a:p>
                      <a:pPr marL="0" marR="0" lvl="0" indent="0" algn="l" defTabSz="914400" rtl="0" eaLnBrk="1" fontAlgn="base" latinLnBrk="0" hangingPunct="1">
                        <a:lnSpc>
                          <a:spcPct val="110000"/>
                        </a:lnSpc>
                        <a:spcBef>
                          <a:spcPct val="0"/>
                        </a:spcBef>
                        <a:spcAft>
                          <a:spcPct val="0"/>
                        </a:spcAft>
                        <a:buClr>
                          <a:schemeClr val="tx1"/>
                        </a:buClr>
                        <a:buSzTx/>
                        <a:buFont typeface="Wingdings" panose="05000000000000000000" pitchFamily="2" charset="2"/>
                        <a:buNone/>
                      </a:pPr>
                      <a:r>
                        <a:rPr kumimoji="0" lang="zh-CN" altLang="en-US" sz="20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端口行为</a:t>
                      </a:r>
                      <a:endPar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90000" marR="90000" marT="46800" marB="46800" anchor="ctr" anchorCtr="1" horzOverflow="overflow"/>
                </a:tc>
                <a:extLst>
                  <a:ext uri="{0D108BD9-81ED-4DB2-BD59-A6C34878D82A}">
                    <a16:rowId xmlns:a16="http://schemas.microsoft.com/office/drawing/2014/main" val="10000"/>
                  </a:ext>
                </a:extLst>
              </a:tr>
              <a:tr h="603054">
                <a:tc>
                  <a:txBody>
                    <a:bodyPr/>
                    <a:lstStyle/>
                    <a:p>
                      <a:pPr marL="0" marR="0" lvl="0" indent="0" algn="l" defTabSz="914400" rtl="0" eaLnBrk="1" fontAlgn="base" latinLnBrk="0" hangingPunct="1">
                        <a:lnSpc>
                          <a:spcPct val="110000"/>
                        </a:lnSpc>
                        <a:spcBef>
                          <a:spcPct val="0"/>
                        </a:spcBef>
                        <a:spcAft>
                          <a:spcPct val="0"/>
                        </a:spcAft>
                        <a:buClr>
                          <a:schemeClr val="tx1"/>
                        </a:buClr>
                        <a:buSzTx/>
                        <a:buFont typeface="Wingdings" panose="05000000000000000000" pitchFamily="2" charset="2"/>
                        <a:buNone/>
                      </a:pPr>
                      <a:r>
                        <a:rPr kumimoji="0" lang="zh-CN" altLang="en-US" sz="20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未启用</a:t>
                      </a:r>
                      <a:r>
                        <a:rPr kumimoji="0" lang="en-US" altLang="zh-CN" sz="20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STP</a:t>
                      </a:r>
                      <a:r>
                        <a:rPr kumimoji="0" lang="zh-CN" altLang="en-US" sz="20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功能的端口</a:t>
                      </a:r>
                      <a:endPar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90000" marR="90000" marT="46800" marB="46800" anchor="ctr" anchorCtr="1" horzOverflow="overflow"/>
                </a:tc>
                <a:tc>
                  <a:txBody>
                    <a:bodyPr/>
                    <a:lstStyle/>
                    <a:p>
                      <a:pPr marL="0" marR="0" lvl="0" indent="0" algn="l" defTabSz="914400" rtl="0" eaLnBrk="1" fontAlgn="base" latinLnBrk="0" hangingPunct="1">
                        <a:lnSpc>
                          <a:spcPct val="110000"/>
                        </a:lnSpc>
                        <a:spcBef>
                          <a:spcPct val="0"/>
                        </a:spcBef>
                        <a:spcAft>
                          <a:spcPct val="0"/>
                        </a:spcAft>
                        <a:buClr>
                          <a:schemeClr val="tx1"/>
                        </a:buClr>
                        <a:buSzTx/>
                        <a:buFont typeface="Wingdings" panose="05000000000000000000" pitchFamily="2" charset="2"/>
                        <a:buNone/>
                      </a:pPr>
                      <a:r>
                        <a:rPr kumimoji="0" lang="en-US" altLang="zh-CN" sz="20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Disabled</a:t>
                      </a:r>
                      <a:endParaRPr kumimoji="0" lang="en-US"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90000" marR="90000" marT="46800" marB="46800" anchor="ctr" anchorCtr="1" horzOverflow="overflow"/>
                </a:tc>
                <a:tc>
                  <a:txBody>
                    <a:bodyPr/>
                    <a:lstStyle/>
                    <a:p>
                      <a:pPr marL="0" marR="0" lvl="0" indent="0" algn="l" defTabSz="914400" rtl="0" eaLnBrk="1" fontAlgn="base" latinLnBrk="0" hangingPunct="1">
                        <a:lnSpc>
                          <a:spcPct val="120000"/>
                        </a:lnSpc>
                        <a:spcBef>
                          <a:spcPct val="0"/>
                        </a:spcBef>
                        <a:spcAft>
                          <a:spcPct val="0"/>
                        </a:spcAft>
                        <a:buClr>
                          <a:schemeClr val="tx1"/>
                        </a:buClr>
                        <a:buSzTx/>
                        <a:buFont typeface="Wingdings" panose="05000000000000000000" pitchFamily="2" charset="2"/>
                        <a:buNone/>
                      </a:pPr>
                      <a:r>
                        <a:rPr kumimoji="0" lang="zh-CN" altLang="en-US" sz="2000" b="0"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mn-cs"/>
                        </a:rPr>
                        <a:t>不收发</a:t>
                      </a:r>
                      <a:r>
                        <a:rPr kumimoji="0" lang="en-US" altLang="zh-CN" sz="2000" b="0"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mn-cs"/>
                        </a:rPr>
                        <a:t>BPDU</a:t>
                      </a:r>
                      <a:r>
                        <a:rPr kumimoji="0" lang="zh-CN" altLang="en-US" sz="2000" b="0"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mn-cs"/>
                        </a:rPr>
                        <a:t>报文，接收或转发数据</a:t>
                      </a:r>
                    </a:p>
                  </a:txBody>
                  <a:tcPr marL="90000" marR="90000" marT="46800" marB="46800" anchor="ctr" anchorCtr="1" horzOverflow="overflow"/>
                </a:tc>
                <a:extLst>
                  <a:ext uri="{0D108BD9-81ED-4DB2-BD59-A6C34878D82A}">
                    <a16:rowId xmlns:a16="http://schemas.microsoft.com/office/drawing/2014/main" val="10001"/>
                  </a:ext>
                </a:extLst>
              </a:tr>
              <a:tr h="472050">
                <a:tc>
                  <a:txBody>
                    <a:bodyPr/>
                    <a:lstStyle/>
                    <a:p>
                      <a:pPr marL="0" marR="0" lvl="0" indent="0" algn="l" defTabSz="914400" rtl="0" eaLnBrk="1" fontAlgn="base" latinLnBrk="0" hangingPunct="1">
                        <a:lnSpc>
                          <a:spcPct val="110000"/>
                        </a:lnSpc>
                        <a:spcBef>
                          <a:spcPct val="0"/>
                        </a:spcBef>
                        <a:spcAft>
                          <a:spcPct val="0"/>
                        </a:spcAft>
                        <a:buClr>
                          <a:schemeClr val="tx1"/>
                        </a:buClr>
                        <a:buSzTx/>
                        <a:buFont typeface="Wingdings" panose="05000000000000000000" pitchFamily="2" charset="2"/>
                        <a:buNone/>
                      </a:pPr>
                      <a:r>
                        <a:rPr kumimoji="0" lang="zh-CN" altLang="en-US" sz="20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非指定端口或根端口</a:t>
                      </a:r>
                      <a:endPar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90000" marR="90000" marT="46800" marB="46800" anchor="ctr" anchorCtr="1" horzOverflow="overflow"/>
                </a:tc>
                <a:tc>
                  <a:txBody>
                    <a:bodyPr/>
                    <a:lstStyle/>
                    <a:p>
                      <a:pPr marL="0" marR="0" lvl="0" indent="0" algn="l" defTabSz="914400" rtl="0" eaLnBrk="1" fontAlgn="base" latinLnBrk="0" hangingPunct="1">
                        <a:lnSpc>
                          <a:spcPct val="110000"/>
                        </a:lnSpc>
                        <a:spcBef>
                          <a:spcPct val="0"/>
                        </a:spcBef>
                        <a:spcAft>
                          <a:spcPct val="0"/>
                        </a:spcAft>
                        <a:buClr>
                          <a:schemeClr val="tx1"/>
                        </a:buClr>
                        <a:buSzTx/>
                        <a:buFont typeface="Wingdings" panose="05000000000000000000" pitchFamily="2" charset="2"/>
                        <a:buNone/>
                      </a:pPr>
                      <a:r>
                        <a:rPr kumimoji="0" lang="en-US" altLang="zh-CN" sz="20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Blocking</a:t>
                      </a:r>
                      <a:endParaRPr kumimoji="0" lang="en-US"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90000" marR="90000" marT="46800" marB="46800" anchor="ctr" anchorCtr="1" horzOverflow="overflow"/>
                </a:tc>
                <a:tc>
                  <a:txBody>
                    <a:bodyPr/>
                    <a:lstStyle/>
                    <a:p>
                      <a:pPr marL="0" marR="0" lvl="0" indent="0" algn="l" defTabSz="914400" rtl="0" eaLnBrk="1" fontAlgn="base" latinLnBrk="0" hangingPunct="1">
                        <a:lnSpc>
                          <a:spcPct val="120000"/>
                        </a:lnSpc>
                        <a:spcBef>
                          <a:spcPct val="0"/>
                        </a:spcBef>
                        <a:spcAft>
                          <a:spcPct val="0"/>
                        </a:spcAft>
                        <a:buClr>
                          <a:schemeClr val="tx1"/>
                        </a:buClr>
                        <a:buSzTx/>
                        <a:buFont typeface="Wingdings" panose="05000000000000000000" pitchFamily="2" charset="2"/>
                        <a:buNone/>
                      </a:pPr>
                      <a:r>
                        <a:rPr kumimoji="0" lang="zh-CN" altLang="en-US" sz="2000" b="0"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mn-cs"/>
                        </a:rPr>
                        <a:t>接收但不发送</a:t>
                      </a:r>
                      <a:r>
                        <a:rPr kumimoji="0" lang="en-US" altLang="zh-CN" sz="2000" b="0"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mn-cs"/>
                        </a:rPr>
                        <a:t>BPDU</a:t>
                      </a:r>
                      <a:r>
                        <a:rPr kumimoji="0" lang="zh-CN" altLang="en-US" sz="2000" b="0"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mn-cs"/>
                        </a:rPr>
                        <a:t>，不接收或转发数据</a:t>
                      </a:r>
                    </a:p>
                  </a:txBody>
                  <a:tcPr marL="90000" marR="90000" marT="46800" marB="46800" anchor="ctr" anchorCtr="1" horzOverflow="overflow"/>
                </a:tc>
                <a:extLst>
                  <a:ext uri="{0D108BD9-81ED-4DB2-BD59-A6C34878D82A}">
                    <a16:rowId xmlns:a16="http://schemas.microsoft.com/office/drawing/2014/main" val="10002"/>
                  </a:ext>
                </a:extLst>
              </a:tr>
              <a:tr h="507311">
                <a:tc>
                  <a:txBody>
                    <a:bodyPr/>
                    <a:lstStyle/>
                    <a:p>
                      <a:pPr marL="0" marR="0" lvl="0" indent="0" algn="l" defTabSz="914400" rtl="0" eaLnBrk="1" fontAlgn="base" latinLnBrk="0" hangingPunct="1">
                        <a:lnSpc>
                          <a:spcPct val="110000"/>
                        </a:lnSpc>
                        <a:spcBef>
                          <a:spcPct val="0"/>
                        </a:spcBef>
                        <a:spcAft>
                          <a:spcPct val="0"/>
                        </a:spcAft>
                        <a:buClr>
                          <a:schemeClr val="tx1"/>
                        </a:buClr>
                        <a:buSzTx/>
                        <a:buFont typeface="Wingdings" panose="05000000000000000000" pitchFamily="2" charset="2"/>
                        <a:buNone/>
                      </a:pPr>
                      <a:r>
                        <a:rPr kumimoji="0" lang="en-US" altLang="zh-CN" sz="20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a:t>
                      </a:r>
                      <a:endParaRPr kumimoji="0" lang="en-US"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90000" marR="90000" marT="46800" marB="46800" anchor="ctr" anchorCtr="1" horzOverflow="overflow"/>
                </a:tc>
                <a:tc>
                  <a:txBody>
                    <a:bodyPr/>
                    <a:lstStyle/>
                    <a:p>
                      <a:pPr marL="0" marR="0" lvl="0" indent="0" algn="l" defTabSz="914400" rtl="0" eaLnBrk="1" fontAlgn="base" latinLnBrk="0" hangingPunct="1">
                        <a:lnSpc>
                          <a:spcPct val="110000"/>
                        </a:lnSpc>
                        <a:spcBef>
                          <a:spcPct val="0"/>
                        </a:spcBef>
                        <a:spcAft>
                          <a:spcPct val="0"/>
                        </a:spcAft>
                        <a:buClr>
                          <a:schemeClr val="tx1"/>
                        </a:buClr>
                        <a:buSzTx/>
                        <a:buFont typeface="Wingdings" panose="05000000000000000000" pitchFamily="2" charset="2"/>
                        <a:buNone/>
                      </a:pPr>
                      <a:r>
                        <a:rPr kumimoji="0" lang="en-US" altLang="zh-CN" sz="20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Listening</a:t>
                      </a:r>
                      <a:endParaRPr kumimoji="0" lang="en-US"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90000" marR="90000" marT="46800" marB="46800" anchor="ctr" anchorCtr="1" horzOverflow="overflow"/>
                </a:tc>
                <a:tc>
                  <a:txBody>
                    <a:bodyPr/>
                    <a:lstStyle/>
                    <a:p>
                      <a:pPr marL="0" marR="0" lvl="0" indent="0" algn="l" defTabSz="914400" rtl="0" eaLnBrk="1" fontAlgn="base" latinLnBrk="0" hangingPunct="1">
                        <a:lnSpc>
                          <a:spcPct val="120000"/>
                        </a:lnSpc>
                        <a:spcBef>
                          <a:spcPct val="0"/>
                        </a:spcBef>
                        <a:spcAft>
                          <a:spcPct val="0"/>
                        </a:spcAft>
                        <a:buClr>
                          <a:schemeClr val="tx1"/>
                        </a:buClr>
                        <a:buSzTx/>
                        <a:buFont typeface="Wingdings" panose="05000000000000000000" pitchFamily="2" charset="2"/>
                        <a:buNone/>
                      </a:pPr>
                      <a:r>
                        <a:rPr kumimoji="0" lang="zh-CN" altLang="en-US" sz="2000" b="0"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mn-cs"/>
                        </a:rPr>
                        <a:t>接收并发送</a:t>
                      </a:r>
                      <a:r>
                        <a:rPr kumimoji="0" lang="en-US" altLang="zh-CN" sz="2000" b="0"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mn-cs"/>
                        </a:rPr>
                        <a:t>BPDU</a:t>
                      </a:r>
                      <a:r>
                        <a:rPr kumimoji="0" lang="zh-CN" altLang="en-US" sz="2000" b="0"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mn-cs"/>
                        </a:rPr>
                        <a:t>，不接收或转发数据</a:t>
                      </a:r>
                    </a:p>
                  </a:txBody>
                  <a:tcPr marL="90000" marR="90000" marT="46800" marB="46800" anchor="ctr" anchorCtr="1" horzOverflow="overflow"/>
                </a:tc>
                <a:extLst>
                  <a:ext uri="{0D108BD9-81ED-4DB2-BD59-A6C34878D82A}">
                    <a16:rowId xmlns:a16="http://schemas.microsoft.com/office/drawing/2014/main" val="10003"/>
                  </a:ext>
                </a:extLst>
              </a:tr>
              <a:tr h="476941">
                <a:tc>
                  <a:txBody>
                    <a:bodyPr/>
                    <a:lstStyle/>
                    <a:p>
                      <a:pPr marL="0" marR="0" lvl="0" indent="0" algn="l" defTabSz="914400" rtl="0" eaLnBrk="1" fontAlgn="base" latinLnBrk="0" hangingPunct="1">
                        <a:lnSpc>
                          <a:spcPct val="110000"/>
                        </a:lnSpc>
                        <a:spcBef>
                          <a:spcPct val="0"/>
                        </a:spcBef>
                        <a:spcAft>
                          <a:spcPct val="0"/>
                        </a:spcAft>
                        <a:buClr>
                          <a:schemeClr val="tx1"/>
                        </a:buClr>
                        <a:buSzTx/>
                        <a:buFont typeface="Wingdings" panose="05000000000000000000" pitchFamily="2" charset="2"/>
                        <a:buNone/>
                      </a:pPr>
                      <a:r>
                        <a:rPr kumimoji="0" lang="en-US" altLang="zh-CN" sz="20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a:t>
                      </a:r>
                      <a:endParaRPr kumimoji="0" lang="en-US"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90000" marR="90000" marT="46800" marB="46800" anchor="ctr" anchorCtr="1" horzOverflow="overflow"/>
                </a:tc>
                <a:tc>
                  <a:txBody>
                    <a:bodyPr/>
                    <a:lstStyle/>
                    <a:p>
                      <a:pPr marL="0" marR="0" lvl="0" indent="0" algn="l" defTabSz="914400" rtl="0" eaLnBrk="1" fontAlgn="base" latinLnBrk="0" hangingPunct="1">
                        <a:lnSpc>
                          <a:spcPct val="110000"/>
                        </a:lnSpc>
                        <a:spcBef>
                          <a:spcPct val="0"/>
                        </a:spcBef>
                        <a:spcAft>
                          <a:spcPct val="0"/>
                        </a:spcAft>
                        <a:buClr>
                          <a:schemeClr val="tx1"/>
                        </a:buClr>
                        <a:buSzTx/>
                        <a:buFont typeface="Wingdings" panose="05000000000000000000" pitchFamily="2" charset="2"/>
                        <a:buNone/>
                      </a:pPr>
                      <a:r>
                        <a:rPr kumimoji="0" lang="en-US" altLang="zh-CN" sz="2000" b="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Learning</a:t>
                      </a:r>
                      <a:endParaRPr kumimoji="0" lang="en-US" altLang="zh-CN" sz="2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L="90000" marR="90000" marT="46800" marB="46800" anchor="ctr" anchorCtr="1" horzOverflow="overflow"/>
                </a:tc>
                <a:tc>
                  <a:txBody>
                    <a:bodyPr/>
                    <a:lstStyle/>
                    <a:p>
                      <a:pPr marL="0" marR="0" lvl="0" indent="0" algn="l" defTabSz="914400" rtl="0" eaLnBrk="1" fontAlgn="base" latinLnBrk="0" hangingPunct="1">
                        <a:lnSpc>
                          <a:spcPct val="120000"/>
                        </a:lnSpc>
                        <a:spcBef>
                          <a:spcPct val="0"/>
                        </a:spcBef>
                        <a:spcAft>
                          <a:spcPct val="0"/>
                        </a:spcAft>
                        <a:buClr>
                          <a:schemeClr val="tx1"/>
                        </a:buClr>
                        <a:buSzTx/>
                        <a:buFont typeface="Wingdings" panose="05000000000000000000" pitchFamily="2" charset="2"/>
                        <a:buNone/>
                      </a:pPr>
                      <a:r>
                        <a:rPr kumimoji="0" lang="zh-CN" altLang="en-US" sz="2000" b="0"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mn-cs"/>
                        </a:rPr>
                        <a:t>接收并发送</a:t>
                      </a:r>
                      <a:r>
                        <a:rPr kumimoji="0" lang="en-US" altLang="zh-CN" sz="2000" b="0"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mn-cs"/>
                        </a:rPr>
                        <a:t>BPDU</a:t>
                      </a:r>
                      <a:r>
                        <a:rPr kumimoji="0" lang="zh-CN" altLang="en-US" sz="2000" b="0"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mn-cs"/>
                        </a:rPr>
                        <a:t>，不接收或转发数据</a:t>
                      </a:r>
                    </a:p>
                  </a:txBody>
                  <a:tcPr marL="90000" marR="90000" marT="46800" marB="46800" anchor="ctr" anchorCtr="1" horzOverflow="overflow"/>
                </a:tc>
                <a:extLst>
                  <a:ext uri="{0D108BD9-81ED-4DB2-BD59-A6C34878D82A}">
                    <a16:rowId xmlns:a16="http://schemas.microsoft.com/office/drawing/2014/main" val="10004"/>
                  </a:ext>
                </a:extLst>
              </a:tr>
              <a:tr h="510138">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20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指定端口或根端口</a:t>
                      </a:r>
                      <a:endPar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90000" marR="90000" marT="46800" marB="46800" anchor="ctr" anchorCtr="1" horzOverflow="overflow"/>
                </a:tc>
                <a:tc>
                  <a:txBody>
                    <a:bodyPr/>
                    <a:lstStyle/>
                    <a:p>
                      <a:pPr marL="0" marR="0" lvl="0" indent="0" algn="l" defTabSz="914400" rtl="0" eaLnBrk="1" fontAlgn="base" latinLnBrk="0" hangingPunct="1">
                        <a:lnSpc>
                          <a:spcPct val="110000"/>
                        </a:lnSpc>
                        <a:spcBef>
                          <a:spcPct val="0"/>
                        </a:spcBef>
                        <a:spcAft>
                          <a:spcPct val="0"/>
                        </a:spcAft>
                        <a:buClr>
                          <a:schemeClr val="tx1"/>
                        </a:buClr>
                        <a:buSzTx/>
                        <a:buFont typeface="Wingdings" panose="05000000000000000000" pitchFamily="2" charset="2"/>
                        <a:buNone/>
                      </a:pPr>
                      <a:r>
                        <a:rPr kumimoji="0" lang="en-US" altLang="zh-CN" sz="20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Forwarding</a:t>
                      </a:r>
                      <a:endParaRPr kumimoji="0" lang="en-US"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90000" marR="90000" marT="46800" marB="46800" anchor="ctr" anchorCtr="1" horzOverflow="overflow"/>
                </a:tc>
                <a:tc>
                  <a:txBody>
                    <a:bodyPr/>
                    <a:lstStyle/>
                    <a:p>
                      <a:pPr marL="0" marR="0" lvl="0" indent="0" algn="l" defTabSz="914400" rtl="0" eaLnBrk="1" fontAlgn="base" latinLnBrk="0" hangingPunct="1">
                        <a:lnSpc>
                          <a:spcPct val="120000"/>
                        </a:lnSpc>
                        <a:spcBef>
                          <a:spcPct val="0"/>
                        </a:spcBef>
                        <a:spcAft>
                          <a:spcPct val="0"/>
                        </a:spcAft>
                        <a:buClr>
                          <a:schemeClr val="tx1"/>
                        </a:buClr>
                        <a:buSzTx/>
                        <a:buFont typeface="Wingdings" panose="05000000000000000000" pitchFamily="2" charset="2"/>
                        <a:buNone/>
                      </a:pPr>
                      <a:r>
                        <a:rPr kumimoji="0" lang="zh-CN" altLang="en-US" sz="2000" b="0"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mn-cs"/>
                        </a:rPr>
                        <a:t>接收并发送</a:t>
                      </a:r>
                      <a:r>
                        <a:rPr kumimoji="0" lang="en-US" altLang="zh-CN" sz="2000" b="0"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mn-cs"/>
                        </a:rPr>
                        <a:t>BPDU</a:t>
                      </a:r>
                      <a:r>
                        <a:rPr kumimoji="0" lang="zh-CN" altLang="en-US" sz="2000" b="0"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mn-cs"/>
                        </a:rPr>
                        <a:t>，接收并转发数据</a:t>
                      </a:r>
                    </a:p>
                  </a:txBody>
                  <a:tcPr marL="90000" marR="90000" marT="46800" marB="46800" anchor="ctr" anchorCtr="1" horzOverflow="overflow"/>
                </a:tc>
                <a:extLst>
                  <a:ext uri="{0D108BD9-81ED-4DB2-BD59-A6C34878D82A}">
                    <a16:rowId xmlns:a16="http://schemas.microsoft.com/office/drawing/2014/main" val="10005"/>
                  </a:ext>
                </a:extLst>
              </a:tr>
            </a:tbl>
          </a:graphicData>
        </a:graphic>
      </p:graphicFrame>
      <p:sp>
        <p:nvSpPr>
          <p:cNvPr id="9" name="日期占位符 36"/>
          <p:cNvSpPr>
            <a:spLocks noGrp="1"/>
          </p:cNvSpPr>
          <p:nvPr>
            <p:ph type="dt" sz="half" idx="10"/>
          </p:nvPr>
        </p:nvSpPr>
        <p:spPr>
          <a:xfrm>
            <a:off x="197335" y="6489303"/>
            <a:ext cx="2743200" cy="365125"/>
          </a:xfrm>
        </p:spPr>
        <p:txBody>
          <a:bodyPr/>
          <a:lstStyle/>
          <a:p>
            <a:r>
              <a:rPr lang="en-US" altLang="zh-CN" dirty="0">
                <a:latin typeface="微软雅黑" panose="020B0503020204020204" pitchFamily="34" charset="-122"/>
                <a:ea typeface="微软雅黑" panose="020B0503020204020204" pitchFamily="34" charset="-122"/>
              </a:rPr>
              <a:t>4.4 </a:t>
            </a:r>
            <a:r>
              <a:rPr lang="zh-CN" altLang="en-US" dirty="0">
                <a:latin typeface="微软雅黑" panose="020B0503020204020204" pitchFamily="34" charset="-122"/>
                <a:ea typeface="微软雅黑" panose="020B0503020204020204" pitchFamily="34" charset="-122"/>
              </a:rPr>
              <a:t>数据链路层交换</a:t>
            </a:r>
          </a:p>
        </p:txBody>
      </p:sp>
      <p:sp>
        <p:nvSpPr>
          <p:cNvPr id="10" name="灯片编号占位符 38"/>
          <p:cNvSpPr>
            <a:spLocks noGrp="1"/>
          </p:cNvSpPr>
          <p:nvPr>
            <p:ph type="sldNum" sz="quarter" idx="12"/>
          </p:nvPr>
        </p:nvSpPr>
        <p:spPr>
          <a:xfrm>
            <a:off x="8686810" y="6489303"/>
            <a:ext cx="3319670" cy="365125"/>
          </a:xfrm>
        </p:spPr>
        <p:txBody>
          <a:bodyPr/>
          <a:lstStyle/>
          <a:p>
            <a:fld id="{8D4D1E41-7A09-AB4A-A4E1-09765ADA2698}" type="slidenum">
              <a:rPr kumimoji="1" lang="zh-CN" altLang="en-US" smtClean="0"/>
              <a:t>97</a:t>
            </a:fld>
            <a:endParaRPr kumimoji="1" lang="zh-CN" altLang="en-US"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en-US" altLang="zh-CN" dirty="0"/>
              <a:t> </a:t>
            </a:r>
            <a:r>
              <a:rPr kumimoji="1" lang="zh-CN" altLang="zh-CN" dirty="0"/>
              <a:t>生成树协议</a:t>
            </a:r>
            <a:endParaRPr kumimoji="1" lang="zh-CN" altLang="en-US" dirty="0"/>
          </a:p>
        </p:txBody>
      </p:sp>
      <p:sp>
        <p:nvSpPr>
          <p:cNvPr id="91" name="内容占位符 2"/>
          <p:cNvSpPr>
            <a:spLocks noGrp="1"/>
          </p:cNvSpPr>
          <p:nvPr>
            <p:ph idx="1"/>
          </p:nvPr>
        </p:nvSpPr>
        <p:spPr>
          <a:xfrm>
            <a:off x="838200" y="1417272"/>
            <a:ext cx="6294120" cy="5131205"/>
          </a:xfrm>
          <a:ln>
            <a:noFill/>
          </a:ln>
        </p:spPr>
        <p:txBody>
          <a:bodyPr>
            <a:normAutofit/>
          </a:bodyPr>
          <a:lstStyle/>
          <a:p>
            <a:pPr>
              <a:lnSpc>
                <a:spcPct val="120000"/>
              </a:lnSpc>
            </a:pPr>
            <a:r>
              <a:rPr lang="zh-CN" altLang="en-US" dirty="0">
                <a:latin typeface="微软雅黑" panose="020B0503020204020204" pitchFamily="34" charset="-122"/>
                <a:ea typeface="微软雅黑" panose="020B0503020204020204" pitchFamily="34" charset="-122"/>
              </a:rPr>
              <a:t>端口状态的迁移</a:t>
            </a:r>
            <a:endParaRPr lang="en-US" altLang="zh-CN" dirty="0">
              <a:latin typeface="微软雅黑" panose="020B0503020204020204" pitchFamily="34" charset="-122"/>
              <a:ea typeface="微软雅黑" panose="020B0503020204020204" pitchFamily="34" charset="-122"/>
            </a:endParaRPr>
          </a:p>
          <a:p>
            <a:pPr lvl="1" algn="just">
              <a:lnSpc>
                <a:spcPct val="130000"/>
              </a:lnSpc>
            </a:pPr>
            <a:r>
              <a:rPr lang="zh-CN" altLang="en-US" dirty="0">
                <a:latin typeface="微软雅黑" panose="020B0503020204020204" pitchFamily="34" charset="-122"/>
                <a:ea typeface="微软雅黑" panose="020B0503020204020204" pitchFamily="34" charset="-122"/>
              </a:rPr>
              <a:t>端口角色确定为</a:t>
            </a:r>
            <a:r>
              <a:rPr lang="zh-CN" altLang="en-US" dirty="0"/>
              <a:t>指定端口或根端口</a:t>
            </a:r>
            <a:r>
              <a:rPr lang="zh-CN" altLang="en-US" dirty="0">
                <a:latin typeface="微软雅黑" panose="020B0503020204020204" pitchFamily="34" charset="-122"/>
                <a:ea typeface="微软雅黑" panose="020B0503020204020204" pitchFamily="34" charset="-122"/>
              </a:rPr>
              <a:t>后，从</a:t>
            </a:r>
            <a:r>
              <a:rPr lang="en-US" altLang="zh-CN" dirty="0">
                <a:latin typeface="微软雅黑" panose="020B0503020204020204" pitchFamily="34" charset="-122"/>
                <a:ea typeface="微软雅黑" panose="020B0503020204020204" pitchFamily="34" charset="-122"/>
              </a:rPr>
              <a:t>Blocking</a:t>
            </a:r>
            <a:r>
              <a:rPr lang="zh-CN" altLang="en-US" dirty="0">
                <a:latin typeface="微软雅黑" panose="020B0503020204020204" pitchFamily="34" charset="-122"/>
                <a:ea typeface="微软雅黑" panose="020B0503020204020204" pitchFamily="34" charset="-122"/>
              </a:rPr>
              <a:t>状态经</a:t>
            </a:r>
            <a:r>
              <a:rPr lang="en-US" altLang="zh-CN" dirty="0">
                <a:latin typeface="微软雅黑" panose="020B0503020204020204" pitchFamily="34" charset="-122"/>
                <a:ea typeface="微软雅黑" panose="020B0503020204020204" pitchFamily="34" charset="-122"/>
              </a:rPr>
              <a:t>Listening</a:t>
            </a:r>
            <a:r>
              <a:rPr lang="zh-CN" altLang="en-US" dirty="0">
                <a:latin typeface="微软雅黑" panose="020B0503020204020204" pitchFamily="34" charset="-122"/>
                <a:ea typeface="微软雅黑" panose="020B0503020204020204" pitchFamily="34" charset="-122"/>
              </a:rPr>
              <a:t>和</a:t>
            </a:r>
            <a:r>
              <a:rPr lang="en-US" altLang="zh-CN" dirty="0">
                <a:latin typeface="微软雅黑" panose="020B0503020204020204" pitchFamily="34" charset="-122"/>
                <a:ea typeface="微软雅黑" panose="020B0503020204020204" pitchFamily="34" charset="-122"/>
              </a:rPr>
              <a:t>Learning</a:t>
            </a:r>
            <a:r>
              <a:rPr lang="zh-CN" altLang="en-US" dirty="0">
                <a:latin typeface="微软雅黑" panose="020B0503020204020204" pitchFamily="34" charset="-122"/>
                <a:ea typeface="微软雅黑" panose="020B0503020204020204" pitchFamily="34" charset="-122"/>
              </a:rPr>
              <a:t>才能到</a:t>
            </a:r>
            <a:r>
              <a:rPr lang="en-US" altLang="zh-CN" dirty="0">
                <a:latin typeface="微软雅黑" panose="020B0503020204020204" pitchFamily="34" charset="-122"/>
                <a:ea typeface="微软雅黑" panose="020B0503020204020204" pitchFamily="34" charset="-122"/>
              </a:rPr>
              <a:t>Forwarding</a:t>
            </a:r>
            <a:r>
              <a:rPr lang="zh-CN" altLang="en-US" dirty="0">
                <a:latin typeface="微软雅黑" panose="020B0503020204020204" pitchFamily="34" charset="-122"/>
                <a:ea typeface="微软雅黑" panose="020B0503020204020204" pitchFamily="34" charset="-122"/>
              </a:rPr>
              <a:t>状态；</a:t>
            </a:r>
          </a:p>
          <a:p>
            <a:pPr lvl="1" algn="just">
              <a:lnSpc>
                <a:spcPct val="130000"/>
              </a:lnSpc>
            </a:pPr>
            <a:r>
              <a:rPr lang="zh-CN" altLang="en-US" dirty="0">
                <a:latin typeface="微软雅黑" panose="020B0503020204020204" pitchFamily="34" charset="-122"/>
                <a:ea typeface="微软雅黑" panose="020B0503020204020204" pitchFamily="34" charset="-122"/>
              </a:rPr>
              <a:t>默认的</a:t>
            </a:r>
            <a:r>
              <a:rPr lang="en-US" altLang="zh-CN" dirty="0">
                <a:latin typeface="微软雅黑" panose="020B0503020204020204" pitchFamily="34" charset="-122"/>
                <a:ea typeface="微软雅黑" panose="020B0503020204020204" pitchFamily="34" charset="-122"/>
              </a:rPr>
              <a:t>Forwarding Delay</a:t>
            </a:r>
            <a:r>
              <a:rPr lang="zh-CN" altLang="en-US" dirty="0">
                <a:latin typeface="微软雅黑" panose="020B0503020204020204" pitchFamily="34" charset="-122"/>
                <a:ea typeface="微软雅黑" panose="020B0503020204020204" pitchFamily="34" charset="-122"/>
              </a:rPr>
              <a:t>时间是</a:t>
            </a:r>
            <a:r>
              <a:rPr lang="en-US" altLang="zh-CN" dirty="0">
                <a:solidFill>
                  <a:srgbClr val="C00000"/>
                </a:solidFill>
                <a:latin typeface="微软雅黑" panose="020B0503020204020204" pitchFamily="34" charset="-122"/>
                <a:ea typeface="微软雅黑" panose="020B0503020204020204" pitchFamily="34" charset="-122"/>
              </a:rPr>
              <a:t>15</a:t>
            </a:r>
            <a:r>
              <a:rPr lang="zh-CN" altLang="en-US" dirty="0">
                <a:solidFill>
                  <a:srgbClr val="C00000"/>
                </a:solidFill>
                <a:latin typeface="微软雅黑" panose="020B0503020204020204" pitchFamily="34" charset="-122"/>
                <a:ea typeface="微软雅黑" panose="020B0503020204020204" pitchFamily="34" charset="-122"/>
              </a:rPr>
              <a:t>秒</a:t>
            </a:r>
            <a:r>
              <a:rPr lang="zh-CN" altLang="en-US" dirty="0">
                <a:latin typeface="微软雅黑" panose="020B0503020204020204" pitchFamily="34" charset="-122"/>
                <a:ea typeface="微软雅黑" panose="020B0503020204020204" pitchFamily="34" charset="-122"/>
              </a:rPr>
              <a:t>，能保证当网络的拓扑发生改变时，新的配置信息能够传遍整个网络，从而避免由于网络为收敛而造成临时环路。</a:t>
            </a:r>
            <a:endParaRPr lang="en-US" altLang="zh-CN" dirty="0">
              <a:latin typeface="微软雅黑" panose="020B0503020204020204" pitchFamily="34" charset="-122"/>
              <a:ea typeface="微软雅黑" panose="020B0503020204020204" pitchFamily="34" charset="-122"/>
            </a:endParaRPr>
          </a:p>
        </p:txBody>
      </p:sp>
      <p:sp>
        <p:nvSpPr>
          <p:cNvPr id="6" name="AutoShape 49"/>
          <p:cNvSpPr>
            <a:spLocks noChangeArrowheads="1"/>
          </p:cNvSpPr>
          <p:nvPr/>
        </p:nvSpPr>
        <p:spPr bwMode="auto">
          <a:xfrm>
            <a:off x="7589195" y="5437763"/>
            <a:ext cx="2221567" cy="576262"/>
          </a:xfrm>
          <a:prstGeom prst="flowChartProcess">
            <a:avLst/>
          </a:prstGeom>
          <a:solidFill>
            <a:schemeClr val="bg1">
              <a:lumMod val="85000"/>
            </a:schemeClr>
          </a:solidFill>
          <a:ln w="9525" algn="ctr">
            <a:solidFill>
              <a:srgbClr val="7030A0"/>
            </a:solidFill>
            <a:miter lim="800000"/>
          </a:ln>
          <a:effectLst/>
        </p:spPr>
        <p:txBody>
          <a:bodyPr wrap="none" anchor="ctr"/>
          <a:lstStyle>
            <a:lvl1pPr>
              <a:lnSpc>
                <a:spcPct val="110000"/>
              </a:lnSpc>
              <a:buClr>
                <a:schemeClr val="tx1"/>
              </a:buClr>
              <a:buFont typeface="Wingdings" panose="05000000000000000000" pitchFamily="2" charset="2"/>
              <a:buChar char="l"/>
              <a:defRPr sz="2800" b="1">
                <a:solidFill>
                  <a:srgbClr val="000000"/>
                </a:solidFill>
                <a:latin typeface="Arial" panose="020B0604020202090204" pitchFamily="34" charset="0"/>
                <a:ea typeface="华文细黑" panose="02010600040101010101" pitchFamily="2" charset="-122"/>
              </a:defRPr>
            </a:lvl1pPr>
            <a:lvl2pPr marL="742950" indent="-285750">
              <a:lnSpc>
                <a:spcPct val="110000"/>
              </a:lnSpc>
              <a:buClr>
                <a:schemeClr val="tx1"/>
              </a:buClr>
              <a:buFont typeface="Wingdings" panose="05000000000000000000" pitchFamily="2" charset="2"/>
              <a:buChar char="à"/>
              <a:defRPr sz="2400">
                <a:solidFill>
                  <a:srgbClr val="000000"/>
                </a:solidFill>
                <a:latin typeface="Arial" panose="020B0604020202090204" pitchFamily="34" charset="0"/>
                <a:ea typeface="华文细黑" panose="02010600040101010101" pitchFamily="2" charset="-122"/>
              </a:defRPr>
            </a:lvl2pPr>
            <a:lvl3pPr marL="1143000" indent="-228600">
              <a:lnSpc>
                <a:spcPct val="110000"/>
              </a:lnSpc>
              <a:buClr>
                <a:schemeClr val="tx1"/>
              </a:buClr>
              <a:buFont typeface="Wingdings" panose="05000000000000000000" pitchFamily="2" charset="2"/>
              <a:buChar char="Ø"/>
              <a:defRPr sz="2000">
                <a:solidFill>
                  <a:srgbClr val="000000"/>
                </a:solidFill>
                <a:latin typeface="Arial" panose="020B0604020202090204" pitchFamily="34" charset="0"/>
                <a:ea typeface="华文细黑" panose="02010600040101010101" pitchFamily="2" charset="-122"/>
              </a:defRPr>
            </a:lvl3pPr>
            <a:lvl4pPr marL="1600200" indent="-228600">
              <a:lnSpc>
                <a:spcPct val="110000"/>
              </a:lnSpc>
              <a:buClr>
                <a:schemeClr val="tx1"/>
              </a:buClr>
              <a:buFont typeface="Arial" panose="020B0604020202090204" pitchFamily="34" charset="0"/>
              <a:buChar char="—"/>
              <a:defRPr>
                <a:solidFill>
                  <a:srgbClr val="000000"/>
                </a:solidFill>
                <a:latin typeface="Arial" panose="020B0604020202090204" pitchFamily="34" charset="0"/>
                <a:ea typeface="华文细黑" panose="02010600040101010101" pitchFamily="2" charset="-122"/>
              </a:defRPr>
            </a:lvl4pPr>
            <a:lvl5pPr marL="2057400" indent="-228600">
              <a:lnSpc>
                <a:spcPct val="110000"/>
              </a:lnSpc>
              <a:buClr>
                <a:schemeClr val="tx1"/>
              </a:buClr>
              <a:buFont typeface="Wingdings" panose="05000000000000000000" pitchFamily="2" charset="2"/>
              <a:buChar char="Ü"/>
              <a:defRPr sz="1600">
                <a:solidFill>
                  <a:srgbClr val="000000"/>
                </a:solidFill>
                <a:latin typeface="Arial" panose="020B0604020202090204" pitchFamily="34" charset="0"/>
                <a:ea typeface="华文细黑" panose="02010600040101010101" pitchFamily="2" charset="-122"/>
              </a:defRPr>
            </a:lvl5pPr>
            <a:lvl6pPr marL="2514600" indent="-228600" eaLnBrk="0" fontAlgn="base" hangingPunct="0">
              <a:lnSpc>
                <a:spcPct val="110000"/>
              </a:lnSpc>
              <a:spcBef>
                <a:spcPct val="0"/>
              </a:spcBef>
              <a:spcAft>
                <a:spcPct val="0"/>
              </a:spcAft>
              <a:buClr>
                <a:schemeClr val="tx1"/>
              </a:buClr>
              <a:buFont typeface="Wingdings" panose="05000000000000000000" pitchFamily="2" charset="2"/>
              <a:buChar char="Ü"/>
              <a:defRPr sz="1600">
                <a:solidFill>
                  <a:srgbClr val="000000"/>
                </a:solidFill>
                <a:latin typeface="Arial" panose="020B0604020202090204" pitchFamily="34" charset="0"/>
                <a:ea typeface="华文细黑" panose="02010600040101010101" pitchFamily="2" charset="-122"/>
              </a:defRPr>
            </a:lvl6pPr>
            <a:lvl7pPr marL="2971800" indent="-228600" eaLnBrk="0" fontAlgn="base" hangingPunct="0">
              <a:lnSpc>
                <a:spcPct val="110000"/>
              </a:lnSpc>
              <a:spcBef>
                <a:spcPct val="0"/>
              </a:spcBef>
              <a:spcAft>
                <a:spcPct val="0"/>
              </a:spcAft>
              <a:buClr>
                <a:schemeClr val="tx1"/>
              </a:buClr>
              <a:buFont typeface="Wingdings" panose="05000000000000000000" pitchFamily="2" charset="2"/>
              <a:buChar char="Ü"/>
              <a:defRPr sz="1600">
                <a:solidFill>
                  <a:srgbClr val="000000"/>
                </a:solidFill>
                <a:latin typeface="Arial" panose="020B0604020202090204" pitchFamily="34" charset="0"/>
                <a:ea typeface="华文细黑" panose="02010600040101010101" pitchFamily="2" charset="-122"/>
              </a:defRPr>
            </a:lvl7pPr>
            <a:lvl8pPr marL="3429000" indent="-228600" eaLnBrk="0" fontAlgn="base" hangingPunct="0">
              <a:lnSpc>
                <a:spcPct val="110000"/>
              </a:lnSpc>
              <a:spcBef>
                <a:spcPct val="0"/>
              </a:spcBef>
              <a:spcAft>
                <a:spcPct val="0"/>
              </a:spcAft>
              <a:buClr>
                <a:schemeClr val="tx1"/>
              </a:buClr>
              <a:buFont typeface="Wingdings" panose="05000000000000000000" pitchFamily="2" charset="2"/>
              <a:buChar char="Ü"/>
              <a:defRPr sz="1600">
                <a:solidFill>
                  <a:srgbClr val="000000"/>
                </a:solidFill>
                <a:latin typeface="Arial" panose="020B0604020202090204" pitchFamily="34" charset="0"/>
                <a:ea typeface="华文细黑" panose="02010600040101010101" pitchFamily="2" charset="-122"/>
              </a:defRPr>
            </a:lvl8pPr>
            <a:lvl9pPr marL="3886200" indent="-228600" eaLnBrk="0" fontAlgn="base" hangingPunct="0">
              <a:lnSpc>
                <a:spcPct val="110000"/>
              </a:lnSpc>
              <a:spcBef>
                <a:spcPct val="0"/>
              </a:spcBef>
              <a:spcAft>
                <a:spcPct val="0"/>
              </a:spcAft>
              <a:buClr>
                <a:schemeClr val="tx1"/>
              </a:buClr>
              <a:buFont typeface="Wingdings" panose="05000000000000000000" pitchFamily="2" charset="2"/>
              <a:buChar char="Ü"/>
              <a:defRPr sz="1600">
                <a:solidFill>
                  <a:srgbClr val="000000"/>
                </a:solidFill>
                <a:latin typeface="Arial" panose="020B0604020202090204" pitchFamily="34" charset="0"/>
                <a:ea typeface="华文细黑" panose="02010600040101010101" pitchFamily="2" charset="-122"/>
              </a:defRPr>
            </a:lvl9pPr>
          </a:lstStyle>
          <a:p>
            <a:pPr algn="ctr" eaLnBrk="1" hangingPunct="1">
              <a:lnSpc>
                <a:spcPct val="100000"/>
              </a:lnSpc>
              <a:buClrTx/>
              <a:buFontTx/>
              <a:buNone/>
            </a:pPr>
            <a:r>
              <a:rPr kumimoji="1" lang="zh-CN" altLang="en-US" sz="1800" b="0" dirty="0">
                <a:solidFill>
                  <a:schemeClr val="tx1"/>
                </a:solidFill>
                <a:ea typeface="黑体" panose="02010609060101010101" pitchFamily="2" charset="-122"/>
              </a:rPr>
              <a:t>转发（</a:t>
            </a:r>
            <a:r>
              <a:rPr kumimoji="1" lang="en-US" altLang="zh-CN" sz="1800" b="0" dirty="0">
                <a:solidFill>
                  <a:schemeClr val="tx1"/>
                </a:solidFill>
                <a:ea typeface="黑体" panose="02010609060101010101" pitchFamily="2" charset="-122"/>
              </a:rPr>
              <a:t>Forwarding</a:t>
            </a:r>
            <a:r>
              <a:rPr kumimoji="1" lang="zh-CN" altLang="en-US" sz="1800" b="0" dirty="0">
                <a:solidFill>
                  <a:schemeClr val="tx1"/>
                </a:solidFill>
                <a:ea typeface="黑体" panose="02010609060101010101" pitchFamily="2" charset="-122"/>
              </a:rPr>
              <a:t>）</a:t>
            </a:r>
            <a:endParaRPr kumimoji="1" lang="en-US" altLang="zh-CN" sz="1800" b="0" dirty="0">
              <a:solidFill>
                <a:schemeClr val="tx1"/>
              </a:solidFill>
              <a:ea typeface="黑体" panose="02010609060101010101" pitchFamily="2" charset="-122"/>
            </a:endParaRPr>
          </a:p>
        </p:txBody>
      </p:sp>
      <p:sp>
        <p:nvSpPr>
          <p:cNvPr id="7" name="AutoShape 50"/>
          <p:cNvSpPr>
            <a:spLocks noChangeArrowheads="1"/>
          </p:cNvSpPr>
          <p:nvPr/>
        </p:nvSpPr>
        <p:spPr bwMode="auto">
          <a:xfrm>
            <a:off x="7589195" y="4177661"/>
            <a:ext cx="2221567" cy="576262"/>
          </a:xfrm>
          <a:prstGeom prst="flowChartProcess">
            <a:avLst/>
          </a:prstGeom>
          <a:solidFill>
            <a:schemeClr val="bg1">
              <a:lumMod val="85000"/>
            </a:schemeClr>
          </a:solidFill>
          <a:ln w="9525" algn="ctr">
            <a:solidFill>
              <a:srgbClr val="7030A0"/>
            </a:solidFill>
            <a:miter lim="800000"/>
          </a:ln>
          <a:effectLst/>
        </p:spPr>
        <p:txBody>
          <a:bodyPr wrap="none" anchor="ctr"/>
          <a:lstStyle>
            <a:lvl1pPr>
              <a:lnSpc>
                <a:spcPct val="110000"/>
              </a:lnSpc>
              <a:buClr>
                <a:schemeClr val="tx1"/>
              </a:buClr>
              <a:buFont typeface="Wingdings" panose="05000000000000000000" pitchFamily="2" charset="2"/>
              <a:buChar char="l"/>
              <a:defRPr sz="2800" b="1">
                <a:solidFill>
                  <a:srgbClr val="000000"/>
                </a:solidFill>
                <a:latin typeface="Arial" panose="020B0604020202090204" pitchFamily="34" charset="0"/>
                <a:ea typeface="华文细黑" panose="02010600040101010101" pitchFamily="2" charset="-122"/>
              </a:defRPr>
            </a:lvl1pPr>
            <a:lvl2pPr marL="742950" indent="-285750">
              <a:lnSpc>
                <a:spcPct val="110000"/>
              </a:lnSpc>
              <a:buClr>
                <a:schemeClr val="tx1"/>
              </a:buClr>
              <a:buFont typeface="Wingdings" panose="05000000000000000000" pitchFamily="2" charset="2"/>
              <a:buChar char="à"/>
              <a:defRPr sz="2400">
                <a:solidFill>
                  <a:srgbClr val="000000"/>
                </a:solidFill>
                <a:latin typeface="Arial" panose="020B0604020202090204" pitchFamily="34" charset="0"/>
                <a:ea typeface="华文细黑" panose="02010600040101010101" pitchFamily="2" charset="-122"/>
              </a:defRPr>
            </a:lvl2pPr>
            <a:lvl3pPr marL="1143000" indent="-228600">
              <a:lnSpc>
                <a:spcPct val="110000"/>
              </a:lnSpc>
              <a:buClr>
                <a:schemeClr val="tx1"/>
              </a:buClr>
              <a:buFont typeface="Wingdings" panose="05000000000000000000" pitchFamily="2" charset="2"/>
              <a:buChar char="Ø"/>
              <a:defRPr sz="2000">
                <a:solidFill>
                  <a:srgbClr val="000000"/>
                </a:solidFill>
                <a:latin typeface="Arial" panose="020B0604020202090204" pitchFamily="34" charset="0"/>
                <a:ea typeface="华文细黑" panose="02010600040101010101" pitchFamily="2" charset="-122"/>
              </a:defRPr>
            </a:lvl3pPr>
            <a:lvl4pPr marL="1600200" indent="-228600">
              <a:lnSpc>
                <a:spcPct val="110000"/>
              </a:lnSpc>
              <a:buClr>
                <a:schemeClr val="tx1"/>
              </a:buClr>
              <a:buFont typeface="Arial" panose="020B0604020202090204" pitchFamily="34" charset="0"/>
              <a:buChar char="—"/>
              <a:defRPr>
                <a:solidFill>
                  <a:srgbClr val="000000"/>
                </a:solidFill>
                <a:latin typeface="Arial" panose="020B0604020202090204" pitchFamily="34" charset="0"/>
                <a:ea typeface="华文细黑" panose="02010600040101010101" pitchFamily="2" charset="-122"/>
              </a:defRPr>
            </a:lvl4pPr>
            <a:lvl5pPr marL="2057400" indent="-228600">
              <a:lnSpc>
                <a:spcPct val="110000"/>
              </a:lnSpc>
              <a:buClr>
                <a:schemeClr val="tx1"/>
              </a:buClr>
              <a:buFont typeface="Wingdings" panose="05000000000000000000" pitchFamily="2" charset="2"/>
              <a:buChar char="Ü"/>
              <a:defRPr sz="1600">
                <a:solidFill>
                  <a:srgbClr val="000000"/>
                </a:solidFill>
                <a:latin typeface="Arial" panose="020B0604020202090204" pitchFamily="34" charset="0"/>
                <a:ea typeface="华文细黑" panose="02010600040101010101" pitchFamily="2" charset="-122"/>
              </a:defRPr>
            </a:lvl5pPr>
            <a:lvl6pPr marL="2514600" indent="-228600" eaLnBrk="0" fontAlgn="base" hangingPunct="0">
              <a:lnSpc>
                <a:spcPct val="110000"/>
              </a:lnSpc>
              <a:spcBef>
                <a:spcPct val="0"/>
              </a:spcBef>
              <a:spcAft>
                <a:spcPct val="0"/>
              </a:spcAft>
              <a:buClr>
                <a:schemeClr val="tx1"/>
              </a:buClr>
              <a:buFont typeface="Wingdings" panose="05000000000000000000" pitchFamily="2" charset="2"/>
              <a:buChar char="Ü"/>
              <a:defRPr sz="1600">
                <a:solidFill>
                  <a:srgbClr val="000000"/>
                </a:solidFill>
                <a:latin typeface="Arial" panose="020B0604020202090204" pitchFamily="34" charset="0"/>
                <a:ea typeface="华文细黑" panose="02010600040101010101" pitchFamily="2" charset="-122"/>
              </a:defRPr>
            </a:lvl6pPr>
            <a:lvl7pPr marL="2971800" indent="-228600" eaLnBrk="0" fontAlgn="base" hangingPunct="0">
              <a:lnSpc>
                <a:spcPct val="110000"/>
              </a:lnSpc>
              <a:spcBef>
                <a:spcPct val="0"/>
              </a:spcBef>
              <a:spcAft>
                <a:spcPct val="0"/>
              </a:spcAft>
              <a:buClr>
                <a:schemeClr val="tx1"/>
              </a:buClr>
              <a:buFont typeface="Wingdings" panose="05000000000000000000" pitchFamily="2" charset="2"/>
              <a:buChar char="Ü"/>
              <a:defRPr sz="1600">
                <a:solidFill>
                  <a:srgbClr val="000000"/>
                </a:solidFill>
                <a:latin typeface="Arial" panose="020B0604020202090204" pitchFamily="34" charset="0"/>
                <a:ea typeface="华文细黑" panose="02010600040101010101" pitchFamily="2" charset="-122"/>
              </a:defRPr>
            </a:lvl7pPr>
            <a:lvl8pPr marL="3429000" indent="-228600" eaLnBrk="0" fontAlgn="base" hangingPunct="0">
              <a:lnSpc>
                <a:spcPct val="110000"/>
              </a:lnSpc>
              <a:spcBef>
                <a:spcPct val="0"/>
              </a:spcBef>
              <a:spcAft>
                <a:spcPct val="0"/>
              </a:spcAft>
              <a:buClr>
                <a:schemeClr val="tx1"/>
              </a:buClr>
              <a:buFont typeface="Wingdings" panose="05000000000000000000" pitchFamily="2" charset="2"/>
              <a:buChar char="Ü"/>
              <a:defRPr sz="1600">
                <a:solidFill>
                  <a:srgbClr val="000000"/>
                </a:solidFill>
                <a:latin typeface="Arial" panose="020B0604020202090204" pitchFamily="34" charset="0"/>
                <a:ea typeface="华文细黑" panose="02010600040101010101" pitchFamily="2" charset="-122"/>
              </a:defRPr>
            </a:lvl8pPr>
            <a:lvl9pPr marL="3886200" indent="-228600" eaLnBrk="0" fontAlgn="base" hangingPunct="0">
              <a:lnSpc>
                <a:spcPct val="110000"/>
              </a:lnSpc>
              <a:spcBef>
                <a:spcPct val="0"/>
              </a:spcBef>
              <a:spcAft>
                <a:spcPct val="0"/>
              </a:spcAft>
              <a:buClr>
                <a:schemeClr val="tx1"/>
              </a:buClr>
              <a:buFont typeface="Wingdings" panose="05000000000000000000" pitchFamily="2" charset="2"/>
              <a:buChar char="Ü"/>
              <a:defRPr sz="1600">
                <a:solidFill>
                  <a:srgbClr val="000000"/>
                </a:solidFill>
                <a:latin typeface="Arial" panose="020B0604020202090204" pitchFamily="34" charset="0"/>
                <a:ea typeface="华文细黑" panose="02010600040101010101" pitchFamily="2" charset="-122"/>
              </a:defRPr>
            </a:lvl9pPr>
          </a:lstStyle>
          <a:p>
            <a:pPr algn="ctr" eaLnBrk="1" hangingPunct="1">
              <a:lnSpc>
                <a:spcPct val="100000"/>
              </a:lnSpc>
              <a:buClrTx/>
              <a:buFontTx/>
              <a:buNone/>
            </a:pPr>
            <a:r>
              <a:rPr kumimoji="1" lang="zh-CN" altLang="en-US" sz="1800" b="0" dirty="0">
                <a:solidFill>
                  <a:schemeClr val="tx1"/>
                </a:solidFill>
                <a:ea typeface="黑体" panose="02010609060101010101" pitchFamily="2" charset="-122"/>
              </a:rPr>
              <a:t>学习（</a:t>
            </a:r>
            <a:r>
              <a:rPr kumimoji="1" lang="en-US" altLang="zh-CN" sz="1800" b="0" dirty="0">
                <a:solidFill>
                  <a:schemeClr val="tx1"/>
                </a:solidFill>
                <a:ea typeface="黑体" panose="02010609060101010101" pitchFamily="2" charset="-122"/>
              </a:rPr>
              <a:t>Learning</a:t>
            </a:r>
            <a:r>
              <a:rPr kumimoji="1" lang="zh-CN" altLang="en-US" sz="1800" b="0" dirty="0">
                <a:solidFill>
                  <a:schemeClr val="tx1"/>
                </a:solidFill>
                <a:ea typeface="黑体" panose="02010609060101010101" pitchFamily="2" charset="-122"/>
              </a:rPr>
              <a:t>）</a:t>
            </a:r>
            <a:endParaRPr kumimoji="1" lang="en-US" altLang="zh-CN" sz="1800" b="0" dirty="0">
              <a:solidFill>
                <a:schemeClr val="tx1"/>
              </a:solidFill>
              <a:ea typeface="黑体" panose="02010609060101010101" pitchFamily="2" charset="-122"/>
            </a:endParaRPr>
          </a:p>
        </p:txBody>
      </p:sp>
      <p:sp>
        <p:nvSpPr>
          <p:cNvPr id="8" name="AutoShape 51"/>
          <p:cNvSpPr>
            <a:spLocks noChangeArrowheads="1"/>
          </p:cNvSpPr>
          <p:nvPr/>
        </p:nvSpPr>
        <p:spPr bwMode="auto">
          <a:xfrm>
            <a:off x="7589195" y="2876805"/>
            <a:ext cx="2221567" cy="576262"/>
          </a:xfrm>
          <a:prstGeom prst="flowChartProcess">
            <a:avLst/>
          </a:prstGeom>
          <a:solidFill>
            <a:schemeClr val="bg1">
              <a:lumMod val="85000"/>
            </a:schemeClr>
          </a:solidFill>
          <a:ln w="9525" algn="ctr">
            <a:solidFill>
              <a:srgbClr val="7030A0"/>
            </a:solidFill>
            <a:miter lim="800000"/>
          </a:ln>
          <a:effectLst/>
        </p:spPr>
        <p:txBody>
          <a:bodyPr wrap="none" anchor="ctr"/>
          <a:lstStyle>
            <a:lvl1pPr>
              <a:lnSpc>
                <a:spcPct val="110000"/>
              </a:lnSpc>
              <a:buClr>
                <a:schemeClr val="tx1"/>
              </a:buClr>
              <a:buFont typeface="Wingdings" panose="05000000000000000000" pitchFamily="2" charset="2"/>
              <a:buChar char="l"/>
              <a:defRPr sz="2800" b="1">
                <a:solidFill>
                  <a:srgbClr val="000000"/>
                </a:solidFill>
                <a:latin typeface="Arial" panose="020B0604020202090204" pitchFamily="34" charset="0"/>
                <a:ea typeface="华文细黑" panose="02010600040101010101" pitchFamily="2" charset="-122"/>
              </a:defRPr>
            </a:lvl1pPr>
            <a:lvl2pPr marL="742950" indent="-285750">
              <a:lnSpc>
                <a:spcPct val="110000"/>
              </a:lnSpc>
              <a:buClr>
                <a:schemeClr val="tx1"/>
              </a:buClr>
              <a:buFont typeface="Wingdings" panose="05000000000000000000" pitchFamily="2" charset="2"/>
              <a:buChar char="à"/>
              <a:defRPr sz="2400">
                <a:solidFill>
                  <a:srgbClr val="000000"/>
                </a:solidFill>
                <a:latin typeface="Arial" panose="020B0604020202090204" pitchFamily="34" charset="0"/>
                <a:ea typeface="华文细黑" panose="02010600040101010101" pitchFamily="2" charset="-122"/>
              </a:defRPr>
            </a:lvl2pPr>
            <a:lvl3pPr marL="1143000" indent="-228600">
              <a:lnSpc>
                <a:spcPct val="110000"/>
              </a:lnSpc>
              <a:buClr>
                <a:schemeClr val="tx1"/>
              </a:buClr>
              <a:buFont typeface="Wingdings" panose="05000000000000000000" pitchFamily="2" charset="2"/>
              <a:buChar char="Ø"/>
              <a:defRPr sz="2000">
                <a:solidFill>
                  <a:srgbClr val="000000"/>
                </a:solidFill>
                <a:latin typeface="Arial" panose="020B0604020202090204" pitchFamily="34" charset="0"/>
                <a:ea typeface="华文细黑" panose="02010600040101010101" pitchFamily="2" charset="-122"/>
              </a:defRPr>
            </a:lvl3pPr>
            <a:lvl4pPr marL="1600200" indent="-228600">
              <a:lnSpc>
                <a:spcPct val="110000"/>
              </a:lnSpc>
              <a:buClr>
                <a:schemeClr val="tx1"/>
              </a:buClr>
              <a:buFont typeface="Arial" panose="020B0604020202090204" pitchFamily="34" charset="0"/>
              <a:buChar char="—"/>
              <a:defRPr>
                <a:solidFill>
                  <a:srgbClr val="000000"/>
                </a:solidFill>
                <a:latin typeface="Arial" panose="020B0604020202090204" pitchFamily="34" charset="0"/>
                <a:ea typeface="华文细黑" panose="02010600040101010101" pitchFamily="2" charset="-122"/>
              </a:defRPr>
            </a:lvl4pPr>
            <a:lvl5pPr marL="2057400" indent="-228600">
              <a:lnSpc>
                <a:spcPct val="110000"/>
              </a:lnSpc>
              <a:buClr>
                <a:schemeClr val="tx1"/>
              </a:buClr>
              <a:buFont typeface="Wingdings" panose="05000000000000000000" pitchFamily="2" charset="2"/>
              <a:buChar char="Ü"/>
              <a:defRPr sz="1600">
                <a:solidFill>
                  <a:srgbClr val="000000"/>
                </a:solidFill>
                <a:latin typeface="Arial" panose="020B0604020202090204" pitchFamily="34" charset="0"/>
                <a:ea typeface="华文细黑" panose="02010600040101010101" pitchFamily="2" charset="-122"/>
              </a:defRPr>
            </a:lvl5pPr>
            <a:lvl6pPr marL="2514600" indent="-228600" eaLnBrk="0" fontAlgn="base" hangingPunct="0">
              <a:lnSpc>
                <a:spcPct val="110000"/>
              </a:lnSpc>
              <a:spcBef>
                <a:spcPct val="0"/>
              </a:spcBef>
              <a:spcAft>
                <a:spcPct val="0"/>
              </a:spcAft>
              <a:buClr>
                <a:schemeClr val="tx1"/>
              </a:buClr>
              <a:buFont typeface="Wingdings" panose="05000000000000000000" pitchFamily="2" charset="2"/>
              <a:buChar char="Ü"/>
              <a:defRPr sz="1600">
                <a:solidFill>
                  <a:srgbClr val="000000"/>
                </a:solidFill>
                <a:latin typeface="Arial" panose="020B0604020202090204" pitchFamily="34" charset="0"/>
                <a:ea typeface="华文细黑" panose="02010600040101010101" pitchFamily="2" charset="-122"/>
              </a:defRPr>
            </a:lvl6pPr>
            <a:lvl7pPr marL="2971800" indent="-228600" eaLnBrk="0" fontAlgn="base" hangingPunct="0">
              <a:lnSpc>
                <a:spcPct val="110000"/>
              </a:lnSpc>
              <a:spcBef>
                <a:spcPct val="0"/>
              </a:spcBef>
              <a:spcAft>
                <a:spcPct val="0"/>
              </a:spcAft>
              <a:buClr>
                <a:schemeClr val="tx1"/>
              </a:buClr>
              <a:buFont typeface="Wingdings" panose="05000000000000000000" pitchFamily="2" charset="2"/>
              <a:buChar char="Ü"/>
              <a:defRPr sz="1600">
                <a:solidFill>
                  <a:srgbClr val="000000"/>
                </a:solidFill>
                <a:latin typeface="Arial" panose="020B0604020202090204" pitchFamily="34" charset="0"/>
                <a:ea typeface="华文细黑" panose="02010600040101010101" pitchFamily="2" charset="-122"/>
              </a:defRPr>
            </a:lvl7pPr>
            <a:lvl8pPr marL="3429000" indent="-228600" eaLnBrk="0" fontAlgn="base" hangingPunct="0">
              <a:lnSpc>
                <a:spcPct val="110000"/>
              </a:lnSpc>
              <a:spcBef>
                <a:spcPct val="0"/>
              </a:spcBef>
              <a:spcAft>
                <a:spcPct val="0"/>
              </a:spcAft>
              <a:buClr>
                <a:schemeClr val="tx1"/>
              </a:buClr>
              <a:buFont typeface="Wingdings" panose="05000000000000000000" pitchFamily="2" charset="2"/>
              <a:buChar char="Ü"/>
              <a:defRPr sz="1600">
                <a:solidFill>
                  <a:srgbClr val="000000"/>
                </a:solidFill>
                <a:latin typeface="Arial" panose="020B0604020202090204" pitchFamily="34" charset="0"/>
                <a:ea typeface="华文细黑" panose="02010600040101010101" pitchFamily="2" charset="-122"/>
              </a:defRPr>
            </a:lvl8pPr>
            <a:lvl9pPr marL="3886200" indent="-228600" eaLnBrk="0" fontAlgn="base" hangingPunct="0">
              <a:lnSpc>
                <a:spcPct val="110000"/>
              </a:lnSpc>
              <a:spcBef>
                <a:spcPct val="0"/>
              </a:spcBef>
              <a:spcAft>
                <a:spcPct val="0"/>
              </a:spcAft>
              <a:buClr>
                <a:schemeClr val="tx1"/>
              </a:buClr>
              <a:buFont typeface="Wingdings" panose="05000000000000000000" pitchFamily="2" charset="2"/>
              <a:buChar char="Ü"/>
              <a:defRPr sz="1600">
                <a:solidFill>
                  <a:srgbClr val="000000"/>
                </a:solidFill>
                <a:latin typeface="Arial" panose="020B0604020202090204" pitchFamily="34" charset="0"/>
                <a:ea typeface="华文细黑" panose="02010600040101010101" pitchFamily="2" charset="-122"/>
              </a:defRPr>
            </a:lvl9pPr>
          </a:lstStyle>
          <a:p>
            <a:pPr algn="ctr" eaLnBrk="1" hangingPunct="1">
              <a:lnSpc>
                <a:spcPct val="100000"/>
              </a:lnSpc>
              <a:buClrTx/>
              <a:buFontTx/>
              <a:buNone/>
            </a:pPr>
            <a:r>
              <a:rPr kumimoji="1" lang="zh-CN" altLang="en-US" sz="1800" b="0" dirty="0">
                <a:solidFill>
                  <a:schemeClr val="tx1"/>
                </a:solidFill>
                <a:ea typeface="黑体" panose="02010609060101010101" pitchFamily="2" charset="-122"/>
              </a:rPr>
              <a:t>监听（</a:t>
            </a:r>
            <a:r>
              <a:rPr kumimoji="1" lang="en-US" altLang="zh-CN" sz="1800" b="0" dirty="0">
                <a:solidFill>
                  <a:schemeClr val="tx1"/>
                </a:solidFill>
                <a:ea typeface="黑体" panose="02010609060101010101" pitchFamily="2" charset="-122"/>
              </a:rPr>
              <a:t>Listening)</a:t>
            </a:r>
          </a:p>
        </p:txBody>
      </p:sp>
      <p:sp>
        <p:nvSpPr>
          <p:cNvPr id="9" name="AutoShape 52"/>
          <p:cNvSpPr>
            <a:spLocks noChangeArrowheads="1"/>
          </p:cNvSpPr>
          <p:nvPr/>
        </p:nvSpPr>
        <p:spPr bwMode="auto">
          <a:xfrm>
            <a:off x="7589195" y="1650561"/>
            <a:ext cx="2221567" cy="576263"/>
          </a:xfrm>
          <a:prstGeom prst="flowChartProcess">
            <a:avLst/>
          </a:prstGeom>
          <a:solidFill>
            <a:schemeClr val="bg1">
              <a:lumMod val="85000"/>
            </a:schemeClr>
          </a:solidFill>
          <a:ln w="9525" algn="ctr">
            <a:solidFill>
              <a:srgbClr val="7030A0"/>
            </a:solidFill>
            <a:miter lim="800000"/>
          </a:ln>
          <a:effectLst/>
        </p:spPr>
        <p:txBody>
          <a:bodyPr wrap="none" anchor="ctr"/>
          <a:lstStyle>
            <a:lvl1pPr>
              <a:lnSpc>
                <a:spcPct val="110000"/>
              </a:lnSpc>
              <a:buClr>
                <a:schemeClr val="tx1"/>
              </a:buClr>
              <a:buFont typeface="Wingdings" panose="05000000000000000000" pitchFamily="2" charset="2"/>
              <a:buChar char="l"/>
              <a:defRPr sz="2800" b="1">
                <a:solidFill>
                  <a:srgbClr val="000000"/>
                </a:solidFill>
                <a:latin typeface="Arial" panose="020B0604020202090204" pitchFamily="34" charset="0"/>
                <a:ea typeface="华文细黑" panose="02010600040101010101" pitchFamily="2" charset="-122"/>
              </a:defRPr>
            </a:lvl1pPr>
            <a:lvl2pPr marL="742950" indent="-285750">
              <a:lnSpc>
                <a:spcPct val="110000"/>
              </a:lnSpc>
              <a:buClr>
                <a:schemeClr val="tx1"/>
              </a:buClr>
              <a:buFont typeface="Wingdings" panose="05000000000000000000" pitchFamily="2" charset="2"/>
              <a:buChar char="à"/>
              <a:defRPr sz="2400">
                <a:solidFill>
                  <a:srgbClr val="000000"/>
                </a:solidFill>
                <a:latin typeface="Arial" panose="020B0604020202090204" pitchFamily="34" charset="0"/>
                <a:ea typeface="华文细黑" panose="02010600040101010101" pitchFamily="2" charset="-122"/>
              </a:defRPr>
            </a:lvl2pPr>
            <a:lvl3pPr marL="1143000" indent="-228600">
              <a:lnSpc>
                <a:spcPct val="110000"/>
              </a:lnSpc>
              <a:buClr>
                <a:schemeClr val="tx1"/>
              </a:buClr>
              <a:buFont typeface="Wingdings" panose="05000000000000000000" pitchFamily="2" charset="2"/>
              <a:buChar char="Ø"/>
              <a:defRPr sz="2000">
                <a:solidFill>
                  <a:srgbClr val="000000"/>
                </a:solidFill>
                <a:latin typeface="Arial" panose="020B0604020202090204" pitchFamily="34" charset="0"/>
                <a:ea typeface="华文细黑" panose="02010600040101010101" pitchFamily="2" charset="-122"/>
              </a:defRPr>
            </a:lvl3pPr>
            <a:lvl4pPr marL="1600200" indent="-228600">
              <a:lnSpc>
                <a:spcPct val="110000"/>
              </a:lnSpc>
              <a:buClr>
                <a:schemeClr val="tx1"/>
              </a:buClr>
              <a:buFont typeface="Arial" panose="020B0604020202090204" pitchFamily="34" charset="0"/>
              <a:buChar char="—"/>
              <a:defRPr>
                <a:solidFill>
                  <a:srgbClr val="000000"/>
                </a:solidFill>
                <a:latin typeface="Arial" panose="020B0604020202090204" pitchFamily="34" charset="0"/>
                <a:ea typeface="华文细黑" panose="02010600040101010101" pitchFamily="2" charset="-122"/>
              </a:defRPr>
            </a:lvl4pPr>
            <a:lvl5pPr marL="2057400" indent="-228600">
              <a:lnSpc>
                <a:spcPct val="110000"/>
              </a:lnSpc>
              <a:buClr>
                <a:schemeClr val="tx1"/>
              </a:buClr>
              <a:buFont typeface="Wingdings" panose="05000000000000000000" pitchFamily="2" charset="2"/>
              <a:buChar char="Ü"/>
              <a:defRPr sz="1600">
                <a:solidFill>
                  <a:srgbClr val="000000"/>
                </a:solidFill>
                <a:latin typeface="Arial" panose="020B0604020202090204" pitchFamily="34" charset="0"/>
                <a:ea typeface="华文细黑" panose="02010600040101010101" pitchFamily="2" charset="-122"/>
              </a:defRPr>
            </a:lvl5pPr>
            <a:lvl6pPr marL="2514600" indent="-228600" eaLnBrk="0" fontAlgn="base" hangingPunct="0">
              <a:lnSpc>
                <a:spcPct val="110000"/>
              </a:lnSpc>
              <a:spcBef>
                <a:spcPct val="0"/>
              </a:spcBef>
              <a:spcAft>
                <a:spcPct val="0"/>
              </a:spcAft>
              <a:buClr>
                <a:schemeClr val="tx1"/>
              </a:buClr>
              <a:buFont typeface="Wingdings" panose="05000000000000000000" pitchFamily="2" charset="2"/>
              <a:buChar char="Ü"/>
              <a:defRPr sz="1600">
                <a:solidFill>
                  <a:srgbClr val="000000"/>
                </a:solidFill>
                <a:latin typeface="Arial" panose="020B0604020202090204" pitchFamily="34" charset="0"/>
                <a:ea typeface="华文细黑" panose="02010600040101010101" pitchFamily="2" charset="-122"/>
              </a:defRPr>
            </a:lvl6pPr>
            <a:lvl7pPr marL="2971800" indent="-228600" eaLnBrk="0" fontAlgn="base" hangingPunct="0">
              <a:lnSpc>
                <a:spcPct val="110000"/>
              </a:lnSpc>
              <a:spcBef>
                <a:spcPct val="0"/>
              </a:spcBef>
              <a:spcAft>
                <a:spcPct val="0"/>
              </a:spcAft>
              <a:buClr>
                <a:schemeClr val="tx1"/>
              </a:buClr>
              <a:buFont typeface="Wingdings" panose="05000000000000000000" pitchFamily="2" charset="2"/>
              <a:buChar char="Ü"/>
              <a:defRPr sz="1600">
                <a:solidFill>
                  <a:srgbClr val="000000"/>
                </a:solidFill>
                <a:latin typeface="Arial" panose="020B0604020202090204" pitchFamily="34" charset="0"/>
                <a:ea typeface="华文细黑" panose="02010600040101010101" pitchFamily="2" charset="-122"/>
              </a:defRPr>
            </a:lvl7pPr>
            <a:lvl8pPr marL="3429000" indent="-228600" eaLnBrk="0" fontAlgn="base" hangingPunct="0">
              <a:lnSpc>
                <a:spcPct val="110000"/>
              </a:lnSpc>
              <a:spcBef>
                <a:spcPct val="0"/>
              </a:spcBef>
              <a:spcAft>
                <a:spcPct val="0"/>
              </a:spcAft>
              <a:buClr>
                <a:schemeClr val="tx1"/>
              </a:buClr>
              <a:buFont typeface="Wingdings" panose="05000000000000000000" pitchFamily="2" charset="2"/>
              <a:buChar char="Ü"/>
              <a:defRPr sz="1600">
                <a:solidFill>
                  <a:srgbClr val="000000"/>
                </a:solidFill>
                <a:latin typeface="Arial" panose="020B0604020202090204" pitchFamily="34" charset="0"/>
                <a:ea typeface="华文细黑" panose="02010600040101010101" pitchFamily="2" charset="-122"/>
              </a:defRPr>
            </a:lvl8pPr>
            <a:lvl9pPr marL="3886200" indent="-228600" eaLnBrk="0" fontAlgn="base" hangingPunct="0">
              <a:lnSpc>
                <a:spcPct val="110000"/>
              </a:lnSpc>
              <a:spcBef>
                <a:spcPct val="0"/>
              </a:spcBef>
              <a:spcAft>
                <a:spcPct val="0"/>
              </a:spcAft>
              <a:buClr>
                <a:schemeClr val="tx1"/>
              </a:buClr>
              <a:buFont typeface="Wingdings" panose="05000000000000000000" pitchFamily="2" charset="2"/>
              <a:buChar char="Ü"/>
              <a:defRPr sz="1600">
                <a:solidFill>
                  <a:srgbClr val="000000"/>
                </a:solidFill>
                <a:latin typeface="Arial" panose="020B0604020202090204" pitchFamily="34" charset="0"/>
                <a:ea typeface="华文细黑" panose="02010600040101010101" pitchFamily="2" charset="-122"/>
              </a:defRPr>
            </a:lvl9pPr>
          </a:lstStyle>
          <a:p>
            <a:pPr algn="ctr" eaLnBrk="1" hangingPunct="1">
              <a:lnSpc>
                <a:spcPct val="100000"/>
              </a:lnSpc>
              <a:buClrTx/>
              <a:buFontTx/>
              <a:buNone/>
            </a:pPr>
            <a:r>
              <a:rPr kumimoji="1" lang="zh-CN" altLang="en-US" sz="1800" b="0" dirty="0">
                <a:solidFill>
                  <a:schemeClr val="tx1"/>
                </a:solidFill>
                <a:ea typeface="黑体" panose="02010609060101010101" pitchFamily="2" charset="-122"/>
              </a:rPr>
              <a:t>阻塞（</a:t>
            </a:r>
            <a:r>
              <a:rPr kumimoji="1" lang="en-US" altLang="zh-CN" sz="1800" b="0" dirty="0">
                <a:solidFill>
                  <a:schemeClr val="tx1"/>
                </a:solidFill>
                <a:ea typeface="黑体" panose="02010609060101010101" pitchFamily="2" charset="-122"/>
              </a:rPr>
              <a:t>Blocking</a:t>
            </a:r>
            <a:r>
              <a:rPr kumimoji="1" lang="zh-CN" altLang="en-US" sz="1800" b="0" dirty="0">
                <a:solidFill>
                  <a:schemeClr val="tx1"/>
                </a:solidFill>
                <a:ea typeface="黑体" panose="02010609060101010101" pitchFamily="2" charset="-122"/>
              </a:rPr>
              <a:t>）</a:t>
            </a:r>
            <a:endParaRPr kumimoji="1" lang="en-US" altLang="zh-CN" sz="1800" b="0" dirty="0">
              <a:solidFill>
                <a:schemeClr val="tx1"/>
              </a:solidFill>
              <a:ea typeface="黑体" panose="02010609060101010101" pitchFamily="2" charset="-122"/>
            </a:endParaRPr>
          </a:p>
        </p:txBody>
      </p:sp>
      <p:cxnSp>
        <p:nvCxnSpPr>
          <p:cNvPr id="10" name="AutoShape 55"/>
          <p:cNvCxnSpPr>
            <a:cxnSpLocks noChangeShapeType="1"/>
            <a:stCxn id="9" idx="2"/>
            <a:endCxn id="8" idx="0"/>
          </p:cNvCxnSpPr>
          <p:nvPr/>
        </p:nvCxnSpPr>
        <p:spPr bwMode="auto">
          <a:xfrm>
            <a:off x="8699979" y="2226824"/>
            <a:ext cx="0" cy="649981"/>
          </a:xfrm>
          <a:prstGeom prst="straightConnector1">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 name="AutoShape 56"/>
          <p:cNvCxnSpPr>
            <a:cxnSpLocks noChangeShapeType="1"/>
            <a:stCxn id="6" idx="0"/>
            <a:endCxn id="7" idx="2"/>
          </p:cNvCxnSpPr>
          <p:nvPr/>
        </p:nvCxnSpPr>
        <p:spPr bwMode="auto">
          <a:xfrm flipV="1">
            <a:off x="8699979" y="4753923"/>
            <a:ext cx="0" cy="683840"/>
          </a:xfrm>
          <a:prstGeom prst="straightConnector1">
            <a:avLst/>
          </a:prstGeom>
          <a:noFill/>
          <a:ln w="9525">
            <a:solidFill>
              <a:schemeClr val="tx1"/>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 name="AutoShape 57"/>
          <p:cNvCxnSpPr>
            <a:cxnSpLocks noChangeShapeType="1"/>
            <a:stCxn id="8" idx="2"/>
            <a:endCxn id="7" idx="0"/>
          </p:cNvCxnSpPr>
          <p:nvPr/>
        </p:nvCxnSpPr>
        <p:spPr bwMode="auto">
          <a:xfrm>
            <a:off x="8699979" y="3453067"/>
            <a:ext cx="0" cy="724594"/>
          </a:xfrm>
          <a:prstGeom prst="straightConnector1">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 name="Text Box 72"/>
          <p:cNvSpPr txBox="1">
            <a:spLocks noChangeArrowheads="1"/>
          </p:cNvSpPr>
          <p:nvPr/>
        </p:nvSpPr>
        <p:spPr bwMode="auto">
          <a:xfrm>
            <a:off x="8699978" y="3635813"/>
            <a:ext cx="251936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0000"/>
              </a:lnSpc>
              <a:buClr>
                <a:schemeClr val="tx1"/>
              </a:buClr>
              <a:buFont typeface="Wingdings" panose="05000000000000000000" pitchFamily="2" charset="2"/>
              <a:buChar char="l"/>
              <a:defRPr sz="2800" b="1">
                <a:solidFill>
                  <a:srgbClr val="000000"/>
                </a:solidFill>
                <a:latin typeface="Arial" panose="020B0604020202090204" pitchFamily="34" charset="0"/>
                <a:ea typeface="华文细黑" panose="02010600040101010101" pitchFamily="2" charset="-122"/>
              </a:defRPr>
            </a:lvl1pPr>
            <a:lvl2pPr marL="742950" indent="-285750">
              <a:lnSpc>
                <a:spcPct val="110000"/>
              </a:lnSpc>
              <a:buClr>
                <a:schemeClr val="tx1"/>
              </a:buClr>
              <a:buFont typeface="Wingdings" panose="05000000000000000000" pitchFamily="2" charset="2"/>
              <a:buChar char="à"/>
              <a:defRPr sz="2400">
                <a:solidFill>
                  <a:srgbClr val="000000"/>
                </a:solidFill>
                <a:latin typeface="Arial" panose="020B0604020202090204" pitchFamily="34" charset="0"/>
                <a:ea typeface="华文细黑" panose="02010600040101010101" pitchFamily="2" charset="-122"/>
              </a:defRPr>
            </a:lvl2pPr>
            <a:lvl3pPr marL="1143000" indent="-228600">
              <a:lnSpc>
                <a:spcPct val="110000"/>
              </a:lnSpc>
              <a:buClr>
                <a:schemeClr val="tx1"/>
              </a:buClr>
              <a:buFont typeface="Wingdings" panose="05000000000000000000" pitchFamily="2" charset="2"/>
              <a:buChar char="Ø"/>
              <a:defRPr sz="2000">
                <a:solidFill>
                  <a:srgbClr val="000000"/>
                </a:solidFill>
                <a:latin typeface="Arial" panose="020B0604020202090204" pitchFamily="34" charset="0"/>
                <a:ea typeface="华文细黑" panose="02010600040101010101" pitchFamily="2" charset="-122"/>
              </a:defRPr>
            </a:lvl3pPr>
            <a:lvl4pPr marL="1600200" indent="-228600">
              <a:lnSpc>
                <a:spcPct val="110000"/>
              </a:lnSpc>
              <a:buClr>
                <a:schemeClr val="tx1"/>
              </a:buClr>
              <a:buFont typeface="Arial" panose="020B0604020202090204" pitchFamily="34" charset="0"/>
              <a:buChar char="—"/>
              <a:defRPr>
                <a:solidFill>
                  <a:srgbClr val="000000"/>
                </a:solidFill>
                <a:latin typeface="Arial" panose="020B0604020202090204" pitchFamily="34" charset="0"/>
                <a:ea typeface="华文细黑" panose="02010600040101010101" pitchFamily="2" charset="-122"/>
              </a:defRPr>
            </a:lvl4pPr>
            <a:lvl5pPr marL="2057400" indent="-228600">
              <a:lnSpc>
                <a:spcPct val="110000"/>
              </a:lnSpc>
              <a:buClr>
                <a:schemeClr val="tx1"/>
              </a:buClr>
              <a:buFont typeface="Wingdings" panose="05000000000000000000" pitchFamily="2" charset="2"/>
              <a:buChar char="Ü"/>
              <a:defRPr sz="1600">
                <a:solidFill>
                  <a:srgbClr val="000000"/>
                </a:solidFill>
                <a:latin typeface="Arial" panose="020B0604020202090204" pitchFamily="34" charset="0"/>
                <a:ea typeface="华文细黑" panose="02010600040101010101" pitchFamily="2" charset="-122"/>
              </a:defRPr>
            </a:lvl5pPr>
            <a:lvl6pPr marL="2514600" indent="-228600" eaLnBrk="0" fontAlgn="base" hangingPunct="0">
              <a:lnSpc>
                <a:spcPct val="110000"/>
              </a:lnSpc>
              <a:spcBef>
                <a:spcPct val="0"/>
              </a:spcBef>
              <a:spcAft>
                <a:spcPct val="0"/>
              </a:spcAft>
              <a:buClr>
                <a:schemeClr val="tx1"/>
              </a:buClr>
              <a:buFont typeface="Wingdings" panose="05000000000000000000" pitchFamily="2" charset="2"/>
              <a:buChar char="Ü"/>
              <a:defRPr sz="1600">
                <a:solidFill>
                  <a:srgbClr val="000000"/>
                </a:solidFill>
                <a:latin typeface="Arial" panose="020B0604020202090204" pitchFamily="34" charset="0"/>
                <a:ea typeface="华文细黑" panose="02010600040101010101" pitchFamily="2" charset="-122"/>
              </a:defRPr>
            </a:lvl6pPr>
            <a:lvl7pPr marL="2971800" indent="-228600" eaLnBrk="0" fontAlgn="base" hangingPunct="0">
              <a:lnSpc>
                <a:spcPct val="110000"/>
              </a:lnSpc>
              <a:spcBef>
                <a:spcPct val="0"/>
              </a:spcBef>
              <a:spcAft>
                <a:spcPct val="0"/>
              </a:spcAft>
              <a:buClr>
                <a:schemeClr val="tx1"/>
              </a:buClr>
              <a:buFont typeface="Wingdings" panose="05000000000000000000" pitchFamily="2" charset="2"/>
              <a:buChar char="Ü"/>
              <a:defRPr sz="1600">
                <a:solidFill>
                  <a:srgbClr val="000000"/>
                </a:solidFill>
                <a:latin typeface="Arial" panose="020B0604020202090204" pitchFamily="34" charset="0"/>
                <a:ea typeface="华文细黑" panose="02010600040101010101" pitchFamily="2" charset="-122"/>
              </a:defRPr>
            </a:lvl7pPr>
            <a:lvl8pPr marL="3429000" indent="-228600" eaLnBrk="0" fontAlgn="base" hangingPunct="0">
              <a:lnSpc>
                <a:spcPct val="110000"/>
              </a:lnSpc>
              <a:spcBef>
                <a:spcPct val="0"/>
              </a:spcBef>
              <a:spcAft>
                <a:spcPct val="0"/>
              </a:spcAft>
              <a:buClr>
                <a:schemeClr val="tx1"/>
              </a:buClr>
              <a:buFont typeface="Wingdings" panose="05000000000000000000" pitchFamily="2" charset="2"/>
              <a:buChar char="Ü"/>
              <a:defRPr sz="1600">
                <a:solidFill>
                  <a:srgbClr val="000000"/>
                </a:solidFill>
                <a:latin typeface="Arial" panose="020B0604020202090204" pitchFamily="34" charset="0"/>
                <a:ea typeface="华文细黑" panose="02010600040101010101" pitchFamily="2" charset="-122"/>
              </a:defRPr>
            </a:lvl8pPr>
            <a:lvl9pPr marL="3886200" indent="-228600" eaLnBrk="0" fontAlgn="base" hangingPunct="0">
              <a:lnSpc>
                <a:spcPct val="110000"/>
              </a:lnSpc>
              <a:spcBef>
                <a:spcPct val="0"/>
              </a:spcBef>
              <a:spcAft>
                <a:spcPct val="0"/>
              </a:spcAft>
              <a:buClr>
                <a:schemeClr val="tx1"/>
              </a:buClr>
              <a:buFont typeface="Wingdings" panose="05000000000000000000" pitchFamily="2" charset="2"/>
              <a:buChar char="Ü"/>
              <a:defRPr sz="1600">
                <a:solidFill>
                  <a:srgbClr val="000000"/>
                </a:solidFill>
                <a:latin typeface="Arial" panose="020B0604020202090204" pitchFamily="34" charset="0"/>
                <a:ea typeface="华文细黑" panose="02010600040101010101" pitchFamily="2" charset="-122"/>
              </a:defRPr>
            </a:lvl9pPr>
          </a:lstStyle>
          <a:p>
            <a:pPr algn="ctr" eaLnBrk="1" hangingPunct="1">
              <a:lnSpc>
                <a:spcPct val="100000"/>
              </a:lnSpc>
              <a:spcBef>
                <a:spcPct val="50000"/>
              </a:spcBef>
              <a:buClrTx/>
              <a:buFontTx/>
              <a:buNone/>
            </a:pPr>
            <a:r>
              <a:rPr lang="en-US" altLang="zh-CN" sz="1600" b="0" dirty="0">
                <a:solidFill>
                  <a:srgbClr val="C00000"/>
                </a:solidFill>
                <a:ea typeface="黑体" panose="02010609060101010101" pitchFamily="2" charset="-122"/>
              </a:rPr>
              <a:t>Forwarding Delay</a:t>
            </a:r>
            <a:r>
              <a:rPr lang="zh-CN" altLang="en-US" sz="1600" b="0" dirty="0">
                <a:solidFill>
                  <a:srgbClr val="C00000"/>
                </a:solidFill>
                <a:ea typeface="黑体" panose="02010609060101010101" pitchFamily="2" charset="-122"/>
              </a:rPr>
              <a:t>时间</a:t>
            </a:r>
          </a:p>
        </p:txBody>
      </p:sp>
      <p:sp>
        <p:nvSpPr>
          <p:cNvPr id="14" name="Text Box 73"/>
          <p:cNvSpPr txBox="1">
            <a:spLocks noChangeArrowheads="1"/>
          </p:cNvSpPr>
          <p:nvPr/>
        </p:nvSpPr>
        <p:spPr bwMode="auto">
          <a:xfrm>
            <a:off x="8699979" y="4903291"/>
            <a:ext cx="251936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0000"/>
              </a:lnSpc>
              <a:buClr>
                <a:schemeClr val="tx1"/>
              </a:buClr>
              <a:buFont typeface="Wingdings" panose="05000000000000000000" pitchFamily="2" charset="2"/>
              <a:buChar char="l"/>
              <a:defRPr sz="2800" b="1">
                <a:solidFill>
                  <a:srgbClr val="000000"/>
                </a:solidFill>
                <a:latin typeface="Arial" panose="020B0604020202090204" pitchFamily="34" charset="0"/>
                <a:ea typeface="华文细黑" panose="02010600040101010101" pitchFamily="2" charset="-122"/>
              </a:defRPr>
            </a:lvl1pPr>
            <a:lvl2pPr marL="742950" indent="-285750">
              <a:lnSpc>
                <a:spcPct val="110000"/>
              </a:lnSpc>
              <a:buClr>
                <a:schemeClr val="tx1"/>
              </a:buClr>
              <a:buFont typeface="Wingdings" panose="05000000000000000000" pitchFamily="2" charset="2"/>
              <a:buChar char="à"/>
              <a:defRPr sz="2400">
                <a:solidFill>
                  <a:srgbClr val="000000"/>
                </a:solidFill>
                <a:latin typeface="Arial" panose="020B0604020202090204" pitchFamily="34" charset="0"/>
                <a:ea typeface="华文细黑" panose="02010600040101010101" pitchFamily="2" charset="-122"/>
              </a:defRPr>
            </a:lvl2pPr>
            <a:lvl3pPr marL="1143000" indent="-228600">
              <a:lnSpc>
                <a:spcPct val="110000"/>
              </a:lnSpc>
              <a:buClr>
                <a:schemeClr val="tx1"/>
              </a:buClr>
              <a:buFont typeface="Wingdings" panose="05000000000000000000" pitchFamily="2" charset="2"/>
              <a:buChar char="Ø"/>
              <a:defRPr sz="2000">
                <a:solidFill>
                  <a:srgbClr val="000000"/>
                </a:solidFill>
                <a:latin typeface="Arial" panose="020B0604020202090204" pitchFamily="34" charset="0"/>
                <a:ea typeface="华文细黑" panose="02010600040101010101" pitchFamily="2" charset="-122"/>
              </a:defRPr>
            </a:lvl3pPr>
            <a:lvl4pPr marL="1600200" indent="-228600">
              <a:lnSpc>
                <a:spcPct val="110000"/>
              </a:lnSpc>
              <a:buClr>
                <a:schemeClr val="tx1"/>
              </a:buClr>
              <a:buFont typeface="Arial" panose="020B0604020202090204" pitchFamily="34" charset="0"/>
              <a:buChar char="—"/>
              <a:defRPr>
                <a:solidFill>
                  <a:srgbClr val="000000"/>
                </a:solidFill>
                <a:latin typeface="Arial" panose="020B0604020202090204" pitchFamily="34" charset="0"/>
                <a:ea typeface="华文细黑" panose="02010600040101010101" pitchFamily="2" charset="-122"/>
              </a:defRPr>
            </a:lvl4pPr>
            <a:lvl5pPr marL="2057400" indent="-228600">
              <a:lnSpc>
                <a:spcPct val="110000"/>
              </a:lnSpc>
              <a:buClr>
                <a:schemeClr val="tx1"/>
              </a:buClr>
              <a:buFont typeface="Wingdings" panose="05000000000000000000" pitchFamily="2" charset="2"/>
              <a:buChar char="Ü"/>
              <a:defRPr sz="1600">
                <a:solidFill>
                  <a:srgbClr val="000000"/>
                </a:solidFill>
                <a:latin typeface="Arial" panose="020B0604020202090204" pitchFamily="34" charset="0"/>
                <a:ea typeface="华文细黑" panose="02010600040101010101" pitchFamily="2" charset="-122"/>
              </a:defRPr>
            </a:lvl5pPr>
            <a:lvl6pPr marL="2514600" indent="-228600" eaLnBrk="0" fontAlgn="base" hangingPunct="0">
              <a:lnSpc>
                <a:spcPct val="110000"/>
              </a:lnSpc>
              <a:spcBef>
                <a:spcPct val="0"/>
              </a:spcBef>
              <a:spcAft>
                <a:spcPct val="0"/>
              </a:spcAft>
              <a:buClr>
                <a:schemeClr val="tx1"/>
              </a:buClr>
              <a:buFont typeface="Wingdings" panose="05000000000000000000" pitchFamily="2" charset="2"/>
              <a:buChar char="Ü"/>
              <a:defRPr sz="1600">
                <a:solidFill>
                  <a:srgbClr val="000000"/>
                </a:solidFill>
                <a:latin typeface="Arial" panose="020B0604020202090204" pitchFamily="34" charset="0"/>
                <a:ea typeface="华文细黑" panose="02010600040101010101" pitchFamily="2" charset="-122"/>
              </a:defRPr>
            </a:lvl6pPr>
            <a:lvl7pPr marL="2971800" indent="-228600" eaLnBrk="0" fontAlgn="base" hangingPunct="0">
              <a:lnSpc>
                <a:spcPct val="110000"/>
              </a:lnSpc>
              <a:spcBef>
                <a:spcPct val="0"/>
              </a:spcBef>
              <a:spcAft>
                <a:spcPct val="0"/>
              </a:spcAft>
              <a:buClr>
                <a:schemeClr val="tx1"/>
              </a:buClr>
              <a:buFont typeface="Wingdings" panose="05000000000000000000" pitchFamily="2" charset="2"/>
              <a:buChar char="Ü"/>
              <a:defRPr sz="1600">
                <a:solidFill>
                  <a:srgbClr val="000000"/>
                </a:solidFill>
                <a:latin typeface="Arial" panose="020B0604020202090204" pitchFamily="34" charset="0"/>
                <a:ea typeface="华文细黑" panose="02010600040101010101" pitchFamily="2" charset="-122"/>
              </a:defRPr>
            </a:lvl7pPr>
            <a:lvl8pPr marL="3429000" indent="-228600" eaLnBrk="0" fontAlgn="base" hangingPunct="0">
              <a:lnSpc>
                <a:spcPct val="110000"/>
              </a:lnSpc>
              <a:spcBef>
                <a:spcPct val="0"/>
              </a:spcBef>
              <a:spcAft>
                <a:spcPct val="0"/>
              </a:spcAft>
              <a:buClr>
                <a:schemeClr val="tx1"/>
              </a:buClr>
              <a:buFont typeface="Wingdings" panose="05000000000000000000" pitchFamily="2" charset="2"/>
              <a:buChar char="Ü"/>
              <a:defRPr sz="1600">
                <a:solidFill>
                  <a:srgbClr val="000000"/>
                </a:solidFill>
                <a:latin typeface="Arial" panose="020B0604020202090204" pitchFamily="34" charset="0"/>
                <a:ea typeface="华文细黑" panose="02010600040101010101" pitchFamily="2" charset="-122"/>
              </a:defRPr>
            </a:lvl8pPr>
            <a:lvl9pPr marL="3886200" indent="-228600" eaLnBrk="0" fontAlgn="base" hangingPunct="0">
              <a:lnSpc>
                <a:spcPct val="110000"/>
              </a:lnSpc>
              <a:spcBef>
                <a:spcPct val="0"/>
              </a:spcBef>
              <a:spcAft>
                <a:spcPct val="0"/>
              </a:spcAft>
              <a:buClr>
                <a:schemeClr val="tx1"/>
              </a:buClr>
              <a:buFont typeface="Wingdings" panose="05000000000000000000" pitchFamily="2" charset="2"/>
              <a:buChar char="Ü"/>
              <a:defRPr sz="1600">
                <a:solidFill>
                  <a:srgbClr val="000000"/>
                </a:solidFill>
                <a:latin typeface="Arial" panose="020B0604020202090204" pitchFamily="34" charset="0"/>
                <a:ea typeface="华文细黑" panose="02010600040101010101" pitchFamily="2" charset="-122"/>
              </a:defRPr>
            </a:lvl9pPr>
          </a:lstStyle>
          <a:p>
            <a:pPr algn="ctr" eaLnBrk="1" hangingPunct="1">
              <a:lnSpc>
                <a:spcPct val="100000"/>
              </a:lnSpc>
              <a:spcBef>
                <a:spcPct val="50000"/>
              </a:spcBef>
              <a:buClrTx/>
              <a:buFontTx/>
              <a:buNone/>
            </a:pPr>
            <a:r>
              <a:rPr lang="en-US" altLang="zh-CN" sz="1600" b="0" dirty="0">
                <a:solidFill>
                  <a:srgbClr val="C00000"/>
                </a:solidFill>
                <a:ea typeface="黑体" panose="02010609060101010101" pitchFamily="2" charset="-122"/>
              </a:rPr>
              <a:t>Forwarding Delay</a:t>
            </a:r>
            <a:r>
              <a:rPr lang="zh-CN" altLang="en-US" sz="1600" b="0" dirty="0">
                <a:solidFill>
                  <a:srgbClr val="C00000"/>
                </a:solidFill>
                <a:ea typeface="黑体" panose="02010609060101010101" pitchFamily="2" charset="-122"/>
              </a:rPr>
              <a:t>时间</a:t>
            </a:r>
          </a:p>
        </p:txBody>
      </p:sp>
      <p:sp>
        <p:nvSpPr>
          <p:cNvPr id="17" name="日期占位符 36"/>
          <p:cNvSpPr>
            <a:spLocks noGrp="1"/>
          </p:cNvSpPr>
          <p:nvPr>
            <p:ph type="dt" sz="half" idx="10"/>
          </p:nvPr>
        </p:nvSpPr>
        <p:spPr>
          <a:xfrm>
            <a:off x="197335" y="6489303"/>
            <a:ext cx="2743200" cy="365125"/>
          </a:xfrm>
        </p:spPr>
        <p:txBody>
          <a:bodyPr/>
          <a:lstStyle/>
          <a:p>
            <a:r>
              <a:rPr lang="en-US" altLang="zh-CN" dirty="0">
                <a:latin typeface="微软雅黑" panose="020B0503020204020204" pitchFamily="34" charset="-122"/>
                <a:ea typeface="微软雅黑" panose="020B0503020204020204" pitchFamily="34" charset="-122"/>
              </a:rPr>
              <a:t>4.4 </a:t>
            </a:r>
            <a:r>
              <a:rPr lang="zh-CN" altLang="en-US" dirty="0">
                <a:latin typeface="微软雅黑" panose="020B0503020204020204" pitchFamily="34" charset="-122"/>
                <a:ea typeface="微软雅黑" panose="020B0503020204020204" pitchFamily="34" charset="-122"/>
              </a:rPr>
              <a:t>数据链路层交换</a:t>
            </a:r>
          </a:p>
        </p:txBody>
      </p:sp>
      <p:sp>
        <p:nvSpPr>
          <p:cNvPr id="18" name="灯片编号占位符 38"/>
          <p:cNvSpPr>
            <a:spLocks noGrp="1"/>
          </p:cNvSpPr>
          <p:nvPr>
            <p:ph type="sldNum" sz="quarter" idx="12"/>
          </p:nvPr>
        </p:nvSpPr>
        <p:spPr>
          <a:xfrm>
            <a:off x="8686810" y="6489303"/>
            <a:ext cx="3319670" cy="365125"/>
          </a:xfrm>
        </p:spPr>
        <p:txBody>
          <a:bodyPr/>
          <a:lstStyle/>
          <a:p>
            <a:fld id="{8D4D1E41-7A09-AB4A-A4E1-09765ADA2698}" type="slidenum">
              <a:rPr kumimoji="1" lang="zh-CN" altLang="en-US" smtClean="0"/>
              <a:t>98</a:t>
            </a:fld>
            <a:endParaRPr kumimoji="1" lang="zh-CN" altLang="en-US"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29" name="直接连接符 128"/>
          <p:cNvCxnSpPr/>
          <p:nvPr/>
        </p:nvCxnSpPr>
        <p:spPr>
          <a:xfrm flipV="1">
            <a:off x="2802147" y="3288370"/>
            <a:ext cx="1588618" cy="10133"/>
          </a:xfrm>
          <a:prstGeom prst="line">
            <a:avLst/>
          </a:prstGeom>
        </p:spPr>
        <p:style>
          <a:lnRef idx="3">
            <a:schemeClr val="accent1"/>
          </a:lnRef>
          <a:fillRef idx="0">
            <a:schemeClr val="accent1"/>
          </a:fillRef>
          <a:effectRef idx="2">
            <a:schemeClr val="accent1"/>
          </a:effectRef>
          <a:fontRef idx="minor">
            <a:schemeClr val="tx1"/>
          </a:fontRef>
        </p:style>
      </p:cxnSp>
      <p:sp>
        <p:nvSpPr>
          <p:cNvPr id="2" name="标题 1"/>
          <p:cNvSpPr>
            <a:spLocks noGrp="1"/>
          </p:cNvSpPr>
          <p:nvPr>
            <p:ph type="title"/>
          </p:nvPr>
        </p:nvSpPr>
        <p:spPr/>
        <p:txBody>
          <a:bodyPr>
            <a:normAutofit/>
          </a:bodyPr>
          <a:lstStyle/>
          <a:p>
            <a:r>
              <a:rPr kumimoji="1" lang="en-US" altLang="zh-CN" dirty="0"/>
              <a:t> </a:t>
            </a:r>
            <a:r>
              <a:rPr kumimoji="1" lang="zh-CN" altLang="zh-CN" dirty="0"/>
              <a:t>生成树协议</a:t>
            </a:r>
            <a:endParaRPr kumimoji="1" lang="zh-CN" altLang="en-US" dirty="0"/>
          </a:p>
        </p:txBody>
      </p:sp>
      <p:sp>
        <p:nvSpPr>
          <p:cNvPr id="91" name="内容占位符 2"/>
          <p:cNvSpPr>
            <a:spLocks noGrp="1"/>
          </p:cNvSpPr>
          <p:nvPr>
            <p:ph idx="1"/>
          </p:nvPr>
        </p:nvSpPr>
        <p:spPr>
          <a:xfrm>
            <a:off x="838200" y="1417272"/>
            <a:ext cx="10515600" cy="5131205"/>
          </a:xfrm>
          <a:ln>
            <a:noFill/>
          </a:ln>
        </p:spPr>
        <p:txBody>
          <a:bodyPr>
            <a:normAutofit/>
          </a:bodyPr>
          <a:lstStyle/>
          <a:p>
            <a:pPr>
              <a:lnSpc>
                <a:spcPct val="120000"/>
              </a:lnSpc>
            </a:pPr>
            <a:r>
              <a:rPr kumimoji="1" lang="zh-CN" altLang="en-US" dirty="0"/>
              <a:t>生成树的某“枝”断掉了，怎么办？</a:t>
            </a:r>
            <a:endParaRPr kumimoji="1" lang="en-US" altLang="zh-CN" dirty="0"/>
          </a:p>
          <a:p>
            <a:pPr lvl="1">
              <a:lnSpc>
                <a:spcPct val="120000"/>
              </a:lnSpc>
            </a:pPr>
            <a:r>
              <a:rPr lang="zh-CN" altLang="en-US" dirty="0">
                <a:latin typeface="微软雅黑" panose="020B0503020204020204" pitchFamily="34" charset="-122"/>
                <a:ea typeface="微软雅黑" panose="020B0503020204020204" pitchFamily="34" charset="-122"/>
              </a:rPr>
              <a:t>当由交换机（网桥）或链路故障导致网络拓扑改变时，</a:t>
            </a:r>
            <a:r>
              <a:rPr kumimoji="0" lang="zh-CN" altLang="en-US" dirty="0">
                <a:latin typeface="微软雅黑" panose="020B0503020204020204" pitchFamily="34" charset="-122"/>
                <a:ea typeface="微软雅黑" panose="020B0503020204020204" pitchFamily="34" charset="-122"/>
              </a:rPr>
              <a:t>重新构造生成树。</a:t>
            </a:r>
          </a:p>
          <a:p>
            <a:pPr marL="457200" lvl="1" indent="0">
              <a:lnSpc>
                <a:spcPct val="120000"/>
              </a:lnSpc>
              <a:buNone/>
            </a:pPr>
            <a:endParaRPr kumimoji="0" lang="zh-CN" altLang="en-US" dirty="0">
              <a:ea typeface="黑体" panose="02010609060101010101" pitchFamily="2" charset="-122"/>
            </a:endParaRPr>
          </a:p>
          <a:p>
            <a:pPr marL="0" indent="0">
              <a:lnSpc>
                <a:spcPct val="120000"/>
              </a:lnSpc>
              <a:buNone/>
            </a:pPr>
            <a:endParaRPr kumimoji="1" lang="zh-CN" altLang="en-US" dirty="0"/>
          </a:p>
        </p:txBody>
      </p:sp>
      <p:cxnSp>
        <p:nvCxnSpPr>
          <p:cNvPr id="5" name="直接连接符 4"/>
          <p:cNvCxnSpPr>
            <a:stCxn id="8" idx="0"/>
            <a:endCxn id="10" idx="2"/>
          </p:cNvCxnSpPr>
          <p:nvPr/>
        </p:nvCxnSpPr>
        <p:spPr>
          <a:xfrm flipV="1">
            <a:off x="2357001" y="3619844"/>
            <a:ext cx="0" cy="1171812"/>
          </a:xfrm>
          <a:prstGeom prst="line">
            <a:avLst/>
          </a:prstGeom>
        </p:spPr>
        <p:style>
          <a:lnRef idx="3">
            <a:schemeClr val="accent1"/>
          </a:lnRef>
          <a:fillRef idx="0">
            <a:schemeClr val="accent1"/>
          </a:fillRef>
          <a:effectRef idx="2">
            <a:schemeClr val="accent1"/>
          </a:effectRef>
          <a:fontRef idx="minor">
            <a:schemeClr val="tx1"/>
          </a:fontRef>
        </p:style>
      </p:cxnSp>
      <p:cxnSp>
        <p:nvCxnSpPr>
          <p:cNvPr id="6" name="直接连接符 5"/>
          <p:cNvCxnSpPr>
            <a:stCxn id="9" idx="0"/>
            <a:endCxn id="67" idx="2"/>
          </p:cNvCxnSpPr>
          <p:nvPr/>
        </p:nvCxnSpPr>
        <p:spPr>
          <a:xfrm flipV="1">
            <a:off x="4860019" y="3579285"/>
            <a:ext cx="1914" cy="1202238"/>
          </a:xfrm>
          <a:prstGeom prst="line">
            <a:avLst/>
          </a:prstGeom>
        </p:spPr>
        <p:style>
          <a:lnRef idx="3">
            <a:schemeClr val="accent1"/>
          </a:lnRef>
          <a:fillRef idx="0">
            <a:schemeClr val="accent1"/>
          </a:fillRef>
          <a:effectRef idx="2">
            <a:schemeClr val="accent1"/>
          </a:effectRef>
          <a:fontRef idx="minor">
            <a:schemeClr val="tx1"/>
          </a:fontRef>
        </p:style>
      </p:cxnSp>
      <p:cxnSp>
        <p:nvCxnSpPr>
          <p:cNvPr id="7" name="直接连接符 6"/>
          <p:cNvCxnSpPr>
            <a:stCxn id="8" idx="3"/>
            <a:endCxn id="9" idx="1"/>
          </p:cNvCxnSpPr>
          <p:nvPr/>
        </p:nvCxnSpPr>
        <p:spPr>
          <a:xfrm flipV="1">
            <a:off x="2814201" y="5114105"/>
            <a:ext cx="1588618" cy="10133"/>
          </a:xfrm>
          <a:prstGeom prst="line">
            <a:avLst/>
          </a:prstGeom>
        </p:spPr>
        <p:style>
          <a:lnRef idx="3">
            <a:schemeClr val="accent1"/>
          </a:lnRef>
          <a:fillRef idx="0">
            <a:schemeClr val="accent1"/>
          </a:fillRef>
          <a:effectRef idx="2">
            <a:schemeClr val="accent1"/>
          </a:effectRef>
          <a:fontRef idx="minor">
            <a:schemeClr val="tx1"/>
          </a:fontRef>
        </p:style>
      </p:cxnSp>
      <p:pic>
        <p:nvPicPr>
          <p:cNvPr id="8" name="Picture 5" descr="通用交换机"/>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99801" y="4791656"/>
            <a:ext cx="914400" cy="665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5" descr="通用交换机"/>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02819" y="4781523"/>
            <a:ext cx="914400" cy="665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5" descr="通用交换机"/>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99801" y="2954681"/>
            <a:ext cx="914400" cy="665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文本框 10"/>
          <p:cNvSpPr txBox="1"/>
          <p:nvPr/>
        </p:nvSpPr>
        <p:spPr>
          <a:xfrm>
            <a:off x="1652986" y="2647132"/>
            <a:ext cx="697627"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根桥</a:t>
            </a:r>
          </a:p>
        </p:txBody>
      </p:sp>
      <p:sp>
        <p:nvSpPr>
          <p:cNvPr id="12" name="文本框 11"/>
          <p:cNvSpPr txBox="1"/>
          <p:nvPr/>
        </p:nvSpPr>
        <p:spPr>
          <a:xfrm>
            <a:off x="1842122" y="3548724"/>
            <a:ext cx="574196"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F0/1</a:t>
            </a:r>
            <a:endParaRPr kumimoji="0" lang="zh-CN" altLang="en-US" sz="16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13" name="文本框 12"/>
          <p:cNvSpPr txBox="1"/>
          <p:nvPr/>
        </p:nvSpPr>
        <p:spPr>
          <a:xfrm>
            <a:off x="1824891" y="4552502"/>
            <a:ext cx="574196"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F0/1</a:t>
            </a:r>
            <a:endParaRPr kumimoji="0" lang="zh-CN" altLang="en-US" sz="16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14" name="文本框 13"/>
          <p:cNvSpPr txBox="1"/>
          <p:nvPr/>
        </p:nvSpPr>
        <p:spPr>
          <a:xfrm>
            <a:off x="2693995" y="5193518"/>
            <a:ext cx="574196"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F0/2</a:t>
            </a:r>
            <a:endParaRPr kumimoji="0" lang="zh-CN" altLang="en-US" sz="16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15" name="文本框 14"/>
          <p:cNvSpPr txBox="1"/>
          <p:nvPr/>
        </p:nvSpPr>
        <p:spPr>
          <a:xfrm>
            <a:off x="4931387" y="4508992"/>
            <a:ext cx="599844"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600" b="1" i="0" u="none" strike="noStrike" kern="1200" cap="none" spc="0" normalizeH="0" baseline="0" noProof="0" dirty="0">
                <a:ln>
                  <a:noFill/>
                </a:ln>
                <a:solidFill>
                  <a:srgbClr val="FF0000"/>
                </a:solidFill>
                <a:effectLst/>
                <a:uLnTx/>
                <a:uFillTx/>
                <a:latin typeface="等线" panose="020F0502020204030204"/>
                <a:ea typeface="等线" panose="02010600030101010101" pitchFamily="2" charset="-122"/>
                <a:cs typeface="+mn-cs"/>
              </a:rPr>
              <a:t>F0/2</a:t>
            </a:r>
            <a:endParaRPr kumimoji="0" lang="zh-CN" altLang="en-US" sz="1600" b="1" i="0" u="none" strike="noStrike" kern="1200" cap="none" spc="0" normalizeH="0" baseline="0" noProof="0" dirty="0">
              <a:ln>
                <a:noFill/>
              </a:ln>
              <a:solidFill>
                <a:srgbClr val="FF0000"/>
              </a:solidFill>
              <a:effectLst/>
              <a:uLnTx/>
              <a:uFillTx/>
              <a:latin typeface="等线" panose="020F0502020204030204"/>
              <a:ea typeface="等线" panose="02010600030101010101" pitchFamily="2" charset="-122"/>
              <a:cs typeface="+mn-cs"/>
            </a:endParaRPr>
          </a:p>
        </p:txBody>
      </p:sp>
      <p:sp>
        <p:nvSpPr>
          <p:cNvPr id="16" name="文本框 15"/>
          <p:cNvSpPr txBox="1"/>
          <p:nvPr/>
        </p:nvSpPr>
        <p:spPr>
          <a:xfrm>
            <a:off x="3947534" y="3316477"/>
            <a:ext cx="574196"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F0/1</a:t>
            </a:r>
            <a:endParaRPr kumimoji="0" lang="zh-CN" altLang="en-US" sz="16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17" name="文本框 16"/>
          <p:cNvSpPr txBox="1"/>
          <p:nvPr/>
        </p:nvSpPr>
        <p:spPr>
          <a:xfrm>
            <a:off x="2716411" y="3292168"/>
            <a:ext cx="574196"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F0/2</a:t>
            </a:r>
            <a:endParaRPr kumimoji="0" lang="zh-CN" altLang="en-US" sz="16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18" name="文本框 17"/>
          <p:cNvSpPr txBox="1"/>
          <p:nvPr/>
        </p:nvSpPr>
        <p:spPr>
          <a:xfrm>
            <a:off x="1517060" y="3008988"/>
            <a:ext cx="380232"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a:t>
            </a:r>
            <a:endParaRPr kumimoji="0" lang="zh-CN" altLang="en-US" sz="24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19" name="文本框 18"/>
          <p:cNvSpPr txBox="1"/>
          <p:nvPr/>
        </p:nvSpPr>
        <p:spPr>
          <a:xfrm>
            <a:off x="1517060" y="4962685"/>
            <a:ext cx="35618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B</a:t>
            </a:r>
            <a:endParaRPr kumimoji="0" lang="zh-CN" altLang="en-US" sz="24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0" name="文本框 19"/>
          <p:cNvSpPr txBox="1"/>
          <p:nvPr/>
        </p:nvSpPr>
        <p:spPr>
          <a:xfrm>
            <a:off x="5328638" y="3014366"/>
            <a:ext cx="375424"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C</a:t>
            </a:r>
            <a:endParaRPr kumimoji="0" lang="zh-CN" altLang="en-US" sz="24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1" name="椭圆 20"/>
          <p:cNvSpPr/>
          <p:nvPr/>
        </p:nvSpPr>
        <p:spPr>
          <a:xfrm>
            <a:off x="2301606" y="4685943"/>
            <a:ext cx="108000" cy="108000"/>
          </a:xfrm>
          <a:prstGeom prst="ellipse">
            <a:avLst/>
          </a:prstGeom>
          <a:solidFill>
            <a:srgbClr val="993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B050"/>
              </a:solidFill>
              <a:effectLst/>
              <a:uLnTx/>
              <a:uFillTx/>
              <a:latin typeface="等线" panose="020F0502020204030204"/>
              <a:ea typeface="等线" panose="02010600030101010101" pitchFamily="2" charset="-122"/>
              <a:cs typeface="+mn-cs"/>
            </a:endParaRPr>
          </a:p>
        </p:txBody>
      </p:sp>
      <p:sp>
        <p:nvSpPr>
          <p:cNvPr id="22" name="椭圆 21"/>
          <p:cNvSpPr/>
          <p:nvPr/>
        </p:nvSpPr>
        <p:spPr>
          <a:xfrm>
            <a:off x="4304734" y="3205534"/>
            <a:ext cx="108000" cy="108000"/>
          </a:xfrm>
          <a:prstGeom prst="ellipse">
            <a:avLst/>
          </a:prstGeom>
          <a:solidFill>
            <a:srgbClr val="993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B050"/>
              </a:solidFill>
              <a:effectLst/>
              <a:uLnTx/>
              <a:uFillTx/>
              <a:latin typeface="等线" panose="020F0502020204030204"/>
              <a:ea typeface="等线" panose="02010600030101010101" pitchFamily="2" charset="-122"/>
              <a:cs typeface="+mn-cs"/>
            </a:endParaRPr>
          </a:p>
        </p:txBody>
      </p:sp>
      <p:sp>
        <p:nvSpPr>
          <p:cNvPr id="23" name="文本框 22"/>
          <p:cNvSpPr txBox="1"/>
          <p:nvPr/>
        </p:nvSpPr>
        <p:spPr>
          <a:xfrm>
            <a:off x="247462" y="3663042"/>
            <a:ext cx="1005403" cy="1249188"/>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根端口</a:t>
            </a:r>
            <a:endPar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冗余端口</a:t>
            </a:r>
            <a:endPar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故障</a:t>
            </a:r>
            <a:endPar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2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25" name="椭圆 24"/>
          <p:cNvSpPr/>
          <p:nvPr/>
        </p:nvSpPr>
        <p:spPr>
          <a:xfrm>
            <a:off x="158123" y="3809282"/>
            <a:ext cx="108000" cy="108000"/>
          </a:xfrm>
          <a:prstGeom prst="ellipse">
            <a:avLst/>
          </a:prstGeom>
          <a:solidFill>
            <a:srgbClr val="993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B050"/>
              </a:solidFill>
              <a:effectLst/>
              <a:uLnTx/>
              <a:uFillTx/>
              <a:latin typeface="等线" panose="020F0502020204030204"/>
              <a:ea typeface="等线" panose="02010600030101010101" pitchFamily="2" charset="-122"/>
              <a:cs typeface="+mn-cs"/>
            </a:endParaRPr>
          </a:p>
        </p:txBody>
      </p:sp>
      <p:sp>
        <p:nvSpPr>
          <p:cNvPr id="3" name="矩形 2"/>
          <p:cNvSpPr/>
          <p:nvPr/>
        </p:nvSpPr>
        <p:spPr>
          <a:xfrm>
            <a:off x="78516" y="3643713"/>
            <a:ext cx="1300829" cy="962885"/>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65" name="Text Box 30"/>
          <p:cNvSpPr txBox="1">
            <a:spLocks noChangeArrowheads="1"/>
          </p:cNvSpPr>
          <p:nvPr/>
        </p:nvSpPr>
        <p:spPr bwMode="auto">
          <a:xfrm>
            <a:off x="3733563" y="4927161"/>
            <a:ext cx="431528" cy="4898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marL="457200" marR="0" lvl="0" indent="-457200" algn="l" defTabSz="914400" rtl="0" eaLnBrk="1" fontAlgn="auto" latinLnBrk="0" hangingPunct="1">
              <a:lnSpc>
                <a:spcPts val="3100"/>
              </a:lnSpc>
              <a:spcBef>
                <a:spcPct val="20000"/>
              </a:spcBef>
              <a:spcAft>
                <a:spcPts val="0"/>
              </a:spcAft>
              <a:buClr>
                <a:srgbClr val="A50021"/>
              </a:buClr>
              <a:buSzPct val="75000"/>
              <a:buFont typeface="Wingdings" panose="05000000000000000000" pitchFamily="2" charset="2"/>
              <a:buNone/>
              <a:defRPr/>
            </a:pPr>
            <a:r>
              <a:rPr kumimoji="0" lang="en-US" altLang="zh-CN" sz="3200" b="0" i="0" u="none" strike="noStrike" kern="120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rPr>
              <a:t>╳</a:t>
            </a:r>
          </a:p>
        </p:txBody>
      </p:sp>
      <p:sp>
        <p:nvSpPr>
          <p:cNvPr id="4" name="箭头: 右 3"/>
          <p:cNvSpPr/>
          <p:nvPr/>
        </p:nvSpPr>
        <p:spPr>
          <a:xfrm>
            <a:off x="5893329" y="3793991"/>
            <a:ext cx="1107214" cy="70872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STP</a:t>
            </a:r>
            <a:endParaRPr kumimoji="0" lang="zh-CN" altLang="en-US" sz="20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pic>
        <p:nvPicPr>
          <p:cNvPr id="67" name="Picture 5" descr="通用交换机"/>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04733" y="2914122"/>
            <a:ext cx="914400" cy="665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0" name="椭圆 129"/>
          <p:cNvSpPr/>
          <p:nvPr/>
        </p:nvSpPr>
        <p:spPr>
          <a:xfrm>
            <a:off x="4292642" y="5064482"/>
            <a:ext cx="108000" cy="108000"/>
          </a:xfrm>
          <a:prstGeom prst="ellipse">
            <a:avLst/>
          </a:prstGeom>
          <a:solidFill>
            <a:srgbClr val="993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B050"/>
              </a:solidFill>
              <a:effectLst/>
              <a:uLnTx/>
              <a:uFillTx/>
              <a:latin typeface="等线" panose="020F0502020204030204"/>
              <a:ea typeface="等线" panose="02010600030101010101" pitchFamily="2" charset="-122"/>
              <a:cs typeface="+mn-cs"/>
            </a:endParaRPr>
          </a:p>
        </p:txBody>
      </p:sp>
      <p:sp>
        <p:nvSpPr>
          <p:cNvPr id="133" name="文本框 132"/>
          <p:cNvSpPr txBox="1"/>
          <p:nvPr/>
        </p:nvSpPr>
        <p:spPr>
          <a:xfrm>
            <a:off x="4861933" y="3492803"/>
            <a:ext cx="574196"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F0/2</a:t>
            </a:r>
            <a:endParaRPr kumimoji="0" lang="zh-CN" altLang="en-US" sz="16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134" name="文本框 133"/>
          <p:cNvSpPr txBox="1"/>
          <p:nvPr/>
        </p:nvSpPr>
        <p:spPr>
          <a:xfrm>
            <a:off x="4007126" y="5199604"/>
            <a:ext cx="574196"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F0/1</a:t>
            </a:r>
            <a:endParaRPr kumimoji="0" lang="zh-CN" altLang="en-US" sz="16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135" name="文本框 134"/>
          <p:cNvSpPr txBox="1"/>
          <p:nvPr/>
        </p:nvSpPr>
        <p:spPr>
          <a:xfrm>
            <a:off x="5328638" y="4957078"/>
            <a:ext cx="396262"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D</a:t>
            </a:r>
            <a:endParaRPr kumimoji="0" lang="zh-CN" altLang="en-US" sz="24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cxnSp>
        <p:nvCxnSpPr>
          <p:cNvPr id="136" name="直接连接符 135"/>
          <p:cNvCxnSpPr/>
          <p:nvPr/>
        </p:nvCxnSpPr>
        <p:spPr>
          <a:xfrm flipV="1">
            <a:off x="8430437" y="3292032"/>
            <a:ext cx="1588618" cy="10133"/>
          </a:xfrm>
          <a:prstGeom prst="line">
            <a:avLst/>
          </a:prstGeom>
        </p:spPr>
        <p:style>
          <a:lnRef idx="3">
            <a:schemeClr val="accent1"/>
          </a:lnRef>
          <a:fillRef idx="0">
            <a:schemeClr val="accent1"/>
          </a:fillRef>
          <a:effectRef idx="2">
            <a:schemeClr val="accent1"/>
          </a:effectRef>
          <a:fontRef idx="minor">
            <a:schemeClr val="tx1"/>
          </a:fontRef>
        </p:style>
      </p:cxnSp>
      <p:cxnSp>
        <p:nvCxnSpPr>
          <p:cNvPr id="137" name="直接连接符 136"/>
          <p:cNvCxnSpPr>
            <a:stCxn id="140" idx="0"/>
            <a:endCxn id="142" idx="2"/>
          </p:cNvCxnSpPr>
          <p:nvPr/>
        </p:nvCxnSpPr>
        <p:spPr>
          <a:xfrm flipV="1">
            <a:off x="7985291" y="3623506"/>
            <a:ext cx="0" cy="1171812"/>
          </a:xfrm>
          <a:prstGeom prst="line">
            <a:avLst/>
          </a:prstGeom>
        </p:spPr>
        <p:style>
          <a:lnRef idx="3">
            <a:schemeClr val="accent1"/>
          </a:lnRef>
          <a:fillRef idx="0">
            <a:schemeClr val="accent1"/>
          </a:fillRef>
          <a:effectRef idx="2">
            <a:schemeClr val="accent1"/>
          </a:effectRef>
          <a:fontRef idx="minor">
            <a:schemeClr val="tx1"/>
          </a:fontRef>
        </p:style>
      </p:cxnSp>
      <p:cxnSp>
        <p:nvCxnSpPr>
          <p:cNvPr id="138" name="直接连接符 137"/>
          <p:cNvCxnSpPr>
            <a:stCxn id="141" idx="0"/>
            <a:endCxn id="157" idx="2"/>
          </p:cNvCxnSpPr>
          <p:nvPr/>
        </p:nvCxnSpPr>
        <p:spPr>
          <a:xfrm flipV="1">
            <a:off x="10488309" y="3582947"/>
            <a:ext cx="1914" cy="1202238"/>
          </a:xfrm>
          <a:prstGeom prst="line">
            <a:avLst/>
          </a:prstGeom>
        </p:spPr>
        <p:style>
          <a:lnRef idx="3">
            <a:schemeClr val="accent1"/>
          </a:lnRef>
          <a:fillRef idx="0">
            <a:schemeClr val="accent1"/>
          </a:fillRef>
          <a:effectRef idx="2">
            <a:schemeClr val="accent1"/>
          </a:effectRef>
          <a:fontRef idx="minor">
            <a:schemeClr val="tx1"/>
          </a:fontRef>
        </p:style>
      </p:cxnSp>
      <p:cxnSp>
        <p:nvCxnSpPr>
          <p:cNvPr id="139" name="直接连接符 138"/>
          <p:cNvCxnSpPr>
            <a:stCxn id="140" idx="3"/>
            <a:endCxn id="141" idx="1"/>
          </p:cNvCxnSpPr>
          <p:nvPr/>
        </p:nvCxnSpPr>
        <p:spPr>
          <a:xfrm flipV="1">
            <a:off x="8442491" y="5117767"/>
            <a:ext cx="1588618" cy="10133"/>
          </a:xfrm>
          <a:prstGeom prst="line">
            <a:avLst/>
          </a:prstGeom>
        </p:spPr>
        <p:style>
          <a:lnRef idx="3">
            <a:schemeClr val="accent1"/>
          </a:lnRef>
          <a:fillRef idx="0">
            <a:schemeClr val="accent1"/>
          </a:fillRef>
          <a:effectRef idx="2">
            <a:schemeClr val="accent1"/>
          </a:effectRef>
          <a:fontRef idx="minor">
            <a:schemeClr val="tx1"/>
          </a:fontRef>
        </p:style>
      </p:cxnSp>
      <p:pic>
        <p:nvPicPr>
          <p:cNvPr id="140" name="Picture 5" descr="通用交换机"/>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28091" y="4795318"/>
            <a:ext cx="914400" cy="665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1" name="Picture 5" descr="通用交换机"/>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31109" y="4785185"/>
            <a:ext cx="914400" cy="665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2" name="Picture 5" descr="通用交换机"/>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28091" y="2958343"/>
            <a:ext cx="914400" cy="665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 name="文本框 142"/>
          <p:cNvSpPr txBox="1"/>
          <p:nvPr/>
        </p:nvSpPr>
        <p:spPr>
          <a:xfrm>
            <a:off x="7281276" y="2650794"/>
            <a:ext cx="697627"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根桥</a:t>
            </a:r>
          </a:p>
        </p:txBody>
      </p:sp>
      <p:sp>
        <p:nvSpPr>
          <p:cNvPr id="144" name="文本框 143"/>
          <p:cNvSpPr txBox="1"/>
          <p:nvPr/>
        </p:nvSpPr>
        <p:spPr>
          <a:xfrm>
            <a:off x="7470412" y="3552386"/>
            <a:ext cx="574196"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F0/1</a:t>
            </a:r>
            <a:endParaRPr kumimoji="0" lang="zh-CN" altLang="en-US" sz="16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145" name="文本框 144"/>
          <p:cNvSpPr txBox="1"/>
          <p:nvPr/>
        </p:nvSpPr>
        <p:spPr>
          <a:xfrm>
            <a:off x="7453181" y="4556164"/>
            <a:ext cx="574196"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F0/1</a:t>
            </a:r>
            <a:endParaRPr kumimoji="0" lang="zh-CN" altLang="en-US" sz="16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146" name="文本框 145"/>
          <p:cNvSpPr txBox="1"/>
          <p:nvPr/>
        </p:nvSpPr>
        <p:spPr>
          <a:xfrm>
            <a:off x="8322285" y="5197180"/>
            <a:ext cx="574196"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F0/2</a:t>
            </a:r>
            <a:endParaRPr kumimoji="0" lang="zh-CN" altLang="en-US" sz="16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147" name="文本框 146"/>
          <p:cNvSpPr txBox="1"/>
          <p:nvPr/>
        </p:nvSpPr>
        <p:spPr>
          <a:xfrm>
            <a:off x="10500999" y="4448699"/>
            <a:ext cx="599844"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600" b="1" i="0" u="none" strike="noStrike" kern="1200" cap="none" spc="0" normalizeH="0" baseline="0" noProof="0" dirty="0">
                <a:ln>
                  <a:noFill/>
                </a:ln>
                <a:solidFill>
                  <a:srgbClr val="7030A0"/>
                </a:solidFill>
                <a:effectLst/>
                <a:uLnTx/>
                <a:uFillTx/>
                <a:latin typeface="等线" panose="020F0502020204030204"/>
                <a:ea typeface="等线" panose="02010600030101010101" pitchFamily="2" charset="-122"/>
                <a:cs typeface="+mn-cs"/>
              </a:rPr>
              <a:t>F0/2</a:t>
            </a:r>
            <a:endParaRPr kumimoji="0" lang="zh-CN" altLang="en-US" sz="1600" b="1" i="0" u="none" strike="noStrike" kern="1200" cap="none" spc="0" normalizeH="0" baseline="0" noProof="0" dirty="0">
              <a:ln>
                <a:noFill/>
              </a:ln>
              <a:solidFill>
                <a:srgbClr val="7030A0"/>
              </a:solidFill>
              <a:effectLst/>
              <a:uLnTx/>
              <a:uFillTx/>
              <a:latin typeface="等线" panose="020F0502020204030204"/>
              <a:ea typeface="等线" panose="02010600030101010101" pitchFamily="2" charset="-122"/>
              <a:cs typeface="+mn-cs"/>
            </a:endParaRPr>
          </a:p>
        </p:txBody>
      </p:sp>
      <p:sp>
        <p:nvSpPr>
          <p:cNvPr id="148" name="文本框 147"/>
          <p:cNvSpPr txBox="1"/>
          <p:nvPr/>
        </p:nvSpPr>
        <p:spPr>
          <a:xfrm>
            <a:off x="9575824" y="3320139"/>
            <a:ext cx="574196"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F0/1</a:t>
            </a:r>
            <a:endParaRPr kumimoji="0" lang="zh-CN" altLang="en-US" sz="16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149" name="文本框 148"/>
          <p:cNvSpPr txBox="1"/>
          <p:nvPr/>
        </p:nvSpPr>
        <p:spPr>
          <a:xfrm>
            <a:off x="8344701" y="3295830"/>
            <a:ext cx="574196"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F0/2</a:t>
            </a:r>
            <a:endParaRPr kumimoji="0" lang="zh-CN" altLang="en-US" sz="16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150" name="文本框 149"/>
          <p:cNvSpPr txBox="1"/>
          <p:nvPr/>
        </p:nvSpPr>
        <p:spPr>
          <a:xfrm>
            <a:off x="7145350" y="3012650"/>
            <a:ext cx="380232"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a:t>
            </a:r>
            <a:endParaRPr kumimoji="0" lang="zh-CN" altLang="en-US" sz="24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151" name="文本框 150"/>
          <p:cNvSpPr txBox="1"/>
          <p:nvPr/>
        </p:nvSpPr>
        <p:spPr>
          <a:xfrm>
            <a:off x="7145350" y="4966347"/>
            <a:ext cx="35618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B</a:t>
            </a:r>
            <a:endParaRPr kumimoji="0" lang="zh-CN" altLang="en-US" sz="24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152" name="文本框 151"/>
          <p:cNvSpPr txBox="1"/>
          <p:nvPr/>
        </p:nvSpPr>
        <p:spPr>
          <a:xfrm>
            <a:off x="10956928" y="3018028"/>
            <a:ext cx="375424"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C</a:t>
            </a:r>
            <a:endParaRPr kumimoji="0" lang="zh-CN" altLang="en-US" sz="24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153" name="椭圆 152"/>
          <p:cNvSpPr/>
          <p:nvPr/>
        </p:nvSpPr>
        <p:spPr>
          <a:xfrm>
            <a:off x="7929896" y="4689605"/>
            <a:ext cx="108000" cy="108000"/>
          </a:xfrm>
          <a:prstGeom prst="ellipse">
            <a:avLst/>
          </a:prstGeom>
          <a:solidFill>
            <a:srgbClr val="993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B050"/>
              </a:solidFill>
              <a:effectLst/>
              <a:uLnTx/>
              <a:uFillTx/>
              <a:latin typeface="等线" panose="020F0502020204030204"/>
              <a:ea typeface="等线" panose="02010600030101010101" pitchFamily="2" charset="-122"/>
              <a:cs typeface="+mn-cs"/>
            </a:endParaRPr>
          </a:p>
        </p:txBody>
      </p:sp>
      <p:sp>
        <p:nvSpPr>
          <p:cNvPr id="154" name="椭圆 153"/>
          <p:cNvSpPr/>
          <p:nvPr/>
        </p:nvSpPr>
        <p:spPr>
          <a:xfrm>
            <a:off x="9922514" y="3209196"/>
            <a:ext cx="108000" cy="108000"/>
          </a:xfrm>
          <a:prstGeom prst="ellipse">
            <a:avLst/>
          </a:prstGeom>
          <a:solidFill>
            <a:srgbClr val="993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B050"/>
              </a:solidFill>
              <a:effectLst/>
              <a:uLnTx/>
              <a:uFillTx/>
              <a:latin typeface="等线" panose="020F0502020204030204"/>
              <a:ea typeface="等线" panose="02010600030101010101" pitchFamily="2" charset="-122"/>
              <a:cs typeface="+mn-cs"/>
            </a:endParaRPr>
          </a:p>
        </p:txBody>
      </p:sp>
      <p:sp>
        <p:nvSpPr>
          <p:cNvPr id="155" name="Text Box 30"/>
          <p:cNvSpPr txBox="1">
            <a:spLocks noChangeArrowheads="1"/>
          </p:cNvSpPr>
          <p:nvPr/>
        </p:nvSpPr>
        <p:spPr bwMode="auto">
          <a:xfrm>
            <a:off x="9361853" y="4930823"/>
            <a:ext cx="431528" cy="4898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marL="457200" marR="0" lvl="0" indent="-457200" algn="l" defTabSz="914400" rtl="0" eaLnBrk="1" fontAlgn="auto" latinLnBrk="0" hangingPunct="1">
              <a:lnSpc>
                <a:spcPts val="3100"/>
              </a:lnSpc>
              <a:spcBef>
                <a:spcPct val="20000"/>
              </a:spcBef>
              <a:spcAft>
                <a:spcPts val="0"/>
              </a:spcAft>
              <a:buClr>
                <a:srgbClr val="A50021"/>
              </a:buClr>
              <a:buSzPct val="75000"/>
              <a:buFont typeface="Wingdings" panose="05000000000000000000" pitchFamily="2" charset="2"/>
              <a:buNone/>
              <a:defRPr/>
            </a:pPr>
            <a:r>
              <a:rPr kumimoji="0" lang="en-US" altLang="zh-CN" sz="3200" b="0" i="0" u="none" strike="noStrike" kern="120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rPr>
              <a:t>╳</a:t>
            </a:r>
          </a:p>
        </p:txBody>
      </p:sp>
      <p:sp>
        <p:nvSpPr>
          <p:cNvPr id="156" name="椭圆 155"/>
          <p:cNvSpPr/>
          <p:nvPr/>
        </p:nvSpPr>
        <p:spPr>
          <a:xfrm>
            <a:off x="10444280" y="4681825"/>
            <a:ext cx="108000" cy="108000"/>
          </a:xfrm>
          <a:prstGeom prst="ellipse">
            <a:avLst/>
          </a:prstGeom>
          <a:solidFill>
            <a:srgbClr val="993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B050"/>
              </a:solidFill>
              <a:effectLst/>
              <a:uLnTx/>
              <a:uFillTx/>
              <a:latin typeface="等线" panose="020F0502020204030204"/>
              <a:ea typeface="等线" panose="02010600030101010101" pitchFamily="2" charset="-122"/>
              <a:cs typeface="+mn-cs"/>
            </a:endParaRPr>
          </a:p>
        </p:txBody>
      </p:sp>
      <p:pic>
        <p:nvPicPr>
          <p:cNvPr id="157" name="Picture 5" descr="通用交换机"/>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33023" y="2917784"/>
            <a:ext cx="914400" cy="665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9" name="文本框 158"/>
          <p:cNvSpPr txBox="1"/>
          <p:nvPr/>
        </p:nvSpPr>
        <p:spPr>
          <a:xfrm>
            <a:off x="10490223" y="3496465"/>
            <a:ext cx="574196"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F0/2</a:t>
            </a:r>
            <a:endParaRPr kumimoji="0" lang="zh-CN" altLang="en-US" sz="16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160" name="文本框 159"/>
          <p:cNvSpPr txBox="1"/>
          <p:nvPr/>
        </p:nvSpPr>
        <p:spPr>
          <a:xfrm>
            <a:off x="9635416" y="5203266"/>
            <a:ext cx="574196"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F0/1</a:t>
            </a:r>
            <a:endParaRPr kumimoji="0" lang="zh-CN" altLang="en-US" sz="16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161" name="文本框 160"/>
          <p:cNvSpPr txBox="1"/>
          <p:nvPr/>
        </p:nvSpPr>
        <p:spPr>
          <a:xfrm>
            <a:off x="10956928" y="4960740"/>
            <a:ext cx="396262"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D</a:t>
            </a:r>
            <a:endParaRPr kumimoji="0" lang="zh-CN" altLang="en-US" sz="24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163" name="Text Box 30"/>
          <p:cNvSpPr txBox="1">
            <a:spLocks noChangeArrowheads="1"/>
          </p:cNvSpPr>
          <p:nvPr/>
        </p:nvSpPr>
        <p:spPr bwMode="auto">
          <a:xfrm flipH="1">
            <a:off x="78516" y="4167247"/>
            <a:ext cx="299920" cy="4393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marL="457200" marR="0" lvl="0" indent="-457200" algn="l" defTabSz="914400" rtl="0" eaLnBrk="1" fontAlgn="auto" latinLnBrk="0" hangingPunct="1">
              <a:lnSpc>
                <a:spcPts val="3100"/>
              </a:lnSpc>
              <a:spcBef>
                <a:spcPct val="20000"/>
              </a:spcBef>
              <a:spcAft>
                <a:spcPts val="0"/>
              </a:spcAft>
              <a:buClr>
                <a:srgbClr val="A50021"/>
              </a:buClr>
              <a:buSzPct val="75000"/>
              <a:buFont typeface="Wingdings" panose="05000000000000000000" pitchFamily="2" charset="2"/>
              <a:buNone/>
              <a:defRPr/>
            </a:pPr>
            <a:r>
              <a:rPr kumimoji="0" lang="en-US" altLang="zh-CN" sz="1400" b="1" i="0" u="none" strike="noStrike" kern="120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rPr>
              <a:t>╳</a:t>
            </a:r>
          </a:p>
        </p:txBody>
      </p:sp>
      <p:sp>
        <p:nvSpPr>
          <p:cNvPr id="164" name="AutoShape 67"/>
          <p:cNvSpPr>
            <a:spLocks noChangeAspect="1" noChangeArrowheads="1"/>
          </p:cNvSpPr>
          <p:nvPr/>
        </p:nvSpPr>
        <p:spPr bwMode="auto">
          <a:xfrm>
            <a:off x="4752902" y="4595596"/>
            <a:ext cx="216000" cy="217201"/>
          </a:xfrm>
          <a:custGeom>
            <a:avLst/>
            <a:gdLst>
              <a:gd name="T0" fmla="*/ 142875 w 21600"/>
              <a:gd name="T1" fmla="*/ 0 h 21600"/>
              <a:gd name="T2" fmla="*/ 41844 w 21600"/>
              <a:gd name="T3" fmla="*/ 42076 h 21600"/>
              <a:gd name="T4" fmla="*/ 0 w 21600"/>
              <a:gd name="T5" fmla="*/ 143669 h 21600"/>
              <a:gd name="T6" fmla="*/ 41844 w 21600"/>
              <a:gd name="T7" fmla="*/ 245261 h 21600"/>
              <a:gd name="T8" fmla="*/ 142875 w 21600"/>
              <a:gd name="T9" fmla="*/ 287337 h 21600"/>
              <a:gd name="T10" fmla="*/ 243906 w 21600"/>
              <a:gd name="T11" fmla="*/ 245261 h 21600"/>
              <a:gd name="T12" fmla="*/ 285750 w 21600"/>
              <a:gd name="T13" fmla="*/ 143669 h 21600"/>
              <a:gd name="T14" fmla="*/ 243906 w 21600"/>
              <a:gd name="T15" fmla="*/ 42076 h 21600"/>
              <a:gd name="T16" fmla="*/ 0 60000 65536"/>
              <a:gd name="T17" fmla="*/ 0 60000 65536"/>
              <a:gd name="T18" fmla="*/ 0 60000 65536"/>
              <a:gd name="T19" fmla="*/ 0 60000 65536"/>
              <a:gd name="T20" fmla="*/ 0 60000 65536"/>
              <a:gd name="T21" fmla="*/ 0 60000 65536"/>
              <a:gd name="T22" fmla="*/ 0 60000 65536"/>
              <a:gd name="T23" fmla="*/ 0 60000 65536"/>
              <a:gd name="T24" fmla="*/ 3163 w 21600"/>
              <a:gd name="T25" fmla="*/ 3163 h 21600"/>
              <a:gd name="T26" fmla="*/ 18437 w 21600"/>
              <a:gd name="T27" fmla="*/ 18437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7401" y="15493"/>
                </a:moveTo>
                <a:cubicBezTo>
                  <a:pt x="18376" y="14122"/>
                  <a:pt x="18900" y="12482"/>
                  <a:pt x="18900" y="10800"/>
                </a:cubicBezTo>
                <a:cubicBezTo>
                  <a:pt x="18900" y="6326"/>
                  <a:pt x="15273" y="2700"/>
                  <a:pt x="10800" y="2700"/>
                </a:cubicBezTo>
                <a:cubicBezTo>
                  <a:pt x="9117" y="2700"/>
                  <a:pt x="7477" y="3223"/>
                  <a:pt x="6106" y="4198"/>
                </a:cubicBezTo>
                <a:lnTo>
                  <a:pt x="17401" y="15493"/>
                </a:lnTo>
                <a:close/>
                <a:moveTo>
                  <a:pt x="4198" y="6106"/>
                </a:moveTo>
                <a:cubicBezTo>
                  <a:pt x="3223" y="7477"/>
                  <a:pt x="2700" y="9117"/>
                  <a:pt x="2700" y="10799"/>
                </a:cubicBezTo>
                <a:cubicBezTo>
                  <a:pt x="2700" y="15273"/>
                  <a:pt x="6326" y="18900"/>
                  <a:pt x="10800" y="18900"/>
                </a:cubicBezTo>
                <a:cubicBezTo>
                  <a:pt x="12482" y="18900"/>
                  <a:pt x="14122" y="18376"/>
                  <a:pt x="15493" y="17401"/>
                </a:cubicBezTo>
                <a:lnTo>
                  <a:pt x="4198" y="6106"/>
                </a:lnTo>
                <a:close/>
              </a:path>
            </a:pathLst>
          </a:custGeom>
          <a:solidFill>
            <a:srgbClr val="FF00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5" name="AutoShape 67"/>
          <p:cNvSpPr>
            <a:spLocks noChangeAspect="1" noChangeArrowheads="1"/>
          </p:cNvSpPr>
          <p:nvPr/>
        </p:nvSpPr>
        <p:spPr bwMode="auto">
          <a:xfrm>
            <a:off x="165297" y="4106226"/>
            <a:ext cx="89502" cy="90000"/>
          </a:xfrm>
          <a:custGeom>
            <a:avLst/>
            <a:gdLst>
              <a:gd name="T0" fmla="*/ 142875 w 21600"/>
              <a:gd name="T1" fmla="*/ 0 h 21600"/>
              <a:gd name="T2" fmla="*/ 41844 w 21600"/>
              <a:gd name="T3" fmla="*/ 42076 h 21600"/>
              <a:gd name="T4" fmla="*/ 0 w 21600"/>
              <a:gd name="T5" fmla="*/ 143669 h 21600"/>
              <a:gd name="T6" fmla="*/ 41844 w 21600"/>
              <a:gd name="T7" fmla="*/ 245261 h 21600"/>
              <a:gd name="T8" fmla="*/ 142875 w 21600"/>
              <a:gd name="T9" fmla="*/ 287337 h 21600"/>
              <a:gd name="T10" fmla="*/ 243906 w 21600"/>
              <a:gd name="T11" fmla="*/ 245261 h 21600"/>
              <a:gd name="T12" fmla="*/ 285750 w 21600"/>
              <a:gd name="T13" fmla="*/ 143669 h 21600"/>
              <a:gd name="T14" fmla="*/ 243906 w 21600"/>
              <a:gd name="T15" fmla="*/ 42076 h 21600"/>
              <a:gd name="T16" fmla="*/ 0 60000 65536"/>
              <a:gd name="T17" fmla="*/ 0 60000 65536"/>
              <a:gd name="T18" fmla="*/ 0 60000 65536"/>
              <a:gd name="T19" fmla="*/ 0 60000 65536"/>
              <a:gd name="T20" fmla="*/ 0 60000 65536"/>
              <a:gd name="T21" fmla="*/ 0 60000 65536"/>
              <a:gd name="T22" fmla="*/ 0 60000 65536"/>
              <a:gd name="T23" fmla="*/ 0 60000 65536"/>
              <a:gd name="T24" fmla="*/ 3163 w 21600"/>
              <a:gd name="T25" fmla="*/ 3163 h 21600"/>
              <a:gd name="T26" fmla="*/ 18437 w 21600"/>
              <a:gd name="T27" fmla="*/ 18437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7401" y="15493"/>
                </a:moveTo>
                <a:cubicBezTo>
                  <a:pt x="18376" y="14122"/>
                  <a:pt x="18900" y="12482"/>
                  <a:pt x="18900" y="10800"/>
                </a:cubicBezTo>
                <a:cubicBezTo>
                  <a:pt x="18900" y="6326"/>
                  <a:pt x="15273" y="2700"/>
                  <a:pt x="10800" y="2700"/>
                </a:cubicBezTo>
                <a:cubicBezTo>
                  <a:pt x="9117" y="2700"/>
                  <a:pt x="7477" y="3223"/>
                  <a:pt x="6106" y="4198"/>
                </a:cubicBezTo>
                <a:lnTo>
                  <a:pt x="17401" y="15493"/>
                </a:lnTo>
                <a:close/>
                <a:moveTo>
                  <a:pt x="4198" y="6106"/>
                </a:moveTo>
                <a:cubicBezTo>
                  <a:pt x="3223" y="7477"/>
                  <a:pt x="2700" y="9117"/>
                  <a:pt x="2700" y="10799"/>
                </a:cubicBezTo>
                <a:cubicBezTo>
                  <a:pt x="2700" y="15273"/>
                  <a:pt x="6326" y="18900"/>
                  <a:pt x="10800" y="18900"/>
                </a:cubicBezTo>
                <a:cubicBezTo>
                  <a:pt x="12482" y="18900"/>
                  <a:pt x="14122" y="18376"/>
                  <a:pt x="15493" y="17401"/>
                </a:cubicBezTo>
                <a:lnTo>
                  <a:pt x="4198" y="6106"/>
                </a:lnTo>
                <a:close/>
              </a:path>
            </a:pathLst>
          </a:custGeom>
          <a:solidFill>
            <a:srgbClr val="FF00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文本框 23"/>
          <p:cNvSpPr txBox="1"/>
          <p:nvPr/>
        </p:nvSpPr>
        <p:spPr>
          <a:xfrm>
            <a:off x="1961028" y="5642090"/>
            <a:ext cx="8527281" cy="799706"/>
          </a:xfrm>
          <a:prstGeom prst="rect">
            <a:avLst/>
          </a:prstGeom>
          <a:solidFill>
            <a:schemeClr val="bg1">
              <a:lumMod val="95000"/>
            </a:schemeClr>
          </a:solidFill>
          <a:ln>
            <a:solidFill>
              <a:srgbClr val="7030A0"/>
            </a:solidFill>
          </a:ln>
        </p:spPr>
        <p:txBody>
          <a:bodyPr wrap="square" rtlCol="0">
            <a:spAutoFit/>
          </a:bodyPr>
          <a:lstStyle/>
          <a:p>
            <a:pPr>
              <a:lnSpc>
                <a:spcPct val="120000"/>
              </a:lnSpc>
            </a:pPr>
            <a:r>
              <a:rPr lang="zh-CN" altLang="en-US" sz="2000" dirty="0">
                <a:latin typeface="微软雅黑" panose="020B0503020204020204" pitchFamily="34" charset="-122"/>
                <a:ea typeface="微软雅黑" panose="020B0503020204020204" pitchFamily="34" charset="-122"/>
              </a:rPr>
              <a:t>交换机</a:t>
            </a:r>
            <a:r>
              <a:rPr lang="en-US" altLang="zh-CN" sz="2000" dirty="0">
                <a:latin typeface="微软雅黑" panose="020B0503020204020204" pitchFamily="34" charset="-122"/>
                <a:ea typeface="微软雅黑" panose="020B0503020204020204" pitchFamily="34" charset="-122"/>
              </a:rPr>
              <a:t>D</a:t>
            </a:r>
            <a:r>
              <a:rPr lang="zh-CN" altLang="en-US" sz="2000" dirty="0">
                <a:latin typeface="微软雅黑" panose="020B0503020204020204" pitchFamily="34" charset="-122"/>
                <a:ea typeface="微软雅黑" panose="020B0503020204020204" pitchFamily="34" charset="-122"/>
              </a:rPr>
              <a:t>的端口</a:t>
            </a:r>
            <a:r>
              <a:rPr lang="en-US" altLang="zh-CN" sz="2000" dirty="0">
                <a:latin typeface="微软雅黑" panose="020B0503020204020204" pitchFamily="34" charset="-122"/>
                <a:ea typeface="微软雅黑" panose="020B0503020204020204" pitchFamily="34" charset="-122"/>
              </a:rPr>
              <a:t>F0/2</a:t>
            </a:r>
            <a:r>
              <a:rPr lang="zh-CN" altLang="en-US" sz="2000" dirty="0">
                <a:latin typeface="微软雅黑" panose="020B0503020204020204" pitchFamily="34" charset="-122"/>
                <a:ea typeface="微软雅黑" panose="020B0503020204020204" pitchFamily="34" charset="-122"/>
              </a:rPr>
              <a:t>从</a:t>
            </a:r>
            <a:r>
              <a:rPr lang="en-US" altLang="zh-CN" sz="2000" dirty="0">
                <a:latin typeface="微软雅黑" panose="020B0503020204020204" pitchFamily="34" charset="-122"/>
                <a:ea typeface="微软雅黑" panose="020B0503020204020204" pitchFamily="34" charset="-122"/>
              </a:rPr>
              <a:t>Blocking</a:t>
            </a:r>
            <a:r>
              <a:rPr lang="zh-CN" altLang="en-US" sz="2000" dirty="0">
                <a:latin typeface="微软雅黑" panose="020B0503020204020204" pitchFamily="34" charset="-122"/>
                <a:ea typeface="微软雅黑" panose="020B0503020204020204" pitchFamily="34" charset="-122"/>
              </a:rPr>
              <a:t>状态到</a:t>
            </a:r>
            <a:r>
              <a:rPr lang="en-US" altLang="zh-CN" sz="2000" dirty="0">
                <a:latin typeface="微软雅黑" panose="020B0503020204020204" pitchFamily="34" charset="-122"/>
                <a:ea typeface="微软雅黑" panose="020B0503020204020204" pitchFamily="34" charset="-122"/>
              </a:rPr>
              <a:t>Forwarding</a:t>
            </a:r>
            <a:r>
              <a:rPr lang="zh-CN" altLang="en-US" sz="2000" dirty="0">
                <a:latin typeface="微软雅黑" panose="020B0503020204020204" pitchFamily="34" charset="-122"/>
                <a:ea typeface="微软雅黑" panose="020B0503020204020204" pitchFamily="34" charset="-122"/>
              </a:rPr>
              <a:t>状态至少要经过两倍</a:t>
            </a:r>
            <a:r>
              <a:rPr lang="en-US" altLang="zh-CN" sz="2000" dirty="0">
                <a:latin typeface="微软雅黑" panose="020B0503020204020204" pitchFamily="34" charset="-122"/>
                <a:ea typeface="微软雅黑" panose="020B0503020204020204" pitchFamily="34" charset="-122"/>
              </a:rPr>
              <a:t>Forwarding Delay</a:t>
            </a:r>
            <a:r>
              <a:rPr lang="zh-CN" altLang="en-US" sz="2000" dirty="0">
                <a:latin typeface="微软雅黑" panose="020B0503020204020204" pitchFamily="34" charset="-122"/>
                <a:ea typeface="微软雅黑" panose="020B0503020204020204" pitchFamily="34" charset="-122"/>
              </a:rPr>
              <a:t>时间，导致网络的连通性至少要</a:t>
            </a:r>
            <a:r>
              <a:rPr lang="en-US" altLang="zh-CN" sz="2000" dirty="0">
                <a:latin typeface="微软雅黑" panose="020B0503020204020204" pitchFamily="34" charset="-122"/>
                <a:ea typeface="微软雅黑" panose="020B0503020204020204" pitchFamily="34" charset="-122"/>
              </a:rPr>
              <a:t>30</a:t>
            </a:r>
            <a:r>
              <a:rPr lang="zh-CN" altLang="en-US" sz="2000" dirty="0">
                <a:latin typeface="微软雅黑" panose="020B0503020204020204" pitchFamily="34" charset="-122"/>
                <a:ea typeface="微软雅黑" panose="020B0503020204020204" pitchFamily="34" charset="-122"/>
              </a:rPr>
              <a:t>秒之后才能恢复。</a:t>
            </a:r>
            <a:endParaRPr lang="en-US" altLang="zh-CN" sz="2000" dirty="0">
              <a:latin typeface="微软雅黑" panose="020B0503020204020204" pitchFamily="34" charset="-122"/>
              <a:ea typeface="微软雅黑" panose="020B0503020204020204" pitchFamily="34" charset="-122"/>
            </a:endParaRPr>
          </a:p>
        </p:txBody>
      </p:sp>
      <p:sp>
        <p:nvSpPr>
          <p:cNvPr id="66" name="日期占位符 36"/>
          <p:cNvSpPr>
            <a:spLocks noGrp="1"/>
          </p:cNvSpPr>
          <p:nvPr>
            <p:ph type="dt" sz="half" idx="10"/>
          </p:nvPr>
        </p:nvSpPr>
        <p:spPr>
          <a:xfrm>
            <a:off x="197335" y="6489303"/>
            <a:ext cx="2743200" cy="365125"/>
          </a:xfrm>
        </p:spPr>
        <p:txBody>
          <a:bodyPr/>
          <a:lstStyle/>
          <a:p>
            <a:r>
              <a:rPr lang="en-US" altLang="zh-CN" dirty="0">
                <a:latin typeface="微软雅黑" panose="020B0503020204020204" pitchFamily="34" charset="-122"/>
                <a:ea typeface="微软雅黑" panose="020B0503020204020204" pitchFamily="34" charset="-122"/>
              </a:rPr>
              <a:t>4.4 </a:t>
            </a:r>
            <a:r>
              <a:rPr lang="zh-CN" altLang="en-US" dirty="0">
                <a:latin typeface="微软雅黑" panose="020B0503020204020204" pitchFamily="34" charset="-122"/>
                <a:ea typeface="微软雅黑" panose="020B0503020204020204" pitchFamily="34" charset="-122"/>
              </a:rPr>
              <a:t>数据链路层交换</a:t>
            </a:r>
          </a:p>
        </p:txBody>
      </p:sp>
      <p:sp>
        <p:nvSpPr>
          <p:cNvPr id="68" name="灯片编号占位符 38"/>
          <p:cNvSpPr>
            <a:spLocks noGrp="1"/>
          </p:cNvSpPr>
          <p:nvPr>
            <p:ph type="sldNum" sz="quarter" idx="12"/>
          </p:nvPr>
        </p:nvSpPr>
        <p:spPr>
          <a:xfrm>
            <a:off x="8686810" y="6489303"/>
            <a:ext cx="3319670" cy="365125"/>
          </a:xfrm>
        </p:spPr>
        <p:txBody>
          <a:bodyPr/>
          <a:lstStyle/>
          <a:p>
            <a:fld id="{8D4D1E41-7A09-AB4A-A4E1-09765ADA2698}" type="slidenum">
              <a:rPr kumimoji="1" lang="zh-CN" altLang="en-US" smtClean="0"/>
              <a:t>99</a:t>
            </a:fld>
            <a:endParaRPr kumimoji="1"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65"/>
                                        </p:tgtEl>
                                        <p:attrNameLst>
                                          <p:attrName>style.visibility</p:attrName>
                                        </p:attrNameLst>
                                      </p:cBhvr>
                                      <p:to>
                                        <p:strVal val="visible"/>
                                      </p:to>
                                    </p:set>
                                    <p:anim calcmode="lin" valueType="num">
                                      <p:cBhvr>
                                        <p:cTn id="7" dur="500" fill="hold"/>
                                        <p:tgtEl>
                                          <p:spTgt spid="65"/>
                                        </p:tgtEl>
                                        <p:attrNameLst>
                                          <p:attrName>ppt_w</p:attrName>
                                        </p:attrNameLst>
                                      </p:cBhvr>
                                      <p:tavLst>
                                        <p:tav tm="0">
                                          <p:val>
                                            <p:fltVal val="0"/>
                                          </p:val>
                                        </p:tav>
                                        <p:tav tm="100000">
                                          <p:val>
                                            <p:strVal val="#ppt_w"/>
                                          </p:val>
                                        </p:tav>
                                      </p:tavLst>
                                    </p:anim>
                                    <p:anim calcmode="lin" valueType="num">
                                      <p:cBhvr>
                                        <p:cTn id="8" dur="500" fill="hold"/>
                                        <p:tgtEl>
                                          <p:spTgt spid="65"/>
                                        </p:tgtEl>
                                        <p:attrNameLst>
                                          <p:attrName>ppt_h</p:attrName>
                                        </p:attrNameLst>
                                      </p:cBhvr>
                                      <p:tavLst>
                                        <p:tav tm="0">
                                          <p:val>
                                            <p:fltVal val="0"/>
                                          </p:val>
                                        </p:tav>
                                        <p:tav tm="100000">
                                          <p:val>
                                            <p:strVal val="#ppt_h"/>
                                          </p:val>
                                        </p:tav>
                                      </p:tavLst>
                                    </p:anim>
                                    <p:animEffect transition="in" filter="fade">
                                      <p:cBhvr>
                                        <p:cTn id="9" dur="500"/>
                                        <p:tgtEl>
                                          <p:spTgt spid="65"/>
                                        </p:tgtEl>
                                      </p:cBhvr>
                                    </p:animEffect>
                                  </p:childTnLst>
                                </p:cTn>
                              </p:par>
                            </p:childTnLst>
                          </p:cTn>
                        </p:par>
                      </p:childTnLst>
                    </p:cTn>
                  </p:par>
                  <p:par>
                    <p:cTn id="10" fill="hold">
                      <p:stCondLst>
                        <p:cond delay="indefinite"/>
                      </p:stCondLst>
                      <p:childTnLst>
                        <p:par>
                          <p:cTn id="11" fill="hold">
                            <p:stCondLst>
                              <p:cond delay="0"/>
                            </p:stCondLst>
                            <p:childTnLst>
                              <p:par>
                                <p:cTn id="12" presetID="22" presetClass="entr" presetSubtype="8"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wipe(left)">
                                      <p:cBhvr>
                                        <p:cTn id="14" dur="500"/>
                                        <p:tgtEl>
                                          <p:spTgt spid="4"/>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136"/>
                                        </p:tgtEl>
                                        <p:attrNameLst>
                                          <p:attrName>style.visibility</p:attrName>
                                        </p:attrNameLst>
                                      </p:cBhvr>
                                      <p:to>
                                        <p:strVal val="visible"/>
                                      </p:to>
                                    </p:set>
                                    <p:animEffect transition="in" filter="fade">
                                      <p:cBhvr>
                                        <p:cTn id="19" dur="500"/>
                                        <p:tgtEl>
                                          <p:spTgt spid="136"/>
                                        </p:tgtEl>
                                      </p:cBhvr>
                                    </p:animEffect>
                                  </p:childTnLst>
                                </p:cTn>
                              </p:par>
                              <p:par>
                                <p:cTn id="20" presetID="10" presetClass="entr" presetSubtype="0" fill="hold" nodeType="withEffect">
                                  <p:stCondLst>
                                    <p:cond delay="0"/>
                                  </p:stCondLst>
                                  <p:childTnLst>
                                    <p:set>
                                      <p:cBhvr>
                                        <p:cTn id="21" dur="1" fill="hold">
                                          <p:stCondLst>
                                            <p:cond delay="0"/>
                                          </p:stCondLst>
                                        </p:cTn>
                                        <p:tgtEl>
                                          <p:spTgt spid="137"/>
                                        </p:tgtEl>
                                        <p:attrNameLst>
                                          <p:attrName>style.visibility</p:attrName>
                                        </p:attrNameLst>
                                      </p:cBhvr>
                                      <p:to>
                                        <p:strVal val="visible"/>
                                      </p:to>
                                    </p:set>
                                    <p:animEffect transition="in" filter="fade">
                                      <p:cBhvr>
                                        <p:cTn id="22" dur="500"/>
                                        <p:tgtEl>
                                          <p:spTgt spid="137"/>
                                        </p:tgtEl>
                                      </p:cBhvr>
                                    </p:animEffect>
                                  </p:childTnLst>
                                </p:cTn>
                              </p:par>
                              <p:par>
                                <p:cTn id="23" presetID="10" presetClass="entr" presetSubtype="0" fill="hold" nodeType="withEffect">
                                  <p:stCondLst>
                                    <p:cond delay="0"/>
                                  </p:stCondLst>
                                  <p:childTnLst>
                                    <p:set>
                                      <p:cBhvr>
                                        <p:cTn id="24" dur="1" fill="hold">
                                          <p:stCondLst>
                                            <p:cond delay="0"/>
                                          </p:stCondLst>
                                        </p:cTn>
                                        <p:tgtEl>
                                          <p:spTgt spid="138"/>
                                        </p:tgtEl>
                                        <p:attrNameLst>
                                          <p:attrName>style.visibility</p:attrName>
                                        </p:attrNameLst>
                                      </p:cBhvr>
                                      <p:to>
                                        <p:strVal val="visible"/>
                                      </p:to>
                                    </p:set>
                                    <p:animEffect transition="in" filter="fade">
                                      <p:cBhvr>
                                        <p:cTn id="25" dur="500"/>
                                        <p:tgtEl>
                                          <p:spTgt spid="138"/>
                                        </p:tgtEl>
                                      </p:cBhvr>
                                    </p:animEffect>
                                  </p:childTnLst>
                                </p:cTn>
                              </p:par>
                              <p:par>
                                <p:cTn id="26" presetID="10" presetClass="entr" presetSubtype="0" fill="hold" nodeType="withEffect">
                                  <p:stCondLst>
                                    <p:cond delay="0"/>
                                  </p:stCondLst>
                                  <p:childTnLst>
                                    <p:set>
                                      <p:cBhvr>
                                        <p:cTn id="27" dur="1" fill="hold">
                                          <p:stCondLst>
                                            <p:cond delay="0"/>
                                          </p:stCondLst>
                                        </p:cTn>
                                        <p:tgtEl>
                                          <p:spTgt spid="139"/>
                                        </p:tgtEl>
                                        <p:attrNameLst>
                                          <p:attrName>style.visibility</p:attrName>
                                        </p:attrNameLst>
                                      </p:cBhvr>
                                      <p:to>
                                        <p:strVal val="visible"/>
                                      </p:to>
                                    </p:set>
                                    <p:animEffect transition="in" filter="fade">
                                      <p:cBhvr>
                                        <p:cTn id="28" dur="500"/>
                                        <p:tgtEl>
                                          <p:spTgt spid="139"/>
                                        </p:tgtEl>
                                      </p:cBhvr>
                                    </p:animEffect>
                                  </p:childTnLst>
                                </p:cTn>
                              </p:par>
                              <p:par>
                                <p:cTn id="29" presetID="10" presetClass="entr" presetSubtype="0" fill="hold" nodeType="withEffect">
                                  <p:stCondLst>
                                    <p:cond delay="0"/>
                                  </p:stCondLst>
                                  <p:childTnLst>
                                    <p:set>
                                      <p:cBhvr>
                                        <p:cTn id="30" dur="1" fill="hold">
                                          <p:stCondLst>
                                            <p:cond delay="0"/>
                                          </p:stCondLst>
                                        </p:cTn>
                                        <p:tgtEl>
                                          <p:spTgt spid="140"/>
                                        </p:tgtEl>
                                        <p:attrNameLst>
                                          <p:attrName>style.visibility</p:attrName>
                                        </p:attrNameLst>
                                      </p:cBhvr>
                                      <p:to>
                                        <p:strVal val="visible"/>
                                      </p:to>
                                    </p:set>
                                    <p:animEffect transition="in" filter="fade">
                                      <p:cBhvr>
                                        <p:cTn id="31" dur="500"/>
                                        <p:tgtEl>
                                          <p:spTgt spid="140"/>
                                        </p:tgtEl>
                                      </p:cBhvr>
                                    </p:animEffect>
                                  </p:childTnLst>
                                </p:cTn>
                              </p:par>
                              <p:par>
                                <p:cTn id="32" presetID="10" presetClass="entr" presetSubtype="0" fill="hold" nodeType="withEffect">
                                  <p:stCondLst>
                                    <p:cond delay="0"/>
                                  </p:stCondLst>
                                  <p:childTnLst>
                                    <p:set>
                                      <p:cBhvr>
                                        <p:cTn id="33" dur="1" fill="hold">
                                          <p:stCondLst>
                                            <p:cond delay="0"/>
                                          </p:stCondLst>
                                        </p:cTn>
                                        <p:tgtEl>
                                          <p:spTgt spid="141"/>
                                        </p:tgtEl>
                                        <p:attrNameLst>
                                          <p:attrName>style.visibility</p:attrName>
                                        </p:attrNameLst>
                                      </p:cBhvr>
                                      <p:to>
                                        <p:strVal val="visible"/>
                                      </p:to>
                                    </p:set>
                                    <p:animEffect transition="in" filter="fade">
                                      <p:cBhvr>
                                        <p:cTn id="34" dur="500"/>
                                        <p:tgtEl>
                                          <p:spTgt spid="141"/>
                                        </p:tgtEl>
                                      </p:cBhvr>
                                    </p:animEffect>
                                  </p:childTnLst>
                                </p:cTn>
                              </p:par>
                              <p:par>
                                <p:cTn id="35" presetID="10" presetClass="entr" presetSubtype="0" fill="hold" nodeType="withEffect">
                                  <p:stCondLst>
                                    <p:cond delay="0"/>
                                  </p:stCondLst>
                                  <p:childTnLst>
                                    <p:set>
                                      <p:cBhvr>
                                        <p:cTn id="36" dur="1" fill="hold">
                                          <p:stCondLst>
                                            <p:cond delay="0"/>
                                          </p:stCondLst>
                                        </p:cTn>
                                        <p:tgtEl>
                                          <p:spTgt spid="142"/>
                                        </p:tgtEl>
                                        <p:attrNameLst>
                                          <p:attrName>style.visibility</p:attrName>
                                        </p:attrNameLst>
                                      </p:cBhvr>
                                      <p:to>
                                        <p:strVal val="visible"/>
                                      </p:to>
                                    </p:set>
                                    <p:animEffect transition="in" filter="fade">
                                      <p:cBhvr>
                                        <p:cTn id="37" dur="500"/>
                                        <p:tgtEl>
                                          <p:spTgt spid="142"/>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43"/>
                                        </p:tgtEl>
                                        <p:attrNameLst>
                                          <p:attrName>style.visibility</p:attrName>
                                        </p:attrNameLst>
                                      </p:cBhvr>
                                      <p:to>
                                        <p:strVal val="visible"/>
                                      </p:to>
                                    </p:set>
                                    <p:animEffect transition="in" filter="fade">
                                      <p:cBhvr>
                                        <p:cTn id="40" dur="500"/>
                                        <p:tgtEl>
                                          <p:spTgt spid="143"/>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44"/>
                                        </p:tgtEl>
                                        <p:attrNameLst>
                                          <p:attrName>style.visibility</p:attrName>
                                        </p:attrNameLst>
                                      </p:cBhvr>
                                      <p:to>
                                        <p:strVal val="visible"/>
                                      </p:to>
                                    </p:set>
                                    <p:animEffect transition="in" filter="fade">
                                      <p:cBhvr>
                                        <p:cTn id="43" dur="500"/>
                                        <p:tgtEl>
                                          <p:spTgt spid="144"/>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45"/>
                                        </p:tgtEl>
                                        <p:attrNameLst>
                                          <p:attrName>style.visibility</p:attrName>
                                        </p:attrNameLst>
                                      </p:cBhvr>
                                      <p:to>
                                        <p:strVal val="visible"/>
                                      </p:to>
                                    </p:set>
                                    <p:animEffect transition="in" filter="fade">
                                      <p:cBhvr>
                                        <p:cTn id="46" dur="500"/>
                                        <p:tgtEl>
                                          <p:spTgt spid="145"/>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46"/>
                                        </p:tgtEl>
                                        <p:attrNameLst>
                                          <p:attrName>style.visibility</p:attrName>
                                        </p:attrNameLst>
                                      </p:cBhvr>
                                      <p:to>
                                        <p:strVal val="visible"/>
                                      </p:to>
                                    </p:set>
                                    <p:animEffect transition="in" filter="fade">
                                      <p:cBhvr>
                                        <p:cTn id="49" dur="500"/>
                                        <p:tgtEl>
                                          <p:spTgt spid="146"/>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48"/>
                                        </p:tgtEl>
                                        <p:attrNameLst>
                                          <p:attrName>style.visibility</p:attrName>
                                        </p:attrNameLst>
                                      </p:cBhvr>
                                      <p:to>
                                        <p:strVal val="visible"/>
                                      </p:to>
                                    </p:set>
                                    <p:animEffect transition="in" filter="fade">
                                      <p:cBhvr>
                                        <p:cTn id="52" dur="500"/>
                                        <p:tgtEl>
                                          <p:spTgt spid="148"/>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49"/>
                                        </p:tgtEl>
                                        <p:attrNameLst>
                                          <p:attrName>style.visibility</p:attrName>
                                        </p:attrNameLst>
                                      </p:cBhvr>
                                      <p:to>
                                        <p:strVal val="visible"/>
                                      </p:to>
                                    </p:set>
                                    <p:animEffect transition="in" filter="fade">
                                      <p:cBhvr>
                                        <p:cTn id="55" dur="500"/>
                                        <p:tgtEl>
                                          <p:spTgt spid="149"/>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150"/>
                                        </p:tgtEl>
                                        <p:attrNameLst>
                                          <p:attrName>style.visibility</p:attrName>
                                        </p:attrNameLst>
                                      </p:cBhvr>
                                      <p:to>
                                        <p:strVal val="visible"/>
                                      </p:to>
                                    </p:set>
                                    <p:animEffect transition="in" filter="fade">
                                      <p:cBhvr>
                                        <p:cTn id="58" dur="500"/>
                                        <p:tgtEl>
                                          <p:spTgt spid="150"/>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151"/>
                                        </p:tgtEl>
                                        <p:attrNameLst>
                                          <p:attrName>style.visibility</p:attrName>
                                        </p:attrNameLst>
                                      </p:cBhvr>
                                      <p:to>
                                        <p:strVal val="visible"/>
                                      </p:to>
                                    </p:set>
                                    <p:animEffect transition="in" filter="fade">
                                      <p:cBhvr>
                                        <p:cTn id="61" dur="500"/>
                                        <p:tgtEl>
                                          <p:spTgt spid="151"/>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152"/>
                                        </p:tgtEl>
                                        <p:attrNameLst>
                                          <p:attrName>style.visibility</p:attrName>
                                        </p:attrNameLst>
                                      </p:cBhvr>
                                      <p:to>
                                        <p:strVal val="visible"/>
                                      </p:to>
                                    </p:set>
                                    <p:animEffect transition="in" filter="fade">
                                      <p:cBhvr>
                                        <p:cTn id="64" dur="500"/>
                                        <p:tgtEl>
                                          <p:spTgt spid="152"/>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153"/>
                                        </p:tgtEl>
                                        <p:attrNameLst>
                                          <p:attrName>style.visibility</p:attrName>
                                        </p:attrNameLst>
                                      </p:cBhvr>
                                      <p:to>
                                        <p:strVal val="visible"/>
                                      </p:to>
                                    </p:set>
                                    <p:animEffect transition="in" filter="fade">
                                      <p:cBhvr>
                                        <p:cTn id="67" dur="500"/>
                                        <p:tgtEl>
                                          <p:spTgt spid="153"/>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154"/>
                                        </p:tgtEl>
                                        <p:attrNameLst>
                                          <p:attrName>style.visibility</p:attrName>
                                        </p:attrNameLst>
                                      </p:cBhvr>
                                      <p:to>
                                        <p:strVal val="visible"/>
                                      </p:to>
                                    </p:set>
                                    <p:animEffect transition="in" filter="fade">
                                      <p:cBhvr>
                                        <p:cTn id="70" dur="500"/>
                                        <p:tgtEl>
                                          <p:spTgt spid="154"/>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155"/>
                                        </p:tgtEl>
                                        <p:attrNameLst>
                                          <p:attrName>style.visibility</p:attrName>
                                        </p:attrNameLst>
                                      </p:cBhvr>
                                      <p:to>
                                        <p:strVal val="visible"/>
                                      </p:to>
                                    </p:set>
                                    <p:animEffect transition="in" filter="fade">
                                      <p:cBhvr>
                                        <p:cTn id="73" dur="500"/>
                                        <p:tgtEl>
                                          <p:spTgt spid="155"/>
                                        </p:tgtEl>
                                      </p:cBhvr>
                                    </p:animEffect>
                                  </p:childTnLst>
                                </p:cTn>
                              </p:par>
                              <p:par>
                                <p:cTn id="74" presetID="10" presetClass="entr" presetSubtype="0" fill="hold" nodeType="withEffect">
                                  <p:stCondLst>
                                    <p:cond delay="0"/>
                                  </p:stCondLst>
                                  <p:childTnLst>
                                    <p:set>
                                      <p:cBhvr>
                                        <p:cTn id="75" dur="1" fill="hold">
                                          <p:stCondLst>
                                            <p:cond delay="0"/>
                                          </p:stCondLst>
                                        </p:cTn>
                                        <p:tgtEl>
                                          <p:spTgt spid="157"/>
                                        </p:tgtEl>
                                        <p:attrNameLst>
                                          <p:attrName>style.visibility</p:attrName>
                                        </p:attrNameLst>
                                      </p:cBhvr>
                                      <p:to>
                                        <p:strVal val="visible"/>
                                      </p:to>
                                    </p:set>
                                    <p:animEffect transition="in" filter="fade">
                                      <p:cBhvr>
                                        <p:cTn id="76" dur="500"/>
                                        <p:tgtEl>
                                          <p:spTgt spid="157"/>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159"/>
                                        </p:tgtEl>
                                        <p:attrNameLst>
                                          <p:attrName>style.visibility</p:attrName>
                                        </p:attrNameLst>
                                      </p:cBhvr>
                                      <p:to>
                                        <p:strVal val="visible"/>
                                      </p:to>
                                    </p:set>
                                    <p:animEffect transition="in" filter="fade">
                                      <p:cBhvr>
                                        <p:cTn id="79" dur="500"/>
                                        <p:tgtEl>
                                          <p:spTgt spid="159"/>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160"/>
                                        </p:tgtEl>
                                        <p:attrNameLst>
                                          <p:attrName>style.visibility</p:attrName>
                                        </p:attrNameLst>
                                      </p:cBhvr>
                                      <p:to>
                                        <p:strVal val="visible"/>
                                      </p:to>
                                    </p:set>
                                    <p:animEffect transition="in" filter="fade">
                                      <p:cBhvr>
                                        <p:cTn id="82" dur="500"/>
                                        <p:tgtEl>
                                          <p:spTgt spid="160"/>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161"/>
                                        </p:tgtEl>
                                        <p:attrNameLst>
                                          <p:attrName>style.visibility</p:attrName>
                                        </p:attrNameLst>
                                      </p:cBhvr>
                                      <p:to>
                                        <p:strVal val="visible"/>
                                      </p:to>
                                    </p:set>
                                    <p:animEffect transition="in" filter="fade">
                                      <p:cBhvr>
                                        <p:cTn id="85" dur="500"/>
                                        <p:tgtEl>
                                          <p:spTgt spid="161"/>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147"/>
                                        </p:tgtEl>
                                        <p:attrNameLst>
                                          <p:attrName>style.visibility</p:attrName>
                                        </p:attrNameLst>
                                      </p:cBhvr>
                                      <p:to>
                                        <p:strVal val="visible"/>
                                      </p:to>
                                    </p:set>
                                    <p:animEffect transition="in" filter="fade">
                                      <p:cBhvr>
                                        <p:cTn id="88" dur="500"/>
                                        <p:tgtEl>
                                          <p:spTgt spid="147"/>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156"/>
                                        </p:tgtEl>
                                        <p:attrNameLst>
                                          <p:attrName>style.visibility</p:attrName>
                                        </p:attrNameLst>
                                      </p:cBhvr>
                                      <p:to>
                                        <p:strVal val="visible"/>
                                      </p:to>
                                    </p:set>
                                    <p:animEffect transition="in" filter="fade">
                                      <p:cBhvr>
                                        <p:cTn id="91" dur="500"/>
                                        <p:tgtEl>
                                          <p:spTgt spid="156"/>
                                        </p:tgtEl>
                                      </p:cBhvr>
                                    </p:animEffect>
                                  </p:childTnLst>
                                </p:cTn>
                              </p:par>
                            </p:childTnLst>
                          </p:cTn>
                        </p:par>
                      </p:childTnLst>
                    </p:cTn>
                  </p:par>
                  <p:par>
                    <p:cTn id="92" fill="hold">
                      <p:stCondLst>
                        <p:cond delay="indefinite"/>
                      </p:stCondLst>
                      <p:childTnLst>
                        <p:par>
                          <p:cTn id="93" fill="hold">
                            <p:stCondLst>
                              <p:cond delay="0"/>
                            </p:stCondLst>
                            <p:childTnLst>
                              <p:par>
                                <p:cTn id="94" presetID="22" presetClass="entr" presetSubtype="4" fill="hold" grpId="0" nodeType="clickEffect">
                                  <p:stCondLst>
                                    <p:cond delay="0"/>
                                  </p:stCondLst>
                                  <p:childTnLst>
                                    <p:set>
                                      <p:cBhvr>
                                        <p:cTn id="95" dur="1" fill="hold">
                                          <p:stCondLst>
                                            <p:cond delay="0"/>
                                          </p:stCondLst>
                                        </p:cTn>
                                        <p:tgtEl>
                                          <p:spTgt spid="24"/>
                                        </p:tgtEl>
                                        <p:attrNameLst>
                                          <p:attrName>style.visibility</p:attrName>
                                        </p:attrNameLst>
                                      </p:cBhvr>
                                      <p:to>
                                        <p:strVal val="visible"/>
                                      </p:to>
                                    </p:set>
                                    <p:animEffect transition="in" filter="wipe(down)">
                                      <p:cBhvr>
                                        <p:cTn id="96"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 grpId="0"/>
      <p:bldP spid="4" grpId="0" animBg="1"/>
      <p:bldP spid="143" grpId="0"/>
      <p:bldP spid="144" grpId="0"/>
      <p:bldP spid="145" grpId="0"/>
      <p:bldP spid="146" grpId="0"/>
      <p:bldP spid="147" grpId="0"/>
      <p:bldP spid="148" grpId="0"/>
      <p:bldP spid="149" grpId="0"/>
      <p:bldP spid="150" grpId="0"/>
      <p:bldP spid="151" grpId="0"/>
      <p:bldP spid="152" grpId="0"/>
      <p:bldP spid="153" grpId="0" animBg="1"/>
      <p:bldP spid="154" grpId="0" animBg="1"/>
      <p:bldP spid="155" grpId="0"/>
      <p:bldP spid="156" grpId="0" animBg="1"/>
      <p:bldP spid="159" grpId="0"/>
      <p:bldP spid="160" grpId="0"/>
      <p:bldP spid="161" grpId="0"/>
      <p:bldP spid="24" grpId="0" animBg="1"/>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en-US" altLang="zh-CN" dirty="0"/>
              <a:t> </a:t>
            </a:r>
            <a:r>
              <a:rPr kumimoji="1" lang="zh-CN" altLang="zh-CN" dirty="0"/>
              <a:t>生成树协议</a:t>
            </a:r>
            <a:endParaRPr kumimoji="1" lang="zh-CN" altLang="en-US" dirty="0"/>
          </a:p>
        </p:txBody>
      </p:sp>
      <p:sp>
        <p:nvSpPr>
          <p:cNvPr id="91" name="内容占位符 2"/>
          <p:cNvSpPr>
            <a:spLocks noGrp="1"/>
          </p:cNvSpPr>
          <p:nvPr>
            <p:ph idx="1"/>
          </p:nvPr>
        </p:nvSpPr>
        <p:spPr>
          <a:xfrm>
            <a:off x="838200" y="1417272"/>
            <a:ext cx="10515600" cy="5131205"/>
          </a:xfrm>
          <a:ln>
            <a:noFill/>
          </a:ln>
        </p:spPr>
        <p:txBody>
          <a:bodyPr>
            <a:normAutofit/>
          </a:bodyPr>
          <a:lstStyle/>
          <a:p>
            <a:pPr>
              <a:lnSpc>
                <a:spcPct val="120000"/>
              </a:lnSpc>
            </a:pPr>
            <a:r>
              <a:rPr kumimoji="1" lang="zh-CN" altLang="en-US" dirty="0"/>
              <a:t>重新构建生成树太慢了，怎么办？</a:t>
            </a:r>
            <a:endParaRPr kumimoji="1" lang="en-US" altLang="zh-CN" dirty="0"/>
          </a:p>
          <a:p>
            <a:pPr lvl="1">
              <a:lnSpc>
                <a:spcPct val="120000"/>
              </a:lnSpc>
            </a:pPr>
            <a:r>
              <a:rPr kumimoji="1" lang="zh-CN" altLang="en-US" dirty="0">
                <a:solidFill>
                  <a:srgbClr val="C00000"/>
                </a:solidFill>
              </a:rPr>
              <a:t>快速生成树协议</a:t>
            </a:r>
            <a:r>
              <a:rPr kumimoji="1" lang="zh-CN" altLang="en-US" dirty="0"/>
              <a:t>（</a:t>
            </a:r>
            <a:r>
              <a:rPr lang="en-US" altLang="zh-CN" dirty="0"/>
              <a:t>Rapid Spanning Tree Protocol, </a:t>
            </a:r>
            <a:r>
              <a:rPr kumimoji="1" lang="en-US" altLang="zh-CN" dirty="0"/>
              <a:t>RSTP</a:t>
            </a:r>
            <a:r>
              <a:rPr kumimoji="1" lang="zh-CN" altLang="en-US" dirty="0"/>
              <a:t>）</a:t>
            </a:r>
            <a:endParaRPr lang="en-US" altLang="zh-CN" dirty="0">
              <a:latin typeface="微软雅黑" panose="020B0503020204020204" pitchFamily="34" charset="-122"/>
              <a:ea typeface="微软雅黑" panose="020B0503020204020204" pitchFamily="34" charset="-122"/>
            </a:endParaRPr>
          </a:p>
          <a:p>
            <a:pPr lvl="2">
              <a:lnSpc>
                <a:spcPct val="120000"/>
              </a:lnSpc>
            </a:pPr>
            <a:r>
              <a:rPr kumimoji="1" lang="en-US" altLang="zh-CN" sz="2400" dirty="0"/>
              <a:t>RSTP</a:t>
            </a:r>
            <a:r>
              <a:rPr kumimoji="1" lang="zh-CN" altLang="en-US" sz="2400" dirty="0"/>
              <a:t>是</a:t>
            </a:r>
            <a:r>
              <a:rPr kumimoji="1" lang="en-US" altLang="zh-CN" sz="2400" dirty="0"/>
              <a:t>STP</a:t>
            </a:r>
            <a:r>
              <a:rPr kumimoji="1" lang="zh-CN" altLang="en-US" sz="2400" dirty="0"/>
              <a:t>的优化版，在</a:t>
            </a:r>
            <a:r>
              <a:rPr kumimoji="1" lang="en-US" altLang="zh-CN" sz="2400" dirty="0">
                <a:solidFill>
                  <a:srgbClr val="C00000"/>
                </a:solidFill>
              </a:rPr>
              <a:t>IEEE802.1W</a:t>
            </a:r>
            <a:r>
              <a:rPr kumimoji="1" lang="zh-CN" altLang="en-US" sz="2400" dirty="0"/>
              <a:t>中定义；</a:t>
            </a:r>
            <a:endParaRPr kumimoji="1" lang="en-US" altLang="zh-CN" sz="2400" dirty="0"/>
          </a:p>
          <a:p>
            <a:pPr lvl="2">
              <a:lnSpc>
                <a:spcPct val="120000"/>
              </a:lnSpc>
            </a:pPr>
            <a:r>
              <a:rPr kumimoji="1" lang="en-US" altLang="zh-CN" sz="2400" dirty="0"/>
              <a:t>2004</a:t>
            </a:r>
            <a:r>
              <a:rPr kumimoji="1" lang="zh-CN" altLang="en-US" sz="2400" dirty="0"/>
              <a:t>年</a:t>
            </a:r>
            <a:r>
              <a:rPr kumimoji="1" lang="en-US" altLang="zh-CN" sz="2400" dirty="0"/>
              <a:t>IEEE</a:t>
            </a:r>
            <a:r>
              <a:rPr kumimoji="1" lang="zh-CN" altLang="en-US" sz="2400" dirty="0"/>
              <a:t>将</a:t>
            </a:r>
            <a:r>
              <a:rPr kumimoji="1" lang="en-US" altLang="zh-CN" sz="2400" dirty="0"/>
              <a:t>RSTP</a:t>
            </a:r>
            <a:r>
              <a:rPr kumimoji="1" lang="zh-CN" altLang="en-US" sz="2400" dirty="0"/>
              <a:t>整合到</a:t>
            </a:r>
            <a:r>
              <a:rPr kumimoji="1" lang="en-US" altLang="zh-CN" sz="2400" dirty="0"/>
              <a:t>802.1D</a:t>
            </a:r>
            <a:r>
              <a:rPr kumimoji="1" lang="zh-CN" altLang="en-US" sz="2400" dirty="0"/>
              <a:t>中，新规范为</a:t>
            </a:r>
            <a:r>
              <a:rPr kumimoji="1" lang="en-US" altLang="zh-CN" sz="2400" dirty="0"/>
              <a:t>IEEE802.1D-2004</a:t>
            </a:r>
            <a:r>
              <a:rPr kumimoji="1" lang="zh-CN" altLang="en-US" sz="2400" dirty="0"/>
              <a:t>；</a:t>
            </a:r>
            <a:endParaRPr kumimoji="1" lang="en-US" altLang="zh-CN" sz="2400" dirty="0"/>
          </a:p>
          <a:p>
            <a:pPr lvl="2">
              <a:lnSpc>
                <a:spcPct val="120000"/>
              </a:lnSpc>
            </a:pPr>
            <a:r>
              <a:rPr kumimoji="1" lang="en-US" altLang="zh-CN" sz="2400" dirty="0"/>
              <a:t>RSTP</a:t>
            </a:r>
            <a:r>
              <a:rPr kumimoji="1" lang="zh-CN" altLang="en-US" sz="2400" dirty="0"/>
              <a:t>协议能够在拓扑改变时加速重新计算生成树的过程。</a:t>
            </a:r>
            <a:endParaRPr kumimoji="1" lang="en-US" altLang="zh-CN" sz="2400" dirty="0"/>
          </a:p>
          <a:p>
            <a:pPr lvl="2">
              <a:lnSpc>
                <a:spcPct val="120000"/>
              </a:lnSpc>
            </a:pPr>
            <a:r>
              <a:rPr lang="en-US" altLang="zh-CN" sz="2400" dirty="0">
                <a:latin typeface="微软雅黑" panose="020B0503020204020204" pitchFamily="34" charset="-122"/>
                <a:ea typeface="微软雅黑" panose="020B0503020204020204" pitchFamily="34" charset="-122"/>
              </a:rPr>
              <a:t>RSTP</a:t>
            </a:r>
            <a:r>
              <a:rPr lang="zh-CN" altLang="en-US" sz="2400" dirty="0">
                <a:latin typeface="微软雅黑" panose="020B0503020204020204" pitchFamily="34" charset="-122"/>
                <a:ea typeface="微软雅黑" panose="020B0503020204020204" pitchFamily="34" charset="-122"/>
              </a:rPr>
              <a:t>能够达到更快的收敛速度，有时甚至只需几百毫秒。</a:t>
            </a:r>
            <a:endParaRPr lang="en-US" altLang="zh-CN" sz="2400" dirty="0">
              <a:latin typeface="微软雅黑" panose="020B0503020204020204" pitchFamily="34" charset="-122"/>
              <a:ea typeface="微软雅黑" panose="020B0503020204020204" pitchFamily="34" charset="-122"/>
            </a:endParaRPr>
          </a:p>
        </p:txBody>
      </p:sp>
      <p:sp>
        <p:nvSpPr>
          <p:cNvPr id="8" name="日期占位符 36"/>
          <p:cNvSpPr>
            <a:spLocks noGrp="1"/>
          </p:cNvSpPr>
          <p:nvPr>
            <p:ph type="dt" sz="half" idx="10"/>
          </p:nvPr>
        </p:nvSpPr>
        <p:spPr>
          <a:xfrm>
            <a:off x="197335" y="6489303"/>
            <a:ext cx="2743200" cy="365125"/>
          </a:xfrm>
        </p:spPr>
        <p:txBody>
          <a:bodyPr/>
          <a:lstStyle/>
          <a:p>
            <a:r>
              <a:rPr lang="en-US" altLang="zh-CN" dirty="0">
                <a:latin typeface="微软雅黑" panose="020B0503020204020204" pitchFamily="34" charset="-122"/>
                <a:ea typeface="微软雅黑" panose="020B0503020204020204" pitchFamily="34" charset="-122"/>
              </a:rPr>
              <a:t>4.4 </a:t>
            </a:r>
            <a:r>
              <a:rPr lang="zh-CN" altLang="en-US" dirty="0">
                <a:latin typeface="微软雅黑" panose="020B0503020204020204" pitchFamily="34" charset="-122"/>
                <a:ea typeface="微软雅黑" panose="020B0503020204020204" pitchFamily="34" charset="-122"/>
              </a:rPr>
              <a:t>数据链路层交换</a:t>
            </a:r>
          </a:p>
        </p:txBody>
      </p:sp>
      <p:sp>
        <p:nvSpPr>
          <p:cNvPr id="9" name="灯片编号占位符 38"/>
          <p:cNvSpPr>
            <a:spLocks noGrp="1"/>
          </p:cNvSpPr>
          <p:nvPr>
            <p:ph type="sldNum" sz="quarter" idx="12"/>
          </p:nvPr>
        </p:nvSpPr>
        <p:spPr>
          <a:xfrm>
            <a:off x="8686810" y="6489303"/>
            <a:ext cx="3319670" cy="365125"/>
          </a:xfrm>
        </p:spPr>
        <p:txBody>
          <a:bodyPr/>
          <a:lstStyle/>
          <a:p>
            <a:fld id="{8D4D1E41-7A09-AB4A-A4E1-09765ADA2698}" type="slidenum">
              <a:rPr kumimoji="1" lang="zh-CN" altLang="en-US" smtClean="0"/>
              <a:t>100</a:t>
            </a:fld>
            <a:endParaRPr kumimoji="1" lang="zh-CN" altLang="en-US"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en-US" altLang="zh-CN" dirty="0"/>
              <a:t> </a:t>
            </a:r>
            <a:r>
              <a:rPr kumimoji="1" lang="zh-CN" altLang="zh-CN" dirty="0"/>
              <a:t>生成树协议</a:t>
            </a:r>
            <a:endParaRPr kumimoji="1" lang="zh-CN" altLang="en-US" dirty="0"/>
          </a:p>
        </p:txBody>
      </p:sp>
      <p:sp>
        <p:nvSpPr>
          <p:cNvPr id="91" name="内容占位符 2"/>
          <p:cNvSpPr>
            <a:spLocks noGrp="1"/>
          </p:cNvSpPr>
          <p:nvPr>
            <p:ph idx="1"/>
          </p:nvPr>
        </p:nvSpPr>
        <p:spPr>
          <a:xfrm>
            <a:off x="838200" y="1417272"/>
            <a:ext cx="10515600" cy="5131205"/>
          </a:xfrm>
          <a:ln>
            <a:noFill/>
          </a:ln>
        </p:spPr>
        <p:txBody>
          <a:bodyPr>
            <a:normAutofit/>
          </a:bodyPr>
          <a:lstStyle/>
          <a:p>
            <a:pPr>
              <a:lnSpc>
                <a:spcPct val="120000"/>
              </a:lnSpc>
            </a:pPr>
            <a:r>
              <a:rPr kumimoji="1" lang="en-US" altLang="zh-CN" dirty="0">
                <a:latin typeface="微软雅黑" panose="020B0503020204020204" pitchFamily="34" charset="-122"/>
                <a:ea typeface="微软雅黑" panose="020B0503020204020204" pitchFamily="34" charset="-122"/>
              </a:rPr>
              <a:t>RSTP</a:t>
            </a:r>
            <a:r>
              <a:rPr kumimoji="1" lang="zh-CN" altLang="en-US" dirty="0">
                <a:latin typeface="微软雅黑" panose="020B0503020204020204" pitchFamily="34" charset="-122"/>
                <a:ea typeface="微软雅黑" panose="020B0503020204020204" pitchFamily="34" charset="-122"/>
              </a:rPr>
              <a:t>的改进</a:t>
            </a:r>
            <a:endParaRPr kumimoji="1" lang="en-US" altLang="zh-CN" dirty="0">
              <a:latin typeface="微软雅黑" panose="020B0503020204020204" pitchFamily="34" charset="-122"/>
              <a:ea typeface="微软雅黑" panose="020B0503020204020204" pitchFamily="34" charset="-122"/>
            </a:endParaRPr>
          </a:p>
        </p:txBody>
      </p:sp>
      <p:graphicFrame>
        <p:nvGraphicFramePr>
          <p:cNvPr id="3" name="表格 3"/>
          <p:cNvGraphicFramePr>
            <a:graphicFrameLocks noGrp="1"/>
          </p:cNvGraphicFramePr>
          <p:nvPr/>
        </p:nvGraphicFramePr>
        <p:xfrm>
          <a:off x="1174612" y="2162780"/>
          <a:ext cx="10179187" cy="3491785"/>
        </p:xfrm>
        <a:graphic>
          <a:graphicData uri="http://schemas.openxmlformats.org/drawingml/2006/table">
            <a:tbl>
              <a:tblPr firstRow="1" bandRow="1">
                <a:tableStyleId>{BC89EF96-8CEA-46FF-86C4-4CE0E7609802}</a:tableStyleId>
              </a:tblPr>
              <a:tblGrid>
                <a:gridCol w="2472478">
                  <a:extLst>
                    <a:ext uri="{9D8B030D-6E8A-4147-A177-3AD203B41FA5}">
                      <a16:colId xmlns:a16="http://schemas.microsoft.com/office/drawing/2014/main" val="20000"/>
                    </a:ext>
                  </a:extLst>
                </a:gridCol>
                <a:gridCol w="3804744">
                  <a:extLst>
                    <a:ext uri="{9D8B030D-6E8A-4147-A177-3AD203B41FA5}">
                      <a16:colId xmlns:a16="http://schemas.microsoft.com/office/drawing/2014/main" val="20001"/>
                    </a:ext>
                  </a:extLst>
                </a:gridCol>
                <a:gridCol w="3901965">
                  <a:extLst>
                    <a:ext uri="{9D8B030D-6E8A-4147-A177-3AD203B41FA5}">
                      <a16:colId xmlns:a16="http://schemas.microsoft.com/office/drawing/2014/main" val="20002"/>
                    </a:ext>
                  </a:extLst>
                </a:gridCol>
              </a:tblGrid>
              <a:tr h="471268">
                <a:tc>
                  <a:txBody>
                    <a:bodyPr/>
                    <a:lstStyle/>
                    <a:p>
                      <a:pPr algn="ctr"/>
                      <a:r>
                        <a:rPr lang="zh-CN" altLang="en-US" sz="2000" b="0" dirty="0">
                          <a:latin typeface="微软雅黑" panose="020B0503020204020204" pitchFamily="34" charset="-122"/>
                          <a:ea typeface="微软雅黑" panose="020B0503020204020204" pitchFamily="34" charset="-122"/>
                        </a:rPr>
                        <a:t>端口角色变化</a:t>
                      </a:r>
                    </a:p>
                  </a:txBody>
                  <a:tcPr>
                    <a:solidFill>
                      <a:schemeClr val="accent1">
                        <a:lumMod val="20000"/>
                        <a:lumOff val="80000"/>
                      </a:schemeClr>
                    </a:solidFill>
                  </a:tcPr>
                </a:tc>
                <a:tc>
                  <a:txBody>
                    <a:bodyPr/>
                    <a:lstStyle>
                      <a:lvl1pPr marL="0" algn="l" defTabSz="914400" rtl="0" eaLnBrk="1" latinLnBrk="0" hangingPunct="1">
                        <a:defRPr sz="1800" kern="1200">
                          <a:solidFill>
                            <a:schemeClr val="tx1"/>
                          </a:solidFill>
                          <a:latin typeface="Arial" panose="020B0604020202090204"/>
                          <a:ea typeface="华文细黑"/>
                        </a:defRPr>
                      </a:lvl1pPr>
                      <a:lvl2pPr marL="457200" algn="l" defTabSz="914400" rtl="0" eaLnBrk="1" latinLnBrk="0" hangingPunct="1">
                        <a:defRPr sz="1800" kern="1200">
                          <a:solidFill>
                            <a:schemeClr val="tx1"/>
                          </a:solidFill>
                          <a:latin typeface="Arial" panose="020B0604020202090204"/>
                          <a:ea typeface="华文细黑"/>
                        </a:defRPr>
                      </a:lvl2pPr>
                      <a:lvl3pPr marL="914400" algn="l" defTabSz="914400" rtl="0" eaLnBrk="1" latinLnBrk="0" hangingPunct="1">
                        <a:defRPr sz="1800" kern="1200">
                          <a:solidFill>
                            <a:schemeClr val="tx1"/>
                          </a:solidFill>
                          <a:latin typeface="Arial" panose="020B0604020202090204"/>
                          <a:ea typeface="华文细黑"/>
                        </a:defRPr>
                      </a:lvl3pPr>
                      <a:lvl4pPr marL="1371600" algn="l" defTabSz="914400" rtl="0" eaLnBrk="1" latinLnBrk="0" hangingPunct="1">
                        <a:defRPr sz="1800" kern="1200">
                          <a:solidFill>
                            <a:schemeClr val="tx1"/>
                          </a:solidFill>
                          <a:latin typeface="Arial" panose="020B0604020202090204"/>
                          <a:ea typeface="华文细黑"/>
                        </a:defRPr>
                      </a:lvl4pPr>
                      <a:lvl5pPr marL="1828800" algn="l" defTabSz="914400" rtl="0" eaLnBrk="1" latinLnBrk="0" hangingPunct="1">
                        <a:defRPr sz="1800" kern="1200">
                          <a:solidFill>
                            <a:schemeClr val="tx1"/>
                          </a:solidFill>
                          <a:latin typeface="Arial" panose="020B0604020202090204"/>
                          <a:ea typeface="华文细黑"/>
                        </a:defRPr>
                      </a:lvl5pPr>
                      <a:lvl6pPr marL="2286000" algn="l" defTabSz="914400" rtl="0" eaLnBrk="1" latinLnBrk="0" hangingPunct="1">
                        <a:defRPr sz="1800" kern="1200">
                          <a:solidFill>
                            <a:schemeClr val="tx1"/>
                          </a:solidFill>
                          <a:latin typeface="Arial" panose="020B0604020202090204"/>
                          <a:ea typeface="华文细黑"/>
                        </a:defRPr>
                      </a:lvl6pPr>
                      <a:lvl7pPr marL="2743200" algn="l" defTabSz="914400" rtl="0" eaLnBrk="1" latinLnBrk="0" hangingPunct="1">
                        <a:defRPr sz="1800" kern="1200">
                          <a:solidFill>
                            <a:schemeClr val="tx1"/>
                          </a:solidFill>
                          <a:latin typeface="Arial" panose="020B0604020202090204"/>
                          <a:ea typeface="华文细黑"/>
                        </a:defRPr>
                      </a:lvl7pPr>
                      <a:lvl8pPr marL="3200400" algn="l" defTabSz="914400" rtl="0" eaLnBrk="1" latinLnBrk="0" hangingPunct="1">
                        <a:defRPr sz="1800" kern="1200">
                          <a:solidFill>
                            <a:schemeClr val="tx1"/>
                          </a:solidFill>
                          <a:latin typeface="Arial" panose="020B0604020202090204"/>
                          <a:ea typeface="华文细黑"/>
                        </a:defRPr>
                      </a:lvl8pPr>
                      <a:lvl9pPr marL="3657600" algn="l" defTabSz="914400" rtl="0" eaLnBrk="1" latinLnBrk="0" hangingPunct="1">
                        <a:defRPr sz="1800" kern="1200">
                          <a:solidFill>
                            <a:schemeClr val="tx1"/>
                          </a:solidFill>
                          <a:latin typeface="Arial" panose="020B0604020202090204"/>
                          <a:ea typeface="华文细黑"/>
                        </a:defRPr>
                      </a:lvl9pPr>
                    </a:lstStyle>
                    <a:p>
                      <a:pPr marL="0" marR="0" lvl="0" indent="0" algn="l" defTabSz="914400" rtl="0" eaLnBrk="1" fontAlgn="base" latinLnBrk="0" hangingPunct="1">
                        <a:lnSpc>
                          <a:spcPct val="110000"/>
                        </a:lnSpc>
                        <a:spcBef>
                          <a:spcPct val="0"/>
                        </a:spcBef>
                        <a:spcAft>
                          <a:spcPct val="0"/>
                        </a:spcAft>
                        <a:buClr>
                          <a:schemeClr val="tx1"/>
                        </a:buClr>
                        <a:buSzTx/>
                        <a:buFont typeface="Wingdings" panose="05000000000000000000" pitchFamily="2" charset="2"/>
                        <a:buNone/>
                      </a:pPr>
                      <a:r>
                        <a:rPr kumimoji="0" lang="en-US" altLang="zh-CN" sz="20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STP</a:t>
                      </a:r>
                      <a:r>
                        <a:rPr kumimoji="0" lang="zh-CN" altLang="en-US" sz="20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行为</a:t>
                      </a:r>
                      <a:endPar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90000" marR="90000" marT="46799" marB="46799" anchor="ctr" anchorCtr="1" horzOverflow="overflow">
                    <a:solidFill>
                      <a:schemeClr val="accent1">
                        <a:lumMod val="20000"/>
                        <a:lumOff val="80000"/>
                      </a:schemeClr>
                    </a:solidFill>
                  </a:tcPr>
                </a:tc>
                <a:tc>
                  <a:txBody>
                    <a:bodyPr/>
                    <a:lstStyle>
                      <a:lvl1pPr marL="0" algn="l" defTabSz="914400" rtl="0" eaLnBrk="1" latinLnBrk="0" hangingPunct="1">
                        <a:defRPr sz="1800" kern="1200">
                          <a:solidFill>
                            <a:schemeClr val="tx1"/>
                          </a:solidFill>
                          <a:latin typeface="Arial" panose="020B0604020202090204"/>
                          <a:ea typeface="华文细黑"/>
                        </a:defRPr>
                      </a:lvl1pPr>
                      <a:lvl2pPr marL="457200" algn="l" defTabSz="914400" rtl="0" eaLnBrk="1" latinLnBrk="0" hangingPunct="1">
                        <a:defRPr sz="1800" kern="1200">
                          <a:solidFill>
                            <a:schemeClr val="tx1"/>
                          </a:solidFill>
                          <a:latin typeface="Arial" panose="020B0604020202090204"/>
                          <a:ea typeface="华文细黑"/>
                        </a:defRPr>
                      </a:lvl2pPr>
                      <a:lvl3pPr marL="914400" algn="l" defTabSz="914400" rtl="0" eaLnBrk="1" latinLnBrk="0" hangingPunct="1">
                        <a:defRPr sz="1800" kern="1200">
                          <a:solidFill>
                            <a:schemeClr val="tx1"/>
                          </a:solidFill>
                          <a:latin typeface="Arial" panose="020B0604020202090204"/>
                          <a:ea typeface="华文细黑"/>
                        </a:defRPr>
                      </a:lvl3pPr>
                      <a:lvl4pPr marL="1371600" algn="l" defTabSz="914400" rtl="0" eaLnBrk="1" latinLnBrk="0" hangingPunct="1">
                        <a:defRPr sz="1800" kern="1200">
                          <a:solidFill>
                            <a:schemeClr val="tx1"/>
                          </a:solidFill>
                          <a:latin typeface="Arial" panose="020B0604020202090204"/>
                          <a:ea typeface="华文细黑"/>
                        </a:defRPr>
                      </a:lvl4pPr>
                      <a:lvl5pPr marL="1828800" algn="l" defTabSz="914400" rtl="0" eaLnBrk="1" latinLnBrk="0" hangingPunct="1">
                        <a:defRPr sz="1800" kern="1200">
                          <a:solidFill>
                            <a:schemeClr val="tx1"/>
                          </a:solidFill>
                          <a:latin typeface="Arial" panose="020B0604020202090204"/>
                          <a:ea typeface="华文细黑"/>
                        </a:defRPr>
                      </a:lvl5pPr>
                      <a:lvl6pPr marL="2286000" algn="l" defTabSz="914400" rtl="0" eaLnBrk="1" latinLnBrk="0" hangingPunct="1">
                        <a:defRPr sz="1800" kern="1200">
                          <a:solidFill>
                            <a:schemeClr val="tx1"/>
                          </a:solidFill>
                          <a:latin typeface="Arial" panose="020B0604020202090204"/>
                          <a:ea typeface="华文细黑"/>
                        </a:defRPr>
                      </a:lvl6pPr>
                      <a:lvl7pPr marL="2743200" algn="l" defTabSz="914400" rtl="0" eaLnBrk="1" latinLnBrk="0" hangingPunct="1">
                        <a:defRPr sz="1800" kern="1200">
                          <a:solidFill>
                            <a:schemeClr val="tx1"/>
                          </a:solidFill>
                          <a:latin typeface="Arial" panose="020B0604020202090204"/>
                          <a:ea typeface="华文细黑"/>
                        </a:defRPr>
                      </a:lvl7pPr>
                      <a:lvl8pPr marL="3200400" algn="l" defTabSz="914400" rtl="0" eaLnBrk="1" latinLnBrk="0" hangingPunct="1">
                        <a:defRPr sz="1800" kern="1200">
                          <a:solidFill>
                            <a:schemeClr val="tx1"/>
                          </a:solidFill>
                          <a:latin typeface="Arial" panose="020B0604020202090204"/>
                          <a:ea typeface="华文细黑"/>
                        </a:defRPr>
                      </a:lvl8pPr>
                      <a:lvl9pPr marL="3657600" algn="l" defTabSz="914400" rtl="0" eaLnBrk="1" latinLnBrk="0" hangingPunct="1">
                        <a:defRPr sz="1800" kern="1200">
                          <a:solidFill>
                            <a:schemeClr val="tx1"/>
                          </a:solidFill>
                          <a:latin typeface="Arial" panose="020B0604020202090204"/>
                          <a:ea typeface="华文细黑"/>
                        </a:defRPr>
                      </a:lvl9pPr>
                    </a:lstStyle>
                    <a:p>
                      <a:pPr marL="0" marR="0" lvl="0" indent="0" algn="l" defTabSz="914400" rtl="0" eaLnBrk="1" fontAlgn="base" latinLnBrk="0" hangingPunct="1">
                        <a:lnSpc>
                          <a:spcPct val="110000"/>
                        </a:lnSpc>
                        <a:spcBef>
                          <a:spcPct val="0"/>
                        </a:spcBef>
                        <a:spcAft>
                          <a:spcPct val="0"/>
                        </a:spcAft>
                        <a:buClr>
                          <a:schemeClr val="tx1"/>
                        </a:buClr>
                        <a:buSzTx/>
                        <a:buFont typeface="Wingdings" panose="05000000000000000000" pitchFamily="2" charset="2"/>
                        <a:buNone/>
                      </a:pPr>
                      <a:r>
                        <a:rPr kumimoji="0" lang="en-US" altLang="zh-CN" sz="20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RSTP</a:t>
                      </a:r>
                      <a:r>
                        <a:rPr kumimoji="0" lang="zh-CN" altLang="en-US" sz="20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行为</a:t>
                      </a:r>
                      <a:endPar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90000" marR="90000" marT="46799" marB="46799" anchor="ctr" anchorCtr="1" horzOverflow="overflow">
                    <a:solidFill>
                      <a:schemeClr val="accent1">
                        <a:lumMod val="20000"/>
                        <a:lumOff val="80000"/>
                      </a:schemeClr>
                    </a:solidFill>
                  </a:tcPr>
                </a:tc>
                <a:extLst>
                  <a:ext uri="{0D108BD9-81ED-4DB2-BD59-A6C34878D82A}">
                    <a16:rowId xmlns:a16="http://schemas.microsoft.com/office/drawing/2014/main" val="10000"/>
                  </a:ext>
                </a:extLst>
              </a:tr>
              <a:tr h="1036850">
                <a:tc>
                  <a:txBody>
                    <a:bodyPr/>
                    <a:lstStyle>
                      <a:lvl1pPr marL="0" algn="l" defTabSz="914400" rtl="0" eaLnBrk="1" latinLnBrk="0" hangingPunct="1">
                        <a:defRPr sz="1800" kern="1200">
                          <a:solidFill>
                            <a:schemeClr val="tx1"/>
                          </a:solidFill>
                          <a:latin typeface="Arial" panose="020B0604020202090204"/>
                          <a:ea typeface="华文细黑"/>
                        </a:defRPr>
                      </a:lvl1pPr>
                      <a:lvl2pPr marL="457200" algn="l" defTabSz="914400" rtl="0" eaLnBrk="1" latinLnBrk="0" hangingPunct="1">
                        <a:defRPr sz="1800" kern="1200">
                          <a:solidFill>
                            <a:schemeClr val="tx1"/>
                          </a:solidFill>
                          <a:latin typeface="Arial" panose="020B0604020202090204"/>
                          <a:ea typeface="华文细黑"/>
                        </a:defRPr>
                      </a:lvl2pPr>
                      <a:lvl3pPr marL="914400" algn="l" defTabSz="914400" rtl="0" eaLnBrk="1" latinLnBrk="0" hangingPunct="1">
                        <a:defRPr sz="1800" kern="1200">
                          <a:solidFill>
                            <a:schemeClr val="tx1"/>
                          </a:solidFill>
                          <a:latin typeface="Arial" panose="020B0604020202090204"/>
                          <a:ea typeface="华文细黑"/>
                        </a:defRPr>
                      </a:lvl3pPr>
                      <a:lvl4pPr marL="1371600" algn="l" defTabSz="914400" rtl="0" eaLnBrk="1" latinLnBrk="0" hangingPunct="1">
                        <a:defRPr sz="1800" kern="1200">
                          <a:solidFill>
                            <a:schemeClr val="tx1"/>
                          </a:solidFill>
                          <a:latin typeface="Arial" panose="020B0604020202090204"/>
                          <a:ea typeface="华文细黑"/>
                        </a:defRPr>
                      </a:lvl4pPr>
                      <a:lvl5pPr marL="1828800" algn="l" defTabSz="914400" rtl="0" eaLnBrk="1" latinLnBrk="0" hangingPunct="1">
                        <a:defRPr sz="1800" kern="1200">
                          <a:solidFill>
                            <a:schemeClr val="tx1"/>
                          </a:solidFill>
                          <a:latin typeface="Arial" panose="020B0604020202090204"/>
                          <a:ea typeface="华文细黑"/>
                        </a:defRPr>
                      </a:lvl5pPr>
                      <a:lvl6pPr marL="2286000" algn="l" defTabSz="914400" rtl="0" eaLnBrk="1" latinLnBrk="0" hangingPunct="1">
                        <a:defRPr sz="1800" kern="1200">
                          <a:solidFill>
                            <a:schemeClr val="tx1"/>
                          </a:solidFill>
                          <a:latin typeface="Arial" panose="020B0604020202090204"/>
                          <a:ea typeface="华文细黑"/>
                        </a:defRPr>
                      </a:lvl6pPr>
                      <a:lvl7pPr marL="2743200" algn="l" defTabSz="914400" rtl="0" eaLnBrk="1" latinLnBrk="0" hangingPunct="1">
                        <a:defRPr sz="1800" kern="1200">
                          <a:solidFill>
                            <a:schemeClr val="tx1"/>
                          </a:solidFill>
                          <a:latin typeface="Arial" panose="020B0604020202090204"/>
                          <a:ea typeface="华文细黑"/>
                        </a:defRPr>
                      </a:lvl7pPr>
                      <a:lvl8pPr marL="3200400" algn="l" defTabSz="914400" rtl="0" eaLnBrk="1" latinLnBrk="0" hangingPunct="1">
                        <a:defRPr sz="1800" kern="1200">
                          <a:solidFill>
                            <a:schemeClr val="tx1"/>
                          </a:solidFill>
                          <a:latin typeface="Arial" panose="020B0604020202090204"/>
                          <a:ea typeface="华文细黑"/>
                        </a:defRPr>
                      </a:lvl8pPr>
                      <a:lvl9pPr marL="3657600" algn="l" defTabSz="914400" rtl="0" eaLnBrk="1" latinLnBrk="0" hangingPunct="1">
                        <a:defRPr sz="1800" kern="1200">
                          <a:solidFill>
                            <a:schemeClr val="tx1"/>
                          </a:solidFill>
                          <a:latin typeface="Arial" panose="020B0604020202090204"/>
                          <a:ea typeface="华文细黑"/>
                        </a:defRPr>
                      </a:lvl9pPr>
                    </a:lstStyle>
                    <a:p>
                      <a:pPr marL="0" marR="0" lvl="0" indent="0" algn="l" defTabSz="914400" rtl="0" eaLnBrk="1" fontAlgn="base" latinLnBrk="0" hangingPunct="1">
                        <a:lnSpc>
                          <a:spcPct val="110000"/>
                        </a:lnSpc>
                        <a:spcBef>
                          <a:spcPct val="0"/>
                        </a:spcBef>
                        <a:spcAft>
                          <a:spcPct val="0"/>
                        </a:spcAft>
                        <a:buClr>
                          <a:schemeClr val="tx1"/>
                        </a:buClr>
                        <a:buSzTx/>
                        <a:buFont typeface="Wingdings" panose="05000000000000000000" pitchFamily="2" charset="2"/>
                        <a:buNone/>
                      </a:pPr>
                      <a:r>
                        <a:rPr kumimoji="0" lang="zh-CN" altLang="en-US" sz="20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端口被选为根端口</a:t>
                      </a:r>
                      <a:endPar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90000" marR="90000" marT="46799" marB="46799" anchor="ctr" anchorCtr="1" horzOverflow="overflow">
                    <a:solidFill>
                      <a:schemeClr val="bg1"/>
                    </a:solidFill>
                  </a:tcPr>
                </a:tc>
                <a:tc>
                  <a:txBody>
                    <a:bodyPr/>
                    <a:lstStyle>
                      <a:lvl1pPr marL="0" algn="l" defTabSz="914400" rtl="0" eaLnBrk="1" latinLnBrk="0" hangingPunct="1">
                        <a:defRPr sz="1800" kern="1200">
                          <a:solidFill>
                            <a:schemeClr val="tx1"/>
                          </a:solidFill>
                          <a:latin typeface="Arial" panose="020B0604020202090204"/>
                          <a:ea typeface="华文细黑"/>
                        </a:defRPr>
                      </a:lvl1pPr>
                      <a:lvl2pPr marL="457200" algn="l" defTabSz="914400" rtl="0" eaLnBrk="1" latinLnBrk="0" hangingPunct="1">
                        <a:defRPr sz="1800" kern="1200">
                          <a:solidFill>
                            <a:schemeClr val="tx1"/>
                          </a:solidFill>
                          <a:latin typeface="Arial" panose="020B0604020202090204"/>
                          <a:ea typeface="华文细黑"/>
                        </a:defRPr>
                      </a:lvl2pPr>
                      <a:lvl3pPr marL="914400" algn="l" defTabSz="914400" rtl="0" eaLnBrk="1" latinLnBrk="0" hangingPunct="1">
                        <a:defRPr sz="1800" kern="1200">
                          <a:solidFill>
                            <a:schemeClr val="tx1"/>
                          </a:solidFill>
                          <a:latin typeface="Arial" panose="020B0604020202090204"/>
                          <a:ea typeface="华文细黑"/>
                        </a:defRPr>
                      </a:lvl3pPr>
                      <a:lvl4pPr marL="1371600" algn="l" defTabSz="914400" rtl="0" eaLnBrk="1" latinLnBrk="0" hangingPunct="1">
                        <a:defRPr sz="1800" kern="1200">
                          <a:solidFill>
                            <a:schemeClr val="tx1"/>
                          </a:solidFill>
                          <a:latin typeface="Arial" panose="020B0604020202090204"/>
                          <a:ea typeface="华文细黑"/>
                        </a:defRPr>
                      </a:lvl4pPr>
                      <a:lvl5pPr marL="1828800" algn="l" defTabSz="914400" rtl="0" eaLnBrk="1" latinLnBrk="0" hangingPunct="1">
                        <a:defRPr sz="1800" kern="1200">
                          <a:solidFill>
                            <a:schemeClr val="tx1"/>
                          </a:solidFill>
                          <a:latin typeface="Arial" panose="020B0604020202090204"/>
                          <a:ea typeface="华文细黑"/>
                        </a:defRPr>
                      </a:lvl5pPr>
                      <a:lvl6pPr marL="2286000" algn="l" defTabSz="914400" rtl="0" eaLnBrk="1" latinLnBrk="0" hangingPunct="1">
                        <a:defRPr sz="1800" kern="1200">
                          <a:solidFill>
                            <a:schemeClr val="tx1"/>
                          </a:solidFill>
                          <a:latin typeface="Arial" panose="020B0604020202090204"/>
                          <a:ea typeface="华文细黑"/>
                        </a:defRPr>
                      </a:lvl6pPr>
                      <a:lvl7pPr marL="2743200" algn="l" defTabSz="914400" rtl="0" eaLnBrk="1" latinLnBrk="0" hangingPunct="1">
                        <a:defRPr sz="1800" kern="1200">
                          <a:solidFill>
                            <a:schemeClr val="tx1"/>
                          </a:solidFill>
                          <a:latin typeface="Arial" panose="020B0604020202090204"/>
                          <a:ea typeface="华文细黑"/>
                        </a:defRPr>
                      </a:lvl7pPr>
                      <a:lvl8pPr marL="3200400" algn="l" defTabSz="914400" rtl="0" eaLnBrk="1" latinLnBrk="0" hangingPunct="1">
                        <a:defRPr sz="1800" kern="1200">
                          <a:solidFill>
                            <a:schemeClr val="tx1"/>
                          </a:solidFill>
                          <a:latin typeface="Arial" panose="020B0604020202090204"/>
                          <a:ea typeface="华文细黑"/>
                        </a:defRPr>
                      </a:lvl8pPr>
                      <a:lvl9pPr marL="3657600" algn="l" defTabSz="914400" rtl="0" eaLnBrk="1" latinLnBrk="0" hangingPunct="1">
                        <a:defRPr sz="1800" kern="1200">
                          <a:solidFill>
                            <a:schemeClr val="tx1"/>
                          </a:solidFill>
                          <a:latin typeface="Arial" panose="020B0604020202090204"/>
                          <a:ea typeface="华文细黑"/>
                        </a:defRPr>
                      </a:lvl9pPr>
                    </a:lstStyle>
                    <a:p>
                      <a:pPr marL="0" marR="0" lvl="0" indent="0" algn="l" defTabSz="914400" rtl="0" eaLnBrk="1" fontAlgn="base" latinLnBrk="0" hangingPunct="1">
                        <a:lnSpc>
                          <a:spcPct val="110000"/>
                        </a:lnSpc>
                        <a:spcBef>
                          <a:spcPct val="0"/>
                        </a:spcBef>
                        <a:spcAft>
                          <a:spcPct val="0"/>
                        </a:spcAft>
                        <a:buClr>
                          <a:schemeClr val="tx1"/>
                        </a:buClr>
                        <a:buSzTx/>
                        <a:buFont typeface="Wingdings" panose="05000000000000000000" pitchFamily="2" charset="2"/>
                        <a:buNone/>
                      </a:pPr>
                      <a:r>
                        <a:rPr kumimoji="0" lang="zh-CN" altLang="en-US" sz="20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默认情况下，</a:t>
                      </a:r>
                      <a:r>
                        <a:rPr kumimoji="0" lang="en-US" altLang="zh-CN" sz="20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2</a:t>
                      </a:r>
                      <a:r>
                        <a:rPr kumimoji="0" lang="zh-CN" altLang="en-US" sz="20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倍的</a:t>
                      </a:r>
                      <a:r>
                        <a:rPr kumimoji="0" lang="en-US" altLang="zh-CN" sz="20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Forwarding Delay</a:t>
                      </a:r>
                      <a:r>
                        <a:rPr kumimoji="0" lang="zh-CN" altLang="en-US" sz="20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的时间延迟。</a:t>
                      </a:r>
                      <a:endPar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90000" marR="90000" marT="46799" marB="46799" anchor="ctr" anchorCtr="1" horzOverflow="overflow">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存在阻塞的备份根端口情况下，仅有数毫秒延迟。</a:t>
                      </a:r>
                      <a:endPar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anchor="ctr">
                    <a:solidFill>
                      <a:schemeClr val="bg1"/>
                    </a:solidFill>
                  </a:tcPr>
                </a:tc>
                <a:extLst>
                  <a:ext uri="{0D108BD9-81ED-4DB2-BD59-A6C34878D82A}">
                    <a16:rowId xmlns:a16="http://schemas.microsoft.com/office/drawing/2014/main" val="10001"/>
                  </a:ext>
                </a:extLst>
              </a:tr>
              <a:tr h="814720">
                <a:tc rowSpan="2">
                  <a:txBody>
                    <a:bodyPr/>
                    <a:lstStyle>
                      <a:lvl1pPr marL="0" algn="l" defTabSz="914400" rtl="0" eaLnBrk="1" latinLnBrk="0" hangingPunct="1">
                        <a:defRPr sz="1800" kern="1200">
                          <a:solidFill>
                            <a:schemeClr val="tx1"/>
                          </a:solidFill>
                          <a:latin typeface="Arial" panose="020B0604020202090204"/>
                          <a:ea typeface="华文细黑"/>
                        </a:defRPr>
                      </a:lvl1pPr>
                      <a:lvl2pPr marL="457200" algn="l" defTabSz="914400" rtl="0" eaLnBrk="1" latinLnBrk="0" hangingPunct="1">
                        <a:defRPr sz="1800" kern="1200">
                          <a:solidFill>
                            <a:schemeClr val="tx1"/>
                          </a:solidFill>
                          <a:latin typeface="Arial" panose="020B0604020202090204"/>
                          <a:ea typeface="华文细黑"/>
                        </a:defRPr>
                      </a:lvl2pPr>
                      <a:lvl3pPr marL="914400" algn="l" defTabSz="914400" rtl="0" eaLnBrk="1" latinLnBrk="0" hangingPunct="1">
                        <a:defRPr sz="1800" kern="1200">
                          <a:solidFill>
                            <a:schemeClr val="tx1"/>
                          </a:solidFill>
                          <a:latin typeface="Arial" panose="020B0604020202090204"/>
                          <a:ea typeface="华文细黑"/>
                        </a:defRPr>
                      </a:lvl3pPr>
                      <a:lvl4pPr marL="1371600" algn="l" defTabSz="914400" rtl="0" eaLnBrk="1" latinLnBrk="0" hangingPunct="1">
                        <a:defRPr sz="1800" kern="1200">
                          <a:solidFill>
                            <a:schemeClr val="tx1"/>
                          </a:solidFill>
                          <a:latin typeface="Arial" panose="020B0604020202090204"/>
                          <a:ea typeface="华文细黑"/>
                        </a:defRPr>
                      </a:lvl4pPr>
                      <a:lvl5pPr marL="1828800" algn="l" defTabSz="914400" rtl="0" eaLnBrk="1" latinLnBrk="0" hangingPunct="1">
                        <a:defRPr sz="1800" kern="1200">
                          <a:solidFill>
                            <a:schemeClr val="tx1"/>
                          </a:solidFill>
                          <a:latin typeface="Arial" panose="020B0604020202090204"/>
                          <a:ea typeface="华文细黑"/>
                        </a:defRPr>
                      </a:lvl5pPr>
                      <a:lvl6pPr marL="2286000" algn="l" defTabSz="914400" rtl="0" eaLnBrk="1" latinLnBrk="0" hangingPunct="1">
                        <a:defRPr sz="1800" kern="1200">
                          <a:solidFill>
                            <a:schemeClr val="tx1"/>
                          </a:solidFill>
                          <a:latin typeface="Arial" panose="020B0604020202090204"/>
                          <a:ea typeface="华文细黑"/>
                        </a:defRPr>
                      </a:lvl6pPr>
                      <a:lvl7pPr marL="2743200" algn="l" defTabSz="914400" rtl="0" eaLnBrk="1" latinLnBrk="0" hangingPunct="1">
                        <a:defRPr sz="1800" kern="1200">
                          <a:solidFill>
                            <a:schemeClr val="tx1"/>
                          </a:solidFill>
                          <a:latin typeface="Arial" panose="020B0604020202090204"/>
                          <a:ea typeface="华文细黑"/>
                        </a:defRPr>
                      </a:lvl7pPr>
                      <a:lvl8pPr marL="3200400" algn="l" defTabSz="914400" rtl="0" eaLnBrk="1" latinLnBrk="0" hangingPunct="1">
                        <a:defRPr sz="1800" kern="1200">
                          <a:solidFill>
                            <a:schemeClr val="tx1"/>
                          </a:solidFill>
                          <a:latin typeface="Arial" panose="020B0604020202090204"/>
                          <a:ea typeface="华文细黑"/>
                        </a:defRPr>
                      </a:lvl8pPr>
                      <a:lvl9pPr marL="3657600" algn="l" defTabSz="914400" rtl="0" eaLnBrk="1" latinLnBrk="0" hangingPunct="1">
                        <a:defRPr sz="1800" kern="1200">
                          <a:solidFill>
                            <a:schemeClr val="tx1"/>
                          </a:solidFill>
                          <a:latin typeface="Arial" panose="020B0604020202090204"/>
                          <a:ea typeface="华文细黑"/>
                        </a:defRPr>
                      </a:lvl9pPr>
                    </a:lstStyle>
                    <a:p>
                      <a:pPr marL="0" marR="0" lvl="0" indent="0" algn="l" defTabSz="914400" rtl="0" eaLnBrk="1" fontAlgn="base" latinLnBrk="0" hangingPunct="1">
                        <a:lnSpc>
                          <a:spcPct val="110000"/>
                        </a:lnSpc>
                        <a:spcBef>
                          <a:spcPct val="0"/>
                        </a:spcBef>
                        <a:spcAft>
                          <a:spcPct val="0"/>
                        </a:spcAft>
                        <a:buClr>
                          <a:schemeClr val="tx1"/>
                        </a:buClr>
                        <a:buSzTx/>
                        <a:buFont typeface="Wingdings" panose="05000000000000000000" pitchFamily="2" charset="2"/>
                        <a:buNone/>
                      </a:pPr>
                      <a:r>
                        <a:rPr kumimoji="0" lang="zh-CN" altLang="en-US" sz="20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端口被选为指定端口</a:t>
                      </a:r>
                      <a:endPar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90000" marR="90000" marT="46799" marB="46799" anchor="ctr" anchorCtr="1" horzOverflow="overflow">
                    <a:solidFill>
                      <a:schemeClr val="bg1"/>
                    </a:solidFill>
                  </a:tcPr>
                </a:tc>
                <a:tc rowSpan="2">
                  <a:txBody>
                    <a:bodyPr/>
                    <a:lstStyle>
                      <a:lvl1pPr marL="0" algn="l" defTabSz="914400" rtl="0" eaLnBrk="1" latinLnBrk="0" hangingPunct="1">
                        <a:defRPr sz="1800" kern="1200">
                          <a:solidFill>
                            <a:schemeClr val="tx1"/>
                          </a:solidFill>
                          <a:latin typeface="Arial" panose="020B0604020202090204"/>
                          <a:ea typeface="华文细黑"/>
                        </a:defRPr>
                      </a:lvl1pPr>
                      <a:lvl2pPr marL="457200" algn="l" defTabSz="914400" rtl="0" eaLnBrk="1" latinLnBrk="0" hangingPunct="1">
                        <a:defRPr sz="1800" kern="1200">
                          <a:solidFill>
                            <a:schemeClr val="tx1"/>
                          </a:solidFill>
                          <a:latin typeface="Arial" panose="020B0604020202090204"/>
                          <a:ea typeface="华文细黑"/>
                        </a:defRPr>
                      </a:lvl2pPr>
                      <a:lvl3pPr marL="914400" algn="l" defTabSz="914400" rtl="0" eaLnBrk="1" latinLnBrk="0" hangingPunct="1">
                        <a:defRPr sz="1800" kern="1200">
                          <a:solidFill>
                            <a:schemeClr val="tx1"/>
                          </a:solidFill>
                          <a:latin typeface="Arial" panose="020B0604020202090204"/>
                          <a:ea typeface="华文细黑"/>
                        </a:defRPr>
                      </a:lvl3pPr>
                      <a:lvl4pPr marL="1371600" algn="l" defTabSz="914400" rtl="0" eaLnBrk="1" latinLnBrk="0" hangingPunct="1">
                        <a:defRPr sz="1800" kern="1200">
                          <a:solidFill>
                            <a:schemeClr val="tx1"/>
                          </a:solidFill>
                          <a:latin typeface="Arial" panose="020B0604020202090204"/>
                          <a:ea typeface="华文细黑"/>
                        </a:defRPr>
                      </a:lvl4pPr>
                      <a:lvl5pPr marL="1828800" algn="l" defTabSz="914400" rtl="0" eaLnBrk="1" latinLnBrk="0" hangingPunct="1">
                        <a:defRPr sz="1800" kern="1200">
                          <a:solidFill>
                            <a:schemeClr val="tx1"/>
                          </a:solidFill>
                          <a:latin typeface="Arial" panose="020B0604020202090204"/>
                          <a:ea typeface="华文细黑"/>
                        </a:defRPr>
                      </a:lvl5pPr>
                      <a:lvl6pPr marL="2286000" algn="l" defTabSz="914400" rtl="0" eaLnBrk="1" latinLnBrk="0" hangingPunct="1">
                        <a:defRPr sz="1800" kern="1200">
                          <a:solidFill>
                            <a:schemeClr val="tx1"/>
                          </a:solidFill>
                          <a:latin typeface="Arial" panose="020B0604020202090204"/>
                          <a:ea typeface="华文细黑"/>
                        </a:defRPr>
                      </a:lvl6pPr>
                      <a:lvl7pPr marL="2743200" algn="l" defTabSz="914400" rtl="0" eaLnBrk="1" latinLnBrk="0" hangingPunct="1">
                        <a:defRPr sz="1800" kern="1200">
                          <a:solidFill>
                            <a:schemeClr val="tx1"/>
                          </a:solidFill>
                          <a:latin typeface="Arial" panose="020B0604020202090204"/>
                          <a:ea typeface="华文细黑"/>
                        </a:defRPr>
                      </a:lvl7pPr>
                      <a:lvl8pPr marL="3200400" algn="l" defTabSz="914400" rtl="0" eaLnBrk="1" latinLnBrk="0" hangingPunct="1">
                        <a:defRPr sz="1800" kern="1200">
                          <a:solidFill>
                            <a:schemeClr val="tx1"/>
                          </a:solidFill>
                          <a:latin typeface="Arial" panose="020B0604020202090204"/>
                          <a:ea typeface="华文细黑"/>
                        </a:defRPr>
                      </a:lvl8pPr>
                      <a:lvl9pPr marL="3657600" algn="l" defTabSz="914400" rtl="0" eaLnBrk="1" latinLnBrk="0" hangingPunct="1">
                        <a:defRPr sz="1800" kern="1200">
                          <a:solidFill>
                            <a:schemeClr val="tx1"/>
                          </a:solidFill>
                          <a:latin typeface="Arial" panose="020B0604020202090204"/>
                          <a:ea typeface="华文细黑"/>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20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默认情况下，</a:t>
                      </a:r>
                      <a:r>
                        <a:rPr kumimoji="0" lang="en-US" altLang="zh-CN" sz="20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2</a:t>
                      </a:r>
                      <a:r>
                        <a:rPr kumimoji="0" lang="zh-CN" altLang="en-US" sz="20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倍的</a:t>
                      </a:r>
                      <a:r>
                        <a:rPr kumimoji="0" lang="en-US" altLang="zh-CN" sz="20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Forwarding Delay</a:t>
                      </a:r>
                      <a:r>
                        <a:rPr kumimoji="0" lang="zh-CN" altLang="en-US" sz="20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的时间延迟。</a:t>
                      </a:r>
                      <a:endPar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90000" marR="90000" marT="46799" marB="46799" anchor="ctr" anchorCtr="1" horzOverflow="overflow">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在</a:t>
                      </a:r>
                      <a:r>
                        <a:rPr kumimoji="0" lang="zh-CN" altLang="zh-CN" sz="20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指定端口是</a:t>
                      </a:r>
                      <a:r>
                        <a:rPr kumimoji="0" lang="zh-CN" altLang="en-US" sz="20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非</a:t>
                      </a:r>
                      <a:r>
                        <a:rPr kumimoji="0" lang="zh-CN" altLang="zh-CN" sz="20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边缘端口</a:t>
                      </a:r>
                      <a:r>
                        <a:rPr kumimoji="0" lang="zh-CN" altLang="en-US" sz="20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的情况下</a:t>
                      </a:r>
                      <a:r>
                        <a:rPr kumimoji="0" lang="zh-CN" altLang="zh-CN" sz="20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a:t>
                      </a:r>
                      <a:r>
                        <a:rPr kumimoji="0" lang="zh-CN" altLang="en-US" sz="20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延迟取决因素较多。</a:t>
                      </a:r>
                      <a:endPar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anchor="ctr">
                    <a:solidFill>
                      <a:schemeClr val="bg1"/>
                    </a:solidFill>
                  </a:tcPr>
                </a:tc>
                <a:extLst>
                  <a:ext uri="{0D108BD9-81ED-4DB2-BD59-A6C34878D82A}">
                    <a16:rowId xmlns:a16="http://schemas.microsoft.com/office/drawing/2014/main" val="10002"/>
                  </a:ext>
                </a:extLst>
              </a:tr>
              <a:tr h="1168947">
                <a:tc vMerge="1">
                  <a:txBody>
                    <a:bodyPr/>
                    <a:lstStyle/>
                    <a:p>
                      <a:endParaRPr lang="zh-CN"/>
                    </a:p>
                  </a:txBody>
                  <a:tcPr/>
                </a:tc>
                <a:tc vMerge="1">
                  <a:txBody>
                    <a:bodyPr/>
                    <a:lstStyle/>
                    <a:p>
                      <a:endParaRPr lang="zh-CN"/>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在</a:t>
                      </a:r>
                      <a:r>
                        <a:rPr kumimoji="0" lang="zh-CN" altLang="zh-CN" sz="20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指定端口是边缘端口</a:t>
                      </a:r>
                      <a:r>
                        <a:rPr kumimoji="0" lang="zh-CN" altLang="en-US" sz="20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的情况下</a:t>
                      </a:r>
                      <a:r>
                        <a:rPr kumimoji="0" lang="zh-CN" altLang="zh-CN" sz="20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，指定端口可以直接进入转发状态</a:t>
                      </a:r>
                      <a:r>
                        <a:rPr kumimoji="0" lang="zh-CN" altLang="en-US" sz="20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，没有延迟。</a:t>
                      </a:r>
                      <a:endPar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anchor="ctr">
                    <a:solidFill>
                      <a:schemeClr val="bg1"/>
                    </a:solidFill>
                  </a:tcPr>
                </a:tc>
                <a:extLst>
                  <a:ext uri="{0D108BD9-81ED-4DB2-BD59-A6C34878D82A}">
                    <a16:rowId xmlns:a16="http://schemas.microsoft.com/office/drawing/2014/main" val="10003"/>
                  </a:ext>
                </a:extLst>
              </a:tr>
            </a:tbl>
          </a:graphicData>
        </a:graphic>
      </p:graphicFrame>
      <p:sp>
        <p:nvSpPr>
          <p:cNvPr id="4" name="文本框 3"/>
          <p:cNvSpPr txBox="1"/>
          <p:nvPr/>
        </p:nvSpPr>
        <p:spPr>
          <a:xfrm>
            <a:off x="980593" y="5948578"/>
            <a:ext cx="9930924" cy="400110"/>
          </a:xfrm>
          <a:prstGeom prst="rect">
            <a:avLst/>
          </a:prstGeom>
          <a:noFill/>
        </p:spPr>
        <p:txBody>
          <a:bodyPr wrap="none" rtlCol="0">
            <a:spAutoFit/>
          </a:bodyPr>
          <a:lstStyle/>
          <a:p>
            <a:r>
              <a:rPr lang="en-US" altLang="zh-CN" sz="2000" dirty="0">
                <a:latin typeface="微软雅黑" panose="020B0503020204020204" pitchFamily="34" charset="-122"/>
                <a:ea typeface="微软雅黑" panose="020B0503020204020204" pitchFamily="34" charset="-122"/>
              </a:rPr>
              <a:t>“</a:t>
            </a:r>
            <a:r>
              <a:rPr lang="zh-CN" altLang="en-US" sz="2000" dirty="0">
                <a:solidFill>
                  <a:srgbClr val="C00000"/>
                </a:solidFill>
                <a:latin typeface="微软雅黑" panose="020B0503020204020204" pitchFamily="34" charset="-122"/>
                <a:ea typeface="微软雅黑" panose="020B0503020204020204" pitchFamily="34" charset="-122"/>
              </a:rPr>
              <a:t>边缘端口</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是指那些直接和终端设备相连，不再连接任何交换机的端口。</a:t>
            </a:r>
            <a:r>
              <a:rPr lang="zh-CN" altLang="en-US" sz="2000" dirty="0">
                <a:solidFill>
                  <a:srgbClr val="C00000"/>
                </a:solidFill>
                <a:latin typeface="微软雅黑" panose="020B0503020204020204" pitchFamily="34" charset="-122"/>
                <a:ea typeface="微软雅黑" panose="020B0503020204020204" pitchFamily="34" charset="-122"/>
              </a:rPr>
              <a:t>不能阻塞！</a:t>
            </a:r>
            <a:endParaRPr lang="zh-CN" altLang="en-US" sz="2000" dirty="0">
              <a:latin typeface="微软雅黑" panose="020B0503020204020204" pitchFamily="34" charset="-122"/>
              <a:ea typeface="微软雅黑" panose="020B0503020204020204" pitchFamily="34" charset="-122"/>
            </a:endParaRPr>
          </a:p>
        </p:txBody>
      </p:sp>
      <p:sp>
        <p:nvSpPr>
          <p:cNvPr id="10" name="日期占位符 36"/>
          <p:cNvSpPr>
            <a:spLocks noGrp="1"/>
          </p:cNvSpPr>
          <p:nvPr>
            <p:ph type="dt" sz="half" idx="10"/>
          </p:nvPr>
        </p:nvSpPr>
        <p:spPr>
          <a:xfrm>
            <a:off x="197335" y="6489303"/>
            <a:ext cx="2743200" cy="365125"/>
          </a:xfrm>
        </p:spPr>
        <p:txBody>
          <a:bodyPr/>
          <a:lstStyle/>
          <a:p>
            <a:r>
              <a:rPr lang="en-US" altLang="zh-CN" dirty="0">
                <a:latin typeface="微软雅黑" panose="020B0503020204020204" pitchFamily="34" charset="-122"/>
                <a:ea typeface="微软雅黑" panose="020B0503020204020204" pitchFamily="34" charset="-122"/>
              </a:rPr>
              <a:t>4.4 </a:t>
            </a:r>
            <a:r>
              <a:rPr lang="zh-CN" altLang="en-US" dirty="0">
                <a:latin typeface="微软雅黑" panose="020B0503020204020204" pitchFamily="34" charset="-122"/>
                <a:ea typeface="微软雅黑" panose="020B0503020204020204" pitchFamily="34" charset="-122"/>
              </a:rPr>
              <a:t>数据链路层交换</a:t>
            </a:r>
          </a:p>
        </p:txBody>
      </p:sp>
      <p:sp>
        <p:nvSpPr>
          <p:cNvPr id="11" name="灯片编号占位符 38"/>
          <p:cNvSpPr>
            <a:spLocks noGrp="1"/>
          </p:cNvSpPr>
          <p:nvPr>
            <p:ph type="sldNum" sz="quarter" idx="12"/>
          </p:nvPr>
        </p:nvSpPr>
        <p:spPr>
          <a:xfrm>
            <a:off x="8686810" y="6489303"/>
            <a:ext cx="3319670" cy="365125"/>
          </a:xfrm>
        </p:spPr>
        <p:txBody>
          <a:bodyPr/>
          <a:lstStyle/>
          <a:p>
            <a:fld id="{8D4D1E41-7A09-AB4A-A4E1-09765ADA2698}" type="slidenum">
              <a:rPr kumimoji="1" lang="zh-CN" altLang="en-US" smtClean="0"/>
              <a:t>101</a:t>
            </a:fld>
            <a:endParaRPr kumimoji="1" lang="zh-CN" altLang="en-US"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3" name="组合 82"/>
          <p:cNvGrpSpPr/>
          <p:nvPr/>
        </p:nvGrpSpPr>
        <p:grpSpPr>
          <a:xfrm>
            <a:off x="3682648" y="3584209"/>
            <a:ext cx="8335478" cy="3137266"/>
            <a:chOff x="3234088" y="3429000"/>
            <a:chExt cx="8957912" cy="3292475"/>
          </a:xfrm>
        </p:grpSpPr>
        <p:sp>
          <p:nvSpPr>
            <p:cNvPr id="42" name="椭圆 41"/>
            <p:cNvSpPr/>
            <p:nvPr/>
          </p:nvSpPr>
          <p:spPr>
            <a:xfrm>
              <a:off x="3234088" y="3429000"/>
              <a:ext cx="8957912" cy="3292475"/>
            </a:xfrm>
            <a:prstGeom prst="ellipse">
              <a:avLst/>
            </a:prstGeom>
            <a:solidFill>
              <a:schemeClr val="bg1">
                <a:lumMod val="85000"/>
              </a:schemeClr>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endParaRPr>
            </a:p>
          </p:txBody>
        </p:sp>
        <p:sp>
          <p:nvSpPr>
            <p:cNvPr id="84" name="Text Box 81"/>
            <p:cNvSpPr txBox="1">
              <a:spLocks noChangeArrowheads="1"/>
            </p:cNvSpPr>
            <p:nvPr/>
          </p:nvSpPr>
          <p:spPr bwMode="auto">
            <a:xfrm>
              <a:off x="7258888" y="6240725"/>
              <a:ext cx="954107" cy="40011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defRPr/>
              </a:pPr>
              <a:r>
                <a:rPr kumimoji="1" lang="zh-CN" altLang="en-US" sz="2000" b="0" i="0" u="none" strike="noStrike" kern="1200" cap="none" spc="0" normalizeH="0" baseline="0" noProof="0" dirty="0">
                  <a:ln>
                    <a:noFill/>
                  </a:ln>
                  <a:solidFill>
                    <a:srgbClr val="44546A"/>
                  </a:solidFill>
                  <a:effectLst/>
                  <a:uLnTx/>
                  <a:uFillTx/>
                  <a:latin typeface="Times New Roman" panose="02020503050405090304" pitchFamily="18" charset="0"/>
                  <a:ea typeface="黑体" panose="02010609060101010101" pitchFamily="2" charset="-122"/>
                  <a:cs typeface="+mn-cs"/>
                </a:rPr>
                <a:t>广播域</a:t>
              </a:r>
            </a:p>
          </p:txBody>
        </p:sp>
      </p:grpSp>
      <p:sp>
        <p:nvSpPr>
          <p:cNvPr id="2" name="标题 1"/>
          <p:cNvSpPr>
            <a:spLocks noGrp="1"/>
          </p:cNvSpPr>
          <p:nvPr>
            <p:ph type="title"/>
          </p:nvPr>
        </p:nvSpPr>
        <p:spPr/>
        <p:txBody>
          <a:bodyPr>
            <a:normAutofit/>
          </a:bodyPr>
          <a:lstStyle/>
          <a:p>
            <a:r>
              <a:rPr kumimoji="1" lang="en-US" altLang="zh-CN" dirty="0"/>
              <a:t> </a:t>
            </a:r>
            <a:r>
              <a:rPr kumimoji="1" lang="zh-CN" altLang="zh-CN" dirty="0"/>
              <a:t>虚拟局域网</a:t>
            </a:r>
            <a:endParaRPr kumimoji="1" lang="zh-CN" altLang="en-US" dirty="0"/>
          </a:p>
        </p:txBody>
      </p:sp>
      <p:sp>
        <p:nvSpPr>
          <p:cNvPr id="91" name="内容占位符 2"/>
          <p:cNvSpPr>
            <a:spLocks noGrp="1"/>
          </p:cNvSpPr>
          <p:nvPr>
            <p:ph idx="1"/>
          </p:nvPr>
        </p:nvSpPr>
        <p:spPr>
          <a:xfrm>
            <a:off x="838200" y="1417272"/>
            <a:ext cx="10515600" cy="5131205"/>
          </a:xfrm>
        </p:spPr>
        <p:txBody>
          <a:bodyPr>
            <a:normAutofit/>
          </a:bodyPr>
          <a:lstStyle/>
          <a:p>
            <a:pPr>
              <a:lnSpc>
                <a:spcPct val="120000"/>
              </a:lnSpc>
            </a:pPr>
            <a:r>
              <a:rPr kumimoji="1" lang="zh-CN" altLang="en-US" dirty="0"/>
              <a:t>广播域（</a:t>
            </a:r>
            <a:r>
              <a:rPr kumimoji="1" lang="en-US" altLang="zh-CN" dirty="0"/>
              <a:t>Broadcasting Domain</a:t>
            </a:r>
            <a:r>
              <a:rPr kumimoji="1" lang="zh-CN" altLang="en-US" dirty="0"/>
              <a:t>）</a:t>
            </a:r>
            <a:endParaRPr kumimoji="1" lang="en-US" altLang="zh-CN" dirty="0"/>
          </a:p>
          <a:p>
            <a:pPr lvl="1">
              <a:lnSpc>
                <a:spcPct val="120000"/>
              </a:lnSpc>
            </a:pPr>
            <a:r>
              <a:rPr kumimoji="1" lang="zh-CN" altLang="en-US" dirty="0">
                <a:solidFill>
                  <a:srgbClr val="C00000"/>
                </a:solidFill>
              </a:rPr>
              <a:t>广播域</a:t>
            </a:r>
            <a:r>
              <a:rPr kumimoji="1" lang="zh-CN" altLang="en-US" dirty="0"/>
              <a:t>是广播帧能够到达的范围；</a:t>
            </a:r>
            <a:endParaRPr kumimoji="1" lang="en-US" altLang="zh-CN" dirty="0"/>
          </a:p>
          <a:p>
            <a:pPr lvl="1">
              <a:lnSpc>
                <a:spcPct val="120000"/>
              </a:lnSpc>
            </a:pPr>
            <a:r>
              <a:rPr kumimoji="1" lang="zh-CN" altLang="en-US" dirty="0">
                <a:solidFill>
                  <a:srgbClr val="C00000"/>
                </a:solidFill>
              </a:rPr>
              <a:t>缺省情况下</a:t>
            </a:r>
            <a:r>
              <a:rPr kumimoji="1" lang="zh-CN" altLang="en-US" dirty="0"/>
              <a:t>，交换机所有端口同属于一个广播域，</a:t>
            </a:r>
            <a:r>
              <a:rPr kumimoji="1" lang="zh-CN" altLang="en-US" dirty="0">
                <a:solidFill>
                  <a:srgbClr val="C00000"/>
                </a:solidFill>
                <a:latin typeface="微软雅黑" panose="020B0503020204020204" pitchFamily="34" charset="-122"/>
                <a:ea typeface="微软雅黑" panose="020B0503020204020204" pitchFamily="34" charset="-122"/>
              </a:rPr>
              <a:t>无法隔离</a:t>
            </a:r>
            <a:r>
              <a:rPr kumimoji="1" lang="zh-CN" altLang="en-US" dirty="0">
                <a:latin typeface="微软雅黑" panose="020B0503020204020204" pitchFamily="34" charset="-122"/>
                <a:ea typeface="微软雅黑" panose="020B0503020204020204" pitchFamily="34" charset="-122"/>
              </a:rPr>
              <a:t>广播域</a:t>
            </a:r>
            <a:r>
              <a:rPr kumimoji="1" lang="zh-CN" altLang="en-US" dirty="0"/>
              <a:t>；</a:t>
            </a:r>
            <a:endParaRPr kumimoji="1" lang="en-US" altLang="zh-CN" dirty="0"/>
          </a:p>
          <a:p>
            <a:pPr lvl="1">
              <a:lnSpc>
                <a:spcPct val="120000"/>
              </a:lnSpc>
            </a:pPr>
            <a:r>
              <a:rPr lang="zh-CN" altLang="zh-CN" sz="2400" dirty="0">
                <a:solidFill>
                  <a:srgbClr val="000000"/>
                </a:solidFill>
                <a:latin typeface="微软雅黑" panose="020B0503020204020204" pitchFamily="34" charset="-122"/>
                <a:ea typeface="微软雅黑" panose="020B0503020204020204" pitchFamily="34" charset="-122"/>
              </a:rPr>
              <a:t>广播帧在广播域中传播，占用</a:t>
            </a:r>
            <a:r>
              <a:rPr lang="zh-CN" altLang="en-US" sz="2400" dirty="0">
                <a:solidFill>
                  <a:srgbClr val="000000"/>
                </a:solidFill>
                <a:latin typeface="微软雅黑" panose="020B0503020204020204" pitchFamily="34" charset="-122"/>
                <a:ea typeface="微软雅黑" panose="020B0503020204020204" pitchFamily="34" charset="-122"/>
              </a:rPr>
              <a:t>资源</a:t>
            </a:r>
            <a:r>
              <a:rPr lang="zh-CN" altLang="zh-CN" sz="2400" dirty="0">
                <a:solidFill>
                  <a:srgbClr val="000000"/>
                </a:solidFill>
                <a:latin typeface="微软雅黑" panose="020B0503020204020204" pitchFamily="34" charset="-122"/>
                <a:ea typeface="微软雅黑" panose="020B0503020204020204" pitchFamily="34" charset="-122"/>
              </a:rPr>
              <a:t>，降低性能</a:t>
            </a:r>
            <a:r>
              <a:rPr lang="zh-CN" altLang="en-US" sz="2400" dirty="0">
                <a:solidFill>
                  <a:srgbClr val="000000"/>
                </a:solidFill>
                <a:latin typeface="微软雅黑" panose="020B0503020204020204" pitchFamily="34" charset="-122"/>
                <a:ea typeface="微软雅黑" panose="020B0503020204020204" pitchFamily="34" charset="-122"/>
              </a:rPr>
              <a:t>，且具有</a:t>
            </a:r>
            <a:r>
              <a:rPr lang="zh-CN" altLang="en-US" sz="2400" dirty="0">
                <a:solidFill>
                  <a:srgbClr val="C00000"/>
                </a:solidFill>
                <a:latin typeface="微软雅黑" panose="020B0503020204020204" pitchFamily="34" charset="-122"/>
                <a:ea typeface="微软雅黑" panose="020B0503020204020204" pitchFamily="34" charset="-122"/>
              </a:rPr>
              <a:t>安全隐患。</a:t>
            </a:r>
            <a:endParaRPr lang="zh-CN" altLang="zh-CN" sz="2400" dirty="0">
              <a:solidFill>
                <a:srgbClr val="000000"/>
              </a:solidFill>
              <a:latin typeface="微软雅黑" panose="020B0503020204020204" pitchFamily="34" charset="-122"/>
              <a:ea typeface="微软雅黑" panose="020B0503020204020204" pitchFamily="34" charset="-122"/>
            </a:endParaRPr>
          </a:p>
          <a:p>
            <a:pPr lvl="1">
              <a:lnSpc>
                <a:spcPct val="120000"/>
              </a:lnSpc>
            </a:pPr>
            <a:endParaRPr kumimoji="1" lang="en-US" altLang="zh-CN" dirty="0"/>
          </a:p>
          <a:p>
            <a:pPr lvl="1">
              <a:lnSpc>
                <a:spcPct val="120000"/>
              </a:lnSpc>
            </a:pPr>
            <a:endParaRPr kumimoji="1" lang="en-US" altLang="zh-CN" dirty="0"/>
          </a:p>
          <a:p>
            <a:pPr lvl="1">
              <a:lnSpc>
                <a:spcPct val="120000"/>
              </a:lnSpc>
            </a:pPr>
            <a:endParaRPr kumimoji="1" lang="en-US" altLang="zh-CN" dirty="0"/>
          </a:p>
          <a:p>
            <a:pPr lvl="1">
              <a:lnSpc>
                <a:spcPct val="120000"/>
              </a:lnSpc>
            </a:pPr>
            <a:endParaRPr kumimoji="1" lang="en-US" altLang="zh-CN" dirty="0"/>
          </a:p>
          <a:p>
            <a:pPr lvl="1">
              <a:lnSpc>
                <a:spcPct val="120000"/>
              </a:lnSpc>
            </a:pPr>
            <a:endParaRPr kumimoji="1" lang="zh-CN" altLang="en-US" dirty="0"/>
          </a:p>
          <a:p>
            <a:pPr marL="457200" lvl="1" indent="0">
              <a:lnSpc>
                <a:spcPct val="120000"/>
              </a:lnSpc>
              <a:buNone/>
            </a:pPr>
            <a:endParaRPr lang="en-US" altLang="zh-CN" dirty="0"/>
          </a:p>
          <a:p>
            <a:pPr marL="457200" lvl="1" indent="0">
              <a:lnSpc>
                <a:spcPct val="120000"/>
              </a:lnSpc>
              <a:buNone/>
            </a:pPr>
            <a:endParaRPr lang="zh-CN" altLang="zh-CN" dirty="0"/>
          </a:p>
          <a:p>
            <a:pPr marL="0" indent="0">
              <a:lnSpc>
                <a:spcPct val="120000"/>
              </a:lnSpc>
              <a:buNone/>
            </a:pPr>
            <a:endParaRPr kumimoji="1" lang="zh-CN" altLang="en-US" dirty="0"/>
          </a:p>
        </p:txBody>
      </p:sp>
      <p:pic>
        <p:nvPicPr>
          <p:cNvPr id="3" name="图片 2"/>
          <p:cNvPicPr>
            <a:picLocks noChangeAspect="1"/>
          </p:cNvPicPr>
          <p:nvPr/>
        </p:nvPicPr>
        <p:blipFill>
          <a:blip r:embed="rId3"/>
          <a:stretch>
            <a:fillRect/>
          </a:stretch>
        </p:blipFill>
        <p:spPr>
          <a:xfrm>
            <a:off x="4299903" y="3584209"/>
            <a:ext cx="6936606" cy="2483412"/>
          </a:xfrm>
          <a:prstGeom prst="rect">
            <a:avLst/>
          </a:prstGeom>
        </p:spPr>
      </p:pic>
      <p:sp>
        <p:nvSpPr>
          <p:cNvPr id="4" name="文本框 3"/>
          <p:cNvSpPr txBox="1"/>
          <p:nvPr/>
        </p:nvSpPr>
        <p:spPr>
          <a:xfrm>
            <a:off x="224458" y="4443836"/>
            <a:ext cx="3799867" cy="190770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图中某个站点</a:t>
            </a:r>
            <a:endParaRPr kumimoji="1"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1" fontAlgn="auto" latinLnBrk="0" hangingPunct="1">
              <a:lnSpc>
                <a:spcPct val="120000"/>
              </a:lnSpc>
              <a:spcBef>
                <a:spcPts val="0"/>
              </a:spcBef>
              <a:spcAft>
                <a:spcPts val="0"/>
              </a:spcAft>
              <a:buClrTx/>
              <a:buSzTx/>
              <a:buFontTx/>
              <a:buNone/>
              <a:defRPr/>
            </a:pPr>
            <a:r>
              <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发送了一个广播帧</a:t>
            </a:r>
            <a:endParaRPr kumimoji="1"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1" fontAlgn="auto" latinLnBrk="0" hangingPunct="1">
              <a:lnSpc>
                <a:spcPct val="120000"/>
              </a:lnSpc>
              <a:spcBef>
                <a:spcPts val="0"/>
              </a:spcBef>
              <a:spcAft>
                <a:spcPts val="0"/>
              </a:spcAft>
              <a:buClrTx/>
              <a:buSzTx/>
              <a:buFontTx/>
              <a:buNone/>
              <a:defRPr/>
            </a:pPr>
            <a:r>
              <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能够收到该广播帧的设备</a:t>
            </a:r>
            <a:endParaRPr kumimoji="1"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1" fontAlgn="auto" latinLnBrk="0" hangingPunct="1">
              <a:lnSpc>
                <a:spcPct val="120000"/>
              </a:lnSpc>
              <a:spcBef>
                <a:spcPts val="0"/>
              </a:spcBef>
              <a:spcAft>
                <a:spcPts val="0"/>
              </a:spcAft>
              <a:buClrTx/>
              <a:buSzTx/>
              <a:buFontTx/>
              <a:buNone/>
              <a:defRPr/>
            </a:pPr>
            <a:r>
              <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同处于一个广播域</a:t>
            </a:r>
            <a:endParaRPr kumimoji="1"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1" fontAlgn="auto" latinLnBrk="0" hangingPunct="1">
              <a:lnSpc>
                <a:spcPct val="120000"/>
              </a:lnSpc>
              <a:spcBef>
                <a:spcPts val="0"/>
              </a:spcBef>
              <a:spcAft>
                <a:spcPts val="0"/>
              </a:spcAft>
              <a:buClrTx/>
              <a:buSzTx/>
              <a:buFontTx/>
              <a:buNone/>
              <a:defRPr/>
            </a:pPr>
            <a:endParaRPr kumimoji="1"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cxnSp>
        <p:nvCxnSpPr>
          <p:cNvPr id="46" name="直接箭头连接符 45"/>
          <p:cNvCxnSpPr/>
          <p:nvPr/>
        </p:nvCxnSpPr>
        <p:spPr>
          <a:xfrm flipH="1">
            <a:off x="4656855" y="5301196"/>
            <a:ext cx="209697" cy="279064"/>
          </a:xfrm>
          <a:prstGeom prst="straightConnector1">
            <a:avLst/>
          </a:prstGeom>
          <a:ln w="38100">
            <a:solidFill>
              <a:srgbClr val="7030A0"/>
            </a:solidFill>
            <a:tailEnd type="triangle"/>
          </a:ln>
        </p:spPr>
        <p:style>
          <a:lnRef idx="3">
            <a:schemeClr val="accent2"/>
          </a:lnRef>
          <a:fillRef idx="0">
            <a:schemeClr val="accent2"/>
          </a:fillRef>
          <a:effectRef idx="2">
            <a:schemeClr val="accent2"/>
          </a:effectRef>
          <a:fontRef idx="minor">
            <a:schemeClr val="tx1"/>
          </a:fontRef>
        </p:style>
      </p:cxnSp>
      <p:cxnSp>
        <p:nvCxnSpPr>
          <p:cNvPr id="48" name="直接箭头连接符 47"/>
          <p:cNvCxnSpPr/>
          <p:nvPr/>
        </p:nvCxnSpPr>
        <p:spPr>
          <a:xfrm flipH="1">
            <a:off x="5096536" y="5372091"/>
            <a:ext cx="113460" cy="279064"/>
          </a:xfrm>
          <a:prstGeom prst="straightConnector1">
            <a:avLst/>
          </a:prstGeom>
          <a:ln w="38100">
            <a:solidFill>
              <a:srgbClr val="7030A0"/>
            </a:solidFill>
            <a:tailEnd type="triangle"/>
          </a:ln>
        </p:spPr>
        <p:style>
          <a:lnRef idx="3">
            <a:schemeClr val="accent2"/>
          </a:lnRef>
          <a:fillRef idx="0">
            <a:schemeClr val="accent2"/>
          </a:fillRef>
          <a:effectRef idx="2">
            <a:schemeClr val="accent2"/>
          </a:effectRef>
          <a:fontRef idx="minor">
            <a:schemeClr val="tx1"/>
          </a:fontRef>
        </p:style>
      </p:cxnSp>
      <p:cxnSp>
        <p:nvCxnSpPr>
          <p:cNvPr id="50" name="直接箭头连接符 49"/>
          <p:cNvCxnSpPr/>
          <p:nvPr/>
        </p:nvCxnSpPr>
        <p:spPr>
          <a:xfrm>
            <a:off x="5680857" y="5390210"/>
            <a:ext cx="68799" cy="279064"/>
          </a:xfrm>
          <a:prstGeom prst="straightConnector1">
            <a:avLst/>
          </a:prstGeom>
          <a:ln w="38100">
            <a:solidFill>
              <a:srgbClr val="7030A0"/>
            </a:solidFill>
            <a:tailEnd type="triangle"/>
          </a:ln>
        </p:spPr>
        <p:style>
          <a:lnRef idx="3">
            <a:schemeClr val="accent2"/>
          </a:lnRef>
          <a:fillRef idx="0">
            <a:schemeClr val="accent2"/>
          </a:fillRef>
          <a:effectRef idx="2">
            <a:schemeClr val="accent2"/>
          </a:effectRef>
          <a:fontRef idx="minor">
            <a:schemeClr val="tx1"/>
          </a:fontRef>
        </p:style>
      </p:cxnSp>
      <p:cxnSp>
        <p:nvCxnSpPr>
          <p:cNvPr id="53" name="直接箭头连接符 52"/>
          <p:cNvCxnSpPr/>
          <p:nvPr/>
        </p:nvCxnSpPr>
        <p:spPr>
          <a:xfrm>
            <a:off x="6022289" y="5304716"/>
            <a:ext cx="164543" cy="254185"/>
          </a:xfrm>
          <a:prstGeom prst="straightConnector1">
            <a:avLst/>
          </a:prstGeom>
          <a:ln w="38100">
            <a:solidFill>
              <a:srgbClr val="7030A0"/>
            </a:solidFill>
            <a:tailEnd type="triangle"/>
          </a:ln>
        </p:spPr>
        <p:style>
          <a:lnRef idx="3">
            <a:schemeClr val="accent2"/>
          </a:lnRef>
          <a:fillRef idx="0">
            <a:schemeClr val="accent2"/>
          </a:fillRef>
          <a:effectRef idx="2">
            <a:schemeClr val="accent2"/>
          </a:effectRef>
          <a:fontRef idx="minor">
            <a:schemeClr val="tx1"/>
          </a:fontRef>
        </p:style>
      </p:cxnSp>
      <p:cxnSp>
        <p:nvCxnSpPr>
          <p:cNvPr id="57" name="直接箭头连接符 56"/>
          <p:cNvCxnSpPr/>
          <p:nvPr/>
        </p:nvCxnSpPr>
        <p:spPr>
          <a:xfrm flipH="1">
            <a:off x="7502501" y="5379568"/>
            <a:ext cx="104849" cy="279064"/>
          </a:xfrm>
          <a:prstGeom prst="straightConnector1">
            <a:avLst/>
          </a:prstGeom>
          <a:ln w="38100">
            <a:solidFill>
              <a:srgbClr val="7030A0"/>
            </a:solidFill>
            <a:tailEnd type="triangle"/>
          </a:ln>
        </p:spPr>
        <p:style>
          <a:lnRef idx="3">
            <a:schemeClr val="accent2"/>
          </a:lnRef>
          <a:fillRef idx="0">
            <a:schemeClr val="accent2"/>
          </a:fillRef>
          <a:effectRef idx="2">
            <a:schemeClr val="accent2"/>
          </a:effectRef>
          <a:fontRef idx="minor">
            <a:schemeClr val="tx1"/>
          </a:fontRef>
        </p:style>
      </p:cxnSp>
      <p:cxnSp>
        <p:nvCxnSpPr>
          <p:cNvPr id="59" name="直接箭头连接符 58"/>
          <p:cNvCxnSpPr/>
          <p:nvPr/>
        </p:nvCxnSpPr>
        <p:spPr>
          <a:xfrm>
            <a:off x="8115261" y="5399129"/>
            <a:ext cx="68799" cy="279064"/>
          </a:xfrm>
          <a:prstGeom prst="straightConnector1">
            <a:avLst/>
          </a:prstGeom>
          <a:ln w="38100">
            <a:solidFill>
              <a:srgbClr val="7030A0"/>
            </a:solidFill>
            <a:tailEnd type="triangle"/>
          </a:ln>
        </p:spPr>
        <p:style>
          <a:lnRef idx="3">
            <a:schemeClr val="accent2"/>
          </a:lnRef>
          <a:fillRef idx="0">
            <a:schemeClr val="accent2"/>
          </a:fillRef>
          <a:effectRef idx="2">
            <a:schemeClr val="accent2"/>
          </a:effectRef>
          <a:fontRef idx="minor">
            <a:schemeClr val="tx1"/>
          </a:fontRef>
        </p:style>
      </p:cxnSp>
      <p:cxnSp>
        <p:nvCxnSpPr>
          <p:cNvPr id="60" name="直接箭头连接符 59"/>
          <p:cNvCxnSpPr/>
          <p:nvPr/>
        </p:nvCxnSpPr>
        <p:spPr>
          <a:xfrm>
            <a:off x="8456693" y="5313635"/>
            <a:ext cx="164543" cy="254185"/>
          </a:xfrm>
          <a:prstGeom prst="straightConnector1">
            <a:avLst/>
          </a:prstGeom>
          <a:ln w="38100">
            <a:solidFill>
              <a:srgbClr val="7030A0"/>
            </a:solidFill>
            <a:tailEnd type="triangle"/>
          </a:ln>
        </p:spPr>
        <p:style>
          <a:lnRef idx="3">
            <a:schemeClr val="accent2"/>
          </a:lnRef>
          <a:fillRef idx="0">
            <a:schemeClr val="accent2"/>
          </a:fillRef>
          <a:effectRef idx="2">
            <a:schemeClr val="accent2"/>
          </a:effectRef>
          <a:fontRef idx="minor">
            <a:schemeClr val="tx1"/>
          </a:fontRef>
        </p:style>
      </p:cxnSp>
      <p:cxnSp>
        <p:nvCxnSpPr>
          <p:cNvPr id="61" name="直接箭头连接符 60"/>
          <p:cNvCxnSpPr/>
          <p:nvPr/>
        </p:nvCxnSpPr>
        <p:spPr>
          <a:xfrm flipH="1">
            <a:off x="9531398" y="5308673"/>
            <a:ext cx="209697" cy="279064"/>
          </a:xfrm>
          <a:prstGeom prst="straightConnector1">
            <a:avLst/>
          </a:prstGeom>
          <a:ln w="38100">
            <a:solidFill>
              <a:srgbClr val="7030A0"/>
            </a:solidFill>
            <a:tailEnd type="triangle"/>
          </a:ln>
        </p:spPr>
        <p:style>
          <a:lnRef idx="3">
            <a:schemeClr val="accent2"/>
          </a:lnRef>
          <a:fillRef idx="0">
            <a:schemeClr val="accent2"/>
          </a:fillRef>
          <a:effectRef idx="2">
            <a:schemeClr val="accent2"/>
          </a:effectRef>
          <a:fontRef idx="minor">
            <a:schemeClr val="tx1"/>
          </a:fontRef>
        </p:style>
      </p:cxnSp>
      <p:cxnSp>
        <p:nvCxnSpPr>
          <p:cNvPr id="62" name="直接箭头连接符 61"/>
          <p:cNvCxnSpPr/>
          <p:nvPr/>
        </p:nvCxnSpPr>
        <p:spPr>
          <a:xfrm flipH="1">
            <a:off x="9971079" y="5379568"/>
            <a:ext cx="113460" cy="279064"/>
          </a:xfrm>
          <a:prstGeom prst="straightConnector1">
            <a:avLst/>
          </a:prstGeom>
          <a:ln w="38100">
            <a:solidFill>
              <a:srgbClr val="7030A0"/>
            </a:solidFill>
            <a:tailEnd type="triangle"/>
          </a:ln>
        </p:spPr>
        <p:style>
          <a:lnRef idx="3">
            <a:schemeClr val="accent2"/>
          </a:lnRef>
          <a:fillRef idx="0">
            <a:schemeClr val="accent2"/>
          </a:fillRef>
          <a:effectRef idx="2">
            <a:schemeClr val="accent2"/>
          </a:effectRef>
          <a:fontRef idx="minor">
            <a:schemeClr val="tx1"/>
          </a:fontRef>
        </p:style>
      </p:cxnSp>
      <p:cxnSp>
        <p:nvCxnSpPr>
          <p:cNvPr id="63" name="直接箭头连接符 62"/>
          <p:cNvCxnSpPr/>
          <p:nvPr/>
        </p:nvCxnSpPr>
        <p:spPr>
          <a:xfrm>
            <a:off x="10555400" y="5397687"/>
            <a:ext cx="68799" cy="279064"/>
          </a:xfrm>
          <a:prstGeom prst="straightConnector1">
            <a:avLst/>
          </a:prstGeom>
          <a:ln w="38100">
            <a:solidFill>
              <a:srgbClr val="7030A0"/>
            </a:solidFill>
            <a:tailEnd type="triangle"/>
          </a:ln>
        </p:spPr>
        <p:style>
          <a:lnRef idx="3">
            <a:schemeClr val="accent2"/>
          </a:lnRef>
          <a:fillRef idx="0">
            <a:schemeClr val="accent2"/>
          </a:fillRef>
          <a:effectRef idx="2">
            <a:schemeClr val="accent2"/>
          </a:effectRef>
          <a:fontRef idx="minor">
            <a:schemeClr val="tx1"/>
          </a:fontRef>
        </p:style>
      </p:cxnSp>
      <p:cxnSp>
        <p:nvCxnSpPr>
          <p:cNvPr id="64" name="直接箭头连接符 63"/>
          <p:cNvCxnSpPr/>
          <p:nvPr/>
        </p:nvCxnSpPr>
        <p:spPr>
          <a:xfrm>
            <a:off x="10896832" y="5312193"/>
            <a:ext cx="164543" cy="254185"/>
          </a:xfrm>
          <a:prstGeom prst="straightConnector1">
            <a:avLst/>
          </a:prstGeom>
          <a:ln w="38100">
            <a:solidFill>
              <a:srgbClr val="7030A0"/>
            </a:solidFill>
            <a:tailEnd type="triangle"/>
          </a:ln>
        </p:spPr>
        <p:style>
          <a:lnRef idx="3">
            <a:schemeClr val="accent2"/>
          </a:lnRef>
          <a:fillRef idx="0">
            <a:schemeClr val="accent2"/>
          </a:fillRef>
          <a:effectRef idx="2">
            <a:schemeClr val="accent2"/>
          </a:effectRef>
          <a:fontRef idx="minor">
            <a:schemeClr val="tx1"/>
          </a:fontRef>
        </p:style>
      </p:cxnSp>
      <p:cxnSp>
        <p:nvCxnSpPr>
          <p:cNvPr id="65" name="直接箭头连接符 64"/>
          <p:cNvCxnSpPr/>
          <p:nvPr/>
        </p:nvCxnSpPr>
        <p:spPr>
          <a:xfrm>
            <a:off x="8885901" y="4350211"/>
            <a:ext cx="342139" cy="0"/>
          </a:xfrm>
          <a:prstGeom prst="straightConnector1">
            <a:avLst/>
          </a:prstGeom>
          <a:ln w="38100">
            <a:solidFill>
              <a:srgbClr val="7030A0"/>
            </a:solidFill>
            <a:tailEnd type="triangle"/>
          </a:ln>
        </p:spPr>
        <p:style>
          <a:lnRef idx="3">
            <a:schemeClr val="accent2"/>
          </a:lnRef>
          <a:fillRef idx="0">
            <a:schemeClr val="accent2"/>
          </a:fillRef>
          <a:effectRef idx="2">
            <a:schemeClr val="accent2"/>
          </a:effectRef>
          <a:fontRef idx="minor">
            <a:schemeClr val="tx1"/>
          </a:fontRef>
        </p:style>
      </p:cxnSp>
      <p:cxnSp>
        <p:nvCxnSpPr>
          <p:cNvPr id="68" name="直接箭头连接符 67"/>
          <p:cNvCxnSpPr/>
          <p:nvPr/>
        </p:nvCxnSpPr>
        <p:spPr>
          <a:xfrm flipH="1">
            <a:off x="6311363" y="4350211"/>
            <a:ext cx="352730" cy="0"/>
          </a:xfrm>
          <a:prstGeom prst="straightConnector1">
            <a:avLst/>
          </a:prstGeom>
          <a:ln w="38100">
            <a:solidFill>
              <a:srgbClr val="7030A0"/>
            </a:solidFill>
            <a:tailEnd type="triangle"/>
          </a:ln>
        </p:spPr>
        <p:style>
          <a:lnRef idx="3">
            <a:schemeClr val="accent2"/>
          </a:lnRef>
          <a:fillRef idx="0">
            <a:schemeClr val="accent2"/>
          </a:fillRef>
          <a:effectRef idx="2">
            <a:schemeClr val="accent2"/>
          </a:effectRef>
          <a:fontRef idx="minor">
            <a:schemeClr val="tx1"/>
          </a:fontRef>
        </p:style>
      </p:cxnSp>
      <p:cxnSp>
        <p:nvCxnSpPr>
          <p:cNvPr id="70" name="直接箭头连接符 69"/>
          <p:cNvCxnSpPr/>
          <p:nvPr/>
        </p:nvCxnSpPr>
        <p:spPr>
          <a:xfrm flipV="1">
            <a:off x="7973263" y="4556411"/>
            <a:ext cx="0" cy="269504"/>
          </a:xfrm>
          <a:prstGeom prst="straightConnector1">
            <a:avLst/>
          </a:prstGeom>
          <a:ln w="38100">
            <a:solidFill>
              <a:srgbClr val="7030A0"/>
            </a:solidFill>
            <a:tailEnd type="triangle"/>
          </a:ln>
        </p:spPr>
        <p:style>
          <a:lnRef idx="3">
            <a:schemeClr val="accent2"/>
          </a:lnRef>
          <a:fillRef idx="0">
            <a:schemeClr val="accent2"/>
          </a:fillRef>
          <a:effectRef idx="2">
            <a:schemeClr val="accent2"/>
          </a:effectRef>
          <a:fontRef idx="minor">
            <a:schemeClr val="tx1"/>
          </a:fontRef>
        </p:style>
      </p:cxnSp>
      <p:grpSp>
        <p:nvGrpSpPr>
          <p:cNvPr id="81" name="组合 80"/>
          <p:cNvGrpSpPr/>
          <p:nvPr/>
        </p:nvGrpSpPr>
        <p:grpSpPr>
          <a:xfrm>
            <a:off x="6988798" y="4991572"/>
            <a:ext cx="312397" cy="688254"/>
            <a:chOff x="6713497" y="4991572"/>
            <a:chExt cx="312397" cy="688254"/>
          </a:xfrm>
        </p:grpSpPr>
        <p:cxnSp>
          <p:nvCxnSpPr>
            <p:cNvPr id="58" name="直接箭头连接符 57"/>
            <p:cNvCxnSpPr/>
            <p:nvPr/>
          </p:nvCxnSpPr>
          <p:spPr>
            <a:xfrm flipV="1">
              <a:off x="6821693" y="5313635"/>
              <a:ext cx="204201" cy="243425"/>
            </a:xfrm>
            <a:prstGeom prst="straightConnector1">
              <a:avLst/>
            </a:prstGeom>
            <a:ln w="38100">
              <a:solidFill>
                <a:srgbClr val="7030A0"/>
              </a:solidFill>
              <a:tailEnd type="triangle"/>
            </a:ln>
          </p:spPr>
          <p:style>
            <a:lnRef idx="3">
              <a:schemeClr val="accent2"/>
            </a:lnRef>
            <a:fillRef idx="0">
              <a:schemeClr val="accent2"/>
            </a:fillRef>
            <a:effectRef idx="2">
              <a:schemeClr val="accent2"/>
            </a:effectRef>
            <a:fontRef idx="minor">
              <a:schemeClr val="tx1"/>
            </a:fontRef>
          </p:style>
        </p:cxnSp>
        <p:sp>
          <p:nvSpPr>
            <p:cNvPr id="80" name="文本框 79"/>
            <p:cNvSpPr txBox="1"/>
            <p:nvPr/>
          </p:nvSpPr>
          <p:spPr>
            <a:xfrm rot="18606912">
              <a:off x="6492481" y="5212588"/>
              <a:ext cx="688254"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rPr>
                <a:t>广播帧</a:t>
              </a:r>
            </a:p>
          </p:txBody>
        </p:sp>
      </p:grpSp>
      <p:sp>
        <p:nvSpPr>
          <p:cNvPr id="30" name="日期占位符 36"/>
          <p:cNvSpPr>
            <a:spLocks noGrp="1"/>
          </p:cNvSpPr>
          <p:nvPr>
            <p:ph type="dt" sz="half" idx="10"/>
          </p:nvPr>
        </p:nvSpPr>
        <p:spPr>
          <a:xfrm>
            <a:off x="197335" y="6489303"/>
            <a:ext cx="2743200" cy="365125"/>
          </a:xfrm>
        </p:spPr>
        <p:txBody>
          <a:bodyPr/>
          <a:lstStyle/>
          <a:p>
            <a:r>
              <a:rPr lang="en-US" altLang="zh-CN" dirty="0">
                <a:latin typeface="微软雅黑" panose="020B0503020204020204" pitchFamily="34" charset="-122"/>
                <a:ea typeface="微软雅黑" panose="020B0503020204020204" pitchFamily="34" charset="-122"/>
              </a:rPr>
              <a:t>4.4 </a:t>
            </a:r>
            <a:r>
              <a:rPr lang="zh-CN" altLang="en-US" dirty="0">
                <a:latin typeface="微软雅黑" panose="020B0503020204020204" pitchFamily="34" charset="-122"/>
                <a:ea typeface="微软雅黑" panose="020B0503020204020204" pitchFamily="34" charset="-122"/>
              </a:rPr>
              <a:t>数据链路层交换</a:t>
            </a:r>
          </a:p>
        </p:txBody>
      </p:sp>
      <p:sp>
        <p:nvSpPr>
          <p:cNvPr id="31" name="灯片编号占位符 38"/>
          <p:cNvSpPr>
            <a:spLocks noGrp="1"/>
          </p:cNvSpPr>
          <p:nvPr>
            <p:ph type="sldNum" sz="quarter" idx="12"/>
          </p:nvPr>
        </p:nvSpPr>
        <p:spPr>
          <a:xfrm>
            <a:off x="8686810" y="6489303"/>
            <a:ext cx="3319670" cy="365125"/>
          </a:xfrm>
        </p:spPr>
        <p:txBody>
          <a:bodyPr/>
          <a:lstStyle/>
          <a:p>
            <a:fld id="{8D4D1E41-7A09-AB4A-A4E1-09765ADA2698}" type="slidenum">
              <a:rPr kumimoji="1" lang="zh-CN" altLang="en-US" smtClean="0"/>
              <a:t>102</a:t>
            </a:fld>
            <a:endParaRPr kumimoji="1"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81"/>
                                        </p:tgtEl>
                                        <p:attrNameLst>
                                          <p:attrName>style.visibility</p:attrName>
                                        </p:attrNameLst>
                                      </p:cBhvr>
                                      <p:to>
                                        <p:strVal val="visible"/>
                                      </p:to>
                                    </p:set>
                                    <p:animEffect transition="in" filter="wipe(down)">
                                      <p:cBhvr>
                                        <p:cTn id="7" dur="500"/>
                                        <p:tgtEl>
                                          <p:spTgt spid="8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1" fill="hold" nodeType="clickEffect">
                                  <p:stCondLst>
                                    <p:cond delay="0"/>
                                  </p:stCondLst>
                                  <p:childTnLst>
                                    <p:set>
                                      <p:cBhvr>
                                        <p:cTn id="14" dur="1" fill="hold">
                                          <p:stCondLst>
                                            <p:cond delay="0"/>
                                          </p:stCondLst>
                                        </p:cTn>
                                        <p:tgtEl>
                                          <p:spTgt spid="57"/>
                                        </p:tgtEl>
                                        <p:attrNameLst>
                                          <p:attrName>style.visibility</p:attrName>
                                        </p:attrNameLst>
                                      </p:cBhvr>
                                      <p:to>
                                        <p:strVal val="visible"/>
                                      </p:to>
                                    </p:set>
                                    <p:animEffect transition="in" filter="wipe(up)">
                                      <p:cBhvr>
                                        <p:cTn id="15" dur="500"/>
                                        <p:tgtEl>
                                          <p:spTgt spid="57"/>
                                        </p:tgtEl>
                                      </p:cBhvr>
                                    </p:animEffect>
                                  </p:childTnLst>
                                </p:cTn>
                              </p:par>
                              <p:par>
                                <p:cTn id="16" presetID="22" presetClass="entr" presetSubtype="1" fill="hold" nodeType="withEffect">
                                  <p:stCondLst>
                                    <p:cond delay="0"/>
                                  </p:stCondLst>
                                  <p:childTnLst>
                                    <p:set>
                                      <p:cBhvr>
                                        <p:cTn id="17" dur="1" fill="hold">
                                          <p:stCondLst>
                                            <p:cond delay="0"/>
                                          </p:stCondLst>
                                        </p:cTn>
                                        <p:tgtEl>
                                          <p:spTgt spid="59"/>
                                        </p:tgtEl>
                                        <p:attrNameLst>
                                          <p:attrName>style.visibility</p:attrName>
                                        </p:attrNameLst>
                                      </p:cBhvr>
                                      <p:to>
                                        <p:strVal val="visible"/>
                                      </p:to>
                                    </p:set>
                                    <p:animEffect transition="in" filter="wipe(up)">
                                      <p:cBhvr>
                                        <p:cTn id="18" dur="500"/>
                                        <p:tgtEl>
                                          <p:spTgt spid="59"/>
                                        </p:tgtEl>
                                      </p:cBhvr>
                                    </p:animEffect>
                                  </p:childTnLst>
                                </p:cTn>
                              </p:par>
                              <p:par>
                                <p:cTn id="19" presetID="22" presetClass="entr" presetSubtype="1" fill="hold" nodeType="withEffect">
                                  <p:stCondLst>
                                    <p:cond delay="0"/>
                                  </p:stCondLst>
                                  <p:childTnLst>
                                    <p:set>
                                      <p:cBhvr>
                                        <p:cTn id="20" dur="1" fill="hold">
                                          <p:stCondLst>
                                            <p:cond delay="0"/>
                                          </p:stCondLst>
                                        </p:cTn>
                                        <p:tgtEl>
                                          <p:spTgt spid="60"/>
                                        </p:tgtEl>
                                        <p:attrNameLst>
                                          <p:attrName>style.visibility</p:attrName>
                                        </p:attrNameLst>
                                      </p:cBhvr>
                                      <p:to>
                                        <p:strVal val="visible"/>
                                      </p:to>
                                    </p:set>
                                    <p:animEffect transition="in" filter="wipe(up)">
                                      <p:cBhvr>
                                        <p:cTn id="21" dur="500"/>
                                        <p:tgtEl>
                                          <p:spTgt spid="60"/>
                                        </p:tgtEl>
                                      </p:cBhvr>
                                    </p:animEffect>
                                  </p:childTnLst>
                                </p:cTn>
                              </p:par>
                              <p:par>
                                <p:cTn id="22" presetID="22" presetClass="entr" presetSubtype="4" fill="hold" nodeType="withEffect">
                                  <p:stCondLst>
                                    <p:cond delay="0"/>
                                  </p:stCondLst>
                                  <p:childTnLst>
                                    <p:set>
                                      <p:cBhvr>
                                        <p:cTn id="23" dur="1" fill="hold">
                                          <p:stCondLst>
                                            <p:cond delay="0"/>
                                          </p:stCondLst>
                                        </p:cTn>
                                        <p:tgtEl>
                                          <p:spTgt spid="70"/>
                                        </p:tgtEl>
                                        <p:attrNameLst>
                                          <p:attrName>style.visibility</p:attrName>
                                        </p:attrNameLst>
                                      </p:cBhvr>
                                      <p:to>
                                        <p:strVal val="visible"/>
                                      </p:to>
                                    </p:set>
                                    <p:animEffect transition="in" filter="wipe(down)">
                                      <p:cBhvr>
                                        <p:cTn id="24" dur="500"/>
                                        <p:tgtEl>
                                          <p:spTgt spid="70"/>
                                        </p:tgtEl>
                                      </p:cBhvr>
                                    </p:animEffect>
                                  </p:childTnLst>
                                </p:cTn>
                              </p:par>
                            </p:childTnLst>
                          </p:cTn>
                        </p:par>
                        <p:par>
                          <p:cTn id="25" fill="hold">
                            <p:stCondLst>
                              <p:cond delay="500"/>
                            </p:stCondLst>
                            <p:childTnLst>
                              <p:par>
                                <p:cTn id="26" presetID="22" presetClass="entr" presetSubtype="2" fill="hold" nodeType="afterEffect">
                                  <p:stCondLst>
                                    <p:cond delay="0"/>
                                  </p:stCondLst>
                                  <p:childTnLst>
                                    <p:set>
                                      <p:cBhvr>
                                        <p:cTn id="27" dur="1" fill="hold">
                                          <p:stCondLst>
                                            <p:cond delay="0"/>
                                          </p:stCondLst>
                                        </p:cTn>
                                        <p:tgtEl>
                                          <p:spTgt spid="68"/>
                                        </p:tgtEl>
                                        <p:attrNameLst>
                                          <p:attrName>style.visibility</p:attrName>
                                        </p:attrNameLst>
                                      </p:cBhvr>
                                      <p:to>
                                        <p:strVal val="visible"/>
                                      </p:to>
                                    </p:set>
                                    <p:animEffect transition="in" filter="wipe(right)">
                                      <p:cBhvr>
                                        <p:cTn id="28" dur="500"/>
                                        <p:tgtEl>
                                          <p:spTgt spid="68"/>
                                        </p:tgtEl>
                                      </p:cBhvr>
                                    </p:animEffect>
                                  </p:childTnLst>
                                </p:cTn>
                              </p:par>
                              <p:par>
                                <p:cTn id="29" presetID="22" presetClass="entr" presetSubtype="8" fill="hold" nodeType="withEffect">
                                  <p:stCondLst>
                                    <p:cond delay="0"/>
                                  </p:stCondLst>
                                  <p:childTnLst>
                                    <p:set>
                                      <p:cBhvr>
                                        <p:cTn id="30" dur="1" fill="hold">
                                          <p:stCondLst>
                                            <p:cond delay="0"/>
                                          </p:stCondLst>
                                        </p:cTn>
                                        <p:tgtEl>
                                          <p:spTgt spid="65"/>
                                        </p:tgtEl>
                                        <p:attrNameLst>
                                          <p:attrName>style.visibility</p:attrName>
                                        </p:attrNameLst>
                                      </p:cBhvr>
                                      <p:to>
                                        <p:strVal val="visible"/>
                                      </p:to>
                                    </p:set>
                                    <p:animEffect transition="in" filter="wipe(left)">
                                      <p:cBhvr>
                                        <p:cTn id="31" dur="500"/>
                                        <p:tgtEl>
                                          <p:spTgt spid="65"/>
                                        </p:tgtEl>
                                      </p:cBhvr>
                                    </p:animEffect>
                                  </p:childTnLst>
                                </p:cTn>
                              </p:par>
                            </p:childTnLst>
                          </p:cTn>
                        </p:par>
                        <p:par>
                          <p:cTn id="32" fill="hold">
                            <p:stCondLst>
                              <p:cond delay="1000"/>
                            </p:stCondLst>
                            <p:childTnLst>
                              <p:par>
                                <p:cTn id="33" presetID="22" presetClass="entr" presetSubtype="1" fill="hold" nodeType="afterEffect">
                                  <p:stCondLst>
                                    <p:cond delay="0"/>
                                  </p:stCondLst>
                                  <p:childTnLst>
                                    <p:set>
                                      <p:cBhvr>
                                        <p:cTn id="34" dur="1" fill="hold">
                                          <p:stCondLst>
                                            <p:cond delay="0"/>
                                          </p:stCondLst>
                                        </p:cTn>
                                        <p:tgtEl>
                                          <p:spTgt spid="46"/>
                                        </p:tgtEl>
                                        <p:attrNameLst>
                                          <p:attrName>style.visibility</p:attrName>
                                        </p:attrNameLst>
                                      </p:cBhvr>
                                      <p:to>
                                        <p:strVal val="visible"/>
                                      </p:to>
                                    </p:set>
                                    <p:animEffect transition="in" filter="wipe(up)">
                                      <p:cBhvr>
                                        <p:cTn id="35" dur="500"/>
                                        <p:tgtEl>
                                          <p:spTgt spid="46"/>
                                        </p:tgtEl>
                                      </p:cBhvr>
                                    </p:animEffect>
                                  </p:childTnLst>
                                </p:cTn>
                              </p:par>
                              <p:par>
                                <p:cTn id="36" presetID="22" presetClass="entr" presetSubtype="1" fill="hold" nodeType="withEffect">
                                  <p:stCondLst>
                                    <p:cond delay="0"/>
                                  </p:stCondLst>
                                  <p:childTnLst>
                                    <p:set>
                                      <p:cBhvr>
                                        <p:cTn id="37" dur="1" fill="hold">
                                          <p:stCondLst>
                                            <p:cond delay="0"/>
                                          </p:stCondLst>
                                        </p:cTn>
                                        <p:tgtEl>
                                          <p:spTgt spid="48"/>
                                        </p:tgtEl>
                                        <p:attrNameLst>
                                          <p:attrName>style.visibility</p:attrName>
                                        </p:attrNameLst>
                                      </p:cBhvr>
                                      <p:to>
                                        <p:strVal val="visible"/>
                                      </p:to>
                                    </p:set>
                                    <p:animEffect transition="in" filter="wipe(up)">
                                      <p:cBhvr>
                                        <p:cTn id="38" dur="500"/>
                                        <p:tgtEl>
                                          <p:spTgt spid="48"/>
                                        </p:tgtEl>
                                      </p:cBhvr>
                                    </p:animEffect>
                                  </p:childTnLst>
                                </p:cTn>
                              </p:par>
                              <p:par>
                                <p:cTn id="39" presetID="22" presetClass="entr" presetSubtype="1" fill="hold" nodeType="withEffect">
                                  <p:stCondLst>
                                    <p:cond delay="0"/>
                                  </p:stCondLst>
                                  <p:childTnLst>
                                    <p:set>
                                      <p:cBhvr>
                                        <p:cTn id="40" dur="1" fill="hold">
                                          <p:stCondLst>
                                            <p:cond delay="0"/>
                                          </p:stCondLst>
                                        </p:cTn>
                                        <p:tgtEl>
                                          <p:spTgt spid="50"/>
                                        </p:tgtEl>
                                        <p:attrNameLst>
                                          <p:attrName>style.visibility</p:attrName>
                                        </p:attrNameLst>
                                      </p:cBhvr>
                                      <p:to>
                                        <p:strVal val="visible"/>
                                      </p:to>
                                    </p:set>
                                    <p:animEffect transition="in" filter="wipe(up)">
                                      <p:cBhvr>
                                        <p:cTn id="41" dur="500"/>
                                        <p:tgtEl>
                                          <p:spTgt spid="50"/>
                                        </p:tgtEl>
                                      </p:cBhvr>
                                    </p:animEffect>
                                  </p:childTnLst>
                                </p:cTn>
                              </p:par>
                              <p:par>
                                <p:cTn id="42" presetID="22" presetClass="entr" presetSubtype="1" fill="hold" nodeType="withEffect">
                                  <p:stCondLst>
                                    <p:cond delay="0"/>
                                  </p:stCondLst>
                                  <p:childTnLst>
                                    <p:set>
                                      <p:cBhvr>
                                        <p:cTn id="43" dur="1" fill="hold">
                                          <p:stCondLst>
                                            <p:cond delay="0"/>
                                          </p:stCondLst>
                                        </p:cTn>
                                        <p:tgtEl>
                                          <p:spTgt spid="53"/>
                                        </p:tgtEl>
                                        <p:attrNameLst>
                                          <p:attrName>style.visibility</p:attrName>
                                        </p:attrNameLst>
                                      </p:cBhvr>
                                      <p:to>
                                        <p:strVal val="visible"/>
                                      </p:to>
                                    </p:set>
                                    <p:animEffect transition="in" filter="wipe(up)">
                                      <p:cBhvr>
                                        <p:cTn id="44" dur="500"/>
                                        <p:tgtEl>
                                          <p:spTgt spid="53"/>
                                        </p:tgtEl>
                                      </p:cBhvr>
                                    </p:animEffect>
                                  </p:childTnLst>
                                </p:cTn>
                              </p:par>
                              <p:par>
                                <p:cTn id="45" presetID="22" presetClass="entr" presetSubtype="1" fill="hold" nodeType="withEffect">
                                  <p:stCondLst>
                                    <p:cond delay="0"/>
                                  </p:stCondLst>
                                  <p:childTnLst>
                                    <p:set>
                                      <p:cBhvr>
                                        <p:cTn id="46" dur="1" fill="hold">
                                          <p:stCondLst>
                                            <p:cond delay="0"/>
                                          </p:stCondLst>
                                        </p:cTn>
                                        <p:tgtEl>
                                          <p:spTgt spid="61"/>
                                        </p:tgtEl>
                                        <p:attrNameLst>
                                          <p:attrName>style.visibility</p:attrName>
                                        </p:attrNameLst>
                                      </p:cBhvr>
                                      <p:to>
                                        <p:strVal val="visible"/>
                                      </p:to>
                                    </p:set>
                                    <p:animEffect transition="in" filter="wipe(up)">
                                      <p:cBhvr>
                                        <p:cTn id="47" dur="500"/>
                                        <p:tgtEl>
                                          <p:spTgt spid="61"/>
                                        </p:tgtEl>
                                      </p:cBhvr>
                                    </p:animEffect>
                                  </p:childTnLst>
                                </p:cTn>
                              </p:par>
                              <p:par>
                                <p:cTn id="48" presetID="22" presetClass="entr" presetSubtype="1" fill="hold" nodeType="withEffect">
                                  <p:stCondLst>
                                    <p:cond delay="0"/>
                                  </p:stCondLst>
                                  <p:childTnLst>
                                    <p:set>
                                      <p:cBhvr>
                                        <p:cTn id="49" dur="1" fill="hold">
                                          <p:stCondLst>
                                            <p:cond delay="0"/>
                                          </p:stCondLst>
                                        </p:cTn>
                                        <p:tgtEl>
                                          <p:spTgt spid="62"/>
                                        </p:tgtEl>
                                        <p:attrNameLst>
                                          <p:attrName>style.visibility</p:attrName>
                                        </p:attrNameLst>
                                      </p:cBhvr>
                                      <p:to>
                                        <p:strVal val="visible"/>
                                      </p:to>
                                    </p:set>
                                    <p:animEffect transition="in" filter="wipe(up)">
                                      <p:cBhvr>
                                        <p:cTn id="50" dur="500"/>
                                        <p:tgtEl>
                                          <p:spTgt spid="62"/>
                                        </p:tgtEl>
                                      </p:cBhvr>
                                    </p:animEffect>
                                  </p:childTnLst>
                                </p:cTn>
                              </p:par>
                              <p:par>
                                <p:cTn id="51" presetID="22" presetClass="entr" presetSubtype="1" fill="hold" nodeType="withEffect">
                                  <p:stCondLst>
                                    <p:cond delay="0"/>
                                  </p:stCondLst>
                                  <p:childTnLst>
                                    <p:set>
                                      <p:cBhvr>
                                        <p:cTn id="52" dur="1" fill="hold">
                                          <p:stCondLst>
                                            <p:cond delay="0"/>
                                          </p:stCondLst>
                                        </p:cTn>
                                        <p:tgtEl>
                                          <p:spTgt spid="63"/>
                                        </p:tgtEl>
                                        <p:attrNameLst>
                                          <p:attrName>style.visibility</p:attrName>
                                        </p:attrNameLst>
                                      </p:cBhvr>
                                      <p:to>
                                        <p:strVal val="visible"/>
                                      </p:to>
                                    </p:set>
                                    <p:animEffect transition="in" filter="wipe(up)">
                                      <p:cBhvr>
                                        <p:cTn id="53" dur="500"/>
                                        <p:tgtEl>
                                          <p:spTgt spid="63"/>
                                        </p:tgtEl>
                                      </p:cBhvr>
                                    </p:animEffect>
                                  </p:childTnLst>
                                </p:cTn>
                              </p:par>
                              <p:par>
                                <p:cTn id="54" presetID="22" presetClass="entr" presetSubtype="1" fill="hold" nodeType="withEffect">
                                  <p:stCondLst>
                                    <p:cond delay="0"/>
                                  </p:stCondLst>
                                  <p:childTnLst>
                                    <p:set>
                                      <p:cBhvr>
                                        <p:cTn id="55" dur="1" fill="hold">
                                          <p:stCondLst>
                                            <p:cond delay="0"/>
                                          </p:stCondLst>
                                        </p:cTn>
                                        <p:tgtEl>
                                          <p:spTgt spid="64"/>
                                        </p:tgtEl>
                                        <p:attrNameLst>
                                          <p:attrName>style.visibility</p:attrName>
                                        </p:attrNameLst>
                                      </p:cBhvr>
                                      <p:to>
                                        <p:strVal val="visible"/>
                                      </p:to>
                                    </p:set>
                                    <p:animEffect transition="in" filter="wipe(up)">
                                      <p:cBhvr>
                                        <p:cTn id="56" dur="500"/>
                                        <p:tgtEl>
                                          <p:spTgt spid="64"/>
                                        </p:tgtEl>
                                      </p:cBhvr>
                                    </p:animEffect>
                                  </p:childTnLst>
                                </p:cTn>
                              </p:par>
                            </p:childTnLst>
                          </p:cTn>
                        </p:par>
                        <p:par>
                          <p:cTn id="57" fill="hold">
                            <p:stCondLst>
                              <p:cond delay="1500"/>
                            </p:stCondLst>
                            <p:childTnLst>
                              <p:par>
                                <p:cTn id="58" presetID="21" presetClass="entr" presetSubtype="1" fill="hold" nodeType="afterEffect">
                                  <p:stCondLst>
                                    <p:cond delay="0"/>
                                  </p:stCondLst>
                                  <p:childTnLst>
                                    <p:set>
                                      <p:cBhvr>
                                        <p:cTn id="59" dur="1" fill="hold">
                                          <p:stCondLst>
                                            <p:cond delay="0"/>
                                          </p:stCondLst>
                                        </p:cTn>
                                        <p:tgtEl>
                                          <p:spTgt spid="83"/>
                                        </p:tgtEl>
                                        <p:attrNameLst>
                                          <p:attrName>style.visibility</p:attrName>
                                        </p:attrNameLst>
                                      </p:cBhvr>
                                      <p:to>
                                        <p:strVal val="visible"/>
                                      </p:to>
                                    </p:set>
                                    <p:animEffect transition="in" filter="wheel(1)">
                                      <p:cBhvr>
                                        <p:cTn id="60" dur="1000"/>
                                        <p:tgtEl>
                                          <p:spTgt spid="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en-US" altLang="zh-CN" dirty="0"/>
              <a:t> </a:t>
            </a:r>
            <a:r>
              <a:rPr kumimoji="1" lang="zh-CN" altLang="zh-CN" dirty="0"/>
              <a:t>虚拟局域网</a:t>
            </a:r>
            <a:endParaRPr kumimoji="1" lang="zh-CN" altLang="en-US" dirty="0"/>
          </a:p>
        </p:txBody>
      </p:sp>
      <p:sp>
        <p:nvSpPr>
          <p:cNvPr id="91" name="内容占位符 2"/>
          <p:cNvSpPr>
            <a:spLocks noGrp="1"/>
          </p:cNvSpPr>
          <p:nvPr>
            <p:ph idx="1"/>
          </p:nvPr>
        </p:nvSpPr>
        <p:spPr>
          <a:xfrm>
            <a:off x="838200" y="1417272"/>
            <a:ext cx="10515600" cy="5131205"/>
          </a:xfrm>
          <a:ln>
            <a:noFill/>
          </a:ln>
        </p:spPr>
        <p:txBody>
          <a:bodyPr>
            <a:normAutofit/>
          </a:bodyPr>
          <a:lstStyle/>
          <a:p>
            <a:pPr>
              <a:lnSpc>
                <a:spcPct val="120000"/>
              </a:lnSpc>
            </a:pPr>
            <a:r>
              <a:rPr kumimoji="1" lang="zh-CN" altLang="en-US" dirty="0"/>
              <a:t>交换机可以分隔广播域吗？</a:t>
            </a:r>
            <a:endParaRPr kumimoji="1" lang="en-US" altLang="zh-CN" dirty="0">
              <a:latin typeface="微软雅黑" panose="020B0503020204020204" pitchFamily="34" charset="-122"/>
              <a:ea typeface="微软雅黑" panose="020B0503020204020204" pitchFamily="34" charset="-122"/>
            </a:endParaRPr>
          </a:p>
          <a:p>
            <a:pPr lvl="1">
              <a:lnSpc>
                <a:spcPct val="120000"/>
              </a:lnSpc>
            </a:pPr>
            <a:r>
              <a:rPr kumimoji="1" lang="zh-CN" altLang="en-US" sz="2800" dirty="0">
                <a:latin typeface="微软雅黑" panose="020B0503020204020204" pitchFamily="34" charset="-122"/>
                <a:ea typeface="微软雅黑" panose="020B0503020204020204" pitchFamily="34" charset="-122"/>
              </a:rPr>
              <a:t>可以！支持</a:t>
            </a:r>
            <a:r>
              <a:rPr kumimoji="1" lang="en-US" altLang="zh-CN" sz="2800" dirty="0">
                <a:latin typeface="微软雅黑" panose="020B0503020204020204" pitchFamily="34" charset="-122"/>
                <a:ea typeface="微软雅黑" panose="020B0503020204020204" pitchFamily="34" charset="-122"/>
              </a:rPr>
              <a:t>VLAN</a:t>
            </a:r>
            <a:r>
              <a:rPr kumimoji="1" lang="zh-CN" altLang="en-US" sz="2800" dirty="0">
                <a:latin typeface="微软雅黑" panose="020B0503020204020204" pitchFamily="34" charset="-122"/>
                <a:ea typeface="微软雅黑" panose="020B0503020204020204" pitchFamily="34" charset="-122"/>
              </a:rPr>
              <a:t>的交换机；</a:t>
            </a:r>
          </a:p>
          <a:p>
            <a:pPr lvl="1">
              <a:lnSpc>
                <a:spcPct val="120000"/>
              </a:lnSpc>
            </a:pPr>
            <a:r>
              <a:rPr kumimoji="1" lang="zh-CN" altLang="en-US" sz="2800" dirty="0">
                <a:latin typeface="微软雅黑" panose="020B0503020204020204" pitchFamily="34" charset="-122"/>
                <a:ea typeface="微软雅黑" panose="020B0503020204020204" pitchFamily="34" charset="-122"/>
              </a:rPr>
              <a:t>一个</a:t>
            </a:r>
            <a:r>
              <a:rPr kumimoji="1" lang="en-US" altLang="zh-CN" sz="2800" dirty="0">
                <a:latin typeface="微软雅黑" panose="020B0503020204020204" pitchFamily="34" charset="-122"/>
                <a:ea typeface="微软雅黑" panose="020B0503020204020204" pitchFamily="34" charset="-122"/>
              </a:rPr>
              <a:t>VLAN</a:t>
            </a:r>
            <a:r>
              <a:rPr kumimoji="1" lang="zh-CN" altLang="en-US" sz="2800" dirty="0">
                <a:latin typeface="微软雅黑" panose="020B0503020204020204" pitchFamily="34" charset="-122"/>
                <a:ea typeface="微软雅黑" panose="020B0503020204020204" pitchFamily="34" charset="-122"/>
              </a:rPr>
              <a:t>（</a:t>
            </a:r>
            <a:r>
              <a:rPr kumimoji="1" lang="en-US" altLang="zh-CN" sz="2800" dirty="0">
                <a:latin typeface="微软雅黑" panose="020B0503020204020204" pitchFamily="34" charset="-122"/>
                <a:ea typeface="微软雅黑" panose="020B0503020204020204" pitchFamily="34" charset="-122"/>
              </a:rPr>
              <a:t>Virtual LAN</a:t>
            </a:r>
            <a:r>
              <a:rPr kumimoji="1" lang="zh-CN" altLang="en-US" sz="2800" dirty="0">
                <a:latin typeface="微软雅黑" panose="020B0503020204020204" pitchFamily="34" charset="-122"/>
                <a:ea typeface="微软雅黑" panose="020B0503020204020204" pitchFamily="34" charset="-122"/>
              </a:rPr>
              <a:t>）是一个独立的广播域；</a:t>
            </a:r>
            <a:endParaRPr kumimoji="1" lang="en-US" altLang="zh-CN" sz="2800" dirty="0">
              <a:latin typeface="微软雅黑" panose="020B0503020204020204" pitchFamily="34" charset="-122"/>
              <a:ea typeface="微软雅黑" panose="020B0503020204020204" pitchFamily="34" charset="-122"/>
            </a:endParaRPr>
          </a:p>
          <a:p>
            <a:pPr lvl="1">
              <a:lnSpc>
                <a:spcPct val="120000"/>
              </a:lnSpc>
            </a:pPr>
            <a:r>
              <a:rPr kumimoji="1" lang="zh-CN" altLang="en-US" sz="2800" dirty="0">
                <a:latin typeface="微软雅黑" panose="020B0503020204020204" pitchFamily="34" charset="-122"/>
                <a:ea typeface="微软雅黑" panose="020B0503020204020204" pitchFamily="34" charset="-122"/>
              </a:rPr>
              <a:t>交换机通过划分</a:t>
            </a:r>
            <a:r>
              <a:rPr kumimoji="1" lang="en-US" altLang="zh-CN" sz="2800" dirty="0">
                <a:latin typeface="微软雅黑" panose="020B0503020204020204" pitchFamily="34" charset="-122"/>
                <a:ea typeface="微软雅黑" panose="020B0503020204020204" pitchFamily="34" charset="-122"/>
              </a:rPr>
              <a:t>VLAN</a:t>
            </a:r>
            <a:r>
              <a:rPr kumimoji="1" lang="zh-CN" altLang="en-US" sz="2800" dirty="0">
                <a:latin typeface="微软雅黑" panose="020B0503020204020204" pitchFamily="34" charset="-122"/>
                <a:ea typeface="微软雅黑" panose="020B0503020204020204" pitchFamily="34" charset="-122"/>
              </a:rPr>
              <a:t>，来分隔广播域。</a:t>
            </a:r>
          </a:p>
        </p:txBody>
      </p:sp>
      <p:sp>
        <p:nvSpPr>
          <p:cNvPr id="8" name="日期占位符 36"/>
          <p:cNvSpPr>
            <a:spLocks noGrp="1"/>
          </p:cNvSpPr>
          <p:nvPr>
            <p:ph type="dt" sz="half" idx="10"/>
          </p:nvPr>
        </p:nvSpPr>
        <p:spPr>
          <a:xfrm>
            <a:off x="197335" y="6489303"/>
            <a:ext cx="2743200" cy="365125"/>
          </a:xfrm>
        </p:spPr>
        <p:txBody>
          <a:bodyPr/>
          <a:lstStyle/>
          <a:p>
            <a:r>
              <a:rPr lang="en-US" altLang="zh-CN" dirty="0">
                <a:latin typeface="微软雅黑" panose="020B0503020204020204" pitchFamily="34" charset="-122"/>
                <a:ea typeface="微软雅黑" panose="020B0503020204020204" pitchFamily="34" charset="-122"/>
              </a:rPr>
              <a:t>4.4 </a:t>
            </a:r>
            <a:r>
              <a:rPr lang="zh-CN" altLang="en-US" dirty="0">
                <a:latin typeface="微软雅黑" panose="020B0503020204020204" pitchFamily="34" charset="-122"/>
                <a:ea typeface="微软雅黑" panose="020B0503020204020204" pitchFamily="34" charset="-122"/>
              </a:rPr>
              <a:t>数据链路层交换</a:t>
            </a:r>
          </a:p>
        </p:txBody>
      </p:sp>
      <p:sp>
        <p:nvSpPr>
          <p:cNvPr id="9" name="灯片编号占位符 38"/>
          <p:cNvSpPr>
            <a:spLocks noGrp="1"/>
          </p:cNvSpPr>
          <p:nvPr>
            <p:ph type="sldNum" sz="quarter" idx="12"/>
          </p:nvPr>
        </p:nvSpPr>
        <p:spPr>
          <a:xfrm>
            <a:off x="8686810" y="6489303"/>
            <a:ext cx="3319670" cy="365125"/>
          </a:xfrm>
        </p:spPr>
        <p:txBody>
          <a:bodyPr/>
          <a:lstStyle/>
          <a:p>
            <a:fld id="{8D4D1E41-7A09-AB4A-A4E1-09765ADA2698}" type="slidenum">
              <a:rPr kumimoji="1" lang="zh-CN" altLang="en-US" smtClean="0"/>
              <a:t>103</a:t>
            </a:fld>
            <a:endParaRPr kumimoji="1"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1">
                                            <p:txEl>
                                              <p:pRg st="1" end="1"/>
                                            </p:txEl>
                                          </p:spTgt>
                                        </p:tgtEl>
                                        <p:attrNameLst>
                                          <p:attrName>style.visibility</p:attrName>
                                        </p:attrNameLst>
                                      </p:cBhvr>
                                      <p:to>
                                        <p:strVal val="visible"/>
                                      </p:to>
                                    </p:set>
                                    <p:animEffect transition="in" filter="fade">
                                      <p:cBhvr>
                                        <p:cTn id="7" dur="500"/>
                                        <p:tgtEl>
                                          <p:spTgt spid="91">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1">
                                            <p:txEl>
                                              <p:pRg st="2" end="2"/>
                                            </p:txEl>
                                          </p:spTgt>
                                        </p:tgtEl>
                                        <p:attrNameLst>
                                          <p:attrName>style.visibility</p:attrName>
                                        </p:attrNameLst>
                                      </p:cBhvr>
                                      <p:to>
                                        <p:strVal val="visible"/>
                                      </p:to>
                                    </p:set>
                                    <p:animEffect transition="in" filter="fade">
                                      <p:cBhvr>
                                        <p:cTn id="12" dur="500"/>
                                        <p:tgtEl>
                                          <p:spTgt spid="91">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1">
                                            <p:txEl>
                                              <p:pRg st="3" end="3"/>
                                            </p:txEl>
                                          </p:spTgt>
                                        </p:tgtEl>
                                        <p:attrNameLst>
                                          <p:attrName>style.visibility</p:attrName>
                                        </p:attrNameLst>
                                      </p:cBhvr>
                                      <p:to>
                                        <p:strVal val="visible"/>
                                      </p:to>
                                    </p:set>
                                    <p:animEffect transition="in" filter="fade">
                                      <p:cBhvr>
                                        <p:cTn id="17" dur="500"/>
                                        <p:tgtEl>
                                          <p:spTgt spid="9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5" name="Rectangle 2"/>
          <p:cNvSpPr>
            <a:spLocks noChangeAspect="1" noChangeArrowheads="1"/>
          </p:cNvSpPr>
          <p:nvPr/>
        </p:nvSpPr>
        <p:spPr bwMode="auto">
          <a:xfrm>
            <a:off x="6999770" y="2749922"/>
            <a:ext cx="1354138" cy="3495510"/>
          </a:xfrm>
          <a:prstGeom prst="rect">
            <a:avLst/>
          </a:prstGeom>
          <a:solidFill>
            <a:srgbClr val="E7D1E7"/>
          </a:solidFill>
          <a:ln>
            <a:noFill/>
          </a:ln>
        </p:spPr>
        <p:txBody>
          <a:bodyPr anchor="ctr"/>
          <a:lstStyle/>
          <a:p>
            <a:endParaRPr lang="zh-CN" altLang="en-US"/>
          </a:p>
        </p:txBody>
      </p:sp>
      <p:sp>
        <p:nvSpPr>
          <p:cNvPr id="316" name="Rectangle 3"/>
          <p:cNvSpPr>
            <a:spLocks noChangeAspect="1" noChangeArrowheads="1"/>
          </p:cNvSpPr>
          <p:nvPr/>
        </p:nvSpPr>
        <p:spPr bwMode="auto">
          <a:xfrm>
            <a:off x="5131459" y="2770922"/>
            <a:ext cx="1354137" cy="3474510"/>
          </a:xfrm>
          <a:prstGeom prst="rect">
            <a:avLst/>
          </a:prstGeom>
          <a:solidFill>
            <a:schemeClr val="accent1">
              <a:lumMod val="20000"/>
              <a:lumOff val="80000"/>
            </a:schemeClr>
          </a:solidFill>
          <a:ln>
            <a:noFill/>
          </a:ln>
        </p:spPr>
        <p:txBody>
          <a:bodyPr anchor="ctr"/>
          <a:lstStyle/>
          <a:p>
            <a:endParaRPr lang="zh-CN" altLang="en-US"/>
          </a:p>
        </p:txBody>
      </p:sp>
      <p:sp>
        <p:nvSpPr>
          <p:cNvPr id="8" name="箭头: 左右 7"/>
          <p:cNvSpPr/>
          <p:nvPr/>
        </p:nvSpPr>
        <p:spPr>
          <a:xfrm rot="512635">
            <a:off x="6032826" y="3480356"/>
            <a:ext cx="1368029" cy="488625"/>
          </a:xfrm>
          <a:prstGeom prst="leftRightArrow">
            <a:avLst/>
          </a:prstGeom>
          <a:solidFill>
            <a:schemeClr val="bg1">
              <a:lumMod val="8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二层通信</a:t>
            </a:r>
          </a:p>
        </p:txBody>
      </p:sp>
      <p:sp>
        <p:nvSpPr>
          <p:cNvPr id="2" name="标题 1"/>
          <p:cNvSpPr>
            <a:spLocks noGrp="1"/>
          </p:cNvSpPr>
          <p:nvPr>
            <p:ph type="title"/>
          </p:nvPr>
        </p:nvSpPr>
        <p:spPr/>
        <p:txBody>
          <a:bodyPr>
            <a:normAutofit/>
          </a:bodyPr>
          <a:lstStyle/>
          <a:p>
            <a:r>
              <a:rPr kumimoji="1" lang="en-US" altLang="zh-CN" dirty="0"/>
              <a:t> </a:t>
            </a:r>
            <a:r>
              <a:rPr kumimoji="1" lang="zh-CN" altLang="zh-CN" dirty="0"/>
              <a:t>虚拟局域网</a:t>
            </a:r>
            <a:endParaRPr kumimoji="1" lang="zh-CN" altLang="en-US" dirty="0"/>
          </a:p>
        </p:txBody>
      </p:sp>
      <p:sp>
        <p:nvSpPr>
          <p:cNvPr id="91" name="内容占位符 2"/>
          <p:cNvSpPr>
            <a:spLocks noGrp="1"/>
          </p:cNvSpPr>
          <p:nvPr>
            <p:ph idx="1"/>
          </p:nvPr>
        </p:nvSpPr>
        <p:spPr>
          <a:xfrm>
            <a:off x="838200" y="1417272"/>
            <a:ext cx="10515600" cy="5131205"/>
          </a:xfrm>
          <a:ln>
            <a:noFill/>
          </a:ln>
        </p:spPr>
        <p:txBody>
          <a:bodyPr>
            <a:normAutofit/>
          </a:bodyPr>
          <a:lstStyle/>
          <a:p>
            <a:pPr>
              <a:lnSpc>
                <a:spcPct val="120000"/>
              </a:lnSpc>
            </a:pPr>
            <a:r>
              <a:rPr kumimoji="1" lang="en-US" altLang="zh-CN" sz="2400" dirty="0">
                <a:latin typeface="微软雅黑" panose="020B0503020204020204" pitchFamily="34" charset="-122"/>
                <a:ea typeface="微软雅黑" panose="020B0503020204020204" pitchFamily="34" charset="-122"/>
              </a:rPr>
              <a:t>VLAN</a:t>
            </a:r>
            <a:r>
              <a:rPr kumimoji="1" lang="zh-CN" altLang="en-US" sz="2400" dirty="0">
                <a:latin typeface="微软雅黑" panose="020B0503020204020204" pitchFamily="34" charset="-122"/>
                <a:ea typeface="微软雅黑" panose="020B0503020204020204" pitchFamily="34" charset="-122"/>
              </a:rPr>
              <a:t>是一个在物理网络上根据用途，工作组、应用等来</a:t>
            </a:r>
            <a:r>
              <a:rPr kumimoji="1" lang="zh-CN" altLang="en-US" sz="2400" dirty="0">
                <a:solidFill>
                  <a:srgbClr val="C00000"/>
                </a:solidFill>
                <a:latin typeface="微软雅黑" panose="020B0503020204020204" pitchFamily="34" charset="-122"/>
                <a:ea typeface="微软雅黑" panose="020B0503020204020204" pitchFamily="34" charset="-122"/>
              </a:rPr>
              <a:t>逻辑划分</a:t>
            </a:r>
            <a:r>
              <a:rPr kumimoji="1" lang="zh-CN" altLang="en-US" sz="2400" dirty="0">
                <a:latin typeface="微软雅黑" panose="020B0503020204020204" pitchFamily="34" charset="-122"/>
                <a:ea typeface="微软雅黑" panose="020B0503020204020204" pitchFamily="34" charset="-122"/>
              </a:rPr>
              <a:t>的局域网络，与用户的物理位置没有关系。</a:t>
            </a:r>
          </a:p>
          <a:p>
            <a:pPr>
              <a:lnSpc>
                <a:spcPct val="120000"/>
              </a:lnSpc>
            </a:pPr>
            <a:endParaRPr kumimoji="1" lang="zh-CN" altLang="en-US" dirty="0">
              <a:latin typeface="微软雅黑" panose="020B0503020204020204" pitchFamily="34" charset="-122"/>
              <a:ea typeface="微软雅黑" panose="020B0503020204020204" pitchFamily="34" charset="-122"/>
            </a:endParaRPr>
          </a:p>
          <a:p>
            <a:pPr>
              <a:lnSpc>
                <a:spcPct val="120000"/>
              </a:lnSpc>
            </a:pPr>
            <a:endParaRPr lang="en-US" altLang="zh-CN" sz="2800" dirty="0">
              <a:latin typeface="微软雅黑" panose="020B0503020204020204" pitchFamily="34" charset="-122"/>
              <a:ea typeface="微软雅黑" panose="020B0503020204020204" pitchFamily="34" charset="-122"/>
            </a:endParaRPr>
          </a:p>
        </p:txBody>
      </p:sp>
      <p:grpSp>
        <p:nvGrpSpPr>
          <p:cNvPr id="317" name="Group 6"/>
          <p:cNvGrpSpPr>
            <a:grpSpLocks noChangeAspect="1"/>
          </p:cNvGrpSpPr>
          <p:nvPr/>
        </p:nvGrpSpPr>
        <p:grpSpPr bwMode="auto">
          <a:xfrm>
            <a:off x="937108" y="2573545"/>
            <a:ext cx="3563937" cy="3660775"/>
            <a:chOff x="0" y="0"/>
            <a:chExt cx="681" cy="647"/>
          </a:xfrm>
        </p:grpSpPr>
        <p:sp>
          <p:nvSpPr>
            <p:cNvPr id="318" name="AutoShape 7"/>
            <p:cNvSpPr>
              <a:spLocks noChangeAspect="1" noChangeArrowheads="1" noTextEdit="1"/>
            </p:cNvSpPr>
            <p:nvPr/>
          </p:nvSpPr>
          <p:spPr bwMode="auto">
            <a:xfrm>
              <a:off x="0" y="0"/>
              <a:ext cx="681" cy="6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19" name="未知"/>
            <p:cNvSpPr>
              <a:spLocks noChangeAspect="1"/>
            </p:cNvSpPr>
            <p:nvPr/>
          </p:nvSpPr>
          <p:spPr bwMode="auto">
            <a:xfrm>
              <a:off x="-1" y="252"/>
              <a:ext cx="681" cy="394"/>
            </a:xfrm>
            <a:custGeom>
              <a:avLst/>
              <a:gdLst>
                <a:gd name="T0" fmla="*/ 681 w 681"/>
                <a:gd name="T1" fmla="*/ 221 h 394"/>
                <a:gd name="T2" fmla="*/ 383 w 681"/>
                <a:gd name="T3" fmla="*/ 394 h 394"/>
                <a:gd name="T4" fmla="*/ 0 w 681"/>
                <a:gd name="T5" fmla="*/ 173 h 394"/>
                <a:gd name="T6" fmla="*/ 299 w 681"/>
                <a:gd name="T7" fmla="*/ 0 h 394"/>
                <a:gd name="T8" fmla="*/ 681 w 681"/>
                <a:gd name="T9" fmla="*/ 221 h 394"/>
                <a:gd name="T10" fmla="*/ 681 w 681"/>
                <a:gd name="T11" fmla="*/ 221 h 394"/>
                <a:gd name="T12" fmla="*/ 681 w 681"/>
                <a:gd name="T13" fmla="*/ 221 h 394"/>
                <a:gd name="T14" fmla="*/ 681 w 681"/>
                <a:gd name="T15" fmla="*/ 221 h 39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81" h="394">
                  <a:moveTo>
                    <a:pt x="681" y="221"/>
                  </a:moveTo>
                  <a:lnTo>
                    <a:pt x="383" y="394"/>
                  </a:lnTo>
                  <a:lnTo>
                    <a:pt x="0" y="173"/>
                  </a:lnTo>
                  <a:lnTo>
                    <a:pt x="299" y="0"/>
                  </a:lnTo>
                  <a:lnTo>
                    <a:pt x="681" y="221"/>
                  </a:lnTo>
                  <a:lnTo>
                    <a:pt x="681" y="221"/>
                  </a:lnTo>
                  <a:lnTo>
                    <a:pt x="681" y="221"/>
                  </a:lnTo>
                  <a:lnTo>
                    <a:pt x="681" y="221"/>
                  </a:lnTo>
                  <a:close/>
                </a:path>
              </a:pathLst>
            </a:custGeom>
            <a:solidFill>
              <a:srgbClr val="BFBFB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320" name="未知"/>
            <p:cNvSpPr>
              <a:spLocks noChangeAspect="1"/>
            </p:cNvSpPr>
            <p:nvPr/>
          </p:nvSpPr>
          <p:spPr bwMode="auto">
            <a:xfrm>
              <a:off x="387" y="436"/>
              <a:ext cx="118" cy="115"/>
            </a:xfrm>
            <a:custGeom>
              <a:avLst/>
              <a:gdLst>
                <a:gd name="T0" fmla="*/ 118 w 118"/>
                <a:gd name="T1" fmla="*/ 0 h 115"/>
                <a:gd name="T2" fmla="*/ 118 w 118"/>
                <a:gd name="T3" fmla="*/ 47 h 115"/>
                <a:gd name="T4" fmla="*/ 0 w 118"/>
                <a:gd name="T5" fmla="*/ 115 h 115"/>
                <a:gd name="T6" fmla="*/ 0 w 118"/>
                <a:gd name="T7" fmla="*/ 68 h 115"/>
                <a:gd name="T8" fmla="*/ 118 w 118"/>
                <a:gd name="T9" fmla="*/ 0 h 115"/>
                <a:gd name="T10" fmla="*/ 118 w 118"/>
                <a:gd name="T11" fmla="*/ 0 h 115"/>
                <a:gd name="T12" fmla="*/ 118 w 118"/>
                <a:gd name="T13" fmla="*/ 0 h 115"/>
                <a:gd name="T14" fmla="*/ 118 w 118"/>
                <a:gd name="T15" fmla="*/ 0 h 11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8" h="115">
                  <a:moveTo>
                    <a:pt x="118" y="0"/>
                  </a:moveTo>
                  <a:lnTo>
                    <a:pt x="118" y="47"/>
                  </a:lnTo>
                  <a:lnTo>
                    <a:pt x="0" y="115"/>
                  </a:lnTo>
                  <a:lnTo>
                    <a:pt x="0" y="68"/>
                  </a:lnTo>
                  <a:lnTo>
                    <a:pt x="118" y="0"/>
                  </a:lnTo>
                  <a:lnTo>
                    <a:pt x="118" y="0"/>
                  </a:lnTo>
                  <a:lnTo>
                    <a:pt x="118" y="0"/>
                  </a:lnTo>
                  <a:lnTo>
                    <a:pt x="118" y="0"/>
                  </a:lnTo>
                  <a:close/>
                </a:path>
              </a:pathLst>
            </a:custGeom>
            <a:solidFill>
              <a:srgbClr val="4C4C4C"/>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321" name="未知"/>
            <p:cNvSpPr>
              <a:spLocks noChangeAspect="1"/>
            </p:cNvSpPr>
            <p:nvPr/>
          </p:nvSpPr>
          <p:spPr bwMode="auto">
            <a:xfrm>
              <a:off x="204" y="398"/>
              <a:ext cx="183" cy="153"/>
            </a:xfrm>
            <a:custGeom>
              <a:avLst/>
              <a:gdLst>
                <a:gd name="T0" fmla="*/ 183 w 183"/>
                <a:gd name="T1" fmla="*/ 106 h 153"/>
                <a:gd name="T2" fmla="*/ 183 w 183"/>
                <a:gd name="T3" fmla="*/ 153 h 153"/>
                <a:gd name="T4" fmla="*/ 0 w 183"/>
                <a:gd name="T5" fmla="*/ 48 h 153"/>
                <a:gd name="T6" fmla="*/ 0 w 183"/>
                <a:gd name="T7" fmla="*/ 0 h 153"/>
                <a:gd name="T8" fmla="*/ 183 w 183"/>
                <a:gd name="T9" fmla="*/ 106 h 153"/>
                <a:gd name="T10" fmla="*/ 183 w 183"/>
                <a:gd name="T11" fmla="*/ 106 h 153"/>
                <a:gd name="T12" fmla="*/ 183 w 183"/>
                <a:gd name="T13" fmla="*/ 106 h 153"/>
                <a:gd name="T14" fmla="*/ 183 w 183"/>
                <a:gd name="T15" fmla="*/ 106 h 15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83" h="153">
                  <a:moveTo>
                    <a:pt x="183" y="106"/>
                  </a:moveTo>
                  <a:lnTo>
                    <a:pt x="183" y="153"/>
                  </a:lnTo>
                  <a:lnTo>
                    <a:pt x="0" y="48"/>
                  </a:lnTo>
                  <a:lnTo>
                    <a:pt x="0" y="0"/>
                  </a:lnTo>
                  <a:lnTo>
                    <a:pt x="183" y="106"/>
                  </a:lnTo>
                  <a:lnTo>
                    <a:pt x="183" y="106"/>
                  </a:lnTo>
                  <a:lnTo>
                    <a:pt x="183" y="106"/>
                  </a:lnTo>
                  <a:lnTo>
                    <a:pt x="183" y="106"/>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322" name="未知"/>
            <p:cNvSpPr>
              <a:spLocks noChangeAspect="1"/>
            </p:cNvSpPr>
            <p:nvPr/>
          </p:nvSpPr>
          <p:spPr bwMode="auto">
            <a:xfrm>
              <a:off x="204" y="330"/>
              <a:ext cx="301" cy="174"/>
            </a:xfrm>
            <a:custGeom>
              <a:avLst/>
              <a:gdLst>
                <a:gd name="T0" fmla="*/ 301 w 301"/>
                <a:gd name="T1" fmla="*/ 106 h 174"/>
                <a:gd name="T2" fmla="*/ 183 w 301"/>
                <a:gd name="T3" fmla="*/ 174 h 174"/>
                <a:gd name="T4" fmla="*/ 0 w 301"/>
                <a:gd name="T5" fmla="*/ 68 h 174"/>
                <a:gd name="T6" fmla="*/ 118 w 301"/>
                <a:gd name="T7" fmla="*/ 0 h 174"/>
                <a:gd name="T8" fmla="*/ 301 w 301"/>
                <a:gd name="T9" fmla="*/ 106 h 174"/>
                <a:gd name="T10" fmla="*/ 301 w 301"/>
                <a:gd name="T11" fmla="*/ 106 h 174"/>
                <a:gd name="T12" fmla="*/ 301 w 301"/>
                <a:gd name="T13" fmla="*/ 106 h 174"/>
                <a:gd name="T14" fmla="*/ 301 w 301"/>
                <a:gd name="T15" fmla="*/ 106 h 17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01" h="174">
                  <a:moveTo>
                    <a:pt x="301" y="106"/>
                  </a:moveTo>
                  <a:lnTo>
                    <a:pt x="183" y="174"/>
                  </a:lnTo>
                  <a:lnTo>
                    <a:pt x="0" y="68"/>
                  </a:lnTo>
                  <a:lnTo>
                    <a:pt x="118" y="0"/>
                  </a:lnTo>
                  <a:lnTo>
                    <a:pt x="301" y="106"/>
                  </a:lnTo>
                  <a:lnTo>
                    <a:pt x="301" y="106"/>
                  </a:lnTo>
                  <a:lnTo>
                    <a:pt x="301" y="106"/>
                  </a:lnTo>
                  <a:lnTo>
                    <a:pt x="301" y="106"/>
                  </a:lnTo>
                  <a:close/>
                </a:path>
              </a:pathLst>
            </a:custGeom>
            <a:solidFill>
              <a:srgbClr val="BFBFB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323" name="未知"/>
            <p:cNvSpPr>
              <a:spLocks noChangeAspect="1"/>
            </p:cNvSpPr>
            <p:nvPr/>
          </p:nvSpPr>
          <p:spPr bwMode="auto">
            <a:xfrm>
              <a:off x="387" y="395"/>
              <a:ext cx="118" cy="103"/>
            </a:xfrm>
            <a:custGeom>
              <a:avLst/>
              <a:gdLst>
                <a:gd name="T0" fmla="*/ 118 w 118"/>
                <a:gd name="T1" fmla="*/ 0 h 103"/>
                <a:gd name="T2" fmla="*/ 118 w 118"/>
                <a:gd name="T3" fmla="*/ 34 h 103"/>
                <a:gd name="T4" fmla="*/ 0 w 118"/>
                <a:gd name="T5" fmla="*/ 103 h 103"/>
                <a:gd name="T6" fmla="*/ 0 w 118"/>
                <a:gd name="T7" fmla="*/ 69 h 103"/>
                <a:gd name="T8" fmla="*/ 118 w 118"/>
                <a:gd name="T9" fmla="*/ 0 h 103"/>
                <a:gd name="T10" fmla="*/ 118 w 118"/>
                <a:gd name="T11" fmla="*/ 0 h 103"/>
                <a:gd name="T12" fmla="*/ 118 w 118"/>
                <a:gd name="T13" fmla="*/ 0 h 103"/>
                <a:gd name="T14" fmla="*/ 118 w 118"/>
                <a:gd name="T15" fmla="*/ 0 h 10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8" h="103">
                  <a:moveTo>
                    <a:pt x="118" y="0"/>
                  </a:moveTo>
                  <a:lnTo>
                    <a:pt x="118" y="34"/>
                  </a:lnTo>
                  <a:lnTo>
                    <a:pt x="0" y="103"/>
                  </a:lnTo>
                  <a:lnTo>
                    <a:pt x="0" y="69"/>
                  </a:lnTo>
                  <a:lnTo>
                    <a:pt x="118" y="0"/>
                  </a:lnTo>
                  <a:lnTo>
                    <a:pt x="118" y="0"/>
                  </a:lnTo>
                  <a:lnTo>
                    <a:pt x="118" y="0"/>
                  </a:lnTo>
                  <a:lnTo>
                    <a:pt x="118" y="0"/>
                  </a:lnTo>
                  <a:close/>
                </a:path>
              </a:pathLst>
            </a:custGeom>
            <a:solidFill>
              <a:srgbClr val="4C4C4C"/>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324" name="未知"/>
            <p:cNvSpPr>
              <a:spLocks noChangeAspect="1"/>
            </p:cNvSpPr>
            <p:nvPr/>
          </p:nvSpPr>
          <p:spPr bwMode="auto">
            <a:xfrm>
              <a:off x="204" y="358"/>
              <a:ext cx="183" cy="140"/>
            </a:xfrm>
            <a:custGeom>
              <a:avLst/>
              <a:gdLst>
                <a:gd name="T0" fmla="*/ 183 w 183"/>
                <a:gd name="T1" fmla="*/ 106 h 140"/>
                <a:gd name="T2" fmla="*/ 183 w 183"/>
                <a:gd name="T3" fmla="*/ 140 h 140"/>
                <a:gd name="T4" fmla="*/ 0 w 183"/>
                <a:gd name="T5" fmla="*/ 34 h 140"/>
                <a:gd name="T6" fmla="*/ 0 w 183"/>
                <a:gd name="T7" fmla="*/ 0 h 140"/>
                <a:gd name="T8" fmla="*/ 183 w 183"/>
                <a:gd name="T9" fmla="*/ 106 h 140"/>
                <a:gd name="T10" fmla="*/ 183 w 183"/>
                <a:gd name="T11" fmla="*/ 106 h 140"/>
                <a:gd name="T12" fmla="*/ 183 w 183"/>
                <a:gd name="T13" fmla="*/ 106 h 140"/>
                <a:gd name="T14" fmla="*/ 183 w 183"/>
                <a:gd name="T15" fmla="*/ 106 h 1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83" h="140">
                  <a:moveTo>
                    <a:pt x="183" y="106"/>
                  </a:moveTo>
                  <a:lnTo>
                    <a:pt x="183" y="140"/>
                  </a:lnTo>
                  <a:lnTo>
                    <a:pt x="0" y="34"/>
                  </a:lnTo>
                  <a:lnTo>
                    <a:pt x="0" y="0"/>
                  </a:lnTo>
                  <a:lnTo>
                    <a:pt x="183" y="106"/>
                  </a:lnTo>
                  <a:lnTo>
                    <a:pt x="183" y="106"/>
                  </a:lnTo>
                  <a:lnTo>
                    <a:pt x="183" y="106"/>
                  </a:lnTo>
                  <a:lnTo>
                    <a:pt x="183" y="106"/>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325" name="未知"/>
            <p:cNvSpPr>
              <a:spLocks noChangeAspect="1"/>
            </p:cNvSpPr>
            <p:nvPr/>
          </p:nvSpPr>
          <p:spPr bwMode="auto">
            <a:xfrm>
              <a:off x="204" y="290"/>
              <a:ext cx="301" cy="174"/>
            </a:xfrm>
            <a:custGeom>
              <a:avLst/>
              <a:gdLst>
                <a:gd name="T0" fmla="*/ 301 w 301"/>
                <a:gd name="T1" fmla="*/ 105 h 174"/>
                <a:gd name="T2" fmla="*/ 183 w 301"/>
                <a:gd name="T3" fmla="*/ 174 h 174"/>
                <a:gd name="T4" fmla="*/ 0 w 301"/>
                <a:gd name="T5" fmla="*/ 68 h 174"/>
                <a:gd name="T6" fmla="*/ 118 w 301"/>
                <a:gd name="T7" fmla="*/ 0 h 174"/>
                <a:gd name="T8" fmla="*/ 301 w 301"/>
                <a:gd name="T9" fmla="*/ 105 h 174"/>
                <a:gd name="T10" fmla="*/ 301 w 301"/>
                <a:gd name="T11" fmla="*/ 105 h 174"/>
                <a:gd name="T12" fmla="*/ 301 w 301"/>
                <a:gd name="T13" fmla="*/ 105 h 174"/>
                <a:gd name="T14" fmla="*/ 301 w 301"/>
                <a:gd name="T15" fmla="*/ 105 h 17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01" h="174">
                  <a:moveTo>
                    <a:pt x="301" y="105"/>
                  </a:moveTo>
                  <a:lnTo>
                    <a:pt x="183" y="174"/>
                  </a:lnTo>
                  <a:lnTo>
                    <a:pt x="0" y="68"/>
                  </a:lnTo>
                  <a:lnTo>
                    <a:pt x="118" y="0"/>
                  </a:lnTo>
                  <a:lnTo>
                    <a:pt x="301" y="105"/>
                  </a:lnTo>
                  <a:lnTo>
                    <a:pt x="301" y="105"/>
                  </a:lnTo>
                  <a:lnTo>
                    <a:pt x="301" y="105"/>
                  </a:lnTo>
                  <a:lnTo>
                    <a:pt x="301" y="105"/>
                  </a:lnTo>
                  <a:close/>
                </a:path>
              </a:pathLst>
            </a:custGeom>
            <a:solidFill>
              <a:srgbClr val="BFBFB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326" name="未知"/>
            <p:cNvSpPr>
              <a:spLocks noChangeAspect="1"/>
            </p:cNvSpPr>
            <p:nvPr/>
          </p:nvSpPr>
          <p:spPr bwMode="auto">
            <a:xfrm>
              <a:off x="387" y="354"/>
              <a:ext cx="118" cy="102"/>
            </a:xfrm>
            <a:custGeom>
              <a:avLst/>
              <a:gdLst>
                <a:gd name="T0" fmla="*/ 118 w 118"/>
                <a:gd name="T1" fmla="*/ 0 h 102"/>
                <a:gd name="T2" fmla="*/ 118 w 118"/>
                <a:gd name="T3" fmla="*/ 34 h 102"/>
                <a:gd name="T4" fmla="*/ 0 w 118"/>
                <a:gd name="T5" fmla="*/ 102 h 102"/>
                <a:gd name="T6" fmla="*/ 0 w 118"/>
                <a:gd name="T7" fmla="*/ 68 h 102"/>
                <a:gd name="T8" fmla="*/ 118 w 118"/>
                <a:gd name="T9" fmla="*/ 0 h 102"/>
                <a:gd name="T10" fmla="*/ 118 w 118"/>
                <a:gd name="T11" fmla="*/ 0 h 102"/>
                <a:gd name="T12" fmla="*/ 118 w 118"/>
                <a:gd name="T13" fmla="*/ 0 h 102"/>
                <a:gd name="T14" fmla="*/ 118 w 118"/>
                <a:gd name="T15" fmla="*/ 0 h 1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8" h="102">
                  <a:moveTo>
                    <a:pt x="118" y="0"/>
                  </a:moveTo>
                  <a:lnTo>
                    <a:pt x="118" y="34"/>
                  </a:lnTo>
                  <a:lnTo>
                    <a:pt x="0" y="102"/>
                  </a:lnTo>
                  <a:lnTo>
                    <a:pt x="0" y="68"/>
                  </a:lnTo>
                  <a:lnTo>
                    <a:pt x="118" y="0"/>
                  </a:lnTo>
                  <a:lnTo>
                    <a:pt x="118" y="0"/>
                  </a:lnTo>
                  <a:lnTo>
                    <a:pt x="118" y="0"/>
                  </a:lnTo>
                  <a:lnTo>
                    <a:pt x="118" y="0"/>
                  </a:lnTo>
                  <a:close/>
                </a:path>
              </a:pathLst>
            </a:custGeom>
            <a:solidFill>
              <a:srgbClr val="4C4C4C"/>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327" name="未知"/>
            <p:cNvSpPr>
              <a:spLocks noChangeAspect="1"/>
            </p:cNvSpPr>
            <p:nvPr/>
          </p:nvSpPr>
          <p:spPr bwMode="auto">
            <a:xfrm>
              <a:off x="204" y="317"/>
              <a:ext cx="183" cy="139"/>
            </a:xfrm>
            <a:custGeom>
              <a:avLst/>
              <a:gdLst>
                <a:gd name="T0" fmla="*/ 183 w 183"/>
                <a:gd name="T1" fmla="*/ 105 h 139"/>
                <a:gd name="T2" fmla="*/ 183 w 183"/>
                <a:gd name="T3" fmla="*/ 139 h 139"/>
                <a:gd name="T4" fmla="*/ 0 w 183"/>
                <a:gd name="T5" fmla="*/ 34 h 139"/>
                <a:gd name="T6" fmla="*/ 0 w 183"/>
                <a:gd name="T7" fmla="*/ 0 h 139"/>
                <a:gd name="T8" fmla="*/ 183 w 183"/>
                <a:gd name="T9" fmla="*/ 105 h 139"/>
                <a:gd name="T10" fmla="*/ 183 w 183"/>
                <a:gd name="T11" fmla="*/ 105 h 139"/>
                <a:gd name="T12" fmla="*/ 183 w 183"/>
                <a:gd name="T13" fmla="*/ 105 h 139"/>
                <a:gd name="T14" fmla="*/ 183 w 183"/>
                <a:gd name="T15" fmla="*/ 105 h 13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83" h="139">
                  <a:moveTo>
                    <a:pt x="183" y="105"/>
                  </a:moveTo>
                  <a:lnTo>
                    <a:pt x="183" y="139"/>
                  </a:lnTo>
                  <a:lnTo>
                    <a:pt x="0" y="34"/>
                  </a:lnTo>
                  <a:lnTo>
                    <a:pt x="0" y="0"/>
                  </a:lnTo>
                  <a:lnTo>
                    <a:pt x="183" y="105"/>
                  </a:lnTo>
                  <a:lnTo>
                    <a:pt x="183" y="105"/>
                  </a:lnTo>
                  <a:lnTo>
                    <a:pt x="183" y="105"/>
                  </a:lnTo>
                  <a:lnTo>
                    <a:pt x="183" y="105"/>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328" name="未知"/>
            <p:cNvSpPr>
              <a:spLocks noChangeAspect="1"/>
            </p:cNvSpPr>
            <p:nvPr/>
          </p:nvSpPr>
          <p:spPr bwMode="auto">
            <a:xfrm>
              <a:off x="204" y="249"/>
              <a:ext cx="301" cy="173"/>
            </a:xfrm>
            <a:custGeom>
              <a:avLst/>
              <a:gdLst>
                <a:gd name="T0" fmla="*/ 301 w 301"/>
                <a:gd name="T1" fmla="*/ 105 h 173"/>
                <a:gd name="T2" fmla="*/ 183 w 301"/>
                <a:gd name="T3" fmla="*/ 173 h 173"/>
                <a:gd name="T4" fmla="*/ 0 w 301"/>
                <a:gd name="T5" fmla="*/ 68 h 173"/>
                <a:gd name="T6" fmla="*/ 118 w 301"/>
                <a:gd name="T7" fmla="*/ 0 h 173"/>
                <a:gd name="T8" fmla="*/ 301 w 301"/>
                <a:gd name="T9" fmla="*/ 105 h 173"/>
                <a:gd name="T10" fmla="*/ 301 w 301"/>
                <a:gd name="T11" fmla="*/ 105 h 173"/>
                <a:gd name="T12" fmla="*/ 301 w 301"/>
                <a:gd name="T13" fmla="*/ 105 h 173"/>
                <a:gd name="T14" fmla="*/ 301 w 301"/>
                <a:gd name="T15" fmla="*/ 105 h 17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01" h="173">
                  <a:moveTo>
                    <a:pt x="301" y="105"/>
                  </a:moveTo>
                  <a:lnTo>
                    <a:pt x="183" y="173"/>
                  </a:lnTo>
                  <a:lnTo>
                    <a:pt x="0" y="68"/>
                  </a:lnTo>
                  <a:lnTo>
                    <a:pt x="118" y="0"/>
                  </a:lnTo>
                  <a:lnTo>
                    <a:pt x="301" y="105"/>
                  </a:lnTo>
                  <a:lnTo>
                    <a:pt x="301" y="105"/>
                  </a:lnTo>
                  <a:lnTo>
                    <a:pt x="301" y="105"/>
                  </a:lnTo>
                  <a:lnTo>
                    <a:pt x="301" y="105"/>
                  </a:lnTo>
                  <a:close/>
                </a:path>
              </a:pathLst>
            </a:custGeom>
            <a:solidFill>
              <a:srgbClr val="BFBFB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329" name="未知"/>
            <p:cNvSpPr>
              <a:spLocks noChangeAspect="1"/>
            </p:cNvSpPr>
            <p:nvPr/>
          </p:nvSpPr>
          <p:spPr bwMode="auto">
            <a:xfrm>
              <a:off x="387" y="313"/>
              <a:ext cx="118" cy="102"/>
            </a:xfrm>
            <a:custGeom>
              <a:avLst/>
              <a:gdLst>
                <a:gd name="T0" fmla="*/ 118 w 118"/>
                <a:gd name="T1" fmla="*/ 0 h 102"/>
                <a:gd name="T2" fmla="*/ 118 w 118"/>
                <a:gd name="T3" fmla="*/ 34 h 102"/>
                <a:gd name="T4" fmla="*/ 0 w 118"/>
                <a:gd name="T5" fmla="*/ 102 h 102"/>
                <a:gd name="T6" fmla="*/ 0 w 118"/>
                <a:gd name="T7" fmla="*/ 68 h 102"/>
                <a:gd name="T8" fmla="*/ 118 w 118"/>
                <a:gd name="T9" fmla="*/ 0 h 102"/>
                <a:gd name="T10" fmla="*/ 118 w 118"/>
                <a:gd name="T11" fmla="*/ 0 h 102"/>
                <a:gd name="T12" fmla="*/ 118 w 118"/>
                <a:gd name="T13" fmla="*/ 0 h 102"/>
                <a:gd name="T14" fmla="*/ 118 w 118"/>
                <a:gd name="T15" fmla="*/ 0 h 1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8" h="102">
                  <a:moveTo>
                    <a:pt x="118" y="0"/>
                  </a:moveTo>
                  <a:lnTo>
                    <a:pt x="118" y="34"/>
                  </a:lnTo>
                  <a:lnTo>
                    <a:pt x="0" y="102"/>
                  </a:lnTo>
                  <a:lnTo>
                    <a:pt x="0" y="68"/>
                  </a:lnTo>
                  <a:lnTo>
                    <a:pt x="118" y="0"/>
                  </a:lnTo>
                  <a:lnTo>
                    <a:pt x="118" y="0"/>
                  </a:lnTo>
                  <a:lnTo>
                    <a:pt x="118" y="0"/>
                  </a:lnTo>
                  <a:lnTo>
                    <a:pt x="118" y="0"/>
                  </a:lnTo>
                  <a:close/>
                </a:path>
              </a:pathLst>
            </a:custGeom>
            <a:solidFill>
              <a:srgbClr val="4C4C4C"/>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330" name="未知"/>
            <p:cNvSpPr>
              <a:spLocks noChangeAspect="1"/>
            </p:cNvSpPr>
            <p:nvPr/>
          </p:nvSpPr>
          <p:spPr bwMode="auto">
            <a:xfrm>
              <a:off x="204" y="275"/>
              <a:ext cx="183" cy="140"/>
            </a:xfrm>
            <a:custGeom>
              <a:avLst/>
              <a:gdLst>
                <a:gd name="T0" fmla="*/ 183 w 183"/>
                <a:gd name="T1" fmla="*/ 106 h 140"/>
                <a:gd name="T2" fmla="*/ 183 w 183"/>
                <a:gd name="T3" fmla="*/ 140 h 140"/>
                <a:gd name="T4" fmla="*/ 0 w 183"/>
                <a:gd name="T5" fmla="*/ 34 h 140"/>
                <a:gd name="T6" fmla="*/ 0 w 183"/>
                <a:gd name="T7" fmla="*/ 0 h 140"/>
                <a:gd name="T8" fmla="*/ 183 w 183"/>
                <a:gd name="T9" fmla="*/ 106 h 140"/>
                <a:gd name="T10" fmla="*/ 183 w 183"/>
                <a:gd name="T11" fmla="*/ 106 h 140"/>
                <a:gd name="T12" fmla="*/ 183 w 183"/>
                <a:gd name="T13" fmla="*/ 106 h 140"/>
                <a:gd name="T14" fmla="*/ 183 w 183"/>
                <a:gd name="T15" fmla="*/ 106 h 1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83" h="140">
                  <a:moveTo>
                    <a:pt x="183" y="106"/>
                  </a:moveTo>
                  <a:lnTo>
                    <a:pt x="183" y="140"/>
                  </a:lnTo>
                  <a:lnTo>
                    <a:pt x="0" y="34"/>
                  </a:lnTo>
                  <a:lnTo>
                    <a:pt x="0" y="0"/>
                  </a:lnTo>
                  <a:lnTo>
                    <a:pt x="183" y="106"/>
                  </a:lnTo>
                  <a:lnTo>
                    <a:pt x="183" y="106"/>
                  </a:lnTo>
                  <a:lnTo>
                    <a:pt x="183" y="106"/>
                  </a:lnTo>
                  <a:lnTo>
                    <a:pt x="183" y="106"/>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331" name="未知"/>
            <p:cNvSpPr>
              <a:spLocks noChangeAspect="1"/>
            </p:cNvSpPr>
            <p:nvPr/>
          </p:nvSpPr>
          <p:spPr bwMode="auto">
            <a:xfrm>
              <a:off x="204" y="207"/>
              <a:ext cx="301" cy="174"/>
            </a:xfrm>
            <a:custGeom>
              <a:avLst/>
              <a:gdLst>
                <a:gd name="T0" fmla="*/ 301 w 301"/>
                <a:gd name="T1" fmla="*/ 106 h 174"/>
                <a:gd name="T2" fmla="*/ 183 w 301"/>
                <a:gd name="T3" fmla="*/ 174 h 174"/>
                <a:gd name="T4" fmla="*/ 0 w 301"/>
                <a:gd name="T5" fmla="*/ 68 h 174"/>
                <a:gd name="T6" fmla="*/ 118 w 301"/>
                <a:gd name="T7" fmla="*/ 0 h 174"/>
                <a:gd name="T8" fmla="*/ 301 w 301"/>
                <a:gd name="T9" fmla="*/ 106 h 174"/>
                <a:gd name="T10" fmla="*/ 301 w 301"/>
                <a:gd name="T11" fmla="*/ 106 h 174"/>
                <a:gd name="T12" fmla="*/ 301 w 301"/>
                <a:gd name="T13" fmla="*/ 106 h 174"/>
                <a:gd name="T14" fmla="*/ 301 w 301"/>
                <a:gd name="T15" fmla="*/ 106 h 17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01" h="174">
                  <a:moveTo>
                    <a:pt x="301" y="106"/>
                  </a:moveTo>
                  <a:lnTo>
                    <a:pt x="183" y="174"/>
                  </a:lnTo>
                  <a:lnTo>
                    <a:pt x="0" y="68"/>
                  </a:lnTo>
                  <a:lnTo>
                    <a:pt x="118" y="0"/>
                  </a:lnTo>
                  <a:lnTo>
                    <a:pt x="301" y="106"/>
                  </a:lnTo>
                  <a:lnTo>
                    <a:pt x="301" y="106"/>
                  </a:lnTo>
                  <a:lnTo>
                    <a:pt x="301" y="106"/>
                  </a:lnTo>
                  <a:lnTo>
                    <a:pt x="301" y="106"/>
                  </a:lnTo>
                  <a:close/>
                </a:path>
              </a:pathLst>
            </a:custGeom>
            <a:solidFill>
              <a:srgbClr val="BFBFB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332" name="未知"/>
            <p:cNvSpPr>
              <a:spLocks noChangeAspect="1"/>
            </p:cNvSpPr>
            <p:nvPr/>
          </p:nvSpPr>
          <p:spPr bwMode="auto">
            <a:xfrm>
              <a:off x="387" y="271"/>
              <a:ext cx="118" cy="102"/>
            </a:xfrm>
            <a:custGeom>
              <a:avLst/>
              <a:gdLst>
                <a:gd name="T0" fmla="*/ 118 w 118"/>
                <a:gd name="T1" fmla="*/ 0 h 102"/>
                <a:gd name="T2" fmla="*/ 118 w 118"/>
                <a:gd name="T3" fmla="*/ 34 h 102"/>
                <a:gd name="T4" fmla="*/ 0 w 118"/>
                <a:gd name="T5" fmla="*/ 102 h 102"/>
                <a:gd name="T6" fmla="*/ 0 w 118"/>
                <a:gd name="T7" fmla="*/ 68 h 102"/>
                <a:gd name="T8" fmla="*/ 118 w 118"/>
                <a:gd name="T9" fmla="*/ 0 h 102"/>
                <a:gd name="T10" fmla="*/ 118 w 118"/>
                <a:gd name="T11" fmla="*/ 0 h 102"/>
                <a:gd name="T12" fmla="*/ 118 w 118"/>
                <a:gd name="T13" fmla="*/ 0 h 102"/>
                <a:gd name="T14" fmla="*/ 118 w 118"/>
                <a:gd name="T15" fmla="*/ 0 h 1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8" h="102">
                  <a:moveTo>
                    <a:pt x="118" y="0"/>
                  </a:moveTo>
                  <a:lnTo>
                    <a:pt x="118" y="34"/>
                  </a:lnTo>
                  <a:lnTo>
                    <a:pt x="0" y="102"/>
                  </a:lnTo>
                  <a:lnTo>
                    <a:pt x="0" y="68"/>
                  </a:lnTo>
                  <a:lnTo>
                    <a:pt x="118" y="0"/>
                  </a:lnTo>
                  <a:lnTo>
                    <a:pt x="118" y="0"/>
                  </a:lnTo>
                  <a:lnTo>
                    <a:pt x="118" y="0"/>
                  </a:lnTo>
                  <a:lnTo>
                    <a:pt x="118" y="0"/>
                  </a:lnTo>
                  <a:close/>
                </a:path>
              </a:pathLst>
            </a:custGeom>
            <a:solidFill>
              <a:srgbClr val="4C4C4C"/>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333" name="未知"/>
            <p:cNvSpPr>
              <a:spLocks noChangeAspect="1"/>
            </p:cNvSpPr>
            <p:nvPr/>
          </p:nvSpPr>
          <p:spPr bwMode="auto">
            <a:xfrm>
              <a:off x="204" y="234"/>
              <a:ext cx="183" cy="139"/>
            </a:xfrm>
            <a:custGeom>
              <a:avLst/>
              <a:gdLst>
                <a:gd name="T0" fmla="*/ 183 w 183"/>
                <a:gd name="T1" fmla="*/ 105 h 139"/>
                <a:gd name="T2" fmla="*/ 183 w 183"/>
                <a:gd name="T3" fmla="*/ 139 h 139"/>
                <a:gd name="T4" fmla="*/ 0 w 183"/>
                <a:gd name="T5" fmla="*/ 34 h 139"/>
                <a:gd name="T6" fmla="*/ 0 w 183"/>
                <a:gd name="T7" fmla="*/ 0 h 139"/>
                <a:gd name="T8" fmla="*/ 183 w 183"/>
                <a:gd name="T9" fmla="*/ 105 h 139"/>
                <a:gd name="T10" fmla="*/ 183 w 183"/>
                <a:gd name="T11" fmla="*/ 105 h 139"/>
                <a:gd name="T12" fmla="*/ 183 w 183"/>
                <a:gd name="T13" fmla="*/ 105 h 139"/>
                <a:gd name="T14" fmla="*/ 183 w 183"/>
                <a:gd name="T15" fmla="*/ 105 h 13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83" h="139">
                  <a:moveTo>
                    <a:pt x="183" y="105"/>
                  </a:moveTo>
                  <a:lnTo>
                    <a:pt x="183" y="139"/>
                  </a:lnTo>
                  <a:lnTo>
                    <a:pt x="0" y="34"/>
                  </a:lnTo>
                  <a:lnTo>
                    <a:pt x="0" y="0"/>
                  </a:lnTo>
                  <a:lnTo>
                    <a:pt x="183" y="105"/>
                  </a:lnTo>
                  <a:lnTo>
                    <a:pt x="183" y="105"/>
                  </a:lnTo>
                  <a:lnTo>
                    <a:pt x="183" y="105"/>
                  </a:lnTo>
                  <a:lnTo>
                    <a:pt x="183" y="105"/>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334" name="未知"/>
            <p:cNvSpPr>
              <a:spLocks noChangeAspect="1"/>
            </p:cNvSpPr>
            <p:nvPr/>
          </p:nvSpPr>
          <p:spPr bwMode="auto">
            <a:xfrm>
              <a:off x="204" y="166"/>
              <a:ext cx="301" cy="173"/>
            </a:xfrm>
            <a:custGeom>
              <a:avLst/>
              <a:gdLst>
                <a:gd name="T0" fmla="*/ 301 w 301"/>
                <a:gd name="T1" fmla="*/ 105 h 173"/>
                <a:gd name="T2" fmla="*/ 183 w 301"/>
                <a:gd name="T3" fmla="*/ 173 h 173"/>
                <a:gd name="T4" fmla="*/ 0 w 301"/>
                <a:gd name="T5" fmla="*/ 68 h 173"/>
                <a:gd name="T6" fmla="*/ 118 w 301"/>
                <a:gd name="T7" fmla="*/ 0 h 173"/>
                <a:gd name="T8" fmla="*/ 301 w 301"/>
                <a:gd name="T9" fmla="*/ 105 h 173"/>
                <a:gd name="T10" fmla="*/ 301 w 301"/>
                <a:gd name="T11" fmla="*/ 105 h 173"/>
                <a:gd name="T12" fmla="*/ 301 w 301"/>
                <a:gd name="T13" fmla="*/ 105 h 173"/>
                <a:gd name="T14" fmla="*/ 301 w 301"/>
                <a:gd name="T15" fmla="*/ 105 h 17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01" h="173">
                  <a:moveTo>
                    <a:pt x="301" y="105"/>
                  </a:moveTo>
                  <a:lnTo>
                    <a:pt x="183" y="173"/>
                  </a:lnTo>
                  <a:lnTo>
                    <a:pt x="0" y="68"/>
                  </a:lnTo>
                  <a:lnTo>
                    <a:pt x="118" y="0"/>
                  </a:lnTo>
                  <a:lnTo>
                    <a:pt x="301" y="105"/>
                  </a:lnTo>
                  <a:lnTo>
                    <a:pt x="301" y="105"/>
                  </a:lnTo>
                  <a:lnTo>
                    <a:pt x="301" y="105"/>
                  </a:lnTo>
                  <a:lnTo>
                    <a:pt x="301" y="105"/>
                  </a:lnTo>
                  <a:close/>
                </a:path>
              </a:pathLst>
            </a:custGeom>
            <a:solidFill>
              <a:srgbClr val="BFBFB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335" name="未知"/>
            <p:cNvSpPr>
              <a:spLocks noChangeAspect="1"/>
            </p:cNvSpPr>
            <p:nvPr/>
          </p:nvSpPr>
          <p:spPr bwMode="auto">
            <a:xfrm>
              <a:off x="387" y="230"/>
              <a:ext cx="118" cy="102"/>
            </a:xfrm>
            <a:custGeom>
              <a:avLst/>
              <a:gdLst>
                <a:gd name="T0" fmla="*/ 118 w 118"/>
                <a:gd name="T1" fmla="*/ 0 h 102"/>
                <a:gd name="T2" fmla="*/ 118 w 118"/>
                <a:gd name="T3" fmla="*/ 34 h 102"/>
                <a:gd name="T4" fmla="*/ 0 w 118"/>
                <a:gd name="T5" fmla="*/ 102 h 102"/>
                <a:gd name="T6" fmla="*/ 0 w 118"/>
                <a:gd name="T7" fmla="*/ 68 h 102"/>
                <a:gd name="T8" fmla="*/ 118 w 118"/>
                <a:gd name="T9" fmla="*/ 0 h 102"/>
                <a:gd name="T10" fmla="*/ 118 w 118"/>
                <a:gd name="T11" fmla="*/ 0 h 102"/>
                <a:gd name="T12" fmla="*/ 118 w 118"/>
                <a:gd name="T13" fmla="*/ 0 h 102"/>
                <a:gd name="T14" fmla="*/ 118 w 118"/>
                <a:gd name="T15" fmla="*/ 0 h 1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8" h="102">
                  <a:moveTo>
                    <a:pt x="118" y="0"/>
                  </a:moveTo>
                  <a:lnTo>
                    <a:pt x="118" y="34"/>
                  </a:lnTo>
                  <a:lnTo>
                    <a:pt x="0" y="102"/>
                  </a:lnTo>
                  <a:lnTo>
                    <a:pt x="0" y="68"/>
                  </a:lnTo>
                  <a:lnTo>
                    <a:pt x="118" y="0"/>
                  </a:lnTo>
                  <a:lnTo>
                    <a:pt x="118" y="0"/>
                  </a:lnTo>
                  <a:lnTo>
                    <a:pt x="118" y="0"/>
                  </a:lnTo>
                  <a:lnTo>
                    <a:pt x="118" y="0"/>
                  </a:lnTo>
                  <a:close/>
                </a:path>
              </a:pathLst>
            </a:custGeom>
            <a:solidFill>
              <a:srgbClr val="4C4C4C"/>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336" name="未知"/>
            <p:cNvSpPr>
              <a:spLocks noChangeAspect="1"/>
            </p:cNvSpPr>
            <p:nvPr/>
          </p:nvSpPr>
          <p:spPr bwMode="auto">
            <a:xfrm>
              <a:off x="204" y="192"/>
              <a:ext cx="183" cy="140"/>
            </a:xfrm>
            <a:custGeom>
              <a:avLst/>
              <a:gdLst>
                <a:gd name="T0" fmla="*/ 183 w 183"/>
                <a:gd name="T1" fmla="*/ 106 h 140"/>
                <a:gd name="T2" fmla="*/ 183 w 183"/>
                <a:gd name="T3" fmla="*/ 140 h 140"/>
                <a:gd name="T4" fmla="*/ 0 w 183"/>
                <a:gd name="T5" fmla="*/ 35 h 140"/>
                <a:gd name="T6" fmla="*/ 0 w 183"/>
                <a:gd name="T7" fmla="*/ 0 h 140"/>
                <a:gd name="T8" fmla="*/ 183 w 183"/>
                <a:gd name="T9" fmla="*/ 106 h 140"/>
                <a:gd name="T10" fmla="*/ 183 w 183"/>
                <a:gd name="T11" fmla="*/ 106 h 140"/>
                <a:gd name="T12" fmla="*/ 183 w 183"/>
                <a:gd name="T13" fmla="*/ 106 h 140"/>
                <a:gd name="T14" fmla="*/ 183 w 183"/>
                <a:gd name="T15" fmla="*/ 106 h 1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83" h="140">
                  <a:moveTo>
                    <a:pt x="183" y="106"/>
                  </a:moveTo>
                  <a:lnTo>
                    <a:pt x="183" y="140"/>
                  </a:lnTo>
                  <a:lnTo>
                    <a:pt x="0" y="35"/>
                  </a:lnTo>
                  <a:lnTo>
                    <a:pt x="0" y="0"/>
                  </a:lnTo>
                  <a:lnTo>
                    <a:pt x="183" y="106"/>
                  </a:lnTo>
                  <a:lnTo>
                    <a:pt x="183" y="106"/>
                  </a:lnTo>
                  <a:lnTo>
                    <a:pt x="183" y="106"/>
                  </a:lnTo>
                  <a:lnTo>
                    <a:pt x="183" y="106"/>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337" name="未知"/>
            <p:cNvSpPr>
              <a:spLocks noChangeAspect="1"/>
            </p:cNvSpPr>
            <p:nvPr/>
          </p:nvSpPr>
          <p:spPr bwMode="auto">
            <a:xfrm>
              <a:off x="204" y="124"/>
              <a:ext cx="301" cy="174"/>
            </a:xfrm>
            <a:custGeom>
              <a:avLst/>
              <a:gdLst>
                <a:gd name="T0" fmla="*/ 301 w 301"/>
                <a:gd name="T1" fmla="*/ 106 h 174"/>
                <a:gd name="T2" fmla="*/ 183 w 301"/>
                <a:gd name="T3" fmla="*/ 174 h 174"/>
                <a:gd name="T4" fmla="*/ 0 w 301"/>
                <a:gd name="T5" fmla="*/ 68 h 174"/>
                <a:gd name="T6" fmla="*/ 118 w 301"/>
                <a:gd name="T7" fmla="*/ 0 h 174"/>
                <a:gd name="T8" fmla="*/ 301 w 301"/>
                <a:gd name="T9" fmla="*/ 106 h 174"/>
                <a:gd name="T10" fmla="*/ 301 w 301"/>
                <a:gd name="T11" fmla="*/ 106 h 174"/>
                <a:gd name="T12" fmla="*/ 301 w 301"/>
                <a:gd name="T13" fmla="*/ 106 h 174"/>
                <a:gd name="T14" fmla="*/ 301 w 301"/>
                <a:gd name="T15" fmla="*/ 106 h 17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01" h="174">
                  <a:moveTo>
                    <a:pt x="301" y="106"/>
                  </a:moveTo>
                  <a:lnTo>
                    <a:pt x="183" y="174"/>
                  </a:lnTo>
                  <a:lnTo>
                    <a:pt x="0" y="68"/>
                  </a:lnTo>
                  <a:lnTo>
                    <a:pt x="118" y="0"/>
                  </a:lnTo>
                  <a:lnTo>
                    <a:pt x="301" y="106"/>
                  </a:lnTo>
                  <a:lnTo>
                    <a:pt x="301" y="106"/>
                  </a:lnTo>
                  <a:lnTo>
                    <a:pt x="301" y="106"/>
                  </a:lnTo>
                  <a:lnTo>
                    <a:pt x="301" y="106"/>
                  </a:lnTo>
                  <a:close/>
                </a:path>
              </a:pathLst>
            </a:custGeom>
            <a:solidFill>
              <a:srgbClr val="BFBFB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338" name="未知"/>
            <p:cNvSpPr>
              <a:spLocks noChangeAspect="1"/>
            </p:cNvSpPr>
            <p:nvPr/>
          </p:nvSpPr>
          <p:spPr bwMode="auto">
            <a:xfrm>
              <a:off x="387" y="188"/>
              <a:ext cx="118" cy="103"/>
            </a:xfrm>
            <a:custGeom>
              <a:avLst/>
              <a:gdLst>
                <a:gd name="T0" fmla="*/ 118 w 118"/>
                <a:gd name="T1" fmla="*/ 0 h 103"/>
                <a:gd name="T2" fmla="*/ 118 w 118"/>
                <a:gd name="T3" fmla="*/ 34 h 103"/>
                <a:gd name="T4" fmla="*/ 0 w 118"/>
                <a:gd name="T5" fmla="*/ 103 h 103"/>
                <a:gd name="T6" fmla="*/ 0 w 118"/>
                <a:gd name="T7" fmla="*/ 68 h 103"/>
                <a:gd name="T8" fmla="*/ 118 w 118"/>
                <a:gd name="T9" fmla="*/ 0 h 103"/>
                <a:gd name="T10" fmla="*/ 118 w 118"/>
                <a:gd name="T11" fmla="*/ 0 h 103"/>
                <a:gd name="T12" fmla="*/ 118 w 118"/>
                <a:gd name="T13" fmla="*/ 0 h 103"/>
                <a:gd name="T14" fmla="*/ 118 w 118"/>
                <a:gd name="T15" fmla="*/ 0 h 10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8" h="103">
                  <a:moveTo>
                    <a:pt x="118" y="0"/>
                  </a:moveTo>
                  <a:lnTo>
                    <a:pt x="118" y="34"/>
                  </a:lnTo>
                  <a:lnTo>
                    <a:pt x="0" y="103"/>
                  </a:lnTo>
                  <a:lnTo>
                    <a:pt x="0" y="68"/>
                  </a:lnTo>
                  <a:lnTo>
                    <a:pt x="118" y="0"/>
                  </a:lnTo>
                  <a:lnTo>
                    <a:pt x="118" y="0"/>
                  </a:lnTo>
                  <a:lnTo>
                    <a:pt x="118" y="0"/>
                  </a:lnTo>
                  <a:lnTo>
                    <a:pt x="118" y="0"/>
                  </a:lnTo>
                  <a:close/>
                </a:path>
              </a:pathLst>
            </a:custGeom>
            <a:solidFill>
              <a:srgbClr val="4C4C4C"/>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339" name="未知"/>
            <p:cNvSpPr>
              <a:spLocks noChangeAspect="1"/>
            </p:cNvSpPr>
            <p:nvPr/>
          </p:nvSpPr>
          <p:spPr bwMode="auto">
            <a:xfrm>
              <a:off x="204" y="151"/>
              <a:ext cx="183" cy="140"/>
            </a:xfrm>
            <a:custGeom>
              <a:avLst/>
              <a:gdLst>
                <a:gd name="T0" fmla="*/ 183 w 183"/>
                <a:gd name="T1" fmla="*/ 105 h 140"/>
                <a:gd name="T2" fmla="*/ 183 w 183"/>
                <a:gd name="T3" fmla="*/ 140 h 140"/>
                <a:gd name="T4" fmla="*/ 0 w 183"/>
                <a:gd name="T5" fmla="*/ 34 h 140"/>
                <a:gd name="T6" fmla="*/ 0 w 183"/>
                <a:gd name="T7" fmla="*/ 0 h 140"/>
                <a:gd name="T8" fmla="*/ 183 w 183"/>
                <a:gd name="T9" fmla="*/ 105 h 140"/>
                <a:gd name="T10" fmla="*/ 183 w 183"/>
                <a:gd name="T11" fmla="*/ 105 h 140"/>
                <a:gd name="T12" fmla="*/ 183 w 183"/>
                <a:gd name="T13" fmla="*/ 105 h 140"/>
                <a:gd name="T14" fmla="*/ 183 w 183"/>
                <a:gd name="T15" fmla="*/ 105 h 1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83" h="140">
                  <a:moveTo>
                    <a:pt x="183" y="105"/>
                  </a:moveTo>
                  <a:lnTo>
                    <a:pt x="183" y="140"/>
                  </a:lnTo>
                  <a:lnTo>
                    <a:pt x="0" y="34"/>
                  </a:lnTo>
                  <a:lnTo>
                    <a:pt x="0" y="0"/>
                  </a:lnTo>
                  <a:lnTo>
                    <a:pt x="183" y="105"/>
                  </a:lnTo>
                  <a:lnTo>
                    <a:pt x="183" y="105"/>
                  </a:lnTo>
                  <a:lnTo>
                    <a:pt x="183" y="105"/>
                  </a:lnTo>
                  <a:lnTo>
                    <a:pt x="183" y="105"/>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340" name="未知"/>
            <p:cNvSpPr>
              <a:spLocks noChangeAspect="1"/>
            </p:cNvSpPr>
            <p:nvPr/>
          </p:nvSpPr>
          <p:spPr bwMode="auto">
            <a:xfrm>
              <a:off x="204" y="83"/>
              <a:ext cx="301" cy="173"/>
            </a:xfrm>
            <a:custGeom>
              <a:avLst/>
              <a:gdLst>
                <a:gd name="T0" fmla="*/ 301 w 301"/>
                <a:gd name="T1" fmla="*/ 105 h 173"/>
                <a:gd name="T2" fmla="*/ 183 w 301"/>
                <a:gd name="T3" fmla="*/ 173 h 173"/>
                <a:gd name="T4" fmla="*/ 0 w 301"/>
                <a:gd name="T5" fmla="*/ 68 h 173"/>
                <a:gd name="T6" fmla="*/ 118 w 301"/>
                <a:gd name="T7" fmla="*/ 0 h 173"/>
                <a:gd name="T8" fmla="*/ 301 w 301"/>
                <a:gd name="T9" fmla="*/ 105 h 173"/>
                <a:gd name="T10" fmla="*/ 301 w 301"/>
                <a:gd name="T11" fmla="*/ 105 h 173"/>
                <a:gd name="T12" fmla="*/ 301 w 301"/>
                <a:gd name="T13" fmla="*/ 105 h 173"/>
                <a:gd name="T14" fmla="*/ 301 w 301"/>
                <a:gd name="T15" fmla="*/ 105 h 17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01" h="173">
                  <a:moveTo>
                    <a:pt x="301" y="105"/>
                  </a:moveTo>
                  <a:lnTo>
                    <a:pt x="183" y="173"/>
                  </a:lnTo>
                  <a:lnTo>
                    <a:pt x="0" y="68"/>
                  </a:lnTo>
                  <a:lnTo>
                    <a:pt x="118" y="0"/>
                  </a:lnTo>
                  <a:lnTo>
                    <a:pt x="301" y="105"/>
                  </a:lnTo>
                  <a:lnTo>
                    <a:pt x="301" y="105"/>
                  </a:lnTo>
                  <a:lnTo>
                    <a:pt x="301" y="105"/>
                  </a:lnTo>
                  <a:lnTo>
                    <a:pt x="301" y="105"/>
                  </a:lnTo>
                  <a:close/>
                </a:path>
              </a:pathLst>
            </a:custGeom>
            <a:solidFill>
              <a:srgbClr val="BFBFB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341" name="未知"/>
            <p:cNvSpPr>
              <a:spLocks noChangeAspect="1"/>
            </p:cNvSpPr>
            <p:nvPr/>
          </p:nvSpPr>
          <p:spPr bwMode="auto">
            <a:xfrm>
              <a:off x="387" y="147"/>
              <a:ext cx="118" cy="102"/>
            </a:xfrm>
            <a:custGeom>
              <a:avLst/>
              <a:gdLst>
                <a:gd name="T0" fmla="*/ 118 w 118"/>
                <a:gd name="T1" fmla="*/ 0 h 102"/>
                <a:gd name="T2" fmla="*/ 118 w 118"/>
                <a:gd name="T3" fmla="*/ 34 h 102"/>
                <a:gd name="T4" fmla="*/ 0 w 118"/>
                <a:gd name="T5" fmla="*/ 102 h 102"/>
                <a:gd name="T6" fmla="*/ 0 w 118"/>
                <a:gd name="T7" fmla="*/ 69 h 102"/>
                <a:gd name="T8" fmla="*/ 118 w 118"/>
                <a:gd name="T9" fmla="*/ 0 h 102"/>
                <a:gd name="T10" fmla="*/ 118 w 118"/>
                <a:gd name="T11" fmla="*/ 0 h 102"/>
                <a:gd name="T12" fmla="*/ 118 w 118"/>
                <a:gd name="T13" fmla="*/ 0 h 102"/>
                <a:gd name="T14" fmla="*/ 118 w 118"/>
                <a:gd name="T15" fmla="*/ 0 h 1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8" h="102">
                  <a:moveTo>
                    <a:pt x="118" y="0"/>
                  </a:moveTo>
                  <a:lnTo>
                    <a:pt x="118" y="34"/>
                  </a:lnTo>
                  <a:lnTo>
                    <a:pt x="0" y="102"/>
                  </a:lnTo>
                  <a:lnTo>
                    <a:pt x="0" y="69"/>
                  </a:lnTo>
                  <a:lnTo>
                    <a:pt x="118" y="0"/>
                  </a:lnTo>
                  <a:lnTo>
                    <a:pt x="118" y="0"/>
                  </a:lnTo>
                  <a:lnTo>
                    <a:pt x="118" y="0"/>
                  </a:lnTo>
                  <a:lnTo>
                    <a:pt x="118" y="0"/>
                  </a:lnTo>
                  <a:close/>
                </a:path>
              </a:pathLst>
            </a:custGeom>
            <a:solidFill>
              <a:srgbClr val="4C4C4C"/>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342" name="未知"/>
            <p:cNvSpPr>
              <a:spLocks noChangeAspect="1"/>
            </p:cNvSpPr>
            <p:nvPr/>
          </p:nvSpPr>
          <p:spPr bwMode="auto">
            <a:xfrm>
              <a:off x="204" y="110"/>
              <a:ext cx="183" cy="139"/>
            </a:xfrm>
            <a:custGeom>
              <a:avLst/>
              <a:gdLst>
                <a:gd name="T0" fmla="*/ 183 w 183"/>
                <a:gd name="T1" fmla="*/ 106 h 139"/>
                <a:gd name="T2" fmla="*/ 183 w 183"/>
                <a:gd name="T3" fmla="*/ 139 h 139"/>
                <a:gd name="T4" fmla="*/ 0 w 183"/>
                <a:gd name="T5" fmla="*/ 34 h 139"/>
                <a:gd name="T6" fmla="*/ 0 w 183"/>
                <a:gd name="T7" fmla="*/ 0 h 139"/>
                <a:gd name="T8" fmla="*/ 183 w 183"/>
                <a:gd name="T9" fmla="*/ 106 h 139"/>
                <a:gd name="T10" fmla="*/ 183 w 183"/>
                <a:gd name="T11" fmla="*/ 106 h 139"/>
                <a:gd name="T12" fmla="*/ 183 w 183"/>
                <a:gd name="T13" fmla="*/ 106 h 139"/>
                <a:gd name="T14" fmla="*/ 183 w 183"/>
                <a:gd name="T15" fmla="*/ 106 h 13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83" h="139">
                  <a:moveTo>
                    <a:pt x="183" y="106"/>
                  </a:moveTo>
                  <a:lnTo>
                    <a:pt x="183" y="139"/>
                  </a:lnTo>
                  <a:lnTo>
                    <a:pt x="0" y="34"/>
                  </a:lnTo>
                  <a:lnTo>
                    <a:pt x="0" y="0"/>
                  </a:lnTo>
                  <a:lnTo>
                    <a:pt x="183" y="106"/>
                  </a:lnTo>
                  <a:lnTo>
                    <a:pt x="183" y="106"/>
                  </a:lnTo>
                  <a:lnTo>
                    <a:pt x="183" y="106"/>
                  </a:lnTo>
                  <a:lnTo>
                    <a:pt x="183" y="106"/>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343" name="未知"/>
            <p:cNvSpPr>
              <a:spLocks noChangeAspect="1"/>
            </p:cNvSpPr>
            <p:nvPr/>
          </p:nvSpPr>
          <p:spPr bwMode="auto">
            <a:xfrm>
              <a:off x="204" y="41"/>
              <a:ext cx="301" cy="175"/>
            </a:xfrm>
            <a:custGeom>
              <a:avLst/>
              <a:gdLst>
                <a:gd name="T0" fmla="*/ 301 w 301"/>
                <a:gd name="T1" fmla="*/ 106 h 175"/>
                <a:gd name="T2" fmla="*/ 183 w 301"/>
                <a:gd name="T3" fmla="*/ 175 h 175"/>
                <a:gd name="T4" fmla="*/ 0 w 301"/>
                <a:gd name="T5" fmla="*/ 69 h 175"/>
                <a:gd name="T6" fmla="*/ 118 w 301"/>
                <a:gd name="T7" fmla="*/ 0 h 175"/>
                <a:gd name="T8" fmla="*/ 301 w 301"/>
                <a:gd name="T9" fmla="*/ 106 h 175"/>
                <a:gd name="T10" fmla="*/ 301 w 301"/>
                <a:gd name="T11" fmla="*/ 106 h 175"/>
                <a:gd name="T12" fmla="*/ 301 w 301"/>
                <a:gd name="T13" fmla="*/ 106 h 175"/>
                <a:gd name="T14" fmla="*/ 301 w 301"/>
                <a:gd name="T15" fmla="*/ 106 h 17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01" h="175">
                  <a:moveTo>
                    <a:pt x="301" y="106"/>
                  </a:moveTo>
                  <a:lnTo>
                    <a:pt x="183" y="175"/>
                  </a:lnTo>
                  <a:lnTo>
                    <a:pt x="0" y="69"/>
                  </a:lnTo>
                  <a:lnTo>
                    <a:pt x="118" y="0"/>
                  </a:lnTo>
                  <a:lnTo>
                    <a:pt x="301" y="106"/>
                  </a:lnTo>
                  <a:lnTo>
                    <a:pt x="301" y="106"/>
                  </a:lnTo>
                  <a:lnTo>
                    <a:pt x="301" y="106"/>
                  </a:lnTo>
                  <a:lnTo>
                    <a:pt x="301" y="106"/>
                  </a:lnTo>
                  <a:close/>
                </a:path>
              </a:pathLst>
            </a:custGeom>
            <a:solidFill>
              <a:srgbClr val="BFBFB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344" name="未知"/>
            <p:cNvSpPr>
              <a:spLocks noChangeAspect="1"/>
            </p:cNvSpPr>
            <p:nvPr/>
          </p:nvSpPr>
          <p:spPr bwMode="auto">
            <a:xfrm>
              <a:off x="387" y="105"/>
              <a:ext cx="118" cy="103"/>
            </a:xfrm>
            <a:custGeom>
              <a:avLst/>
              <a:gdLst>
                <a:gd name="T0" fmla="*/ 118 w 118"/>
                <a:gd name="T1" fmla="*/ 0 h 103"/>
                <a:gd name="T2" fmla="*/ 118 w 118"/>
                <a:gd name="T3" fmla="*/ 34 h 103"/>
                <a:gd name="T4" fmla="*/ 0 w 118"/>
                <a:gd name="T5" fmla="*/ 103 h 103"/>
                <a:gd name="T6" fmla="*/ 0 w 118"/>
                <a:gd name="T7" fmla="*/ 69 h 103"/>
                <a:gd name="T8" fmla="*/ 118 w 118"/>
                <a:gd name="T9" fmla="*/ 0 h 103"/>
                <a:gd name="T10" fmla="*/ 118 w 118"/>
                <a:gd name="T11" fmla="*/ 0 h 103"/>
                <a:gd name="T12" fmla="*/ 118 w 118"/>
                <a:gd name="T13" fmla="*/ 0 h 103"/>
                <a:gd name="T14" fmla="*/ 118 w 118"/>
                <a:gd name="T15" fmla="*/ 0 h 10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8" h="103">
                  <a:moveTo>
                    <a:pt x="118" y="0"/>
                  </a:moveTo>
                  <a:lnTo>
                    <a:pt x="118" y="34"/>
                  </a:lnTo>
                  <a:lnTo>
                    <a:pt x="0" y="103"/>
                  </a:lnTo>
                  <a:lnTo>
                    <a:pt x="0" y="69"/>
                  </a:lnTo>
                  <a:lnTo>
                    <a:pt x="118" y="0"/>
                  </a:lnTo>
                  <a:lnTo>
                    <a:pt x="118" y="0"/>
                  </a:lnTo>
                  <a:lnTo>
                    <a:pt x="118" y="0"/>
                  </a:lnTo>
                  <a:lnTo>
                    <a:pt x="118" y="0"/>
                  </a:lnTo>
                  <a:close/>
                </a:path>
              </a:pathLst>
            </a:custGeom>
            <a:solidFill>
              <a:srgbClr val="4C4C4C"/>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345" name="未知"/>
            <p:cNvSpPr>
              <a:spLocks noChangeAspect="1"/>
            </p:cNvSpPr>
            <p:nvPr/>
          </p:nvSpPr>
          <p:spPr bwMode="auto">
            <a:xfrm>
              <a:off x="204" y="68"/>
              <a:ext cx="183" cy="140"/>
            </a:xfrm>
            <a:custGeom>
              <a:avLst/>
              <a:gdLst>
                <a:gd name="T0" fmla="*/ 183 w 183"/>
                <a:gd name="T1" fmla="*/ 106 h 140"/>
                <a:gd name="T2" fmla="*/ 183 w 183"/>
                <a:gd name="T3" fmla="*/ 140 h 140"/>
                <a:gd name="T4" fmla="*/ 0 w 183"/>
                <a:gd name="T5" fmla="*/ 34 h 140"/>
                <a:gd name="T6" fmla="*/ 0 w 183"/>
                <a:gd name="T7" fmla="*/ 0 h 140"/>
                <a:gd name="T8" fmla="*/ 183 w 183"/>
                <a:gd name="T9" fmla="*/ 106 h 140"/>
                <a:gd name="T10" fmla="*/ 183 w 183"/>
                <a:gd name="T11" fmla="*/ 106 h 140"/>
                <a:gd name="T12" fmla="*/ 183 w 183"/>
                <a:gd name="T13" fmla="*/ 106 h 140"/>
                <a:gd name="T14" fmla="*/ 183 w 183"/>
                <a:gd name="T15" fmla="*/ 106 h 1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83" h="140">
                  <a:moveTo>
                    <a:pt x="183" y="106"/>
                  </a:moveTo>
                  <a:lnTo>
                    <a:pt x="183" y="140"/>
                  </a:lnTo>
                  <a:lnTo>
                    <a:pt x="0" y="34"/>
                  </a:lnTo>
                  <a:lnTo>
                    <a:pt x="0" y="0"/>
                  </a:lnTo>
                  <a:lnTo>
                    <a:pt x="183" y="106"/>
                  </a:lnTo>
                  <a:lnTo>
                    <a:pt x="183" y="106"/>
                  </a:lnTo>
                  <a:lnTo>
                    <a:pt x="183" y="106"/>
                  </a:lnTo>
                  <a:lnTo>
                    <a:pt x="183" y="106"/>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346" name="未知"/>
            <p:cNvSpPr>
              <a:spLocks noChangeAspect="1"/>
            </p:cNvSpPr>
            <p:nvPr/>
          </p:nvSpPr>
          <p:spPr bwMode="auto">
            <a:xfrm>
              <a:off x="204" y="0"/>
              <a:ext cx="301" cy="174"/>
            </a:xfrm>
            <a:custGeom>
              <a:avLst/>
              <a:gdLst>
                <a:gd name="T0" fmla="*/ 301 w 301"/>
                <a:gd name="T1" fmla="*/ 105 h 174"/>
                <a:gd name="T2" fmla="*/ 183 w 301"/>
                <a:gd name="T3" fmla="*/ 174 h 174"/>
                <a:gd name="T4" fmla="*/ 0 w 301"/>
                <a:gd name="T5" fmla="*/ 68 h 174"/>
                <a:gd name="T6" fmla="*/ 118 w 301"/>
                <a:gd name="T7" fmla="*/ 0 h 174"/>
                <a:gd name="T8" fmla="*/ 301 w 301"/>
                <a:gd name="T9" fmla="*/ 105 h 174"/>
                <a:gd name="T10" fmla="*/ 301 w 301"/>
                <a:gd name="T11" fmla="*/ 105 h 174"/>
                <a:gd name="T12" fmla="*/ 301 w 301"/>
                <a:gd name="T13" fmla="*/ 105 h 174"/>
                <a:gd name="T14" fmla="*/ 301 w 301"/>
                <a:gd name="T15" fmla="*/ 105 h 17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01" h="174">
                  <a:moveTo>
                    <a:pt x="301" y="105"/>
                  </a:moveTo>
                  <a:lnTo>
                    <a:pt x="183" y="174"/>
                  </a:lnTo>
                  <a:lnTo>
                    <a:pt x="0" y="68"/>
                  </a:lnTo>
                  <a:lnTo>
                    <a:pt x="118" y="0"/>
                  </a:lnTo>
                  <a:lnTo>
                    <a:pt x="301" y="105"/>
                  </a:lnTo>
                  <a:lnTo>
                    <a:pt x="301" y="105"/>
                  </a:lnTo>
                  <a:lnTo>
                    <a:pt x="301" y="105"/>
                  </a:lnTo>
                  <a:lnTo>
                    <a:pt x="301" y="105"/>
                  </a:lnTo>
                  <a:close/>
                </a:path>
              </a:pathLst>
            </a:custGeom>
            <a:solidFill>
              <a:srgbClr val="BFBFB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347" name="未知"/>
            <p:cNvSpPr>
              <a:spLocks noChangeAspect="1"/>
            </p:cNvSpPr>
            <p:nvPr/>
          </p:nvSpPr>
          <p:spPr bwMode="auto">
            <a:xfrm>
              <a:off x="210" y="80"/>
              <a:ext cx="10" cy="21"/>
            </a:xfrm>
            <a:custGeom>
              <a:avLst/>
              <a:gdLst>
                <a:gd name="T0" fmla="*/ 13 w 17"/>
                <a:gd name="T1" fmla="*/ 7 h 35"/>
                <a:gd name="T2" fmla="*/ 17 w 17"/>
                <a:gd name="T3" fmla="*/ 14 h 35"/>
                <a:gd name="T4" fmla="*/ 17 w 17"/>
                <a:gd name="T5" fmla="*/ 30 h 35"/>
                <a:gd name="T6" fmla="*/ 13 w 17"/>
                <a:gd name="T7" fmla="*/ 34 h 35"/>
                <a:gd name="T8" fmla="*/ 4 w 17"/>
                <a:gd name="T9" fmla="*/ 28 h 35"/>
                <a:gd name="T10" fmla="*/ 0 w 17"/>
                <a:gd name="T11" fmla="*/ 21 h 35"/>
                <a:gd name="T12" fmla="*/ 0 w 17"/>
                <a:gd name="T13" fmla="*/ 5 h 35"/>
                <a:gd name="T14" fmla="*/ 4 w 17"/>
                <a:gd name="T15" fmla="*/ 1 h 35"/>
                <a:gd name="T16" fmla="*/ 13 w 17"/>
                <a:gd name="T17" fmla="*/ 7 h 35"/>
                <a:gd name="T18" fmla="*/ 13 w 17"/>
                <a:gd name="T19" fmla="*/ 7 h 35"/>
                <a:gd name="T20" fmla="*/ 13 w 17"/>
                <a:gd name="T21" fmla="*/ 7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35">
                  <a:moveTo>
                    <a:pt x="13" y="7"/>
                  </a:moveTo>
                  <a:cubicBezTo>
                    <a:pt x="15" y="8"/>
                    <a:pt x="17" y="11"/>
                    <a:pt x="17" y="14"/>
                  </a:cubicBezTo>
                  <a:cubicBezTo>
                    <a:pt x="17" y="30"/>
                    <a:pt x="17" y="30"/>
                    <a:pt x="17" y="30"/>
                  </a:cubicBezTo>
                  <a:cubicBezTo>
                    <a:pt x="17" y="33"/>
                    <a:pt x="15" y="35"/>
                    <a:pt x="13" y="34"/>
                  </a:cubicBezTo>
                  <a:cubicBezTo>
                    <a:pt x="4" y="28"/>
                    <a:pt x="4" y="28"/>
                    <a:pt x="4" y="28"/>
                  </a:cubicBezTo>
                  <a:cubicBezTo>
                    <a:pt x="1" y="27"/>
                    <a:pt x="0" y="24"/>
                    <a:pt x="0" y="21"/>
                  </a:cubicBezTo>
                  <a:cubicBezTo>
                    <a:pt x="0" y="5"/>
                    <a:pt x="0" y="5"/>
                    <a:pt x="0" y="5"/>
                  </a:cubicBezTo>
                  <a:cubicBezTo>
                    <a:pt x="0" y="1"/>
                    <a:pt x="2" y="0"/>
                    <a:pt x="4" y="1"/>
                  </a:cubicBezTo>
                  <a:cubicBezTo>
                    <a:pt x="13" y="7"/>
                    <a:pt x="13" y="7"/>
                    <a:pt x="13" y="7"/>
                  </a:cubicBezTo>
                  <a:cubicBezTo>
                    <a:pt x="13" y="7"/>
                    <a:pt x="13" y="7"/>
                    <a:pt x="13" y="7"/>
                  </a:cubicBezTo>
                  <a:cubicBezTo>
                    <a:pt x="13" y="7"/>
                    <a:pt x="13" y="7"/>
                    <a:pt x="13" y="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348" name="未知"/>
            <p:cNvSpPr>
              <a:spLocks noChangeAspect="1"/>
            </p:cNvSpPr>
            <p:nvPr/>
          </p:nvSpPr>
          <p:spPr bwMode="auto">
            <a:xfrm>
              <a:off x="226" y="89"/>
              <a:ext cx="10" cy="21"/>
            </a:xfrm>
            <a:custGeom>
              <a:avLst/>
              <a:gdLst>
                <a:gd name="T0" fmla="*/ 13 w 17"/>
                <a:gd name="T1" fmla="*/ 7 h 35"/>
                <a:gd name="T2" fmla="*/ 17 w 17"/>
                <a:gd name="T3" fmla="*/ 15 h 35"/>
                <a:gd name="T4" fmla="*/ 17 w 17"/>
                <a:gd name="T5" fmla="*/ 31 h 35"/>
                <a:gd name="T6" fmla="*/ 13 w 17"/>
                <a:gd name="T7" fmla="*/ 34 h 35"/>
                <a:gd name="T8" fmla="*/ 4 w 17"/>
                <a:gd name="T9" fmla="*/ 29 h 35"/>
                <a:gd name="T10" fmla="*/ 0 w 17"/>
                <a:gd name="T11" fmla="*/ 21 h 35"/>
                <a:gd name="T12" fmla="*/ 0 w 17"/>
                <a:gd name="T13" fmla="*/ 5 h 35"/>
                <a:gd name="T14" fmla="*/ 4 w 17"/>
                <a:gd name="T15" fmla="*/ 2 h 35"/>
                <a:gd name="T16" fmla="*/ 13 w 17"/>
                <a:gd name="T17" fmla="*/ 7 h 35"/>
                <a:gd name="T18" fmla="*/ 13 w 17"/>
                <a:gd name="T19" fmla="*/ 7 h 35"/>
                <a:gd name="T20" fmla="*/ 13 w 17"/>
                <a:gd name="T21" fmla="*/ 7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35">
                  <a:moveTo>
                    <a:pt x="13" y="7"/>
                  </a:moveTo>
                  <a:cubicBezTo>
                    <a:pt x="15" y="8"/>
                    <a:pt x="17" y="12"/>
                    <a:pt x="17" y="15"/>
                  </a:cubicBezTo>
                  <a:cubicBezTo>
                    <a:pt x="17" y="31"/>
                    <a:pt x="17" y="31"/>
                    <a:pt x="17" y="31"/>
                  </a:cubicBezTo>
                  <a:cubicBezTo>
                    <a:pt x="17" y="34"/>
                    <a:pt x="15" y="35"/>
                    <a:pt x="13" y="34"/>
                  </a:cubicBezTo>
                  <a:cubicBezTo>
                    <a:pt x="4" y="29"/>
                    <a:pt x="4" y="29"/>
                    <a:pt x="4" y="29"/>
                  </a:cubicBezTo>
                  <a:cubicBezTo>
                    <a:pt x="1" y="27"/>
                    <a:pt x="0" y="24"/>
                    <a:pt x="0" y="21"/>
                  </a:cubicBezTo>
                  <a:cubicBezTo>
                    <a:pt x="0" y="5"/>
                    <a:pt x="0" y="5"/>
                    <a:pt x="0" y="5"/>
                  </a:cubicBezTo>
                  <a:cubicBezTo>
                    <a:pt x="0" y="2"/>
                    <a:pt x="2" y="0"/>
                    <a:pt x="4" y="2"/>
                  </a:cubicBezTo>
                  <a:cubicBezTo>
                    <a:pt x="13" y="7"/>
                    <a:pt x="13" y="7"/>
                    <a:pt x="13" y="7"/>
                  </a:cubicBezTo>
                  <a:cubicBezTo>
                    <a:pt x="13" y="7"/>
                    <a:pt x="13" y="7"/>
                    <a:pt x="13" y="7"/>
                  </a:cubicBezTo>
                  <a:cubicBezTo>
                    <a:pt x="13" y="7"/>
                    <a:pt x="13" y="7"/>
                    <a:pt x="13" y="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349" name="未知"/>
            <p:cNvSpPr>
              <a:spLocks noChangeAspect="1"/>
            </p:cNvSpPr>
            <p:nvPr/>
          </p:nvSpPr>
          <p:spPr bwMode="auto">
            <a:xfrm>
              <a:off x="242" y="99"/>
              <a:ext cx="10" cy="21"/>
            </a:xfrm>
            <a:custGeom>
              <a:avLst/>
              <a:gdLst>
                <a:gd name="T0" fmla="*/ 13 w 17"/>
                <a:gd name="T1" fmla="*/ 6 h 35"/>
                <a:gd name="T2" fmla="*/ 17 w 17"/>
                <a:gd name="T3" fmla="*/ 14 h 35"/>
                <a:gd name="T4" fmla="*/ 17 w 17"/>
                <a:gd name="T5" fmla="*/ 30 h 35"/>
                <a:gd name="T6" fmla="*/ 13 w 17"/>
                <a:gd name="T7" fmla="*/ 33 h 35"/>
                <a:gd name="T8" fmla="*/ 4 w 17"/>
                <a:gd name="T9" fmla="*/ 28 h 35"/>
                <a:gd name="T10" fmla="*/ 0 w 17"/>
                <a:gd name="T11" fmla="*/ 20 h 35"/>
                <a:gd name="T12" fmla="*/ 0 w 17"/>
                <a:gd name="T13" fmla="*/ 4 h 35"/>
                <a:gd name="T14" fmla="*/ 4 w 17"/>
                <a:gd name="T15" fmla="*/ 1 h 35"/>
                <a:gd name="T16" fmla="*/ 13 w 17"/>
                <a:gd name="T17" fmla="*/ 6 h 35"/>
                <a:gd name="T18" fmla="*/ 13 w 17"/>
                <a:gd name="T19" fmla="*/ 6 h 35"/>
                <a:gd name="T20" fmla="*/ 13 w 17"/>
                <a:gd name="T21" fmla="*/ 6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35">
                  <a:moveTo>
                    <a:pt x="13" y="6"/>
                  </a:moveTo>
                  <a:cubicBezTo>
                    <a:pt x="15" y="7"/>
                    <a:pt x="17" y="11"/>
                    <a:pt x="17" y="14"/>
                  </a:cubicBezTo>
                  <a:cubicBezTo>
                    <a:pt x="17" y="30"/>
                    <a:pt x="17" y="30"/>
                    <a:pt x="17" y="30"/>
                  </a:cubicBezTo>
                  <a:cubicBezTo>
                    <a:pt x="17" y="33"/>
                    <a:pt x="15" y="35"/>
                    <a:pt x="13" y="33"/>
                  </a:cubicBezTo>
                  <a:cubicBezTo>
                    <a:pt x="4" y="28"/>
                    <a:pt x="4" y="28"/>
                    <a:pt x="4" y="28"/>
                  </a:cubicBezTo>
                  <a:cubicBezTo>
                    <a:pt x="1" y="27"/>
                    <a:pt x="0" y="23"/>
                    <a:pt x="0" y="20"/>
                  </a:cubicBezTo>
                  <a:cubicBezTo>
                    <a:pt x="0" y="4"/>
                    <a:pt x="0" y="4"/>
                    <a:pt x="0" y="4"/>
                  </a:cubicBezTo>
                  <a:cubicBezTo>
                    <a:pt x="0" y="1"/>
                    <a:pt x="2" y="0"/>
                    <a:pt x="4" y="1"/>
                  </a:cubicBezTo>
                  <a:cubicBezTo>
                    <a:pt x="13" y="6"/>
                    <a:pt x="13" y="6"/>
                    <a:pt x="13" y="6"/>
                  </a:cubicBezTo>
                  <a:cubicBezTo>
                    <a:pt x="13" y="6"/>
                    <a:pt x="13" y="6"/>
                    <a:pt x="13" y="6"/>
                  </a:cubicBezTo>
                  <a:cubicBezTo>
                    <a:pt x="13" y="6"/>
                    <a:pt x="13" y="6"/>
                    <a:pt x="13" y="6"/>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350" name="未知"/>
            <p:cNvSpPr>
              <a:spLocks noChangeAspect="1"/>
            </p:cNvSpPr>
            <p:nvPr/>
          </p:nvSpPr>
          <p:spPr bwMode="auto">
            <a:xfrm>
              <a:off x="257" y="108"/>
              <a:ext cx="11" cy="21"/>
            </a:xfrm>
            <a:custGeom>
              <a:avLst/>
              <a:gdLst>
                <a:gd name="T0" fmla="*/ 13 w 17"/>
                <a:gd name="T1" fmla="*/ 6 h 35"/>
                <a:gd name="T2" fmla="*/ 17 w 17"/>
                <a:gd name="T3" fmla="*/ 14 h 35"/>
                <a:gd name="T4" fmla="*/ 17 w 17"/>
                <a:gd name="T5" fmla="*/ 30 h 35"/>
                <a:gd name="T6" fmla="*/ 13 w 17"/>
                <a:gd name="T7" fmla="*/ 34 h 35"/>
                <a:gd name="T8" fmla="*/ 4 w 17"/>
                <a:gd name="T9" fmla="*/ 28 h 35"/>
                <a:gd name="T10" fmla="*/ 0 w 17"/>
                <a:gd name="T11" fmla="*/ 21 h 35"/>
                <a:gd name="T12" fmla="*/ 0 w 17"/>
                <a:gd name="T13" fmla="*/ 4 h 35"/>
                <a:gd name="T14" fmla="*/ 4 w 17"/>
                <a:gd name="T15" fmla="*/ 1 h 35"/>
                <a:gd name="T16" fmla="*/ 13 w 17"/>
                <a:gd name="T17" fmla="*/ 6 h 35"/>
                <a:gd name="T18" fmla="*/ 13 w 17"/>
                <a:gd name="T19" fmla="*/ 6 h 35"/>
                <a:gd name="T20" fmla="*/ 13 w 17"/>
                <a:gd name="T21" fmla="*/ 6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35">
                  <a:moveTo>
                    <a:pt x="13" y="6"/>
                  </a:moveTo>
                  <a:cubicBezTo>
                    <a:pt x="15" y="8"/>
                    <a:pt x="17" y="11"/>
                    <a:pt x="17" y="14"/>
                  </a:cubicBezTo>
                  <a:cubicBezTo>
                    <a:pt x="17" y="30"/>
                    <a:pt x="17" y="30"/>
                    <a:pt x="17" y="30"/>
                  </a:cubicBezTo>
                  <a:cubicBezTo>
                    <a:pt x="17" y="33"/>
                    <a:pt x="15" y="35"/>
                    <a:pt x="13" y="34"/>
                  </a:cubicBezTo>
                  <a:cubicBezTo>
                    <a:pt x="4" y="28"/>
                    <a:pt x="4" y="28"/>
                    <a:pt x="4" y="28"/>
                  </a:cubicBezTo>
                  <a:cubicBezTo>
                    <a:pt x="1" y="27"/>
                    <a:pt x="0" y="24"/>
                    <a:pt x="0" y="21"/>
                  </a:cubicBezTo>
                  <a:cubicBezTo>
                    <a:pt x="0" y="4"/>
                    <a:pt x="0" y="4"/>
                    <a:pt x="0" y="4"/>
                  </a:cubicBezTo>
                  <a:cubicBezTo>
                    <a:pt x="0" y="1"/>
                    <a:pt x="1" y="0"/>
                    <a:pt x="4" y="1"/>
                  </a:cubicBezTo>
                  <a:cubicBezTo>
                    <a:pt x="13" y="6"/>
                    <a:pt x="13" y="6"/>
                    <a:pt x="13" y="6"/>
                  </a:cubicBezTo>
                  <a:cubicBezTo>
                    <a:pt x="13" y="6"/>
                    <a:pt x="13" y="6"/>
                    <a:pt x="13" y="6"/>
                  </a:cubicBezTo>
                  <a:cubicBezTo>
                    <a:pt x="13" y="6"/>
                    <a:pt x="13" y="6"/>
                    <a:pt x="13" y="6"/>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351" name="未知"/>
            <p:cNvSpPr>
              <a:spLocks noChangeAspect="1"/>
            </p:cNvSpPr>
            <p:nvPr/>
          </p:nvSpPr>
          <p:spPr bwMode="auto">
            <a:xfrm>
              <a:off x="273" y="117"/>
              <a:ext cx="11" cy="21"/>
            </a:xfrm>
            <a:custGeom>
              <a:avLst/>
              <a:gdLst>
                <a:gd name="T0" fmla="*/ 13 w 17"/>
                <a:gd name="T1" fmla="*/ 7 h 35"/>
                <a:gd name="T2" fmla="*/ 17 w 17"/>
                <a:gd name="T3" fmla="*/ 14 h 35"/>
                <a:gd name="T4" fmla="*/ 17 w 17"/>
                <a:gd name="T5" fmla="*/ 31 h 35"/>
                <a:gd name="T6" fmla="*/ 13 w 17"/>
                <a:gd name="T7" fmla="*/ 34 h 35"/>
                <a:gd name="T8" fmla="*/ 3 w 17"/>
                <a:gd name="T9" fmla="*/ 29 h 35"/>
                <a:gd name="T10" fmla="*/ 0 w 17"/>
                <a:gd name="T11" fmla="*/ 21 h 35"/>
                <a:gd name="T12" fmla="*/ 0 w 17"/>
                <a:gd name="T13" fmla="*/ 5 h 35"/>
                <a:gd name="T14" fmla="*/ 4 w 17"/>
                <a:gd name="T15" fmla="*/ 1 h 35"/>
                <a:gd name="T16" fmla="*/ 13 w 17"/>
                <a:gd name="T17" fmla="*/ 7 h 35"/>
                <a:gd name="T18" fmla="*/ 13 w 17"/>
                <a:gd name="T19" fmla="*/ 7 h 35"/>
                <a:gd name="T20" fmla="*/ 13 w 17"/>
                <a:gd name="T21" fmla="*/ 7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35">
                  <a:moveTo>
                    <a:pt x="13" y="7"/>
                  </a:moveTo>
                  <a:cubicBezTo>
                    <a:pt x="15" y="8"/>
                    <a:pt x="17" y="11"/>
                    <a:pt x="17" y="14"/>
                  </a:cubicBezTo>
                  <a:cubicBezTo>
                    <a:pt x="17" y="31"/>
                    <a:pt x="17" y="31"/>
                    <a:pt x="17" y="31"/>
                  </a:cubicBezTo>
                  <a:cubicBezTo>
                    <a:pt x="17" y="34"/>
                    <a:pt x="15" y="35"/>
                    <a:pt x="13" y="34"/>
                  </a:cubicBezTo>
                  <a:cubicBezTo>
                    <a:pt x="3" y="29"/>
                    <a:pt x="3" y="29"/>
                    <a:pt x="3" y="29"/>
                  </a:cubicBezTo>
                  <a:cubicBezTo>
                    <a:pt x="1" y="27"/>
                    <a:pt x="0" y="24"/>
                    <a:pt x="0" y="21"/>
                  </a:cubicBezTo>
                  <a:cubicBezTo>
                    <a:pt x="0" y="5"/>
                    <a:pt x="0" y="5"/>
                    <a:pt x="0" y="5"/>
                  </a:cubicBezTo>
                  <a:cubicBezTo>
                    <a:pt x="0" y="2"/>
                    <a:pt x="1" y="0"/>
                    <a:pt x="4" y="1"/>
                  </a:cubicBezTo>
                  <a:cubicBezTo>
                    <a:pt x="13" y="7"/>
                    <a:pt x="13" y="7"/>
                    <a:pt x="13" y="7"/>
                  </a:cubicBezTo>
                  <a:cubicBezTo>
                    <a:pt x="13" y="7"/>
                    <a:pt x="13" y="7"/>
                    <a:pt x="13" y="7"/>
                  </a:cubicBezTo>
                  <a:cubicBezTo>
                    <a:pt x="13" y="7"/>
                    <a:pt x="13" y="7"/>
                    <a:pt x="13" y="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352" name="未知"/>
            <p:cNvSpPr>
              <a:spLocks noChangeAspect="1"/>
            </p:cNvSpPr>
            <p:nvPr/>
          </p:nvSpPr>
          <p:spPr bwMode="auto">
            <a:xfrm>
              <a:off x="289" y="127"/>
              <a:ext cx="10" cy="20"/>
            </a:xfrm>
            <a:custGeom>
              <a:avLst/>
              <a:gdLst>
                <a:gd name="T0" fmla="*/ 13 w 17"/>
                <a:gd name="T1" fmla="*/ 6 h 34"/>
                <a:gd name="T2" fmla="*/ 17 w 17"/>
                <a:gd name="T3" fmla="*/ 14 h 34"/>
                <a:gd name="T4" fmla="*/ 17 w 17"/>
                <a:gd name="T5" fmla="*/ 30 h 34"/>
                <a:gd name="T6" fmla="*/ 13 w 17"/>
                <a:gd name="T7" fmla="*/ 33 h 34"/>
                <a:gd name="T8" fmla="*/ 3 w 17"/>
                <a:gd name="T9" fmla="*/ 28 h 34"/>
                <a:gd name="T10" fmla="*/ 0 w 17"/>
                <a:gd name="T11" fmla="*/ 20 h 34"/>
                <a:gd name="T12" fmla="*/ 0 w 17"/>
                <a:gd name="T13" fmla="*/ 4 h 34"/>
                <a:gd name="T14" fmla="*/ 4 w 17"/>
                <a:gd name="T15" fmla="*/ 1 h 34"/>
                <a:gd name="T16" fmla="*/ 13 w 17"/>
                <a:gd name="T17" fmla="*/ 6 h 34"/>
                <a:gd name="T18" fmla="*/ 13 w 17"/>
                <a:gd name="T19" fmla="*/ 6 h 34"/>
                <a:gd name="T20" fmla="*/ 13 w 17"/>
                <a:gd name="T21" fmla="*/ 6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34">
                  <a:moveTo>
                    <a:pt x="13" y="6"/>
                  </a:moveTo>
                  <a:cubicBezTo>
                    <a:pt x="15" y="7"/>
                    <a:pt x="17" y="11"/>
                    <a:pt x="17" y="14"/>
                  </a:cubicBezTo>
                  <a:cubicBezTo>
                    <a:pt x="17" y="30"/>
                    <a:pt x="17" y="30"/>
                    <a:pt x="17" y="30"/>
                  </a:cubicBezTo>
                  <a:cubicBezTo>
                    <a:pt x="17" y="33"/>
                    <a:pt x="15" y="34"/>
                    <a:pt x="13" y="33"/>
                  </a:cubicBezTo>
                  <a:cubicBezTo>
                    <a:pt x="3" y="28"/>
                    <a:pt x="3" y="28"/>
                    <a:pt x="3" y="28"/>
                  </a:cubicBezTo>
                  <a:cubicBezTo>
                    <a:pt x="1" y="27"/>
                    <a:pt x="0" y="23"/>
                    <a:pt x="0" y="20"/>
                  </a:cubicBezTo>
                  <a:cubicBezTo>
                    <a:pt x="0" y="4"/>
                    <a:pt x="0" y="4"/>
                    <a:pt x="0" y="4"/>
                  </a:cubicBezTo>
                  <a:cubicBezTo>
                    <a:pt x="0" y="1"/>
                    <a:pt x="1" y="0"/>
                    <a:pt x="4" y="1"/>
                  </a:cubicBezTo>
                  <a:cubicBezTo>
                    <a:pt x="13" y="6"/>
                    <a:pt x="13" y="6"/>
                    <a:pt x="13" y="6"/>
                  </a:cubicBezTo>
                  <a:cubicBezTo>
                    <a:pt x="13" y="6"/>
                    <a:pt x="13" y="6"/>
                    <a:pt x="13" y="6"/>
                  </a:cubicBezTo>
                  <a:cubicBezTo>
                    <a:pt x="13" y="6"/>
                    <a:pt x="13" y="6"/>
                    <a:pt x="13" y="6"/>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353" name="未知"/>
            <p:cNvSpPr>
              <a:spLocks noChangeAspect="1"/>
            </p:cNvSpPr>
            <p:nvPr/>
          </p:nvSpPr>
          <p:spPr bwMode="auto">
            <a:xfrm>
              <a:off x="305" y="136"/>
              <a:ext cx="10" cy="21"/>
            </a:xfrm>
            <a:custGeom>
              <a:avLst/>
              <a:gdLst>
                <a:gd name="T0" fmla="*/ 13 w 17"/>
                <a:gd name="T1" fmla="*/ 6 h 35"/>
                <a:gd name="T2" fmla="*/ 17 w 17"/>
                <a:gd name="T3" fmla="*/ 14 h 35"/>
                <a:gd name="T4" fmla="*/ 16 w 17"/>
                <a:gd name="T5" fmla="*/ 30 h 35"/>
                <a:gd name="T6" fmla="*/ 13 w 17"/>
                <a:gd name="T7" fmla="*/ 33 h 35"/>
                <a:gd name="T8" fmla="*/ 3 w 17"/>
                <a:gd name="T9" fmla="*/ 28 h 35"/>
                <a:gd name="T10" fmla="*/ 0 w 17"/>
                <a:gd name="T11" fmla="*/ 20 h 35"/>
                <a:gd name="T12" fmla="*/ 0 w 17"/>
                <a:gd name="T13" fmla="*/ 4 h 35"/>
                <a:gd name="T14" fmla="*/ 4 w 17"/>
                <a:gd name="T15" fmla="*/ 1 h 35"/>
                <a:gd name="T16" fmla="*/ 13 w 17"/>
                <a:gd name="T17" fmla="*/ 6 h 35"/>
                <a:gd name="T18" fmla="*/ 13 w 17"/>
                <a:gd name="T19" fmla="*/ 6 h 35"/>
                <a:gd name="T20" fmla="*/ 13 w 17"/>
                <a:gd name="T21" fmla="*/ 6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35">
                  <a:moveTo>
                    <a:pt x="13" y="6"/>
                  </a:moveTo>
                  <a:cubicBezTo>
                    <a:pt x="15" y="8"/>
                    <a:pt x="17" y="11"/>
                    <a:pt x="17" y="14"/>
                  </a:cubicBezTo>
                  <a:cubicBezTo>
                    <a:pt x="16" y="30"/>
                    <a:pt x="16" y="30"/>
                    <a:pt x="16" y="30"/>
                  </a:cubicBezTo>
                  <a:cubicBezTo>
                    <a:pt x="16" y="33"/>
                    <a:pt x="15" y="35"/>
                    <a:pt x="13" y="33"/>
                  </a:cubicBezTo>
                  <a:cubicBezTo>
                    <a:pt x="3" y="28"/>
                    <a:pt x="3" y="28"/>
                    <a:pt x="3" y="28"/>
                  </a:cubicBezTo>
                  <a:cubicBezTo>
                    <a:pt x="1" y="27"/>
                    <a:pt x="0" y="24"/>
                    <a:pt x="0" y="20"/>
                  </a:cubicBezTo>
                  <a:cubicBezTo>
                    <a:pt x="0" y="4"/>
                    <a:pt x="0" y="4"/>
                    <a:pt x="0" y="4"/>
                  </a:cubicBezTo>
                  <a:cubicBezTo>
                    <a:pt x="0" y="1"/>
                    <a:pt x="1" y="0"/>
                    <a:pt x="4" y="1"/>
                  </a:cubicBezTo>
                  <a:cubicBezTo>
                    <a:pt x="13" y="6"/>
                    <a:pt x="13" y="6"/>
                    <a:pt x="13" y="6"/>
                  </a:cubicBezTo>
                  <a:cubicBezTo>
                    <a:pt x="13" y="6"/>
                    <a:pt x="13" y="6"/>
                    <a:pt x="13" y="6"/>
                  </a:cubicBezTo>
                  <a:cubicBezTo>
                    <a:pt x="13" y="6"/>
                    <a:pt x="13" y="6"/>
                    <a:pt x="13" y="6"/>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354" name="未知"/>
            <p:cNvSpPr>
              <a:spLocks noChangeAspect="1"/>
            </p:cNvSpPr>
            <p:nvPr/>
          </p:nvSpPr>
          <p:spPr bwMode="auto">
            <a:xfrm>
              <a:off x="321" y="145"/>
              <a:ext cx="10" cy="21"/>
            </a:xfrm>
            <a:custGeom>
              <a:avLst/>
              <a:gdLst>
                <a:gd name="T0" fmla="*/ 13 w 17"/>
                <a:gd name="T1" fmla="*/ 7 h 35"/>
                <a:gd name="T2" fmla="*/ 16 w 17"/>
                <a:gd name="T3" fmla="*/ 14 h 35"/>
                <a:gd name="T4" fmla="*/ 16 w 17"/>
                <a:gd name="T5" fmla="*/ 31 h 35"/>
                <a:gd name="T6" fmla="*/ 13 w 17"/>
                <a:gd name="T7" fmla="*/ 34 h 35"/>
                <a:gd name="T8" fmla="*/ 3 w 17"/>
                <a:gd name="T9" fmla="*/ 28 h 35"/>
                <a:gd name="T10" fmla="*/ 0 w 17"/>
                <a:gd name="T11" fmla="*/ 21 h 35"/>
                <a:gd name="T12" fmla="*/ 0 w 17"/>
                <a:gd name="T13" fmla="*/ 5 h 35"/>
                <a:gd name="T14" fmla="*/ 3 w 17"/>
                <a:gd name="T15" fmla="*/ 1 h 35"/>
                <a:gd name="T16" fmla="*/ 13 w 17"/>
                <a:gd name="T17" fmla="*/ 7 h 35"/>
                <a:gd name="T18" fmla="*/ 13 w 17"/>
                <a:gd name="T19" fmla="*/ 7 h 35"/>
                <a:gd name="T20" fmla="*/ 13 w 17"/>
                <a:gd name="T21" fmla="*/ 7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35">
                  <a:moveTo>
                    <a:pt x="13" y="7"/>
                  </a:moveTo>
                  <a:cubicBezTo>
                    <a:pt x="15" y="8"/>
                    <a:pt x="17" y="11"/>
                    <a:pt x="16" y="14"/>
                  </a:cubicBezTo>
                  <a:cubicBezTo>
                    <a:pt x="16" y="31"/>
                    <a:pt x="16" y="31"/>
                    <a:pt x="16" y="31"/>
                  </a:cubicBezTo>
                  <a:cubicBezTo>
                    <a:pt x="16" y="34"/>
                    <a:pt x="15" y="35"/>
                    <a:pt x="13" y="34"/>
                  </a:cubicBezTo>
                  <a:cubicBezTo>
                    <a:pt x="3" y="28"/>
                    <a:pt x="3" y="28"/>
                    <a:pt x="3" y="28"/>
                  </a:cubicBezTo>
                  <a:cubicBezTo>
                    <a:pt x="1" y="27"/>
                    <a:pt x="0" y="24"/>
                    <a:pt x="0" y="21"/>
                  </a:cubicBezTo>
                  <a:cubicBezTo>
                    <a:pt x="0" y="5"/>
                    <a:pt x="0" y="5"/>
                    <a:pt x="0" y="5"/>
                  </a:cubicBezTo>
                  <a:cubicBezTo>
                    <a:pt x="0" y="2"/>
                    <a:pt x="1" y="0"/>
                    <a:pt x="3" y="1"/>
                  </a:cubicBezTo>
                  <a:cubicBezTo>
                    <a:pt x="13" y="7"/>
                    <a:pt x="13" y="7"/>
                    <a:pt x="13" y="7"/>
                  </a:cubicBezTo>
                  <a:cubicBezTo>
                    <a:pt x="13" y="7"/>
                    <a:pt x="13" y="7"/>
                    <a:pt x="13" y="7"/>
                  </a:cubicBezTo>
                  <a:cubicBezTo>
                    <a:pt x="13" y="7"/>
                    <a:pt x="13" y="7"/>
                    <a:pt x="13" y="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355" name="未知"/>
            <p:cNvSpPr>
              <a:spLocks noChangeAspect="1"/>
            </p:cNvSpPr>
            <p:nvPr/>
          </p:nvSpPr>
          <p:spPr bwMode="auto">
            <a:xfrm>
              <a:off x="337" y="154"/>
              <a:ext cx="9" cy="21"/>
            </a:xfrm>
            <a:custGeom>
              <a:avLst/>
              <a:gdLst>
                <a:gd name="T0" fmla="*/ 13 w 16"/>
                <a:gd name="T1" fmla="*/ 7 h 35"/>
                <a:gd name="T2" fmla="*/ 16 w 16"/>
                <a:gd name="T3" fmla="*/ 15 h 35"/>
                <a:gd name="T4" fmla="*/ 16 w 16"/>
                <a:gd name="T5" fmla="*/ 31 h 35"/>
                <a:gd name="T6" fmla="*/ 13 w 16"/>
                <a:gd name="T7" fmla="*/ 34 h 35"/>
                <a:gd name="T8" fmla="*/ 3 w 16"/>
                <a:gd name="T9" fmla="*/ 29 h 35"/>
                <a:gd name="T10" fmla="*/ 0 w 16"/>
                <a:gd name="T11" fmla="*/ 21 h 35"/>
                <a:gd name="T12" fmla="*/ 0 w 16"/>
                <a:gd name="T13" fmla="*/ 5 h 35"/>
                <a:gd name="T14" fmla="*/ 3 w 16"/>
                <a:gd name="T15" fmla="*/ 2 h 35"/>
                <a:gd name="T16" fmla="*/ 13 w 16"/>
                <a:gd name="T17" fmla="*/ 7 h 35"/>
                <a:gd name="T18" fmla="*/ 13 w 16"/>
                <a:gd name="T19" fmla="*/ 7 h 35"/>
                <a:gd name="T20" fmla="*/ 13 w 16"/>
                <a:gd name="T21" fmla="*/ 7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 h="35">
                  <a:moveTo>
                    <a:pt x="13" y="7"/>
                  </a:moveTo>
                  <a:cubicBezTo>
                    <a:pt x="15" y="8"/>
                    <a:pt x="16" y="12"/>
                    <a:pt x="16" y="15"/>
                  </a:cubicBezTo>
                  <a:cubicBezTo>
                    <a:pt x="16" y="31"/>
                    <a:pt x="16" y="31"/>
                    <a:pt x="16" y="31"/>
                  </a:cubicBezTo>
                  <a:cubicBezTo>
                    <a:pt x="16" y="34"/>
                    <a:pt x="15" y="35"/>
                    <a:pt x="13" y="34"/>
                  </a:cubicBezTo>
                  <a:cubicBezTo>
                    <a:pt x="3" y="29"/>
                    <a:pt x="3" y="29"/>
                    <a:pt x="3" y="29"/>
                  </a:cubicBezTo>
                  <a:cubicBezTo>
                    <a:pt x="1" y="28"/>
                    <a:pt x="0" y="24"/>
                    <a:pt x="0" y="21"/>
                  </a:cubicBezTo>
                  <a:cubicBezTo>
                    <a:pt x="0" y="5"/>
                    <a:pt x="0" y="5"/>
                    <a:pt x="0" y="5"/>
                  </a:cubicBezTo>
                  <a:cubicBezTo>
                    <a:pt x="0" y="2"/>
                    <a:pt x="1" y="0"/>
                    <a:pt x="3" y="2"/>
                  </a:cubicBezTo>
                  <a:cubicBezTo>
                    <a:pt x="13" y="7"/>
                    <a:pt x="13" y="7"/>
                    <a:pt x="13" y="7"/>
                  </a:cubicBezTo>
                  <a:cubicBezTo>
                    <a:pt x="13" y="7"/>
                    <a:pt x="13" y="7"/>
                    <a:pt x="13" y="7"/>
                  </a:cubicBezTo>
                  <a:cubicBezTo>
                    <a:pt x="13" y="7"/>
                    <a:pt x="13" y="7"/>
                    <a:pt x="13" y="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356" name="未知"/>
            <p:cNvSpPr>
              <a:spLocks noChangeAspect="1"/>
            </p:cNvSpPr>
            <p:nvPr/>
          </p:nvSpPr>
          <p:spPr bwMode="auto">
            <a:xfrm>
              <a:off x="352" y="164"/>
              <a:ext cx="10" cy="21"/>
            </a:xfrm>
            <a:custGeom>
              <a:avLst/>
              <a:gdLst>
                <a:gd name="T0" fmla="*/ 13 w 16"/>
                <a:gd name="T1" fmla="*/ 6 h 35"/>
                <a:gd name="T2" fmla="*/ 16 w 16"/>
                <a:gd name="T3" fmla="*/ 14 h 35"/>
                <a:gd name="T4" fmla="*/ 16 w 16"/>
                <a:gd name="T5" fmla="*/ 30 h 35"/>
                <a:gd name="T6" fmla="*/ 13 w 16"/>
                <a:gd name="T7" fmla="*/ 33 h 35"/>
                <a:gd name="T8" fmla="*/ 3 w 16"/>
                <a:gd name="T9" fmla="*/ 28 h 35"/>
                <a:gd name="T10" fmla="*/ 0 w 16"/>
                <a:gd name="T11" fmla="*/ 20 h 35"/>
                <a:gd name="T12" fmla="*/ 0 w 16"/>
                <a:gd name="T13" fmla="*/ 4 h 35"/>
                <a:gd name="T14" fmla="*/ 3 w 16"/>
                <a:gd name="T15" fmla="*/ 1 h 35"/>
                <a:gd name="T16" fmla="*/ 13 w 16"/>
                <a:gd name="T17" fmla="*/ 6 h 35"/>
                <a:gd name="T18" fmla="*/ 13 w 16"/>
                <a:gd name="T19" fmla="*/ 6 h 35"/>
                <a:gd name="T20" fmla="*/ 13 w 16"/>
                <a:gd name="T21" fmla="*/ 6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 h="35">
                  <a:moveTo>
                    <a:pt x="13" y="6"/>
                  </a:moveTo>
                  <a:cubicBezTo>
                    <a:pt x="15" y="7"/>
                    <a:pt x="16" y="11"/>
                    <a:pt x="16" y="14"/>
                  </a:cubicBezTo>
                  <a:cubicBezTo>
                    <a:pt x="16" y="30"/>
                    <a:pt x="16" y="30"/>
                    <a:pt x="16" y="30"/>
                  </a:cubicBezTo>
                  <a:cubicBezTo>
                    <a:pt x="16" y="33"/>
                    <a:pt x="15" y="35"/>
                    <a:pt x="13" y="33"/>
                  </a:cubicBezTo>
                  <a:cubicBezTo>
                    <a:pt x="3" y="28"/>
                    <a:pt x="3" y="28"/>
                    <a:pt x="3" y="28"/>
                  </a:cubicBezTo>
                  <a:cubicBezTo>
                    <a:pt x="1" y="27"/>
                    <a:pt x="0" y="23"/>
                    <a:pt x="0" y="20"/>
                  </a:cubicBezTo>
                  <a:cubicBezTo>
                    <a:pt x="0" y="4"/>
                    <a:pt x="0" y="4"/>
                    <a:pt x="0" y="4"/>
                  </a:cubicBezTo>
                  <a:cubicBezTo>
                    <a:pt x="0" y="1"/>
                    <a:pt x="1" y="0"/>
                    <a:pt x="3" y="1"/>
                  </a:cubicBezTo>
                  <a:cubicBezTo>
                    <a:pt x="13" y="6"/>
                    <a:pt x="13" y="6"/>
                    <a:pt x="13" y="6"/>
                  </a:cubicBezTo>
                  <a:cubicBezTo>
                    <a:pt x="13" y="6"/>
                    <a:pt x="13" y="6"/>
                    <a:pt x="13" y="6"/>
                  </a:cubicBezTo>
                  <a:cubicBezTo>
                    <a:pt x="13" y="6"/>
                    <a:pt x="13" y="6"/>
                    <a:pt x="13" y="6"/>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357" name="未知"/>
            <p:cNvSpPr>
              <a:spLocks noChangeAspect="1"/>
            </p:cNvSpPr>
            <p:nvPr/>
          </p:nvSpPr>
          <p:spPr bwMode="auto">
            <a:xfrm>
              <a:off x="368" y="173"/>
              <a:ext cx="10" cy="21"/>
            </a:xfrm>
            <a:custGeom>
              <a:avLst/>
              <a:gdLst>
                <a:gd name="T0" fmla="*/ 14 w 17"/>
                <a:gd name="T1" fmla="*/ 7 h 35"/>
                <a:gd name="T2" fmla="*/ 17 w 17"/>
                <a:gd name="T3" fmla="*/ 14 h 35"/>
                <a:gd name="T4" fmla="*/ 17 w 17"/>
                <a:gd name="T5" fmla="*/ 30 h 35"/>
                <a:gd name="T6" fmla="*/ 14 w 17"/>
                <a:gd name="T7" fmla="*/ 34 h 35"/>
                <a:gd name="T8" fmla="*/ 4 w 17"/>
                <a:gd name="T9" fmla="*/ 28 h 35"/>
                <a:gd name="T10" fmla="*/ 1 w 17"/>
                <a:gd name="T11" fmla="*/ 21 h 35"/>
                <a:gd name="T12" fmla="*/ 1 w 17"/>
                <a:gd name="T13" fmla="*/ 4 h 35"/>
                <a:gd name="T14" fmla="*/ 4 w 17"/>
                <a:gd name="T15" fmla="*/ 1 h 35"/>
                <a:gd name="T16" fmla="*/ 14 w 17"/>
                <a:gd name="T17" fmla="*/ 7 h 35"/>
                <a:gd name="T18" fmla="*/ 14 w 17"/>
                <a:gd name="T19" fmla="*/ 7 h 35"/>
                <a:gd name="T20" fmla="*/ 14 w 17"/>
                <a:gd name="T21" fmla="*/ 7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35">
                  <a:moveTo>
                    <a:pt x="14" y="7"/>
                  </a:moveTo>
                  <a:cubicBezTo>
                    <a:pt x="16" y="8"/>
                    <a:pt x="17" y="11"/>
                    <a:pt x="17" y="14"/>
                  </a:cubicBezTo>
                  <a:cubicBezTo>
                    <a:pt x="17" y="30"/>
                    <a:pt x="17" y="30"/>
                    <a:pt x="17" y="30"/>
                  </a:cubicBezTo>
                  <a:cubicBezTo>
                    <a:pt x="17" y="33"/>
                    <a:pt x="16" y="35"/>
                    <a:pt x="14" y="34"/>
                  </a:cubicBezTo>
                  <a:cubicBezTo>
                    <a:pt x="4" y="28"/>
                    <a:pt x="4" y="28"/>
                    <a:pt x="4" y="28"/>
                  </a:cubicBezTo>
                  <a:cubicBezTo>
                    <a:pt x="2" y="27"/>
                    <a:pt x="0" y="24"/>
                    <a:pt x="1" y="21"/>
                  </a:cubicBezTo>
                  <a:cubicBezTo>
                    <a:pt x="1" y="4"/>
                    <a:pt x="1" y="4"/>
                    <a:pt x="1" y="4"/>
                  </a:cubicBezTo>
                  <a:cubicBezTo>
                    <a:pt x="1" y="1"/>
                    <a:pt x="2" y="0"/>
                    <a:pt x="4" y="1"/>
                  </a:cubicBezTo>
                  <a:cubicBezTo>
                    <a:pt x="14" y="7"/>
                    <a:pt x="14" y="7"/>
                    <a:pt x="14" y="7"/>
                  </a:cubicBezTo>
                  <a:cubicBezTo>
                    <a:pt x="14" y="7"/>
                    <a:pt x="14" y="7"/>
                    <a:pt x="14" y="7"/>
                  </a:cubicBezTo>
                  <a:cubicBezTo>
                    <a:pt x="14" y="7"/>
                    <a:pt x="14" y="7"/>
                    <a:pt x="14" y="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358" name="未知"/>
            <p:cNvSpPr>
              <a:spLocks noChangeAspect="1"/>
            </p:cNvSpPr>
            <p:nvPr/>
          </p:nvSpPr>
          <p:spPr bwMode="auto">
            <a:xfrm>
              <a:off x="210" y="121"/>
              <a:ext cx="10" cy="22"/>
            </a:xfrm>
            <a:custGeom>
              <a:avLst/>
              <a:gdLst>
                <a:gd name="T0" fmla="*/ 13 w 17"/>
                <a:gd name="T1" fmla="*/ 7 h 35"/>
                <a:gd name="T2" fmla="*/ 17 w 17"/>
                <a:gd name="T3" fmla="*/ 14 h 35"/>
                <a:gd name="T4" fmla="*/ 17 w 17"/>
                <a:gd name="T5" fmla="*/ 31 h 35"/>
                <a:gd name="T6" fmla="*/ 13 w 17"/>
                <a:gd name="T7" fmla="*/ 34 h 35"/>
                <a:gd name="T8" fmla="*/ 4 w 17"/>
                <a:gd name="T9" fmla="*/ 29 h 35"/>
                <a:gd name="T10" fmla="*/ 0 w 17"/>
                <a:gd name="T11" fmla="*/ 21 h 35"/>
                <a:gd name="T12" fmla="*/ 0 w 17"/>
                <a:gd name="T13" fmla="*/ 5 h 35"/>
                <a:gd name="T14" fmla="*/ 4 w 17"/>
                <a:gd name="T15" fmla="*/ 1 h 35"/>
                <a:gd name="T16" fmla="*/ 13 w 17"/>
                <a:gd name="T17" fmla="*/ 7 h 35"/>
                <a:gd name="T18" fmla="*/ 13 w 17"/>
                <a:gd name="T19" fmla="*/ 7 h 35"/>
                <a:gd name="T20" fmla="*/ 13 w 17"/>
                <a:gd name="T21" fmla="*/ 7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35">
                  <a:moveTo>
                    <a:pt x="13" y="7"/>
                  </a:moveTo>
                  <a:cubicBezTo>
                    <a:pt x="15" y="8"/>
                    <a:pt x="17" y="11"/>
                    <a:pt x="17" y="14"/>
                  </a:cubicBezTo>
                  <a:cubicBezTo>
                    <a:pt x="17" y="31"/>
                    <a:pt x="17" y="31"/>
                    <a:pt x="17" y="31"/>
                  </a:cubicBezTo>
                  <a:cubicBezTo>
                    <a:pt x="17" y="34"/>
                    <a:pt x="15" y="35"/>
                    <a:pt x="13" y="34"/>
                  </a:cubicBezTo>
                  <a:cubicBezTo>
                    <a:pt x="4" y="29"/>
                    <a:pt x="4" y="29"/>
                    <a:pt x="4" y="29"/>
                  </a:cubicBezTo>
                  <a:cubicBezTo>
                    <a:pt x="1" y="27"/>
                    <a:pt x="0" y="24"/>
                    <a:pt x="0" y="21"/>
                  </a:cubicBezTo>
                  <a:cubicBezTo>
                    <a:pt x="0" y="5"/>
                    <a:pt x="0" y="5"/>
                    <a:pt x="0" y="5"/>
                  </a:cubicBezTo>
                  <a:cubicBezTo>
                    <a:pt x="0" y="2"/>
                    <a:pt x="2" y="0"/>
                    <a:pt x="4" y="1"/>
                  </a:cubicBezTo>
                  <a:cubicBezTo>
                    <a:pt x="13" y="7"/>
                    <a:pt x="13" y="7"/>
                    <a:pt x="13" y="7"/>
                  </a:cubicBezTo>
                  <a:cubicBezTo>
                    <a:pt x="13" y="7"/>
                    <a:pt x="13" y="7"/>
                    <a:pt x="13" y="7"/>
                  </a:cubicBezTo>
                  <a:cubicBezTo>
                    <a:pt x="13" y="7"/>
                    <a:pt x="13" y="7"/>
                    <a:pt x="13" y="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359" name="未知"/>
            <p:cNvSpPr>
              <a:spLocks noChangeAspect="1"/>
            </p:cNvSpPr>
            <p:nvPr/>
          </p:nvSpPr>
          <p:spPr bwMode="auto">
            <a:xfrm>
              <a:off x="226" y="131"/>
              <a:ext cx="10" cy="21"/>
            </a:xfrm>
            <a:custGeom>
              <a:avLst/>
              <a:gdLst>
                <a:gd name="T0" fmla="*/ 13 w 17"/>
                <a:gd name="T1" fmla="*/ 6 h 34"/>
                <a:gd name="T2" fmla="*/ 17 w 17"/>
                <a:gd name="T3" fmla="*/ 14 h 34"/>
                <a:gd name="T4" fmla="*/ 17 w 17"/>
                <a:gd name="T5" fmla="*/ 30 h 34"/>
                <a:gd name="T6" fmla="*/ 13 w 17"/>
                <a:gd name="T7" fmla="*/ 33 h 34"/>
                <a:gd name="T8" fmla="*/ 4 w 17"/>
                <a:gd name="T9" fmla="*/ 28 h 34"/>
                <a:gd name="T10" fmla="*/ 0 w 17"/>
                <a:gd name="T11" fmla="*/ 20 h 34"/>
                <a:gd name="T12" fmla="*/ 0 w 17"/>
                <a:gd name="T13" fmla="*/ 4 h 34"/>
                <a:gd name="T14" fmla="*/ 4 w 17"/>
                <a:gd name="T15" fmla="*/ 1 h 34"/>
                <a:gd name="T16" fmla="*/ 13 w 17"/>
                <a:gd name="T17" fmla="*/ 6 h 34"/>
                <a:gd name="T18" fmla="*/ 13 w 17"/>
                <a:gd name="T19" fmla="*/ 6 h 34"/>
                <a:gd name="T20" fmla="*/ 13 w 17"/>
                <a:gd name="T21" fmla="*/ 6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34">
                  <a:moveTo>
                    <a:pt x="13" y="6"/>
                  </a:moveTo>
                  <a:cubicBezTo>
                    <a:pt x="15" y="7"/>
                    <a:pt x="17" y="11"/>
                    <a:pt x="17" y="14"/>
                  </a:cubicBezTo>
                  <a:cubicBezTo>
                    <a:pt x="17" y="30"/>
                    <a:pt x="17" y="30"/>
                    <a:pt x="17" y="30"/>
                  </a:cubicBezTo>
                  <a:cubicBezTo>
                    <a:pt x="17" y="33"/>
                    <a:pt x="15" y="34"/>
                    <a:pt x="13" y="33"/>
                  </a:cubicBezTo>
                  <a:cubicBezTo>
                    <a:pt x="4" y="28"/>
                    <a:pt x="4" y="28"/>
                    <a:pt x="4" y="28"/>
                  </a:cubicBezTo>
                  <a:cubicBezTo>
                    <a:pt x="1" y="27"/>
                    <a:pt x="0" y="23"/>
                    <a:pt x="0" y="20"/>
                  </a:cubicBezTo>
                  <a:cubicBezTo>
                    <a:pt x="0" y="4"/>
                    <a:pt x="0" y="4"/>
                    <a:pt x="0" y="4"/>
                  </a:cubicBezTo>
                  <a:cubicBezTo>
                    <a:pt x="0" y="1"/>
                    <a:pt x="2" y="0"/>
                    <a:pt x="4" y="1"/>
                  </a:cubicBezTo>
                  <a:cubicBezTo>
                    <a:pt x="13" y="6"/>
                    <a:pt x="13" y="6"/>
                    <a:pt x="13" y="6"/>
                  </a:cubicBezTo>
                  <a:cubicBezTo>
                    <a:pt x="13" y="6"/>
                    <a:pt x="13" y="6"/>
                    <a:pt x="13" y="6"/>
                  </a:cubicBezTo>
                  <a:cubicBezTo>
                    <a:pt x="13" y="6"/>
                    <a:pt x="13" y="6"/>
                    <a:pt x="13" y="6"/>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360" name="未知"/>
            <p:cNvSpPr>
              <a:spLocks noChangeAspect="1"/>
            </p:cNvSpPr>
            <p:nvPr/>
          </p:nvSpPr>
          <p:spPr bwMode="auto">
            <a:xfrm>
              <a:off x="242" y="140"/>
              <a:ext cx="10" cy="21"/>
            </a:xfrm>
            <a:custGeom>
              <a:avLst/>
              <a:gdLst>
                <a:gd name="T0" fmla="*/ 13 w 17"/>
                <a:gd name="T1" fmla="*/ 6 h 35"/>
                <a:gd name="T2" fmla="*/ 17 w 17"/>
                <a:gd name="T3" fmla="*/ 14 h 35"/>
                <a:gd name="T4" fmla="*/ 17 w 17"/>
                <a:gd name="T5" fmla="*/ 30 h 35"/>
                <a:gd name="T6" fmla="*/ 13 w 17"/>
                <a:gd name="T7" fmla="*/ 34 h 35"/>
                <a:gd name="T8" fmla="*/ 4 w 17"/>
                <a:gd name="T9" fmla="*/ 28 h 35"/>
                <a:gd name="T10" fmla="*/ 0 w 17"/>
                <a:gd name="T11" fmla="*/ 20 h 35"/>
                <a:gd name="T12" fmla="*/ 0 w 17"/>
                <a:gd name="T13" fmla="*/ 4 h 35"/>
                <a:gd name="T14" fmla="*/ 4 w 17"/>
                <a:gd name="T15" fmla="*/ 1 h 35"/>
                <a:gd name="T16" fmla="*/ 13 w 17"/>
                <a:gd name="T17" fmla="*/ 6 h 35"/>
                <a:gd name="T18" fmla="*/ 13 w 17"/>
                <a:gd name="T19" fmla="*/ 6 h 35"/>
                <a:gd name="T20" fmla="*/ 13 w 17"/>
                <a:gd name="T21" fmla="*/ 6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35">
                  <a:moveTo>
                    <a:pt x="13" y="6"/>
                  </a:moveTo>
                  <a:cubicBezTo>
                    <a:pt x="15" y="8"/>
                    <a:pt x="17" y="11"/>
                    <a:pt x="17" y="14"/>
                  </a:cubicBezTo>
                  <a:cubicBezTo>
                    <a:pt x="17" y="30"/>
                    <a:pt x="17" y="30"/>
                    <a:pt x="17" y="30"/>
                  </a:cubicBezTo>
                  <a:cubicBezTo>
                    <a:pt x="17" y="33"/>
                    <a:pt x="15" y="35"/>
                    <a:pt x="13" y="34"/>
                  </a:cubicBezTo>
                  <a:cubicBezTo>
                    <a:pt x="4" y="28"/>
                    <a:pt x="4" y="28"/>
                    <a:pt x="4" y="28"/>
                  </a:cubicBezTo>
                  <a:cubicBezTo>
                    <a:pt x="1" y="27"/>
                    <a:pt x="0" y="24"/>
                    <a:pt x="0" y="20"/>
                  </a:cubicBezTo>
                  <a:cubicBezTo>
                    <a:pt x="0" y="4"/>
                    <a:pt x="0" y="4"/>
                    <a:pt x="0" y="4"/>
                  </a:cubicBezTo>
                  <a:cubicBezTo>
                    <a:pt x="0" y="1"/>
                    <a:pt x="2" y="0"/>
                    <a:pt x="4" y="1"/>
                  </a:cubicBezTo>
                  <a:cubicBezTo>
                    <a:pt x="13" y="6"/>
                    <a:pt x="13" y="6"/>
                    <a:pt x="13" y="6"/>
                  </a:cubicBezTo>
                  <a:cubicBezTo>
                    <a:pt x="13" y="6"/>
                    <a:pt x="13" y="6"/>
                    <a:pt x="13" y="6"/>
                  </a:cubicBezTo>
                  <a:cubicBezTo>
                    <a:pt x="13" y="6"/>
                    <a:pt x="13" y="6"/>
                    <a:pt x="13" y="6"/>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361" name="未知"/>
            <p:cNvSpPr>
              <a:spLocks noChangeAspect="1"/>
            </p:cNvSpPr>
            <p:nvPr/>
          </p:nvSpPr>
          <p:spPr bwMode="auto">
            <a:xfrm>
              <a:off x="257" y="149"/>
              <a:ext cx="11" cy="22"/>
            </a:xfrm>
            <a:custGeom>
              <a:avLst/>
              <a:gdLst>
                <a:gd name="T0" fmla="*/ 13 w 17"/>
                <a:gd name="T1" fmla="*/ 7 h 35"/>
                <a:gd name="T2" fmla="*/ 17 w 17"/>
                <a:gd name="T3" fmla="*/ 14 h 35"/>
                <a:gd name="T4" fmla="*/ 17 w 17"/>
                <a:gd name="T5" fmla="*/ 31 h 35"/>
                <a:gd name="T6" fmla="*/ 13 w 17"/>
                <a:gd name="T7" fmla="*/ 34 h 35"/>
                <a:gd name="T8" fmla="*/ 4 w 17"/>
                <a:gd name="T9" fmla="*/ 28 h 35"/>
                <a:gd name="T10" fmla="*/ 0 w 17"/>
                <a:gd name="T11" fmla="*/ 21 h 35"/>
                <a:gd name="T12" fmla="*/ 0 w 17"/>
                <a:gd name="T13" fmla="*/ 5 h 35"/>
                <a:gd name="T14" fmla="*/ 4 w 17"/>
                <a:gd name="T15" fmla="*/ 1 h 35"/>
                <a:gd name="T16" fmla="*/ 13 w 17"/>
                <a:gd name="T17" fmla="*/ 7 h 35"/>
                <a:gd name="T18" fmla="*/ 13 w 17"/>
                <a:gd name="T19" fmla="*/ 7 h 35"/>
                <a:gd name="T20" fmla="*/ 13 w 17"/>
                <a:gd name="T21" fmla="*/ 7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35">
                  <a:moveTo>
                    <a:pt x="13" y="7"/>
                  </a:moveTo>
                  <a:cubicBezTo>
                    <a:pt x="15" y="8"/>
                    <a:pt x="17" y="11"/>
                    <a:pt x="17" y="14"/>
                  </a:cubicBezTo>
                  <a:cubicBezTo>
                    <a:pt x="17" y="31"/>
                    <a:pt x="17" y="31"/>
                    <a:pt x="17" y="31"/>
                  </a:cubicBezTo>
                  <a:cubicBezTo>
                    <a:pt x="17" y="34"/>
                    <a:pt x="15" y="35"/>
                    <a:pt x="13" y="34"/>
                  </a:cubicBezTo>
                  <a:cubicBezTo>
                    <a:pt x="4" y="28"/>
                    <a:pt x="4" y="28"/>
                    <a:pt x="4" y="28"/>
                  </a:cubicBezTo>
                  <a:cubicBezTo>
                    <a:pt x="1" y="27"/>
                    <a:pt x="0" y="24"/>
                    <a:pt x="0" y="21"/>
                  </a:cubicBezTo>
                  <a:cubicBezTo>
                    <a:pt x="0" y="5"/>
                    <a:pt x="0" y="5"/>
                    <a:pt x="0" y="5"/>
                  </a:cubicBezTo>
                  <a:cubicBezTo>
                    <a:pt x="0" y="2"/>
                    <a:pt x="1" y="0"/>
                    <a:pt x="4" y="1"/>
                  </a:cubicBezTo>
                  <a:cubicBezTo>
                    <a:pt x="13" y="7"/>
                    <a:pt x="13" y="7"/>
                    <a:pt x="13" y="7"/>
                  </a:cubicBezTo>
                  <a:cubicBezTo>
                    <a:pt x="13" y="7"/>
                    <a:pt x="13" y="7"/>
                    <a:pt x="13" y="7"/>
                  </a:cubicBezTo>
                  <a:cubicBezTo>
                    <a:pt x="13" y="7"/>
                    <a:pt x="13" y="7"/>
                    <a:pt x="13" y="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362" name="未知"/>
            <p:cNvSpPr>
              <a:spLocks noChangeAspect="1"/>
            </p:cNvSpPr>
            <p:nvPr/>
          </p:nvSpPr>
          <p:spPr bwMode="auto">
            <a:xfrm>
              <a:off x="273" y="158"/>
              <a:ext cx="11" cy="22"/>
            </a:xfrm>
            <a:custGeom>
              <a:avLst/>
              <a:gdLst>
                <a:gd name="T0" fmla="*/ 13 w 17"/>
                <a:gd name="T1" fmla="*/ 7 h 35"/>
                <a:gd name="T2" fmla="*/ 17 w 17"/>
                <a:gd name="T3" fmla="*/ 15 h 35"/>
                <a:gd name="T4" fmla="*/ 17 w 17"/>
                <a:gd name="T5" fmla="*/ 31 h 35"/>
                <a:gd name="T6" fmla="*/ 13 w 17"/>
                <a:gd name="T7" fmla="*/ 34 h 35"/>
                <a:gd name="T8" fmla="*/ 3 w 17"/>
                <a:gd name="T9" fmla="*/ 29 h 35"/>
                <a:gd name="T10" fmla="*/ 0 w 17"/>
                <a:gd name="T11" fmla="*/ 21 h 35"/>
                <a:gd name="T12" fmla="*/ 0 w 17"/>
                <a:gd name="T13" fmla="*/ 5 h 35"/>
                <a:gd name="T14" fmla="*/ 4 w 17"/>
                <a:gd name="T15" fmla="*/ 2 h 35"/>
                <a:gd name="T16" fmla="*/ 13 w 17"/>
                <a:gd name="T17" fmla="*/ 7 h 35"/>
                <a:gd name="T18" fmla="*/ 13 w 17"/>
                <a:gd name="T19" fmla="*/ 7 h 35"/>
                <a:gd name="T20" fmla="*/ 13 w 17"/>
                <a:gd name="T21" fmla="*/ 7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35">
                  <a:moveTo>
                    <a:pt x="13" y="7"/>
                  </a:moveTo>
                  <a:cubicBezTo>
                    <a:pt x="15" y="8"/>
                    <a:pt x="17" y="12"/>
                    <a:pt x="17" y="15"/>
                  </a:cubicBezTo>
                  <a:cubicBezTo>
                    <a:pt x="17" y="31"/>
                    <a:pt x="17" y="31"/>
                    <a:pt x="17" y="31"/>
                  </a:cubicBezTo>
                  <a:cubicBezTo>
                    <a:pt x="17" y="34"/>
                    <a:pt x="15" y="35"/>
                    <a:pt x="13" y="34"/>
                  </a:cubicBezTo>
                  <a:cubicBezTo>
                    <a:pt x="3" y="29"/>
                    <a:pt x="3" y="29"/>
                    <a:pt x="3" y="29"/>
                  </a:cubicBezTo>
                  <a:cubicBezTo>
                    <a:pt x="1" y="28"/>
                    <a:pt x="0" y="24"/>
                    <a:pt x="0" y="21"/>
                  </a:cubicBezTo>
                  <a:cubicBezTo>
                    <a:pt x="0" y="5"/>
                    <a:pt x="0" y="5"/>
                    <a:pt x="0" y="5"/>
                  </a:cubicBezTo>
                  <a:cubicBezTo>
                    <a:pt x="0" y="2"/>
                    <a:pt x="1" y="0"/>
                    <a:pt x="4" y="2"/>
                  </a:cubicBezTo>
                  <a:cubicBezTo>
                    <a:pt x="13" y="7"/>
                    <a:pt x="13" y="7"/>
                    <a:pt x="13" y="7"/>
                  </a:cubicBezTo>
                  <a:cubicBezTo>
                    <a:pt x="13" y="7"/>
                    <a:pt x="13" y="7"/>
                    <a:pt x="13" y="7"/>
                  </a:cubicBezTo>
                  <a:cubicBezTo>
                    <a:pt x="13" y="7"/>
                    <a:pt x="13" y="7"/>
                    <a:pt x="13" y="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363" name="未知"/>
            <p:cNvSpPr>
              <a:spLocks noChangeAspect="1"/>
            </p:cNvSpPr>
            <p:nvPr/>
          </p:nvSpPr>
          <p:spPr bwMode="auto">
            <a:xfrm>
              <a:off x="289" y="168"/>
              <a:ext cx="10" cy="21"/>
            </a:xfrm>
            <a:custGeom>
              <a:avLst/>
              <a:gdLst>
                <a:gd name="T0" fmla="*/ 13 w 17"/>
                <a:gd name="T1" fmla="*/ 6 h 35"/>
                <a:gd name="T2" fmla="*/ 17 w 17"/>
                <a:gd name="T3" fmla="*/ 14 h 35"/>
                <a:gd name="T4" fmla="*/ 17 w 17"/>
                <a:gd name="T5" fmla="*/ 30 h 35"/>
                <a:gd name="T6" fmla="*/ 13 w 17"/>
                <a:gd name="T7" fmla="*/ 33 h 35"/>
                <a:gd name="T8" fmla="*/ 3 w 17"/>
                <a:gd name="T9" fmla="*/ 28 h 35"/>
                <a:gd name="T10" fmla="*/ 0 w 17"/>
                <a:gd name="T11" fmla="*/ 20 h 35"/>
                <a:gd name="T12" fmla="*/ 0 w 17"/>
                <a:gd name="T13" fmla="*/ 4 h 35"/>
                <a:gd name="T14" fmla="*/ 4 w 17"/>
                <a:gd name="T15" fmla="*/ 1 h 35"/>
                <a:gd name="T16" fmla="*/ 13 w 17"/>
                <a:gd name="T17" fmla="*/ 6 h 35"/>
                <a:gd name="T18" fmla="*/ 13 w 17"/>
                <a:gd name="T19" fmla="*/ 6 h 35"/>
                <a:gd name="T20" fmla="*/ 13 w 17"/>
                <a:gd name="T21" fmla="*/ 6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35">
                  <a:moveTo>
                    <a:pt x="13" y="6"/>
                  </a:moveTo>
                  <a:cubicBezTo>
                    <a:pt x="15" y="7"/>
                    <a:pt x="17" y="11"/>
                    <a:pt x="17" y="14"/>
                  </a:cubicBezTo>
                  <a:cubicBezTo>
                    <a:pt x="17" y="30"/>
                    <a:pt x="17" y="30"/>
                    <a:pt x="17" y="30"/>
                  </a:cubicBezTo>
                  <a:cubicBezTo>
                    <a:pt x="17" y="33"/>
                    <a:pt x="15" y="35"/>
                    <a:pt x="13" y="33"/>
                  </a:cubicBezTo>
                  <a:cubicBezTo>
                    <a:pt x="3" y="28"/>
                    <a:pt x="3" y="28"/>
                    <a:pt x="3" y="28"/>
                  </a:cubicBezTo>
                  <a:cubicBezTo>
                    <a:pt x="1" y="27"/>
                    <a:pt x="0" y="23"/>
                    <a:pt x="0" y="20"/>
                  </a:cubicBezTo>
                  <a:cubicBezTo>
                    <a:pt x="0" y="4"/>
                    <a:pt x="0" y="4"/>
                    <a:pt x="0" y="4"/>
                  </a:cubicBezTo>
                  <a:cubicBezTo>
                    <a:pt x="0" y="1"/>
                    <a:pt x="1" y="0"/>
                    <a:pt x="4" y="1"/>
                  </a:cubicBezTo>
                  <a:cubicBezTo>
                    <a:pt x="13" y="6"/>
                    <a:pt x="13" y="6"/>
                    <a:pt x="13" y="6"/>
                  </a:cubicBezTo>
                  <a:cubicBezTo>
                    <a:pt x="13" y="6"/>
                    <a:pt x="13" y="6"/>
                    <a:pt x="13" y="6"/>
                  </a:cubicBezTo>
                  <a:cubicBezTo>
                    <a:pt x="13" y="6"/>
                    <a:pt x="13" y="6"/>
                    <a:pt x="13" y="6"/>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364" name="未知"/>
            <p:cNvSpPr>
              <a:spLocks noChangeAspect="1"/>
            </p:cNvSpPr>
            <p:nvPr/>
          </p:nvSpPr>
          <p:spPr bwMode="auto">
            <a:xfrm>
              <a:off x="305" y="177"/>
              <a:ext cx="10" cy="22"/>
            </a:xfrm>
            <a:custGeom>
              <a:avLst/>
              <a:gdLst>
                <a:gd name="T0" fmla="*/ 13 w 17"/>
                <a:gd name="T1" fmla="*/ 7 h 35"/>
                <a:gd name="T2" fmla="*/ 17 w 17"/>
                <a:gd name="T3" fmla="*/ 14 h 35"/>
                <a:gd name="T4" fmla="*/ 16 w 17"/>
                <a:gd name="T5" fmla="*/ 30 h 35"/>
                <a:gd name="T6" fmla="*/ 13 w 17"/>
                <a:gd name="T7" fmla="*/ 34 h 35"/>
                <a:gd name="T8" fmla="*/ 3 w 17"/>
                <a:gd name="T9" fmla="*/ 28 h 35"/>
                <a:gd name="T10" fmla="*/ 0 w 17"/>
                <a:gd name="T11" fmla="*/ 21 h 35"/>
                <a:gd name="T12" fmla="*/ 0 w 17"/>
                <a:gd name="T13" fmla="*/ 5 h 35"/>
                <a:gd name="T14" fmla="*/ 4 w 17"/>
                <a:gd name="T15" fmla="*/ 1 h 35"/>
                <a:gd name="T16" fmla="*/ 13 w 17"/>
                <a:gd name="T17" fmla="*/ 7 h 35"/>
                <a:gd name="T18" fmla="*/ 13 w 17"/>
                <a:gd name="T19" fmla="*/ 7 h 35"/>
                <a:gd name="T20" fmla="*/ 13 w 17"/>
                <a:gd name="T21" fmla="*/ 7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35">
                  <a:moveTo>
                    <a:pt x="13" y="7"/>
                  </a:moveTo>
                  <a:cubicBezTo>
                    <a:pt x="15" y="8"/>
                    <a:pt x="17" y="11"/>
                    <a:pt x="17" y="14"/>
                  </a:cubicBezTo>
                  <a:cubicBezTo>
                    <a:pt x="16" y="30"/>
                    <a:pt x="16" y="30"/>
                    <a:pt x="16" y="30"/>
                  </a:cubicBezTo>
                  <a:cubicBezTo>
                    <a:pt x="16" y="33"/>
                    <a:pt x="15" y="35"/>
                    <a:pt x="13" y="34"/>
                  </a:cubicBezTo>
                  <a:cubicBezTo>
                    <a:pt x="3" y="28"/>
                    <a:pt x="3" y="28"/>
                    <a:pt x="3" y="28"/>
                  </a:cubicBezTo>
                  <a:cubicBezTo>
                    <a:pt x="1" y="27"/>
                    <a:pt x="0" y="24"/>
                    <a:pt x="0" y="21"/>
                  </a:cubicBezTo>
                  <a:cubicBezTo>
                    <a:pt x="0" y="5"/>
                    <a:pt x="0" y="5"/>
                    <a:pt x="0" y="5"/>
                  </a:cubicBezTo>
                  <a:cubicBezTo>
                    <a:pt x="0" y="1"/>
                    <a:pt x="1" y="0"/>
                    <a:pt x="4" y="1"/>
                  </a:cubicBezTo>
                  <a:cubicBezTo>
                    <a:pt x="13" y="7"/>
                    <a:pt x="13" y="7"/>
                    <a:pt x="13" y="7"/>
                  </a:cubicBezTo>
                  <a:cubicBezTo>
                    <a:pt x="13" y="7"/>
                    <a:pt x="13" y="7"/>
                    <a:pt x="13" y="7"/>
                  </a:cubicBezTo>
                  <a:cubicBezTo>
                    <a:pt x="13" y="7"/>
                    <a:pt x="13" y="7"/>
                    <a:pt x="13" y="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365" name="未知"/>
            <p:cNvSpPr>
              <a:spLocks noChangeAspect="1"/>
            </p:cNvSpPr>
            <p:nvPr/>
          </p:nvSpPr>
          <p:spPr bwMode="auto">
            <a:xfrm>
              <a:off x="321" y="186"/>
              <a:ext cx="10" cy="22"/>
            </a:xfrm>
            <a:custGeom>
              <a:avLst/>
              <a:gdLst>
                <a:gd name="T0" fmla="*/ 13 w 17"/>
                <a:gd name="T1" fmla="*/ 7 h 35"/>
                <a:gd name="T2" fmla="*/ 16 w 17"/>
                <a:gd name="T3" fmla="*/ 15 h 35"/>
                <a:gd name="T4" fmla="*/ 16 w 17"/>
                <a:gd name="T5" fmla="*/ 31 h 35"/>
                <a:gd name="T6" fmla="*/ 13 w 17"/>
                <a:gd name="T7" fmla="*/ 34 h 35"/>
                <a:gd name="T8" fmla="*/ 3 w 17"/>
                <a:gd name="T9" fmla="*/ 29 h 35"/>
                <a:gd name="T10" fmla="*/ 0 w 17"/>
                <a:gd name="T11" fmla="*/ 21 h 35"/>
                <a:gd name="T12" fmla="*/ 0 w 17"/>
                <a:gd name="T13" fmla="*/ 5 h 35"/>
                <a:gd name="T14" fmla="*/ 3 w 17"/>
                <a:gd name="T15" fmla="*/ 2 h 35"/>
                <a:gd name="T16" fmla="*/ 13 w 17"/>
                <a:gd name="T17" fmla="*/ 7 h 35"/>
                <a:gd name="T18" fmla="*/ 13 w 17"/>
                <a:gd name="T19" fmla="*/ 7 h 35"/>
                <a:gd name="T20" fmla="*/ 13 w 17"/>
                <a:gd name="T21" fmla="*/ 7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35">
                  <a:moveTo>
                    <a:pt x="13" y="7"/>
                  </a:moveTo>
                  <a:cubicBezTo>
                    <a:pt x="15" y="8"/>
                    <a:pt x="17" y="12"/>
                    <a:pt x="16" y="15"/>
                  </a:cubicBezTo>
                  <a:cubicBezTo>
                    <a:pt x="16" y="31"/>
                    <a:pt x="16" y="31"/>
                    <a:pt x="16" y="31"/>
                  </a:cubicBezTo>
                  <a:cubicBezTo>
                    <a:pt x="16" y="34"/>
                    <a:pt x="15" y="35"/>
                    <a:pt x="13" y="34"/>
                  </a:cubicBezTo>
                  <a:cubicBezTo>
                    <a:pt x="3" y="29"/>
                    <a:pt x="3" y="29"/>
                    <a:pt x="3" y="29"/>
                  </a:cubicBezTo>
                  <a:cubicBezTo>
                    <a:pt x="1" y="27"/>
                    <a:pt x="0" y="24"/>
                    <a:pt x="0" y="21"/>
                  </a:cubicBezTo>
                  <a:cubicBezTo>
                    <a:pt x="0" y="5"/>
                    <a:pt x="0" y="5"/>
                    <a:pt x="0" y="5"/>
                  </a:cubicBezTo>
                  <a:cubicBezTo>
                    <a:pt x="0" y="2"/>
                    <a:pt x="1" y="0"/>
                    <a:pt x="3" y="2"/>
                  </a:cubicBezTo>
                  <a:cubicBezTo>
                    <a:pt x="13" y="7"/>
                    <a:pt x="13" y="7"/>
                    <a:pt x="13" y="7"/>
                  </a:cubicBezTo>
                  <a:cubicBezTo>
                    <a:pt x="13" y="7"/>
                    <a:pt x="13" y="7"/>
                    <a:pt x="13" y="7"/>
                  </a:cubicBezTo>
                  <a:cubicBezTo>
                    <a:pt x="13" y="7"/>
                    <a:pt x="13" y="7"/>
                    <a:pt x="13" y="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366" name="未知"/>
            <p:cNvSpPr>
              <a:spLocks noChangeAspect="1"/>
            </p:cNvSpPr>
            <p:nvPr/>
          </p:nvSpPr>
          <p:spPr bwMode="auto">
            <a:xfrm>
              <a:off x="337" y="196"/>
              <a:ext cx="9" cy="21"/>
            </a:xfrm>
            <a:custGeom>
              <a:avLst/>
              <a:gdLst>
                <a:gd name="T0" fmla="*/ 13 w 16"/>
                <a:gd name="T1" fmla="*/ 6 h 35"/>
                <a:gd name="T2" fmla="*/ 16 w 16"/>
                <a:gd name="T3" fmla="*/ 14 h 35"/>
                <a:gd name="T4" fmla="*/ 16 w 16"/>
                <a:gd name="T5" fmla="*/ 30 h 35"/>
                <a:gd name="T6" fmla="*/ 13 w 16"/>
                <a:gd name="T7" fmla="*/ 33 h 35"/>
                <a:gd name="T8" fmla="*/ 3 w 16"/>
                <a:gd name="T9" fmla="*/ 28 h 35"/>
                <a:gd name="T10" fmla="*/ 0 w 16"/>
                <a:gd name="T11" fmla="*/ 20 h 35"/>
                <a:gd name="T12" fmla="*/ 0 w 16"/>
                <a:gd name="T13" fmla="*/ 4 h 35"/>
                <a:gd name="T14" fmla="*/ 3 w 16"/>
                <a:gd name="T15" fmla="*/ 1 h 35"/>
                <a:gd name="T16" fmla="*/ 13 w 16"/>
                <a:gd name="T17" fmla="*/ 6 h 35"/>
                <a:gd name="T18" fmla="*/ 13 w 16"/>
                <a:gd name="T19" fmla="*/ 6 h 35"/>
                <a:gd name="T20" fmla="*/ 13 w 16"/>
                <a:gd name="T21" fmla="*/ 6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 h="35">
                  <a:moveTo>
                    <a:pt x="13" y="6"/>
                  </a:moveTo>
                  <a:cubicBezTo>
                    <a:pt x="15" y="7"/>
                    <a:pt x="16" y="11"/>
                    <a:pt x="16" y="14"/>
                  </a:cubicBezTo>
                  <a:cubicBezTo>
                    <a:pt x="16" y="30"/>
                    <a:pt x="16" y="30"/>
                    <a:pt x="16" y="30"/>
                  </a:cubicBezTo>
                  <a:cubicBezTo>
                    <a:pt x="16" y="33"/>
                    <a:pt x="15" y="35"/>
                    <a:pt x="13" y="33"/>
                  </a:cubicBezTo>
                  <a:cubicBezTo>
                    <a:pt x="3" y="28"/>
                    <a:pt x="3" y="28"/>
                    <a:pt x="3" y="28"/>
                  </a:cubicBezTo>
                  <a:cubicBezTo>
                    <a:pt x="1" y="27"/>
                    <a:pt x="0" y="23"/>
                    <a:pt x="0" y="20"/>
                  </a:cubicBezTo>
                  <a:cubicBezTo>
                    <a:pt x="0" y="4"/>
                    <a:pt x="0" y="4"/>
                    <a:pt x="0" y="4"/>
                  </a:cubicBezTo>
                  <a:cubicBezTo>
                    <a:pt x="0" y="1"/>
                    <a:pt x="1" y="0"/>
                    <a:pt x="3" y="1"/>
                  </a:cubicBezTo>
                  <a:cubicBezTo>
                    <a:pt x="13" y="6"/>
                    <a:pt x="13" y="6"/>
                    <a:pt x="13" y="6"/>
                  </a:cubicBezTo>
                  <a:cubicBezTo>
                    <a:pt x="13" y="6"/>
                    <a:pt x="13" y="6"/>
                    <a:pt x="13" y="6"/>
                  </a:cubicBezTo>
                  <a:cubicBezTo>
                    <a:pt x="13" y="6"/>
                    <a:pt x="13" y="6"/>
                    <a:pt x="13" y="6"/>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367" name="未知"/>
            <p:cNvSpPr>
              <a:spLocks noChangeAspect="1"/>
            </p:cNvSpPr>
            <p:nvPr/>
          </p:nvSpPr>
          <p:spPr bwMode="auto">
            <a:xfrm>
              <a:off x="352" y="205"/>
              <a:ext cx="10" cy="22"/>
            </a:xfrm>
            <a:custGeom>
              <a:avLst/>
              <a:gdLst>
                <a:gd name="T0" fmla="*/ 13 w 16"/>
                <a:gd name="T1" fmla="*/ 6 h 35"/>
                <a:gd name="T2" fmla="*/ 16 w 16"/>
                <a:gd name="T3" fmla="*/ 14 h 35"/>
                <a:gd name="T4" fmla="*/ 16 w 16"/>
                <a:gd name="T5" fmla="*/ 30 h 35"/>
                <a:gd name="T6" fmla="*/ 13 w 16"/>
                <a:gd name="T7" fmla="*/ 34 h 35"/>
                <a:gd name="T8" fmla="*/ 3 w 16"/>
                <a:gd name="T9" fmla="*/ 28 h 35"/>
                <a:gd name="T10" fmla="*/ 0 w 16"/>
                <a:gd name="T11" fmla="*/ 21 h 35"/>
                <a:gd name="T12" fmla="*/ 0 w 16"/>
                <a:gd name="T13" fmla="*/ 4 h 35"/>
                <a:gd name="T14" fmla="*/ 3 w 16"/>
                <a:gd name="T15" fmla="*/ 1 h 35"/>
                <a:gd name="T16" fmla="*/ 13 w 16"/>
                <a:gd name="T17" fmla="*/ 6 h 35"/>
                <a:gd name="T18" fmla="*/ 13 w 16"/>
                <a:gd name="T19" fmla="*/ 6 h 35"/>
                <a:gd name="T20" fmla="*/ 13 w 16"/>
                <a:gd name="T21" fmla="*/ 6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 h="35">
                  <a:moveTo>
                    <a:pt x="13" y="6"/>
                  </a:moveTo>
                  <a:cubicBezTo>
                    <a:pt x="15" y="8"/>
                    <a:pt x="16" y="11"/>
                    <a:pt x="16" y="14"/>
                  </a:cubicBezTo>
                  <a:cubicBezTo>
                    <a:pt x="16" y="30"/>
                    <a:pt x="16" y="30"/>
                    <a:pt x="16" y="30"/>
                  </a:cubicBezTo>
                  <a:cubicBezTo>
                    <a:pt x="16" y="33"/>
                    <a:pt x="15" y="35"/>
                    <a:pt x="13" y="34"/>
                  </a:cubicBezTo>
                  <a:cubicBezTo>
                    <a:pt x="3" y="28"/>
                    <a:pt x="3" y="28"/>
                    <a:pt x="3" y="28"/>
                  </a:cubicBezTo>
                  <a:cubicBezTo>
                    <a:pt x="1" y="27"/>
                    <a:pt x="0" y="24"/>
                    <a:pt x="0" y="21"/>
                  </a:cubicBezTo>
                  <a:cubicBezTo>
                    <a:pt x="0" y="4"/>
                    <a:pt x="0" y="4"/>
                    <a:pt x="0" y="4"/>
                  </a:cubicBezTo>
                  <a:cubicBezTo>
                    <a:pt x="0" y="1"/>
                    <a:pt x="1" y="0"/>
                    <a:pt x="3" y="1"/>
                  </a:cubicBezTo>
                  <a:cubicBezTo>
                    <a:pt x="13" y="6"/>
                    <a:pt x="13" y="6"/>
                    <a:pt x="13" y="6"/>
                  </a:cubicBezTo>
                  <a:cubicBezTo>
                    <a:pt x="13" y="6"/>
                    <a:pt x="13" y="6"/>
                    <a:pt x="13" y="6"/>
                  </a:cubicBezTo>
                  <a:cubicBezTo>
                    <a:pt x="13" y="6"/>
                    <a:pt x="13" y="6"/>
                    <a:pt x="13" y="6"/>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368" name="未知"/>
            <p:cNvSpPr>
              <a:spLocks noChangeAspect="1"/>
            </p:cNvSpPr>
            <p:nvPr/>
          </p:nvSpPr>
          <p:spPr bwMode="auto">
            <a:xfrm>
              <a:off x="368" y="214"/>
              <a:ext cx="10" cy="22"/>
            </a:xfrm>
            <a:custGeom>
              <a:avLst/>
              <a:gdLst>
                <a:gd name="T0" fmla="*/ 14 w 17"/>
                <a:gd name="T1" fmla="*/ 7 h 35"/>
                <a:gd name="T2" fmla="*/ 17 w 17"/>
                <a:gd name="T3" fmla="*/ 14 h 35"/>
                <a:gd name="T4" fmla="*/ 17 w 17"/>
                <a:gd name="T5" fmla="*/ 31 h 35"/>
                <a:gd name="T6" fmla="*/ 14 w 17"/>
                <a:gd name="T7" fmla="*/ 34 h 35"/>
                <a:gd name="T8" fmla="*/ 4 w 17"/>
                <a:gd name="T9" fmla="*/ 29 h 35"/>
                <a:gd name="T10" fmla="*/ 1 w 17"/>
                <a:gd name="T11" fmla="*/ 21 h 35"/>
                <a:gd name="T12" fmla="*/ 1 w 17"/>
                <a:gd name="T13" fmla="*/ 5 h 35"/>
                <a:gd name="T14" fmla="*/ 4 w 17"/>
                <a:gd name="T15" fmla="*/ 1 h 35"/>
                <a:gd name="T16" fmla="*/ 14 w 17"/>
                <a:gd name="T17" fmla="*/ 7 h 35"/>
                <a:gd name="T18" fmla="*/ 14 w 17"/>
                <a:gd name="T19" fmla="*/ 7 h 35"/>
                <a:gd name="T20" fmla="*/ 14 w 17"/>
                <a:gd name="T21" fmla="*/ 7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35">
                  <a:moveTo>
                    <a:pt x="14" y="7"/>
                  </a:moveTo>
                  <a:cubicBezTo>
                    <a:pt x="16" y="8"/>
                    <a:pt x="17" y="11"/>
                    <a:pt x="17" y="14"/>
                  </a:cubicBezTo>
                  <a:cubicBezTo>
                    <a:pt x="17" y="31"/>
                    <a:pt x="17" y="31"/>
                    <a:pt x="17" y="31"/>
                  </a:cubicBezTo>
                  <a:cubicBezTo>
                    <a:pt x="17" y="34"/>
                    <a:pt x="16" y="35"/>
                    <a:pt x="14" y="34"/>
                  </a:cubicBezTo>
                  <a:cubicBezTo>
                    <a:pt x="4" y="29"/>
                    <a:pt x="4" y="29"/>
                    <a:pt x="4" y="29"/>
                  </a:cubicBezTo>
                  <a:cubicBezTo>
                    <a:pt x="2" y="27"/>
                    <a:pt x="0" y="24"/>
                    <a:pt x="1" y="21"/>
                  </a:cubicBezTo>
                  <a:cubicBezTo>
                    <a:pt x="1" y="5"/>
                    <a:pt x="1" y="5"/>
                    <a:pt x="1" y="5"/>
                  </a:cubicBezTo>
                  <a:cubicBezTo>
                    <a:pt x="1" y="2"/>
                    <a:pt x="2" y="0"/>
                    <a:pt x="4" y="1"/>
                  </a:cubicBezTo>
                  <a:cubicBezTo>
                    <a:pt x="14" y="7"/>
                    <a:pt x="14" y="7"/>
                    <a:pt x="14" y="7"/>
                  </a:cubicBezTo>
                  <a:cubicBezTo>
                    <a:pt x="14" y="7"/>
                    <a:pt x="14" y="7"/>
                    <a:pt x="14" y="7"/>
                  </a:cubicBezTo>
                  <a:cubicBezTo>
                    <a:pt x="14" y="7"/>
                    <a:pt x="14" y="7"/>
                    <a:pt x="14" y="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369" name="未知"/>
            <p:cNvSpPr>
              <a:spLocks noChangeAspect="1"/>
            </p:cNvSpPr>
            <p:nvPr/>
          </p:nvSpPr>
          <p:spPr bwMode="auto">
            <a:xfrm>
              <a:off x="210" y="161"/>
              <a:ext cx="10" cy="21"/>
            </a:xfrm>
            <a:custGeom>
              <a:avLst/>
              <a:gdLst>
                <a:gd name="T0" fmla="*/ 13 w 17"/>
                <a:gd name="T1" fmla="*/ 7 h 35"/>
                <a:gd name="T2" fmla="*/ 17 w 17"/>
                <a:gd name="T3" fmla="*/ 14 h 35"/>
                <a:gd name="T4" fmla="*/ 17 w 17"/>
                <a:gd name="T5" fmla="*/ 30 h 35"/>
                <a:gd name="T6" fmla="*/ 13 w 17"/>
                <a:gd name="T7" fmla="*/ 34 h 35"/>
                <a:gd name="T8" fmla="*/ 4 w 17"/>
                <a:gd name="T9" fmla="*/ 28 h 35"/>
                <a:gd name="T10" fmla="*/ 0 w 17"/>
                <a:gd name="T11" fmla="*/ 21 h 35"/>
                <a:gd name="T12" fmla="*/ 0 w 17"/>
                <a:gd name="T13" fmla="*/ 4 h 35"/>
                <a:gd name="T14" fmla="*/ 4 w 17"/>
                <a:gd name="T15" fmla="*/ 1 h 35"/>
                <a:gd name="T16" fmla="*/ 13 w 17"/>
                <a:gd name="T17" fmla="*/ 7 h 35"/>
                <a:gd name="T18" fmla="*/ 13 w 17"/>
                <a:gd name="T19" fmla="*/ 7 h 35"/>
                <a:gd name="T20" fmla="*/ 13 w 17"/>
                <a:gd name="T21" fmla="*/ 7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35">
                  <a:moveTo>
                    <a:pt x="13" y="7"/>
                  </a:moveTo>
                  <a:cubicBezTo>
                    <a:pt x="15" y="8"/>
                    <a:pt x="17" y="11"/>
                    <a:pt x="17" y="14"/>
                  </a:cubicBezTo>
                  <a:cubicBezTo>
                    <a:pt x="17" y="30"/>
                    <a:pt x="17" y="30"/>
                    <a:pt x="17" y="30"/>
                  </a:cubicBezTo>
                  <a:cubicBezTo>
                    <a:pt x="17" y="33"/>
                    <a:pt x="15" y="35"/>
                    <a:pt x="13" y="34"/>
                  </a:cubicBezTo>
                  <a:cubicBezTo>
                    <a:pt x="4" y="28"/>
                    <a:pt x="4" y="28"/>
                    <a:pt x="4" y="28"/>
                  </a:cubicBezTo>
                  <a:cubicBezTo>
                    <a:pt x="1" y="27"/>
                    <a:pt x="0" y="24"/>
                    <a:pt x="0" y="21"/>
                  </a:cubicBezTo>
                  <a:cubicBezTo>
                    <a:pt x="0" y="4"/>
                    <a:pt x="0" y="4"/>
                    <a:pt x="0" y="4"/>
                  </a:cubicBezTo>
                  <a:cubicBezTo>
                    <a:pt x="0" y="1"/>
                    <a:pt x="2" y="0"/>
                    <a:pt x="4" y="1"/>
                  </a:cubicBezTo>
                  <a:cubicBezTo>
                    <a:pt x="13" y="7"/>
                    <a:pt x="13" y="7"/>
                    <a:pt x="13" y="7"/>
                  </a:cubicBezTo>
                  <a:cubicBezTo>
                    <a:pt x="13" y="7"/>
                    <a:pt x="13" y="7"/>
                    <a:pt x="13" y="7"/>
                  </a:cubicBezTo>
                  <a:cubicBezTo>
                    <a:pt x="13" y="7"/>
                    <a:pt x="13" y="7"/>
                    <a:pt x="13" y="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370" name="未知"/>
            <p:cNvSpPr>
              <a:spLocks noChangeAspect="1"/>
            </p:cNvSpPr>
            <p:nvPr/>
          </p:nvSpPr>
          <p:spPr bwMode="auto">
            <a:xfrm>
              <a:off x="226" y="170"/>
              <a:ext cx="10" cy="21"/>
            </a:xfrm>
            <a:custGeom>
              <a:avLst/>
              <a:gdLst>
                <a:gd name="T0" fmla="*/ 13 w 17"/>
                <a:gd name="T1" fmla="*/ 7 h 35"/>
                <a:gd name="T2" fmla="*/ 17 w 17"/>
                <a:gd name="T3" fmla="*/ 15 h 35"/>
                <a:gd name="T4" fmla="*/ 17 w 17"/>
                <a:gd name="T5" fmla="*/ 31 h 35"/>
                <a:gd name="T6" fmla="*/ 13 w 17"/>
                <a:gd name="T7" fmla="*/ 34 h 35"/>
                <a:gd name="T8" fmla="*/ 4 w 17"/>
                <a:gd name="T9" fmla="*/ 29 h 35"/>
                <a:gd name="T10" fmla="*/ 0 w 17"/>
                <a:gd name="T11" fmla="*/ 21 h 35"/>
                <a:gd name="T12" fmla="*/ 0 w 17"/>
                <a:gd name="T13" fmla="*/ 5 h 35"/>
                <a:gd name="T14" fmla="*/ 4 w 17"/>
                <a:gd name="T15" fmla="*/ 1 h 35"/>
                <a:gd name="T16" fmla="*/ 13 w 17"/>
                <a:gd name="T17" fmla="*/ 7 h 35"/>
                <a:gd name="T18" fmla="*/ 13 w 17"/>
                <a:gd name="T19" fmla="*/ 7 h 35"/>
                <a:gd name="T20" fmla="*/ 13 w 17"/>
                <a:gd name="T21" fmla="*/ 7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35">
                  <a:moveTo>
                    <a:pt x="13" y="7"/>
                  </a:moveTo>
                  <a:cubicBezTo>
                    <a:pt x="15" y="8"/>
                    <a:pt x="17" y="11"/>
                    <a:pt x="17" y="15"/>
                  </a:cubicBezTo>
                  <a:cubicBezTo>
                    <a:pt x="17" y="31"/>
                    <a:pt x="17" y="31"/>
                    <a:pt x="17" y="31"/>
                  </a:cubicBezTo>
                  <a:cubicBezTo>
                    <a:pt x="17" y="34"/>
                    <a:pt x="15" y="35"/>
                    <a:pt x="13" y="34"/>
                  </a:cubicBezTo>
                  <a:cubicBezTo>
                    <a:pt x="4" y="29"/>
                    <a:pt x="4" y="29"/>
                    <a:pt x="4" y="29"/>
                  </a:cubicBezTo>
                  <a:cubicBezTo>
                    <a:pt x="1" y="27"/>
                    <a:pt x="0" y="24"/>
                    <a:pt x="0" y="21"/>
                  </a:cubicBezTo>
                  <a:cubicBezTo>
                    <a:pt x="0" y="5"/>
                    <a:pt x="0" y="5"/>
                    <a:pt x="0" y="5"/>
                  </a:cubicBezTo>
                  <a:cubicBezTo>
                    <a:pt x="0" y="2"/>
                    <a:pt x="2" y="0"/>
                    <a:pt x="4" y="1"/>
                  </a:cubicBezTo>
                  <a:cubicBezTo>
                    <a:pt x="13" y="7"/>
                    <a:pt x="13" y="7"/>
                    <a:pt x="13" y="7"/>
                  </a:cubicBezTo>
                  <a:cubicBezTo>
                    <a:pt x="13" y="7"/>
                    <a:pt x="13" y="7"/>
                    <a:pt x="13" y="7"/>
                  </a:cubicBezTo>
                  <a:cubicBezTo>
                    <a:pt x="13" y="7"/>
                    <a:pt x="13" y="7"/>
                    <a:pt x="13" y="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371" name="未知"/>
            <p:cNvSpPr>
              <a:spLocks noChangeAspect="1"/>
            </p:cNvSpPr>
            <p:nvPr/>
          </p:nvSpPr>
          <p:spPr bwMode="auto">
            <a:xfrm>
              <a:off x="242" y="180"/>
              <a:ext cx="10" cy="20"/>
            </a:xfrm>
            <a:custGeom>
              <a:avLst/>
              <a:gdLst>
                <a:gd name="T0" fmla="*/ 13 w 17"/>
                <a:gd name="T1" fmla="*/ 6 h 34"/>
                <a:gd name="T2" fmla="*/ 17 w 17"/>
                <a:gd name="T3" fmla="*/ 14 h 34"/>
                <a:gd name="T4" fmla="*/ 17 w 17"/>
                <a:gd name="T5" fmla="*/ 30 h 34"/>
                <a:gd name="T6" fmla="*/ 13 w 17"/>
                <a:gd name="T7" fmla="*/ 33 h 34"/>
                <a:gd name="T8" fmla="*/ 4 w 17"/>
                <a:gd name="T9" fmla="*/ 28 h 34"/>
                <a:gd name="T10" fmla="*/ 0 w 17"/>
                <a:gd name="T11" fmla="*/ 20 h 34"/>
                <a:gd name="T12" fmla="*/ 0 w 17"/>
                <a:gd name="T13" fmla="*/ 4 h 34"/>
                <a:gd name="T14" fmla="*/ 4 w 17"/>
                <a:gd name="T15" fmla="*/ 1 h 34"/>
                <a:gd name="T16" fmla="*/ 13 w 17"/>
                <a:gd name="T17" fmla="*/ 6 h 34"/>
                <a:gd name="T18" fmla="*/ 13 w 17"/>
                <a:gd name="T19" fmla="*/ 6 h 34"/>
                <a:gd name="T20" fmla="*/ 13 w 17"/>
                <a:gd name="T21" fmla="*/ 6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34">
                  <a:moveTo>
                    <a:pt x="13" y="6"/>
                  </a:moveTo>
                  <a:cubicBezTo>
                    <a:pt x="15" y="7"/>
                    <a:pt x="17" y="11"/>
                    <a:pt x="17" y="14"/>
                  </a:cubicBezTo>
                  <a:cubicBezTo>
                    <a:pt x="17" y="30"/>
                    <a:pt x="17" y="30"/>
                    <a:pt x="17" y="30"/>
                  </a:cubicBezTo>
                  <a:cubicBezTo>
                    <a:pt x="17" y="33"/>
                    <a:pt x="15" y="34"/>
                    <a:pt x="13" y="33"/>
                  </a:cubicBezTo>
                  <a:cubicBezTo>
                    <a:pt x="4" y="28"/>
                    <a:pt x="4" y="28"/>
                    <a:pt x="4" y="28"/>
                  </a:cubicBezTo>
                  <a:cubicBezTo>
                    <a:pt x="1" y="27"/>
                    <a:pt x="0" y="23"/>
                    <a:pt x="0" y="20"/>
                  </a:cubicBezTo>
                  <a:cubicBezTo>
                    <a:pt x="0" y="4"/>
                    <a:pt x="0" y="4"/>
                    <a:pt x="0" y="4"/>
                  </a:cubicBezTo>
                  <a:cubicBezTo>
                    <a:pt x="0" y="1"/>
                    <a:pt x="2" y="0"/>
                    <a:pt x="4" y="1"/>
                  </a:cubicBezTo>
                  <a:cubicBezTo>
                    <a:pt x="13" y="6"/>
                    <a:pt x="13" y="6"/>
                    <a:pt x="13" y="6"/>
                  </a:cubicBezTo>
                  <a:cubicBezTo>
                    <a:pt x="13" y="6"/>
                    <a:pt x="13" y="6"/>
                    <a:pt x="13" y="6"/>
                  </a:cubicBezTo>
                  <a:cubicBezTo>
                    <a:pt x="13" y="6"/>
                    <a:pt x="13" y="6"/>
                    <a:pt x="13" y="6"/>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372" name="未知"/>
            <p:cNvSpPr>
              <a:spLocks noChangeAspect="1"/>
            </p:cNvSpPr>
            <p:nvPr/>
          </p:nvSpPr>
          <p:spPr bwMode="auto">
            <a:xfrm>
              <a:off x="257" y="189"/>
              <a:ext cx="11" cy="21"/>
            </a:xfrm>
            <a:custGeom>
              <a:avLst/>
              <a:gdLst>
                <a:gd name="T0" fmla="*/ 13 w 17"/>
                <a:gd name="T1" fmla="*/ 6 h 35"/>
                <a:gd name="T2" fmla="*/ 17 w 17"/>
                <a:gd name="T3" fmla="*/ 14 h 35"/>
                <a:gd name="T4" fmla="*/ 17 w 17"/>
                <a:gd name="T5" fmla="*/ 30 h 35"/>
                <a:gd name="T6" fmla="*/ 13 w 17"/>
                <a:gd name="T7" fmla="*/ 34 h 35"/>
                <a:gd name="T8" fmla="*/ 4 w 17"/>
                <a:gd name="T9" fmla="*/ 28 h 35"/>
                <a:gd name="T10" fmla="*/ 0 w 17"/>
                <a:gd name="T11" fmla="*/ 21 h 35"/>
                <a:gd name="T12" fmla="*/ 0 w 17"/>
                <a:gd name="T13" fmla="*/ 4 h 35"/>
                <a:gd name="T14" fmla="*/ 4 w 17"/>
                <a:gd name="T15" fmla="*/ 1 h 35"/>
                <a:gd name="T16" fmla="*/ 13 w 17"/>
                <a:gd name="T17" fmla="*/ 6 h 35"/>
                <a:gd name="T18" fmla="*/ 13 w 17"/>
                <a:gd name="T19" fmla="*/ 6 h 35"/>
                <a:gd name="T20" fmla="*/ 13 w 17"/>
                <a:gd name="T21" fmla="*/ 6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35">
                  <a:moveTo>
                    <a:pt x="13" y="6"/>
                  </a:moveTo>
                  <a:cubicBezTo>
                    <a:pt x="15" y="8"/>
                    <a:pt x="17" y="11"/>
                    <a:pt x="17" y="14"/>
                  </a:cubicBezTo>
                  <a:cubicBezTo>
                    <a:pt x="17" y="30"/>
                    <a:pt x="17" y="30"/>
                    <a:pt x="17" y="30"/>
                  </a:cubicBezTo>
                  <a:cubicBezTo>
                    <a:pt x="17" y="33"/>
                    <a:pt x="15" y="35"/>
                    <a:pt x="13" y="34"/>
                  </a:cubicBezTo>
                  <a:cubicBezTo>
                    <a:pt x="4" y="28"/>
                    <a:pt x="4" y="28"/>
                    <a:pt x="4" y="28"/>
                  </a:cubicBezTo>
                  <a:cubicBezTo>
                    <a:pt x="1" y="27"/>
                    <a:pt x="0" y="24"/>
                    <a:pt x="0" y="21"/>
                  </a:cubicBezTo>
                  <a:cubicBezTo>
                    <a:pt x="0" y="4"/>
                    <a:pt x="0" y="4"/>
                    <a:pt x="0" y="4"/>
                  </a:cubicBezTo>
                  <a:cubicBezTo>
                    <a:pt x="0" y="1"/>
                    <a:pt x="1" y="0"/>
                    <a:pt x="4" y="1"/>
                  </a:cubicBezTo>
                  <a:cubicBezTo>
                    <a:pt x="13" y="6"/>
                    <a:pt x="13" y="6"/>
                    <a:pt x="13" y="6"/>
                  </a:cubicBezTo>
                  <a:cubicBezTo>
                    <a:pt x="13" y="6"/>
                    <a:pt x="13" y="6"/>
                    <a:pt x="13" y="6"/>
                  </a:cubicBezTo>
                  <a:cubicBezTo>
                    <a:pt x="13" y="6"/>
                    <a:pt x="13" y="6"/>
                    <a:pt x="13" y="6"/>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373" name="未知"/>
            <p:cNvSpPr>
              <a:spLocks noChangeAspect="1"/>
            </p:cNvSpPr>
            <p:nvPr/>
          </p:nvSpPr>
          <p:spPr bwMode="auto">
            <a:xfrm>
              <a:off x="273" y="198"/>
              <a:ext cx="11" cy="21"/>
            </a:xfrm>
            <a:custGeom>
              <a:avLst/>
              <a:gdLst>
                <a:gd name="T0" fmla="*/ 13 w 17"/>
                <a:gd name="T1" fmla="*/ 7 h 35"/>
                <a:gd name="T2" fmla="*/ 17 w 17"/>
                <a:gd name="T3" fmla="*/ 14 h 35"/>
                <a:gd name="T4" fmla="*/ 17 w 17"/>
                <a:gd name="T5" fmla="*/ 31 h 35"/>
                <a:gd name="T6" fmla="*/ 13 w 17"/>
                <a:gd name="T7" fmla="*/ 34 h 35"/>
                <a:gd name="T8" fmla="*/ 3 w 17"/>
                <a:gd name="T9" fmla="*/ 29 h 35"/>
                <a:gd name="T10" fmla="*/ 0 w 17"/>
                <a:gd name="T11" fmla="*/ 21 h 35"/>
                <a:gd name="T12" fmla="*/ 0 w 17"/>
                <a:gd name="T13" fmla="*/ 5 h 35"/>
                <a:gd name="T14" fmla="*/ 4 w 17"/>
                <a:gd name="T15" fmla="*/ 1 h 35"/>
                <a:gd name="T16" fmla="*/ 13 w 17"/>
                <a:gd name="T17" fmla="*/ 7 h 35"/>
                <a:gd name="T18" fmla="*/ 13 w 17"/>
                <a:gd name="T19" fmla="*/ 7 h 35"/>
                <a:gd name="T20" fmla="*/ 13 w 17"/>
                <a:gd name="T21" fmla="*/ 7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35">
                  <a:moveTo>
                    <a:pt x="13" y="7"/>
                  </a:moveTo>
                  <a:cubicBezTo>
                    <a:pt x="15" y="8"/>
                    <a:pt x="17" y="11"/>
                    <a:pt x="17" y="14"/>
                  </a:cubicBezTo>
                  <a:cubicBezTo>
                    <a:pt x="17" y="31"/>
                    <a:pt x="17" y="31"/>
                    <a:pt x="17" y="31"/>
                  </a:cubicBezTo>
                  <a:cubicBezTo>
                    <a:pt x="17" y="34"/>
                    <a:pt x="15" y="35"/>
                    <a:pt x="13" y="34"/>
                  </a:cubicBezTo>
                  <a:cubicBezTo>
                    <a:pt x="3" y="29"/>
                    <a:pt x="3" y="29"/>
                    <a:pt x="3" y="29"/>
                  </a:cubicBezTo>
                  <a:cubicBezTo>
                    <a:pt x="1" y="27"/>
                    <a:pt x="0" y="24"/>
                    <a:pt x="0" y="21"/>
                  </a:cubicBezTo>
                  <a:cubicBezTo>
                    <a:pt x="0" y="5"/>
                    <a:pt x="0" y="5"/>
                    <a:pt x="0" y="5"/>
                  </a:cubicBezTo>
                  <a:cubicBezTo>
                    <a:pt x="0" y="2"/>
                    <a:pt x="1" y="0"/>
                    <a:pt x="4" y="1"/>
                  </a:cubicBezTo>
                  <a:cubicBezTo>
                    <a:pt x="13" y="7"/>
                    <a:pt x="13" y="7"/>
                    <a:pt x="13" y="7"/>
                  </a:cubicBezTo>
                  <a:cubicBezTo>
                    <a:pt x="13" y="7"/>
                    <a:pt x="13" y="7"/>
                    <a:pt x="13" y="7"/>
                  </a:cubicBezTo>
                  <a:cubicBezTo>
                    <a:pt x="13" y="7"/>
                    <a:pt x="13" y="7"/>
                    <a:pt x="13" y="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374" name="未知"/>
            <p:cNvSpPr>
              <a:spLocks noChangeAspect="1"/>
            </p:cNvSpPr>
            <p:nvPr/>
          </p:nvSpPr>
          <p:spPr bwMode="auto">
            <a:xfrm>
              <a:off x="289" y="207"/>
              <a:ext cx="10" cy="21"/>
            </a:xfrm>
            <a:custGeom>
              <a:avLst/>
              <a:gdLst>
                <a:gd name="T0" fmla="*/ 13 w 17"/>
                <a:gd name="T1" fmla="*/ 7 h 35"/>
                <a:gd name="T2" fmla="*/ 17 w 17"/>
                <a:gd name="T3" fmla="*/ 15 h 35"/>
                <a:gd name="T4" fmla="*/ 17 w 17"/>
                <a:gd name="T5" fmla="*/ 31 h 35"/>
                <a:gd name="T6" fmla="*/ 13 w 17"/>
                <a:gd name="T7" fmla="*/ 34 h 35"/>
                <a:gd name="T8" fmla="*/ 3 w 17"/>
                <a:gd name="T9" fmla="*/ 29 h 35"/>
                <a:gd name="T10" fmla="*/ 0 w 17"/>
                <a:gd name="T11" fmla="*/ 21 h 35"/>
                <a:gd name="T12" fmla="*/ 0 w 17"/>
                <a:gd name="T13" fmla="*/ 5 h 35"/>
                <a:gd name="T14" fmla="*/ 4 w 17"/>
                <a:gd name="T15" fmla="*/ 2 h 35"/>
                <a:gd name="T16" fmla="*/ 13 w 17"/>
                <a:gd name="T17" fmla="*/ 7 h 35"/>
                <a:gd name="T18" fmla="*/ 13 w 17"/>
                <a:gd name="T19" fmla="*/ 7 h 35"/>
                <a:gd name="T20" fmla="*/ 13 w 17"/>
                <a:gd name="T21" fmla="*/ 7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35">
                  <a:moveTo>
                    <a:pt x="13" y="7"/>
                  </a:moveTo>
                  <a:cubicBezTo>
                    <a:pt x="15" y="8"/>
                    <a:pt x="17" y="12"/>
                    <a:pt x="17" y="15"/>
                  </a:cubicBezTo>
                  <a:cubicBezTo>
                    <a:pt x="17" y="31"/>
                    <a:pt x="17" y="31"/>
                    <a:pt x="17" y="31"/>
                  </a:cubicBezTo>
                  <a:cubicBezTo>
                    <a:pt x="17" y="34"/>
                    <a:pt x="15" y="35"/>
                    <a:pt x="13" y="34"/>
                  </a:cubicBezTo>
                  <a:cubicBezTo>
                    <a:pt x="3" y="29"/>
                    <a:pt x="3" y="29"/>
                    <a:pt x="3" y="29"/>
                  </a:cubicBezTo>
                  <a:cubicBezTo>
                    <a:pt x="1" y="28"/>
                    <a:pt x="0" y="24"/>
                    <a:pt x="0" y="21"/>
                  </a:cubicBezTo>
                  <a:cubicBezTo>
                    <a:pt x="0" y="5"/>
                    <a:pt x="0" y="5"/>
                    <a:pt x="0" y="5"/>
                  </a:cubicBezTo>
                  <a:cubicBezTo>
                    <a:pt x="0" y="2"/>
                    <a:pt x="1" y="0"/>
                    <a:pt x="4" y="2"/>
                  </a:cubicBezTo>
                  <a:cubicBezTo>
                    <a:pt x="13" y="7"/>
                    <a:pt x="13" y="7"/>
                    <a:pt x="13" y="7"/>
                  </a:cubicBezTo>
                  <a:cubicBezTo>
                    <a:pt x="13" y="7"/>
                    <a:pt x="13" y="7"/>
                    <a:pt x="13" y="7"/>
                  </a:cubicBezTo>
                  <a:cubicBezTo>
                    <a:pt x="13" y="7"/>
                    <a:pt x="13" y="7"/>
                    <a:pt x="13" y="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375" name="未知"/>
            <p:cNvSpPr>
              <a:spLocks noChangeAspect="1"/>
            </p:cNvSpPr>
            <p:nvPr/>
          </p:nvSpPr>
          <p:spPr bwMode="auto">
            <a:xfrm>
              <a:off x="305" y="217"/>
              <a:ext cx="10" cy="21"/>
            </a:xfrm>
            <a:custGeom>
              <a:avLst/>
              <a:gdLst>
                <a:gd name="T0" fmla="*/ 13 w 17"/>
                <a:gd name="T1" fmla="*/ 6 h 35"/>
                <a:gd name="T2" fmla="*/ 17 w 17"/>
                <a:gd name="T3" fmla="*/ 14 h 35"/>
                <a:gd name="T4" fmla="*/ 16 w 17"/>
                <a:gd name="T5" fmla="*/ 30 h 35"/>
                <a:gd name="T6" fmla="*/ 13 w 17"/>
                <a:gd name="T7" fmla="*/ 33 h 35"/>
                <a:gd name="T8" fmla="*/ 3 w 17"/>
                <a:gd name="T9" fmla="*/ 28 h 35"/>
                <a:gd name="T10" fmla="*/ 0 w 17"/>
                <a:gd name="T11" fmla="*/ 20 h 35"/>
                <a:gd name="T12" fmla="*/ 0 w 17"/>
                <a:gd name="T13" fmla="*/ 4 h 35"/>
                <a:gd name="T14" fmla="*/ 4 w 17"/>
                <a:gd name="T15" fmla="*/ 1 h 35"/>
                <a:gd name="T16" fmla="*/ 13 w 17"/>
                <a:gd name="T17" fmla="*/ 6 h 35"/>
                <a:gd name="T18" fmla="*/ 13 w 17"/>
                <a:gd name="T19" fmla="*/ 6 h 35"/>
                <a:gd name="T20" fmla="*/ 13 w 17"/>
                <a:gd name="T21" fmla="*/ 6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35">
                  <a:moveTo>
                    <a:pt x="13" y="6"/>
                  </a:moveTo>
                  <a:cubicBezTo>
                    <a:pt x="15" y="8"/>
                    <a:pt x="17" y="11"/>
                    <a:pt x="17" y="14"/>
                  </a:cubicBezTo>
                  <a:cubicBezTo>
                    <a:pt x="16" y="30"/>
                    <a:pt x="16" y="30"/>
                    <a:pt x="16" y="30"/>
                  </a:cubicBezTo>
                  <a:cubicBezTo>
                    <a:pt x="16" y="33"/>
                    <a:pt x="15" y="35"/>
                    <a:pt x="13" y="33"/>
                  </a:cubicBezTo>
                  <a:cubicBezTo>
                    <a:pt x="3" y="28"/>
                    <a:pt x="3" y="28"/>
                    <a:pt x="3" y="28"/>
                  </a:cubicBezTo>
                  <a:cubicBezTo>
                    <a:pt x="1" y="27"/>
                    <a:pt x="0" y="23"/>
                    <a:pt x="0" y="20"/>
                  </a:cubicBezTo>
                  <a:cubicBezTo>
                    <a:pt x="0" y="4"/>
                    <a:pt x="0" y="4"/>
                    <a:pt x="0" y="4"/>
                  </a:cubicBezTo>
                  <a:cubicBezTo>
                    <a:pt x="0" y="1"/>
                    <a:pt x="1" y="0"/>
                    <a:pt x="4" y="1"/>
                  </a:cubicBezTo>
                  <a:cubicBezTo>
                    <a:pt x="13" y="6"/>
                    <a:pt x="13" y="6"/>
                    <a:pt x="13" y="6"/>
                  </a:cubicBezTo>
                  <a:cubicBezTo>
                    <a:pt x="13" y="6"/>
                    <a:pt x="13" y="6"/>
                    <a:pt x="13" y="6"/>
                  </a:cubicBezTo>
                  <a:cubicBezTo>
                    <a:pt x="13" y="6"/>
                    <a:pt x="13" y="6"/>
                    <a:pt x="13" y="6"/>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376" name="未知"/>
            <p:cNvSpPr>
              <a:spLocks noChangeAspect="1"/>
            </p:cNvSpPr>
            <p:nvPr/>
          </p:nvSpPr>
          <p:spPr bwMode="auto">
            <a:xfrm>
              <a:off x="321" y="226"/>
              <a:ext cx="10" cy="21"/>
            </a:xfrm>
            <a:custGeom>
              <a:avLst/>
              <a:gdLst>
                <a:gd name="T0" fmla="*/ 13 w 17"/>
                <a:gd name="T1" fmla="*/ 7 h 35"/>
                <a:gd name="T2" fmla="*/ 16 w 17"/>
                <a:gd name="T3" fmla="*/ 14 h 35"/>
                <a:gd name="T4" fmla="*/ 16 w 17"/>
                <a:gd name="T5" fmla="*/ 30 h 35"/>
                <a:gd name="T6" fmla="*/ 13 w 17"/>
                <a:gd name="T7" fmla="*/ 34 h 35"/>
                <a:gd name="T8" fmla="*/ 3 w 17"/>
                <a:gd name="T9" fmla="*/ 28 h 35"/>
                <a:gd name="T10" fmla="*/ 0 w 17"/>
                <a:gd name="T11" fmla="*/ 21 h 35"/>
                <a:gd name="T12" fmla="*/ 0 w 17"/>
                <a:gd name="T13" fmla="*/ 5 h 35"/>
                <a:gd name="T14" fmla="*/ 3 w 17"/>
                <a:gd name="T15" fmla="*/ 1 h 35"/>
                <a:gd name="T16" fmla="*/ 13 w 17"/>
                <a:gd name="T17" fmla="*/ 7 h 35"/>
                <a:gd name="T18" fmla="*/ 13 w 17"/>
                <a:gd name="T19" fmla="*/ 7 h 35"/>
                <a:gd name="T20" fmla="*/ 13 w 17"/>
                <a:gd name="T21" fmla="*/ 7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35">
                  <a:moveTo>
                    <a:pt x="13" y="7"/>
                  </a:moveTo>
                  <a:cubicBezTo>
                    <a:pt x="15" y="8"/>
                    <a:pt x="17" y="11"/>
                    <a:pt x="16" y="14"/>
                  </a:cubicBezTo>
                  <a:cubicBezTo>
                    <a:pt x="16" y="30"/>
                    <a:pt x="16" y="30"/>
                    <a:pt x="16" y="30"/>
                  </a:cubicBezTo>
                  <a:cubicBezTo>
                    <a:pt x="16" y="33"/>
                    <a:pt x="15" y="35"/>
                    <a:pt x="13" y="34"/>
                  </a:cubicBezTo>
                  <a:cubicBezTo>
                    <a:pt x="3" y="28"/>
                    <a:pt x="3" y="28"/>
                    <a:pt x="3" y="28"/>
                  </a:cubicBezTo>
                  <a:cubicBezTo>
                    <a:pt x="1" y="27"/>
                    <a:pt x="0" y="24"/>
                    <a:pt x="0" y="21"/>
                  </a:cubicBezTo>
                  <a:cubicBezTo>
                    <a:pt x="0" y="5"/>
                    <a:pt x="0" y="5"/>
                    <a:pt x="0" y="5"/>
                  </a:cubicBezTo>
                  <a:cubicBezTo>
                    <a:pt x="0" y="2"/>
                    <a:pt x="1" y="0"/>
                    <a:pt x="3" y="1"/>
                  </a:cubicBezTo>
                  <a:cubicBezTo>
                    <a:pt x="13" y="7"/>
                    <a:pt x="13" y="7"/>
                    <a:pt x="13" y="7"/>
                  </a:cubicBezTo>
                  <a:cubicBezTo>
                    <a:pt x="13" y="7"/>
                    <a:pt x="13" y="7"/>
                    <a:pt x="13" y="7"/>
                  </a:cubicBezTo>
                  <a:cubicBezTo>
                    <a:pt x="13" y="7"/>
                    <a:pt x="13" y="7"/>
                    <a:pt x="13" y="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377" name="未知"/>
            <p:cNvSpPr>
              <a:spLocks noChangeAspect="1"/>
            </p:cNvSpPr>
            <p:nvPr/>
          </p:nvSpPr>
          <p:spPr bwMode="auto">
            <a:xfrm>
              <a:off x="337" y="235"/>
              <a:ext cx="9" cy="21"/>
            </a:xfrm>
            <a:custGeom>
              <a:avLst/>
              <a:gdLst>
                <a:gd name="T0" fmla="*/ 13 w 16"/>
                <a:gd name="T1" fmla="*/ 7 h 35"/>
                <a:gd name="T2" fmla="*/ 16 w 16"/>
                <a:gd name="T3" fmla="*/ 15 h 35"/>
                <a:gd name="T4" fmla="*/ 16 w 16"/>
                <a:gd name="T5" fmla="*/ 31 h 35"/>
                <a:gd name="T6" fmla="*/ 13 w 16"/>
                <a:gd name="T7" fmla="*/ 34 h 35"/>
                <a:gd name="T8" fmla="*/ 3 w 16"/>
                <a:gd name="T9" fmla="*/ 29 h 35"/>
                <a:gd name="T10" fmla="*/ 0 w 16"/>
                <a:gd name="T11" fmla="*/ 21 h 35"/>
                <a:gd name="T12" fmla="*/ 0 w 16"/>
                <a:gd name="T13" fmla="*/ 5 h 35"/>
                <a:gd name="T14" fmla="*/ 3 w 16"/>
                <a:gd name="T15" fmla="*/ 2 h 35"/>
                <a:gd name="T16" fmla="*/ 13 w 16"/>
                <a:gd name="T17" fmla="*/ 7 h 35"/>
                <a:gd name="T18" fmla="*/ 13 w 16"/>
                <a:gd name="T19" fmla="*/ 7 h 35"/>
                <a:gd name="T20" fmla="*/ 13 w 16"/>
                <a:gd name="T21" fmla="*/ 7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 h="35">
                  <a:moveTo>
                    <a:pt x="13" y="7"/>
                  </a:moveTo>
                  <a:cubicBezTo>
                    <a:pt x="15" y="8"/>
                    <a:pt x="16" y="12"/>
                    <a:pt x="16" y="15"/>
                  </a:cubicBezTo>
                  <a:cubicBezTo>
                    <a:pt x="16" y="31"/>
                    <a:pt x="16" y="31"/>
                    <a:pt x="16" y="31"/>
                  </a:cubicBezTo>
                  <a:cubicBezTo>
                    <a:pt x="16" y="34"/>
                    <a:pt x="15" y="35"/>
                    <a:pt x="13" y="34"/>
                  </a:cubicBezTo>
                  <a:cubicBezTo>
                    <a:pt x="3" y="29"/>
                    <a:pt x="3" y="29"/>
                    <a:pt x="3" y="29"/>
                  </a:cubicBezTo>
                  <a:cubicBezTo>
                    <a:pt x="1" y="28"/>
                    <a:pt x="0" y="24"/>
                    <a:pt x="0" y="21"/>
                  </a:cubicBezTo>
                  <a:cubicBezTo>
                    <a:pt x="0" y="5"/>
                    <a:pt x="0" y="5"/>
                    <a:pt x="0" y="5"/>
                  </a:cubicBezTo>
                  <a:cubicBezTo>
                    <a:pt x="0" y="2"/>
                    <a:pt x="1" y="0"/>
                    <a:pt x="3" y="2"/>
                  </a:cubicBezTo>
                  <a:cubicBezTo>
                    <a:pt x="13" y="7"/>
                    <a:pt x="13" y="7"/>
                    <a:pt x="13" y="7"/>
                  </a:cubicBezTo>
                  <a:cubicBezTo>
                    <a:pt x="13" y="7"/>
                    <a:pt x="13" y="7"/>
                    <a:pt x="13" y="7"/>
                  </a:cubicBezTo>
                  <a:cubicBezTo>
                    <a:pt x="13" y="7"/>
                    <a:pt x="13" y="7"/>
                    <a:pt x="13" y="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378" name="未知"/>
            <p:cNvSpPr>
              <a:spLocks noChangeAspect="1"/>
            </p:cNvSpPr>
            <p:nvPr/>
          </p:nvSpPr>
          <p:spPr bwMode="auto">
            <a:xfrm>
              <a:off x="352" y="245"/>
              <a:ext cx="10" cy="21"/>
            </a:xfrm>
            <a:custGeom>
              <a:avLst/>
              <a:gdLst>
                <a:gd name="T0" fmla="*/ 13 w 16"/>
                <a:gd name="T1" fmla="*/ 6 h 35"/>
                <a:gd name="T2" fmla="*/ 16 w 16"/>
                <a:gd name="T3" fmla="*/ 14 h 35"/>
                <a:gd name="T4" fmla="*/ 16 w 16"/>
                <a:gd name="T5" fmla="*/ 30 h 35"/>
                <a:gd name="T6" fmla="*/ 13 w 16"/>
                <a:gd name="T7" fmla="*/ 33 h 35"/>
                <a:gd name="T8" fmla="*/ 3 w 16"/>
                <a:gd name="T9" fmla="*/ 28 h 35"/>
                <a:gd name="T10" fmla="*/ 0 w 16"/>
                <a:gd name="T11" fmla="*/ 20 h 35"/>
                <a:gd name="T12" fmla="*/ 0 w 16"/>
                <a:gd name="T13" fmla="*/ 4 h 35"/>
                <a:gd name="T14" fmla="*/ 3 w 16"/>
                <a:gd name="T15" fmla="*/ 1 h 35"/>
                <a:gd name="T16" fmla="*/ 13 w 16"/>
                <a:gd name="T17" fmla="*/ 6 h 35"/>
                <a:gd name="T18" fmla="*/ 13 w 16"/>
                <a:gd name="T19" fmla="*/ 6 h 35"/>
                <a:gd name="T20" fmla="*/ 13 w 16"/>
                <a:gd name="T21" fmla="*/ 6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 h="35">
                  <a:moveTo>
                    <a:pt x="13" y="6"/>
                  </a:moveTo>
                  <a:cubicBezTo>
                    <a:pt x="15" y="7"/>
                    <a:pt x="16" y="11"/>
                    <a:pt x="16" y="14"/>
                  </a:cubicBezTo>
                  <a:cubicBezTo>
                    <a:pt x="16" y="30"/>
                    <a:pt x="16" y="30"/>
                    <a:pt x="16" y="30"/>
                  </a:cubicBezTo>
                  <a:cubicBezTo>
                    <a:pt x="16" y="33"/>
                    <a:pt x="15" y="35"/>
                    <a:pt x="13" y="33"/>
                  </a:cubicBezTo>
                  <a:cubicBezTo>
                    <a:pt x="3" y="28"/>
                    <a:pt x="3" y="28"/>
                    <a:pt x="3" y="28"/>
                  </a:cubicBezTo>
                  <a:cubicBezTo>
                    <a:pt x="1" y="27"/>
                    <a:pt x="0" y="23"/>
                    <a:pt x="0" y="20"/>
                  </a:cubicBezTo>
                  <a:cubicBezTo>
                    <a:pt x="0" y="4"/>
                    <a:pt x="0" y="4"/>
                    <a:pt x="0" y="4"/>
                  </a:cubicBezTo>
                  <a:cubicBezTo>
                    <a:pt x="0" y="1"/>
                    <a:pt x="1" y="0"/>
                    <a:pt x="3" y="1"/>
                  </a:cubicBezTo>
                  <a:cubicBezTo>
                    <a:pt x="13" y="6"/>
                    <a:pt x="13" y="6"/>
                    <a:pt x="13" y="6"/>
                  </a:cubicBezTo>
                  <a:cubicBezTo>
                    <a:pt x="13" y="6"/>
                    <a:pt x="13" y="6"/>
                    <a:pt x="13" y="6"/>
                  </a:cubicBezTo>
                  <a:cubicBezTo>
                    <a:pt x="13" y="6"/>
                    <a:pt x="13" y="6"/>
                    <a:pt x="13" y="6"/>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379" name="未知"/>
            <p:cNvSpPr>
              <a:spLocks noChangeAspect="1"/>
            </p:cNvSpPr>
            <p:nvPr/>
          </p:nvSpPr>
          <p:spPr bwMode="auto">
            <a:xfrm>
              <a:off x="368" y="254"/>
              <a:ext cx="10" cy="21"/>
            </a:xfrm>
            <a:custGeom>
              <a:avLst/>
              <a:gdLst>
                <a:gd name="T0" fmla="*/ 14 w 17"/>
                <a:gd name="T1" fmla="*/ 7 h 35"/>
                <a:gd name="T2" fmla="*/ 17 w 17"/>
                <a:gd name="T3" fmla="*/ 14 h 35"/>
                <a:gd name="T4" fmla="*/ 17 w 17"/>
                <a:gd name="T5" fmla="*/ 30 h 35"/>
                <a:gd name="T6" fmla="*/ 14 w 17"/>
                <a:gd name="T7" fmla="*/ 34 h 35"/>
                <a:gd name="T8" fmla="*/ 4 w 17"/>
                <a:gd name="T9" fmla="*/ 28 h 35"/>
                <a:gd name="T10" fmla="*/ 1 w 17"/>
                <a:gd name="T11" fmla="*/ 21 h 35"/>
                <a:gd name="T12" fmla="*/ 1 w 17"/>
                <a:gd name="T13" fmla="*/ 4 h 35"/>
                <a:gd name="T14" fmla="*/ 4 w 17"/>
                <a:gd name="T15" fmla="*/ 1 h 35"/>
                <a:gd name="T16" fmla="*/ 14 w 17"/>
                <a:gd name="T17" fmla="*/ 7 h 35"/>
                <a:gd name="T18" fmla="*/ 14 w 17"/>
                <a:gd name="T19" fmla="*/ 7 h 35"/>
                <a:gd name="T20" fmla="*/ 14 w 17"/>
                <a:gd name="T21" fmla="*/ 7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35">
                  <a:moveTo>
                    <a:pt x="14" y="7"/>
                  </a:moveTo>
                  <a:cubicBezTo>
                    <a:pt x="16" y="8"/>
                    <a:pt x="17" y="11"/>
                    <a:pt x="17" y="14"/>
                  </a:cubicBezTo>
                  <a:cubicBezTo>
                    <a:pt x="17" y="30"/>
                    <a:pt x="17" y="30"/>
                    <a:pt x="17" y="30"/>
                  </a:cubicBezTo>
                  <a:cubicBezTo>
                    <a:pt x="17" y="33"/>
                    <a:pt x="16" y="35"/>
                    <a:pt x="14" y="34"/>
                  </a:cubicBezTo>
                  <a:cubicBezTo>
                    <a:pt x="4" y="28"/>
                    <a:pt x="4" y="28"/>
                    <a:pt x="4" y="28"/>
                  </a:cubicBezTo>
                  <a:cubicBezTo>
                    <a:pt x="2" y="27"/>
                    <a:pt x="0" y="24"/>
                    <a:pt x="1" y="21"/>
                  </a:cubicBezTo>
                  <a:cubicBezTo>
                    <a:pt x="1" y="4"/>
                    <a:pt x="1" y="4"/>
                    <a:pt x="1" y="4"/>
                  </a:cubicBezTo>
                  <a:cubicBezTo>
                    <a:pt x="1" y="1"/>
                    <a:pt x="2" y="0"/>
                    <a:pt x="4" y="1"/>
                  </a:cubicBezTo>
                  <a:cubicBezTo>
                    <a:pt x="14" y="7"/>
                    <a:pt x="14" y="7"/>
                    <a:pt x="14" y="7"/>
                  </a:cubicBezTo>
                  <a:cubicBezTo>
                    <a:pt x="14" y="7"/>
                    <a:pt x="14" y="7"/>
                    <a:pt x="14" y="7"/>
                  </a:cubicBezTo>
                  <a:cubicBezTo>
                    <a:pt x="14" y="7"/>
                    <a:pt x="14" y="7"/>
                    <a:pt x="14" y="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380" name="未知"/>
            <p:cNvSpPr>
              <a:spLocks noChangeAspect="1"/>
            </p:cNvSpPr>
            <p:nvPr/>
          </p:nvSpPr>
          <p:spPr bwMode="auto">
            <a:xfrm>
              <a:off x="210" y="203"/>
              <a:ext cx="10" cy="22"/>
            </a:xfrm>
            <a:custGeom>
              <a:avLst/>
              <a:gdLst>
                <a:gd name="T0" fmla="*/ 13 w 17"/>
                <a:gd name="T1" fmla="*/ 6 h 35"/>
                <a:gd name="T2" fmla="*/ 17 w 17"/>
                <a:gd name="T3" fmla="*/ 14 h 35"/>
                <a:gd name="T4" fmla="*/ 17 w 17"/>
                <a:gd name="T5" fmla="*/ 30 h 35"/>
                <a:gd name="T6" fmla="*/ 13 w 17"/>
                <a:gd name="T7" fmla="*/ 34 h 35"/>
                <a:gd name="T8" fmla="*/ 4 w 17"/>
                <a:gd name="T9" fmla="*/ 28 h 35"/>
                <a:gd name="T10" fmla="*/ 0 w 17"/>
                <a:gd name="T11" fmla="*/ 20 h 35"/>
                <a:gd name="T12" fmla="*/ 0 w 17"/>
                <a:gd name="T13" fmla="*/ 4 h 35"/>
                <a:gd name="T14" fmla="*/ 4 w 17"/>
                <a:gd name="T15" fmla="*/ 1 h 35"/>
                <a:gd name="T16" fmla="*/ 13 w 17"/>
                <a:gd name="T17" fmla="*/ 6 h 35"/>
                <a:gd name="T18" fmla="*/ 13 w 17"/>
                <a:gd name="T19" fmla="*/ 6 h 35"/>
                <a:gd name="T20" fmla="*/ 13 w 17"/>
                <a:gd name="T21" fmla="*/ 6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35">
                  <a:moveTo>
                    <a:pt x="13" y="6"/>
                  </a:moveTo>
                  <a:cubicBezTo>
                    <a:pt x="15" y="8"/>
                    <a:pt x="17" y="11"/>
                    <a:pt x="17" y="14"/>
                  </a:cubicBezTo>
                  <a:cubicBezTo>
                    <a:pt x="17" y="30"/>
                    <a:pt x="17" y="30"/>
                    <a:pt x="17" y="30"/>
                  </a:cubicBezTo>
                  <a:cubicBezTo>
                    <a:pt x="17" y="33"/>
                    <a:pt x="15" y="35"/>
                    <a:pt x="13" y="34"/>
                  </a:cubicBezTo>
                  <a:cubicBezTo>
                    <a:pt x="4" y="28"/>
                    <a:pt x="4" y="28"/>
                    <a:pt x="4" y="28"/>
                  </a:cubicBezTo>
                  <a:cubicBezTo>
                    <a:pt x="1" y="27"/>
                    <a:pt x="0" y="24"/>
                    <a:pt x="0" y="20"/>
                  </a:cubicBezTo>
                  <a:cubicBezTo>
                    <a:pt x="0" y="4"/>
                    <a:pt x="0" y="4"/>
                    <a:pt x="0" y="4"/>
                  </a:cubicBezTo>
                  <a:cubicBezTo>
                    <a:pt x="0" y="1"/>
                    <a:pt x="2" y="0"/>
                    <a:pt x="4" y="1"/>
                  </a:cubicBezTo>
                  <a:cubicBezTo>
                    <a:pt x="13" y="6"/>
                    <a:pt x="13" y="6"/>
                    <a:pt x="13" y="6"/>
                  </a:cubicBezTo>
                  <a:cubicBezTo>
                    <a:pt x="13" y="6"/>
                    <a:pt x="13" y="6"/>
                    <a:pt x="13" y="6"/>
                  </a:cubicBezTo>
                  <a:cubicBezTo>
                    <a:pt x="13" y="6"/>
                    <a:pt x="13" y="6"/>
                    <a:pt x="13" y="6"/>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381" name="未知"/>
            <p:cNvSpPr>
              <a:spLocks noChangeAspect="1"/>
            </p:cNvSpPr>
            <p:nvPr/>
          </p:nvSpPr>
          <p:spPr bwMode="auto">
            <a:xfrm>
              <a:off x="226" y="213"/>
              <a:ext cx="10" cy="21"/>
            </a:xfrm>
            <a:custGeom>
              <a:avLst/>
              <a:gdLst>
                <a:gd name="T0" fmla="*/ 13 w 17"/>
                <a:gd name="T1" fmla="*/ 7 h 35"/>
                <a:gd name="T2" fmla="*/ 17 w 17"/>
                <a:gd name="T3" fmla="*/ 14 h 35"/>
                <a:gd name="T4" fmla="*/ 17 w 17"/>
                <a:gd name="T5" fmla="*/ 30 h 35"/>
                <a:gd name="T6" fmla="*/ 13 w 17"/>
                <a:gd name="T7" fmla="*/ 34 h 35"/>
                <a:gd name="T8" fmla="*/ 4 w 17"/>
                <a:gd name="T9" fmla="*/ 28 h 35"/>
                <a:gd name="T10" fmla="*/ 0 w 17"/>
                <a:gd name="T11" fmla="*/ 21 h 35"/>
                <a:gd name="T12" fmla="*/ 0 w 17"/>
                <a:gd name="T13" fmla="*/ 5 h 35"/>
                <a:gd name="T14" fmla="*/ 4 w 17"/>
                <a:gd name="T15" fmla="*/ 1 h 35"/>
                <a:gd name="T16" fmla="*/ 13 w 17"/>
                <a:gd name="T17" fmla="*/ 7 h 35"/>
                <a:gd name="T18" fmla="*/ 13 w 17"/>
                <a:gd name="T19" fmla="*/ 7 h 35"/>
                <a:gd name="T20" fmla="*/ 13 w 17"/>
                <a:gd name="T21" fmla="*/ 7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35">
                  <a:moveTo>
                    <a:pt x="13" y="7"/>
                  </a:moveTo>
                  <a:cubicBezTo>
                    <a:pt x="15" y="8"/>
                    <a:pt x="17" y="11"/>
                    <a:pt x="17" y="14"/>
                  </a:cubicBezTo>
                  <a:cubicBezTo>
                    <a:pt x="17" y="30"/>
                    <a:pt x="17" y="30"/>
                    <a:pt x="17" y="30"/>
                  </a:cubicBezTo>
                  <a:cubicBezTo>
                    <a:pt x="17" y="34"/>
                    <a:pt x="15" y="35"/>
                    <a:pt x="13" y="34"/>
                  </a:cubicBezTo>
                  <a:cubicBezTo>
                    <a:pt x="4" y="28"/>
                    <a:pt x="4" y="28"/>
                    <a:pt x="4" y="28"/>
                  </a:cubicBezTo>
                  <a:cubicBezTo>
                    <a:pt x="1" y="27"/>
                    <a:pt x="0" y="24"/>
                    <a:pt x="0" y="21"/>
                  </a:cubicBezTo>
                  <a:cubicBezTo>
                    <a:pt x="0" y="5"/>
                    <a:pt x="0" y="5"/>
                    <a:pt x="0" y="5"/>
                  </a:cubicBezTo>
                  <a:cubicBezTo>
                    <a:pt x="0" y="2"/>
                    <a:pt x="2" y="0"/>
                    <a:pt x="4" y="1"/>
                  </a:cubicBezTo>
                  <a:cubicBezTo>
                    <a:pt x="13" y="7"/>
                    <a:pt x="13" y="7"/>
                    <a:pt x="13" y="7"/>
                  </a:cubicBezTo>
                  <a:cubicBezTo>
                    <a:pt x="13" y="7"/>
                    <a:pt x="13" y="7"/>
                    <a:pt x="13" y="7"/>
                  </a:cubicBezTo>
                  <a:cubicBezTo>
                    <a:pt x="13" y="7"/>
                    <a:pt x="13" y="7"/>
                    <a:pt x="13" y="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382" name="未知"/>
            <p:cNvSpPr>
              <a:spLocks noChangeAspect="1"/>
            </p:cNvSpPr>
            <p:nvPr/>
          </p:nvSpPr>
          <p:spPr bwMode="auto">
            <a:xfrm>
              <a:off x="242" y="222"/>
              <a:ext cx="10" cy="21"/>
            </a:xfrm>
            <a:custGeom>
              <a:avLst/>
              <a:gdLst>
                <a:gd name="T0" fmla="*/ 13 w 17"/>
                <a:gd name="T1" fmla="*/ 7 h 35"/>
                <a:gd name="T2" fmla="*/ 17 w 17"/>
                <a:gd name="T3" fmla="*/ 15 h 35"/>
                <a:gd name="T4" fmla="*/ 17 w 17"/>
                <a:gd name="T5" fmla="*/ 31 h 35"/>
                <a:gd name="T6" fmla="*/ 13 w 17"/>
                <a:gd name="T7" fmla="*/ 34 h 35"/>
                <a:gd name="T8" fmla="*/ 4 w 17"/>
                <a:gd name="T9" fmla="*/ 29 h 35"/>
                <a:gd name="T10" fmla="*/ 0 w 17"/>
                <a:gd name="T11" fmla="*/ 21 h 35"/>
                <a:gd name="T12" fmla="*/ 0 w 17"/>
                <a:gd name="T13" fmla="*/ 5 h 35"/>
                <a:gd name="T14" fmla="*/ 4 w 17"/>
                <a:gd name="T15" fmla="*/ 2 h 35"/>
                <a:gd name="T16" fmla="*/ 13 w 17"/>
                <a:gd name="T17" fmla="*/ 7 h 35"/>
                <a:gd name="T18" fmla="*/ 13 w 17"/>
                <a:gd name="T19" fmla="*/ 7 h 35"/>
                <a:gd name="T20" fmla="*/ 13 w 17"/>
                <a:gd name="T21" fmla="*/ 7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35">
                  <a:moveTo>
                    <a:pt x="13" y="7"/>
                  </a:moveTo>
                  <a:cubicBezTo>
                    <a:pt x="15" y="8"/>
                    <a:pt x="17" y="12"/>
                    <a:pt x="17" y="15"/>
                  </a:cubicBezTo>
                  <a:cubicBezTo>
                    <a:pt x="17" y="31"/>
                    <a:pt x="17" y="31"/>
                    <a:pt x="17" y="31"/>
                  </a:cubicBezTo>
                  <a:cubicBezTo>
                    <a:pt x="17" y="34"/>
                    <a:pt x="15" y="35"/>
                    <a:pt x="13" y="34"/>
                  </a:cubicBezTo>
                  <a:cubicBezTo>
                    <a:pt x="4" y="29"/>
                    <a:pt x="4" y="29"/>
                    <a:pt x="4" y="29"/>
                  </a:cubicBezTo>
                  <a:cubicBezTo>
                    <a:pt x="1" y="28"/>
                    <a:pt x="0" y="24"/>
                    <a:pt x="0" y="21"/>
                  </a:cubicBezTo>
                  <a:cubicBezTo>
                    <a:pt x="0" y="5"/>
                    <a:pt x="0" y="5"/>
                    <a:pt x="0" y="5"/>
                  </a:cubicBezTo>
                  <a:cubicBezTo>
                    <a:pt x="0" y="2"/>
                    <a:pt x="2" y="0"/>
                    <a:pt x="4" y="2"/>
                  </a:cubicBezTo>
                  <a:cubicBezTo>
                    <a:pt x="13" y="7"/>
                    <a:pt x="13" y="7"/>
                    <a:pt x="13" y="7"/>
                  </a:cubicBezTo>
                  <a:cubicBezTo>
                    <a:pt x="13" y="7"/>
                    <a:pt x="13" y="7"/>
                    <a:pt x="13" y="7"/>
                  </a:cubicBezTo>
                  <a:cubicBezTo>
                    <a:pt x="13" y="7"/>
                    <a:pt x="13" y="7"/>
                    <a:pt x="13" y="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383" name="未知"/>
            <p:cNvSpPr>
              <a:spLocks noChangeAspect="1"/>
            </p:cNvSpPr>
            <p:nvPr/>
          </p:nvSpPr>
          <p:spPr bwMode="auto">
            <a:xfrm>
              <a:off x="257" y="231"/>
              <a:ext cx="11" cy="22"/>
            </a:xfrm>
            <a:custGeom>
              <a:avLst/>
              <a:gdLst>
                <a:gd name="T0" fmla="*/ 13 w 17"/>
                <a:gd name="T1" fmla="*/ 6 h 35"/>
                <a:gd name="T2" fmla="*/ 17 w 17"/>
                <a:gd name="T3" fmla="*/ 14 h 35"/>
                <a:gd name="T4" fmla="*/ 17 w 17"/>
                <a:gd name="T5" fmla="*/ 30 h 35"/>
                <a:gd name="T6" fmla="*/ 13 w 17"/>
                <a:gd name="T7" fmla="*/ 33 h 35"/>
                <a:gd name="T8" fmla="*/ 4 w 17"/>
                <a:gd name="T9" fmla="*/ 28 h 35"/>
                <a:gd name="T10" fmla="*/ 0 w 17"/>
                <a:gd name="T11" fmla="*/ 20 h 35"/>
                <a:gd name="T12" fmla="*/ 0 w 17"/>
                <a:gd name="T13" fmla="*/ 4 h 35"/>
                <a:gd name="T14" fmla="*/ 4 w 17"/>
                <a:gd name="T15" fmla="*/ 1 h 35"/>
                <a:gd name="T16" fmla="*/ 13 w 17"/>
                <a:gd name="T17" fmla="*/ 6 h 35"/>
                <a:gd name="T18" fmla="*/ 13 w 17"/>
                <a:gd name="T19" fmla="*/ 6 h 35"/>
                <a:gd name="T20" fmla="*/ 13 w 17"/>
                <a:gd name="T21" fmla="*/ 6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35">
                  <a:moveTo>
                    <a:pt x="13" y="6"/>
                  </a:moveTo>
                  <a:cubicBezTo>
                    <a:pt x="15" y="7"/>
                    <a:pt x="17" y="11"/>
                    <a:pt x="17" y="14"/>
                  </a:cubicBezTo>
                  <a:cubicBezTo>
                    <a:pt x="17" y="30"/>
                    <a:pt x="17" y="30"/>
                    <a:pt x="17" y="30"/>
                  </a:cubicBezTo>
                  <a:cubicBezTo>
                    <a:pt x="17" y="33"/>
                    <a:pt x="15" y="35"/>
                    <a:pt x="13" y="33"/>
                  </a:cubicBezTo>
                  <a:cubicBezTo>
                    <a:pt x="4" y="28"/>
                    <a:pt x="4" y="28"/>
                    <a:pt x="4" y="28"/>
                  </a:cubicBezTo>
                  <a:cubicBezTo>
                    <a:pt x="1" y="27"/>
                    <a:pt x="0" y="23"/>
                    <a:pt x="0" y="20"/>
                  </a:cubicBezTo>
                  <a:cubicBezTo>
                    <a:pt x="0" y="4"/>
                    <a:pt x="0" y="4"/>
                    <a:pt x="0" y="4"/>
                  </a:cubicBezTo>
                  <a:cubicBezTo>
                    <a:pt x="0" y="1"/>
                    <a:pt x="1" y="0"/>
                    <a:pt x="4" y="1"/>
                  </a:cubicBezTo>
                  <a:cubicBezTo>
                    <a:pt x="13" y="6"/>
                    <a:pt x="13" y="6"/>
                    <a:pt x="13" y="6"/>
                  </a:cubicBezTo>
                  <a:cubicBezTo>
                    <a:pt x="13" y="6"/>
                    <a:pt x="13" y="6"/>
                    <a:pt x="13" y="6"/>
                  </a:cubicBezTo>
                  <a:cubicBezTo>
                    <a:pt x="13" y="6"/>
                    <a:pt x="13" y="6"/>
                    <a:pt x="13" y="6"/>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384" name="未知"/>
            <p:cNvSpPr>
              <a:spLocks noChangeAspect="1"/>
            </p:cNvSpPr>
            <p:nvPr/>
          </p:nvSpPr>
          <p:spPr bwMode="auto">
            <a:xfrm>
              <a:off x="273" y="241"/>
              <a:ext cx="11" cy="21"/>
            </a:xfrm>
            <a:custGeom>
              <a:avLst/>
              <a:gdLst>
                <a:gd name="T0" fmla="*/ 13 w 17"/>
                <a:gd name="T1" fmla="*/ 7 h 35"/>
                <a:gd name="T2" fmla="*/ 17 w 17"/>
                <a:gd name="T3" fmla="*/ 14 h 35"/>
                <a:gd name="T4" fmla="*/ 17 w 17"/>
                <a:gd name="T5" fmla="*/ 30 h 35"/>
                <a:gd name="T6" fmla="*/ 13 w 17"/>
                <a:gd name="T7" fmla="*/ 34 h 35"/>
                <a:gd name="T8" fmla="*/ 3 w 17"/>
                <a:gd name="T9" fmla="*/ 28 h 35"/>
                <a:gd name="T10" fmla="*/ 0 w 17"/>
                <a:gd name="T11" fmla="*/ 21 h 35"/>
                <a:gd name="T12" fmla="*/ 0 w 17"/>
                <a:gd name="T13" fmla="*/ 5 h 35"/>
                <a:gd name="T14" fmla="*/ 4 w 17"/>
                <a:gd name="T15" fmla="*/ 1 h 35"/>
                <a:gd name="T16" fmla="*/ 13 w 17"/>
                <a:gd name="T17" fmla="*/ 7 h 35"/>
                <a:gd name="T18" fmla="*/ 13 w 17"/>
                <a:gd name="T19" fmla="*/ 7 h 35"/>
                <a:gd name="T20" fmla="*/ 13 w 17"/>
                <a:gd name="T21" fmla="*/ 7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35">
                  <a:moveTo>
                    <a:pt x="13" y="7"/>
                  </a:moveTo>
                  <a:cubicBezTo>
                    <a:pt x="15" y="8"/>
                    <a:pt x="17" y="11"/>
                    <a:pt x="17" y="14"/>
                  </a:cubicBezTo>
                  <a:cubicBezTo>
                    <a:pt x="17" y="30"/>
                    <a:pt x="17" y="30"/>
                    <a:pt x="17" y="30"/>
                  </a:cubicBezTo>
                  <a:cubicBezTo>
                    <a:pt x="17" y="33"/>
                    <a:pt x="15" y="35"/>
                    <a:pt x="13" y="34"/>
                  </a:cubicBezTo>
                  <a:cubicBezTo>
                    <a:pt x="3" y="28"/>
                    <a:pt x="3" y="28"/>
                    <a:pt x="3" y="28"/>
                  </a:cubicBezTo>
                  <a:cubicBezTo>
                    <a:pt x="1" y="27"/>
                    <a:pt x="0" y="24"/>
                    <a:pt x="0" y="21"/>
                  </a:cubicBezTo>
                  <a:cubicBezTo>
                    <a:pt x="0" y="5"/>
                    <a:pt x="0" y="5"/>
                    <a:pt x="0" y="5"/>
                  </a:cubicBezTo>
                  <a:cubicBezTo>
                    <a:pt x="0" y="1"/>
                    <a:pt x="1" y="0"/>
                    <a:pt x="4" y="1"/>
                  </a:cubicBezTo>
                  <a:cubicBezTo>
                    <a:pt x="13" y="7"/>
                    <a:pt x="13" y="7"/>
                    <a:pt x="13" y="7"/>
                  </a:cubicBezTo>
                  <a:cubicBezTo>
                    <a:pt x="13" y="7"/>
                    <a:pt x="13" y="7"/>
                    <a:pt x="13" y="7"/>
                  </a:cubicBezTo>
                  <a:cubicBezTo>
                    <a:pt x="13" y="7"/>
                    <a:pt x="13" y="7"/>
                    <a:pt x="13" y="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385" name="未知"/>
            <p:cNvSpPr>
              <a:spLocks noChangeAspect="1"/>
            </p:cNvSpPr>
            <p:nvPr/>
          </p:nvSpPr>
          <p:spPr bwMode="auto">
            <a:xfrm>
              <a:off x="289" y="250"/>
              <a:ext cx="10" cy="21"/>
            </a:xfrm>
            <a:custGeom>
              <a:avLst/>
              <a:gdLst>
                <a:gd name="T0" fmla="*/ 13 w 17"/>
                <a:gd name="T1" fmla="*/ 7 h 35"/>
                <a:gd name="T2" fmla="*/ 17 w 17"/>
                <a:gd name="T3" fmla="*/ 15 h 35"/>
                <a:gd name="T4" fmla="*/ 17 w 17"/>
                <a:gd name="T5" fmla="*/ 31 h 35"/>
                <a:gd name="T6" fmla="*/ 13 w 17"/>
                <a:gd name="T7" fmla="*/ 34 h 35"/>
                <a:gd name="T8" fmla="*/ 3 w 17"/>
                <a:gd name="T9" fmla="*/ 29 h 35"/>
                <a:gd name="T10" fmla="*/ 0 w 17"/>
                <a:gd name="T11" fmla="*/ 21 h 35"/>
                <a:gd name="T12" fmla="*/ 0 w 17"/>
                <a:gd name="T13" fmla="*/ 5 h 35"/>
                <a:gd name="T14" fmla="*/ 4 w 17"/>
                <a:gd name="T15" fmla="*/ 2 h 35"/>
                <a:gd name="T16" fmla="*/ 13 w 17"/>
                <a:gd name="T17" fmla="*/ 7 h 35"/>
                <a:gd name="T18" fmla="*/ 13 w 17"/>
                <a:gd name="T19" fmla="*/ 7 h 35"/>
                <a:gd name="T20" fmla="*/ 13 w 17"/>
                <a:gd name="T21" fmla="*/ 7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35">
                  <a:moveTo>
                    <a:pt x="13" y="7"/>
                  </a:moveTo>
                  <a:cubicBezTo>
                    <a:pt x="15" y="8"/>
                    <a:pt x="17" y="12"/>
                    <a:pt x="17" y="15"/>
                  </a:cubicBezTo>
                  <a:cubicBezTo>
                    <a:pt x="17" y="31"/>
                    <a:pt x="17" y="31"/>
                    <a:pt x="17" y="31"/>
                  </a:cubicBezTo>
                  <a:cubicBezTo>
                    <a:pt x="17" y="34"/>
                    <a:pt x="15" y="35"/>
                    <a:pt x="13" y="34"/>
                  </a:cubicBezTo>
                  <a:cubicBezTo>
                    <a:pt x="3" y="29"/>
                    <a:pt x="3" y="29"/>
                    <a:pt x="3" y="29"/>
                  </a:cubicBezTo>
                  <a:cubicBezTo>
                    <a:pt x="1" y="27"/>
                    <a:pt x="0" y="24"/>
                    <a:pt x="0" y="21"/>
                  </a:cubicBezTo>
                  <a:cubicBezTo>
                    <a:pt x="0" y="5"/>
                    <a:pt x="0" y="5"/>
                    <a:pt x="0" y="5"/>
                  </a:cubicBezTo>
                  <a:cubicBezTo>
                    <a:pt x="0" y="2"/>
                    <a:pt x="1" y="0"/>
                    <a:pt x="4" y="2"/>
                  </a:cubicBezTo>
                  <a:cubicBezTo>
                    <a:pt x="13" y="7"/>
                    <a:pt x="13" y="7"/>
                    <a:pt x="13" y="7"/>
                  </a:cubicBezTo>
                  <a:cubicBezTo>
                    <a:pt x="13" y="7"/>
                    <a:pt x="13" y="7"/>
                    <a:pt x="13" y="7"/>
                  </a:cubicBezTo>
                  <a:cubicBezTo>
                    <a:pt x="13" y="7"/>
                    <a:pt x="13" y="7"/>
                    <a:pt x="13" y="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386" name="未知"/>
            <p:cNvSpPr>
              <a:spLocks noChangeAspect="1"/>
            </p:cNvSpPr>
            <p:nvPr/>
          </p:nvSpPr>
          <p:spPr bwMode="auto">
            <a:xfrm>
              <a:off x="305" y="260"/>
              <a:ext cx="10" cy="21"/>
            </a:xfrm>
            <a:custGeom>
              <a:avLst/>
              <a:gdLst>
                <a:gd name="T0" fmla="*/ 13 w 17"/>
                <a:gd name="T1" fmla="*/ 6 h 35"/>
                <a:gd name="T2" fmla="*/ 17 w 17"/>
                <a:gd name="T3" fmla="*/ 14 h 35"/>
                <a:gd name="T4" fmla="*/ 16 w 17"/>
                <a:gd name="T5" fmla="*/ 30 h 35"/>
                <a:gd name="T6" fmla="*/ 13 w 17"/>
                <a:gd name="T7" fmla="*/ 33 h 35"/>
                <a:gd name="T8" fmla="*/ 3 w 17"/>
                <a:gd name="T9" fmla="*/ 28 h 35"/>
                <a:gd name="T10" fmla="*/ 0 w 17"/>
                <a:gd name="T11" fmla="*/ 20 h 35"/>
                <a:gd name="T12" fmla="*/ 0 w 17"/>
                <a:gd name="T13" fmla="*/ 4 h 35"/>
                <a:gd name="T14" fmla="*/ 4 w 17"/>
                <a:gd name="T15" fmla="*/ 1 h 35"/>
                <a:gd name="T16" fmla="*/ 13 w 17"/>
                <a:gd name="T17" fmla="*/ 6 h 35"/>
                <a:gd name="T18" fmla="*/ 13 w 17"/>
                <a:gd name="T19" fmla="*/ 6 h 35"/>
                <a:gd name="T20" fmla="*/ 13 w 17"/>
                <a:gd name="T21" fmla="*/ 6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35">
                  <a:moveTo>
                    <a:pt x="13" y="6"/>
                  </a:moveTo>
                  <a:cubicBezTo>
                    <a:pt x="15" y="7"/>
                    <a:pt x="17" y="11"/>
                    <a:pt x="17" y="14"/>
                  </a:cubicBezTo>
                  <a:cubicBezTo>
                    <a:pt x="16" y="30"/>
                    <a:pt x="16" y="30"/>
                    <a:pt x="16" y="30"/>
                  </a:cubicBezTo>
                  <a:cubicBezTo>
                    <a:pt x="16" y="33"/>
                    <a:pt x="15" y="35"/>
                    <a:pt x="13" y="33"/>
                  </a:cubicBezTo>
                  <a:cubicBezTo>
                    <a:pt x="3" y="28"/>
                    <a:pt x="3" y="28"/>
                    <a:pt x="3" y="28"/>
                  </a:cubicBezTo>
                  <a:cubicBezTo>
                    <a:pt x="1" y="27"/>
                    <a:pt x="0" y="23"/>
                    <a:pt x="0" y="20"/>
                  </a:cubicBezTo>
                  <a:cubicBezTo>
                    <a:pt x="0" y="4"/>
                    <a:pt x="0" y="4"/>
                    <a:pt x="0" y="4"/>
                  </a:cubicBezTo>
                  <a:cubicBezTo>
                    <a:pt x="0" y="1"/>
                    <a:pt x="1" y="0"/>
                    <a:pt x="4" y="1"/>
                  </a:cubicBezTo>
                  <a:cubicBezTo>
                    <a:pt x="13" y="6"/>
                    <a:pt x="13" y="6"/>
                    <a:pt x="13" y="6"/>
                  </a:cubicBezTo>
                  <a:cubicBezTo>
                    <a:pt x="13" y="6"/>
                    <a:pt x="13" y="6"/>
                    <a:pt x="13" y="6"/>
                  </a:cubicBezTo>
                  <a:cubicBezTo>
                    <a:pt x="13" y="6"/>
                    <a:pt x="13" y="6"/>
                    <a:pt x="13" y="6"/>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387" name="未知"/>
            <p:cNvSpPr>
              <a:spLocks noChangeAspect="1"/>
            </p:cNvSpPr>
            <p:nvPr/>
          </p:nvSpPr>
          <p:spPr bwMode="auto">
            <a:xfrm>
              <a:off x="321" y="269"/>
              <a:ext cx="10" cy="21"/>
            </a:xfrm>
            <a:custGeom>
              <a:avLst/>
              <a:gdLst>
                <a:gd name="T0" fmla="*/ 13 w 17"/>
                <a:gd name="T1" fmla="*/ 6 h 35"/>
                <a:gd name="T2" fmla="*/ 16 w 17"/>
                <a:gd name="T3" fmla="*/ 14 h 35"/>
                <a:gd name="T4" fmla="*/ 16 w 17"/>
                <a:gd name="T5" fmla="*/ 30 h 35"/>
                <a:gd name="T6" fmla="*/ 13 w 17"/>
                <a:gd name="T7" fmla="*/ 34 h 35"/>
                <a:gd name="T8" fmla="*/ 3 w 17"/>
                <a:gd name="T9" fmla="*/ 28 h 35"/>
                <a:gd name="T10" fmla="*/ 0 w 17"/>
                <a:gd name="T11" fmla="*/ 21 h 35"/>
                <a:gd name="T12" fmla="*/ 0 w 17"/>
                <a:gd name="T13" fmla="*/ 4 h 35"/>
                <a:gd name="T14" fmla="*/ 3 w 17"/>
                <a:gd name="T15" fmla="*/ 1 h 35"/>
                <a:gd name="T16" fmla="*/ 13 w 17"/>
                <a:gd name="T17" fmla="*/ 6 h 35"/>
                <a:gd name="T18" fmla="*/ 13 w 17"/>
                <a:gd name="T19" fmla="*/ 6 h 35"/>
                <a:gd name="T20" fmla="*/ 13 w 17"/>
                <a:gd name="T21" fmla="*/ 6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35">
                  <a:moveTo>
                    <a:pt x="13" y="6"/>
                  </a:moveTo>
                  <a:cubicBezTo>
                    <a:pt x="15" y="8"/>
                    <a:pt x="17" y="11"/>
                    <a:pt x="16" y="14"/>
                  </a:cubicBezTo>
                  <a:cubicBezTo>
                    <a:pt x="16" y="30"/>
                    <a:pt x="16" y="30"/>
                    <a:pt x="16" y="30"/>
                  </a:cubicBezTo>
                  <a:cubicBezTo>
                    <a:pt x="16" y="33"/>
                    <a:pt x="15" y="35"/>
                    <a:pt x="13" y="34"/>
                  </a:cubicBezTo>
                  <a:cubicBezTo>
                    <a:pt x="3" y="28"/>
                    <a:pt x="3" y="28"/>
                    <a:pt x="3" y="28"/>
                  </a:cubicBezTo>
                  <a:cubicBezTo>
                    <a:pt x="1" y="27"/>
                    <a:pt x="0" y="24"/>
                    <a:pt x="0" y="21"/>
                  </a:cubicBezTo>
                  <a:cubicBezTo>
                    <a:pt x="0" y="4"/>
                    <a:pt x="0" y="4"/>
                    <a:pt x="0" y="4"/>
                  </a:cubicBezTo>
                  <a:cubicBezTo>
                    <a:pt x="0" y="1"/>
                    <a:pt x="1" y="0"/>
                    <a:pt x="3" y="1"/>
                  </a:cubicBezTo>
                  <a:cubicBezTo>
                    <a:pt x="13" y="6"/>
                    <a:pt x="13" y="6"/>
                    <a:pt x="13" y="6"/>
                  </a:cubicBezTo>
                  <a:cubicBezTo>
                    <a:pt x="13" y="6"/>
                    <a:pt x="13" y="6"/>
                    <a:pt x="13" y="6"/>
                  </a:cubicBezTo>
                  <a:cubicBezTo>
                    <a:pt x="13" y="6"/>
                    <a:pt x="13" y="6"/>
                    <a:pt x="13" y="6"/>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388" name="未知"/>
            <p:cNvSpPr>
              <a:spLocks noChangeAspect="1"/>
            </p:cNvSpPr>
            <p:nvPr/>
          </p:nvSpPr>
          <p:spPr bwMode="auto">
            <a:xfrm>
              <a:off x="337" y="278"/>
              <a:ext cx="9" cy="21"/>
            </a:xfrm>
            <a:custGeom>
              <a:avLst/>
              <a:gdLst>
                <a:gd name="T0" fmla="*/ 13 w 16"/>
                <a:gd name="T1" fmla="*/ 7 h 35"/>
                <a:gd name="T2" fmla="*/ 16 w 16"/>
                <a:gd name="T3" fmla="*/ 14 h 35"/>
                <a:gd name="T4" fmla="*/ 16 w 16"/>
                <a:gd name="T5" fmla="*/ 31 h 35"/>
                <a:gd name="T6" fmla="*/ 13 w 16"/>
                <a:gd name="T7" fmla="*/ 34 h 35"/>
                <a:gd name="T8" fmla="*/ 3 w 16"/>
                <a:gd name="T9" fmla="*/ 29 h 35"/>
                <a:gd name="T10" fmla="*/ 0 w 16"/>
                <a:gd name="T11" fmla="*/ 21 h 35"/>
                <a:gd name="T12" fmla="*/ 0 w 16"/>
                <a:gd name="T13" fmla="*/ 5 h 35"/>
                <a:gd name="T14" fmla="*/ 3 w 16"/>
                <a:gd name="T15" fmla="*/ 1 h 35"/>
                <a:gd name="T16" fmla="*/ 13 w 16"/>
                <a:gd name="T17" fmla="*/ 7 h 35"/>
                <a:gd name="T18" fmla="*/ 13 w 16"/>
                <a:gd name="T19" fmla="*/ 7 h 35"/>
                <a:gd name="T20" fmla="*/ 13 w 16"/>
                <a:gd name="T21" fmla="*/ 7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 h="35">
                  <a:moveTo>
                    <a:pt x="13" y="7"/>
                  </a:moveTo>
                  <a:cubicBezTo>
                    <a:pt x="15" y="8"/>
                    <a:pt x="16" y="11"/>
                    <a:pt x="16" y="14"/>
                  </a:cubicBezTo>
                  <a:cubicBezTo>
                    <a:pt x="16" y="31"/>
                    <a:pt x="16" y="31"/>
                    <a:pt x="16" y="31"/>
                  </a:cubicBezTo>
                  <a:cubicBezTo>
                    <a:pt x="16" y="34"/>
                    <a:pt x="15" y="35"/>
                    <a:pt x="13" y="34"/>
                  </a:cubicBezTo>
                  <a:cubicBezTo>
                    <a:pt x="3" y="29"/>
                    <a:pt x="3" y="29"/>
                    <a:pt x="3" y="29"/>
                  </a:cubicBezTo>
                  <a:cubicBezTo>
                    <a:pt x="1" y="27"/>
                    <a:pt x="0" y="24"/>
                    <a:pt x="0" y="21"/>
                  </a:cubicBezTo>
                  <a:cubicBezTo>
                    <a:pt x="0" y="5"/>
                    <a:pt x="0" y="5"/>
                    <a:pt x="0" y="5"/>
                  </a:cubicBezTo>
                  <a:cubicBezTo>
                    <a:pt x="0" y="2"/>
                    <a:pt x="1" y="0"/>
                    <a:pt x="3" y="1"/>
                  </a:cubicBezTo>
                  <a:cubicBezTo>
                    <a:pt x="13" y="7"/>
                    <a:pt x="13" y="7"/>
                    <a:pt x="13" y="7"/>
                  </a:cubicBezTo>
                  <a:cubicBezTo>
                    <a:pt x="13" y="7"/>
                    <a:pt x="13" y="7"/>
                    <a:pt x="13" y="7"/>
                  </a:cubicBezTo>
                  <a:cubicBezTo>
                    <a:pt x="13" y="7"/>
                    <a:pt x="13" y="7"/>
                    <a:pt x="13" y="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389" name="未知"/>
            <p:cNvSpPr>
              <a:spLocks noChangeAspect="1"/>
            </p:cNvSpPr>
            <p:nvPr/>
          </p:nvSpPr>
          <p:spPr bwMode="auto">
            <a:xfrm>
              <a:off x="352" y="287"/>
              <a:ext cx="10" cy="21"/>
            </a:xfrm>
            <a:custGeom>
              <a:avLst/>
              <a:gdLst>
                <a:gd name="T0" fmla="*/ 13 w 16"/>
                <a:gd name="T1" fmla="*/ 7 h 35"/>
                <a:gd name="T2" fmla="*/ 16 w 16"/>
                <a:gd name="T3" fmla="*/ 15 h 35"/>
                <a:gd name="T4" fmla="*/ 16 w 16"/>
                <a:gd name="T5" fmla="*/ 31 h 35"/>
                <a:gd name="T6" fmla="*/ 13 w 16"/>
                <a:gd name="T7" fmla="*/ 34 h 35"/>
                <a:gd name="T8" fmla="*/ 3 w 16"/>
                <a:gd name="T9" fmla="*/ 29 h 35"/>
                <a:gd name="T10" fmla="*/ 0 w 16"/>
                <a:gd name="T11" fmla="*/ 21 h 35"/>
                <a:gd name="T12" fmla="*/ 0 w 16"/>
                <a:gd name="T13" fmla="*/ 5 h 35"/>
                <a:gd name="T14" fmla="*/ 3 w 16"/>
                <a:gd name="T15" fmla="*/ 2 h 35"/>
                <a:gd name="T16" fmla="*/ 13 w 16"/>
                <a:gd name="T17" fmla="*/ 7 h 35"/>
                <a:gd name="T18" fmla="*/ 13 w 16"/>
                <a:gd name="T19" fmla="*/ 7 h 35"/>
                <a:gd name="T20" fmla="*/ 13 w 16"/>
                <a:gd name="T21" fmla="*/ 7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 h="35">
                  <a:moveTo>
                    <a:pt x="13" y="7"/>
                  </a:moveTo>
                  <a:cubicBezTo>
                    <a:pt x="15" y="8"/>
                    <a:pt x="16" y="12"/>
                    <a:pt x="16" y="15"/>
                  </a:cubicBezTo>
                  <a:cubicBezTo>
                    <a:pt x="16" y="31"/>
                    <a:pt x="16" y="31"/>
                    <a:pt x="16" y="31"/>
                  </a:cubicBezTo>
                  <a:cubicBezTo>
                    <a:pt x="16" y="34"/>
                    <a:pt x="15" y="35"/>
                    <a:pt x="13" y="34"/>
                  </a:cubicBezTo>
                  <a:cubicBezTo>
                    <a:pt x="3" y="29"/>
                    <a:pt x="3" y="29"/>
                    <a:pt x="3" y="29"/>
                  </a:cubicBezTo>
                  <a:cubicBezTo>
                    <a:pt x="1" y="28"/>
                    <a:pt x="0" y="24"/>
                    <a:pt x="0" y="21"/>
                  </a:cubicBezTo>
                  <a:cubicBezTo>
                    <a:pt x="0" y="5"/>
                    <a:pt x="0" y="5"/>
                    <a:pt x="0" y="5"/>
                  </a:cubicBezTo>
                  <a:cubicBezTo>
                    <a:pt x="0" y="2"/>
                    <a:pt x="1" y="0"/>
                    <a:pt x="3" y="2"/>
                  </a:cubicBezTo>
                  <a:cubicBezTo>
                    <a:pt x="13" y="7"/>
                    <a:pt x="13" y="7"/>
                    <a:pt x="13" y="7"/>
                  </a:cubicBezTo>
                  <a:cubicBezTo>
                    <a:pt x="13" y="7"/>
                    <a:pt x="13" y="7"/>
                    <a:pt x="13" y="7"/>
                  </a:cubicBezTo>
                  <a:cubicBezTo>
                    <a:pt x="13" y="7"/>
                    <a:pt x="13" y="7"/>
                    <a:pt x="13" y="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390" name="未知"/>
            <p:cNvSpPr>
              <a:spLocks noChangeAspect="1"/>
            </p:cNvSpPr>
            <p:nvPr/>
          </p:nvSpPr>
          <p:spPr bwMode="auto">
            <a:xfrm>
              <a:off x="368" y="297"/>
              <a:ext cx="10" cy="21"/>
            </a:xfrm>
            <a:custGeom>
              <a:avLst/>
              <a:gdLst>
                <a:gd name="T0" fmla="*/ 14 w 17"/>
                <a:gd name="T1" fmla="*/ 6 h 35"/>
                <a:gd name="T2" fmla="*/ 17 w 17"/>
                <a:gd name="T3" fmla="*/ 14 h 35"/>
                <a:gd name="T4" fmla="*/ 17 w 17"/>
                <a:gd name="T5" fmla="*/ 30 h 35"/>
                <a:gd name="T6" fmla="*/ 14 w 17"/>
                <a:gd name="T7" fmla="*/ 33 h 35"/>
                <a:gd name="T8" fmla="*/ 4 w 17"/>
                <a:gd name="T9" fmla="*/ 28 h 35"/>
                <a:gd name="T10" fmla="*/ 1 w 17"/>
                <a:gd name="T11" fmla="*/ 20 h 35"/>
                <a:gd name="T12" fmla="*/ 1 w 17"/>
                <a:gd name="T13" fmla="*/ 4 h 35"/>
                <a:gd name="T14" fmla="*/ 4 w 17"/>
                <a:gd name="T15" fmla="*/ 1 h 35"/>
                <a:gd name="T16" fmla="*/ 14 w 17"/>
                <a:gd name="T17" fmla="*/ 6 h 35"/>
                <a:gd name="T18" fmla="*/ 14 w 17"/>
                <a:gd name="T19" fmla="*/ 6 h 35"/>
                <a:gd name="T20" fmla="*/ 14 w 17"/>
                <a:gd name="T21" fmla="*/ 6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35">
                  <a:moveTo>
                    <a:pt x="14" y="6"/>
                  </a:moveTo>
                  <a:cubicBezTo>
                    <a:pt x="16" y="8"/>
                    <a:pt x="17" y="11"/>
                    <a:pt x="17" y="14"/>
                  </a:cubicBezTo>
                  <a:cubicBezTo>
                    <a:pt x="17" y="30"/>
                    <a:pt x="17" y="30"/>
                    <a:pt x="17" y="30"/>
                  </a:cubicBezTo>
                  <a:cubicBezTo>
                    <a:pt x="17" y="33"/>
                    <a:pt x="16" y="35"/>
                    <a:pt x="14" y="33"/>
                  </a:cubicBezTo>
                  <a:cubicBezTo>
                    <a:pt x="4" y="28"/>
                    <a:pt x="4" y="28"/>
                    <a:pt x="4" y="28"/>
                  </a:cubicBezTo>
                  <a:cubicBezTo>
                    <a:pt x="2" y="27"/>
                    <a:pt x="0" y="23"/>
                    <a:pt x="1" y="20"/>
                  </a:cubicBezTo>
                  <a:cubicBezTo>
                    <a:pt x="1" y="4"/>
                    <a:pt x="1" y="4"/>
                    <a:pt x="1" y="4"/>
                  </a:cubicBezTo>
                  <a:cubicBezTo>
                    <a:pt x="1" y="1"/>
                    <a:pt x="2" y="0"/>
                    <a:pt x="4" y="1"/>
                  </a:cubicBezTo>
                  <a:cubicBezTo>
                    <a:pt x="14" y="6"/>
                    <a:pt x="14" y="6"/>
                    <a:pt x="14" y="6"/>
                  </a:cubicBezTo>
                  <a:cubicBezTo>
                    <a:pt x="14" y="6"/>
                    <a:pt x="14" y="6"/>
                    <a:pt x="14" y="6"/>
                  </a:cubicBezTo>
                  <a:cubicBezTo>
                    <a:pt x="14" y="6"/>
                    <a:pt x="14" y="6"/>
                    <a:pt x="14" y="6"/>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391" name="未知"/>
            <p:cNvSpPr>
              <a:spLocks noChangeAspect="1"/>
            </p:cNvSpPr>
            <p:nvPr/>
          </p:nvSpPr>
          <p:spPr bwMode="auto">
            <a:xfrm>
              <a:off x="210" y="246"/>
              <a:ext cx="10" cy="21"/>
            </a:xfrm>
            <a:custGeom>
              <a:avLst/>
              <a:gdLst>
                <a:gd name="T0" fmla="*/ 13 w 17"/>
                <a:gd name="T1" fmla="*/ 6 h 35"/>
                <a:gd name="T2" fmla="*/ 17 w 17"/>
                <a:gd name="T3" fmla="*/ 14 h 35"/>
                <a:gd name="T4" fmla="*/ 17 w 17"/>
                <a:gd name="T5" fmla="*/ 30 h 35"/>
                <a:gd name="T6" fmla="*/ 13 w 17"/>
                <a:gd name="T7" fmla="*/ 33 h 35"/>
                <a:gd name="T8" fmla="*/ 4 w 17"/>
                <a:gd name="T9" fmla="*/ 28 h 35"/>
                <a:gd name="T10" fmla="*/ 0 w 17"/>
                <a:gd name="T11" fmla="*/ 20 h 35"/>
                <a:gd name="T12" fmla="*/ 0 w 17"/>
                <a:gd name="T13" fmla="*/ 4 h 35"/>
                <a:gd name="T14" fmla="*/ 4 w 17"/>
                <a:gd name="T15" fmla="*/ 1 h 35"/>
                <a:gd name="T16" fmla="*/ 13 w 17"/>
                <a:gd name="T17" fmla="*/ 6 h 35"/>
                <a:gd name="T18" fmla="*/ 13 w 17"/>
                <a:gd name="T19" fmla="*/ 6 h 35"/>
                <a:gd name="T20" fmla="*/ 13 w 17"/>
                <a:gd name="T21" fmla="*/ 6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35">
                  <a:moveTo>
                    <a:pt x="13" y="6"/>
                  </a:moveTo>
                  <a:cubicBezTo>
                    <a:pt x="15" y="7"/>
                    <a:pt x="17" y="11"/>
                    <a:pt x="17" y="14"/>
                  </a:cubicBezTo>
                  <a:cubicBezTo>
                    <a:pt x="17" y="30"/>
                    <a:pt x="17" y="30"/>
                    <a:pt x="17" y="30"/>
                  </a:cubicBezTo>
                  <a:cubicBezTo>
                    <a:pt x="17" y="33"/>
                    <a:pt x="15" y="35"/>
                    <a:pt x="13" y="33"/>
                  </a:cubicBezTo>
                  <a:cubicBezTo>
                    <a:pt x="4" y="28"/>
                    <a:pt x="4" y="28"/>
                    <a:pt x="4" y="28"/>
                  </a:cubicBezTo>
                  <a:cubicBezTo>
                    <a:pt x="1" y="27"/>
                    <a:pt x="0" y="23"/>
                    <a:pt x="0" y="20"/>
                  </a:cubicBezTo>
                  <a:cubicBezTo>
                    <a:pt x="0" y="4"/>
                    <a:pt x="0" y="4"/>
                    <a:pt x="0" y="4"/>
                  </a:cubicBezTo>
                  <a:cubicBezTo>
                    <a:pt x="0" y="1"/>
                    <a:pt x="2" y="0"/>
                    <a:pt x="4" y="1"/>
                  </a:cubicBezTo>
                  <a:cubicBezTo>
                    <a:pt x="13" y="6"/>
                    <a:pt x="13" y="6"/>
                    <a:pt x="13" y="6"/>
                  </a:cubicBezTo>
                  <a:cubicBezTo>
                    <a:pt x="13" y="6"/>
                    <a:pt x="13" y="6"/>
                    <a:pt x="13" y="6"/>
                  </a:cubicBezTo>
                  <a:cubicBezTo>
                    <a:pt x="13" y="6"/>
                    <a:pt x="13" y="6"/>
                    <a:pt x="13" y="6"/>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392" name="未知"/>
            <p:cNvSpPr>
              <a:spLocks noChangeAspect="1"/>
            </p:cNvSpPr>
            <p:nvPr/>
          </p:nvSpPr>
          <p:spPr bwMode="auto">
            <a:xfrm>
              <a:off x="226" y="255"/>
              <a:ext cx="10" cy="22"/>
            </a:xfrm>
            <a:custGeom>
              <a:avLst/>
              <a:gdLst>
                <a:gd name="T0" fmla="*/ 13 w 17"/>
                <a:gd name="T1" fmla="*/ 6 h 35"/>
                <a:gd name="T2" fmla="*/ 17 w 17"/>
                <a:gd name="T3" fmla="*/ 14 h 35"/>
                <a:gd name="T4" fmla="*/ 17 w 17"/>
                <a:gd name="T5" fmla="*/ 30 h 35"/>
                <a:gd name="T6" fmla="*/ 13 w 17"/>
                <a:gd name="T7" fmla="*/ 34 h 35"/>
                <a:gd name="T8" fmla="*/ 4 w 17"/>
                <a:gd name="T9" fmla="*/ 28 h 35"/>
                <a:gd name="T10" fmla="*/ 0 w 17"/>
                <a:gd name="T11" fmla="*/ 21 h 35"/>
                <a:gd name="T12" fmla="*/ 0 w 17"/>
                <a:gd name="T13" fmla="*/ 4 h 35"/>
                <a:gd name="T14" fmla="*/ 4 w 17"/>
                <a:gd name="T15" fmla="*/ 1 h 35"/>
                <a:gd name="T16" fmla="*/ 13 w 17"/>
                <a:gd name="T17" fmla="*/ 6 h 35"/>
                <a:gd name="T18" fmla="*/ 13 w 17"/>
                <a:gd name="T19" fmla="*/ 6 h 35"/>
                <a:gd name="T20" fmla="*/ 13 w 17"/>
                <a:gd name="T21" fmla="*/ 6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35">
                  <a:moveTo>
                    <a:pt x="13" y="6"/>
                  </a:moveTo>
                  <a:cubicBezTo>
                    <a:pt x="15" y="8"/>
                    <a:pt x="17" y="11"/>
                    <a:pt x="17" y="14"/>
                  </a:cubicBezTo>
                  <a:cubicBezTo>
                    <a:pt x="17" y="30"/>
                    <a:pt x="17" y="30"/>
                    <a:pt x="17" y="30"/>
                  </a:cubicBezTo>
                  <a:cubicBezTo>
                    <a:pt x="17" y="33"/>
                    <a:pt x="15" y="35"/>
                    <a:pt x="13" y="34"/>
                  </a:cubicBezTo>
                  <a:cubicBezTo>
                    <a:pt x="4" y="28"/>
                    <a:pt x="4" y="28"/>
                    <a:pt x="4" y="28"/>
                  </a:cubicBezTo>
                  <a:cubicBezTo>
                    <a:pt x="1" y="27"/>
                    <a:pt x="0" y="24"/>
                    <a:pt x="0" y="21"/>
                  </a:cubicBezTo>
                  <a:cubicBezTo>
                    <a:pt x="0" y="4"/>
                    <a:pt x="0" y="4"/>
                    <a:pt x="0" y="4"/>
                  </a:cubicBezTo>
                  <a:cubicBezTo>
                    <a:pt x="0" y="1"/>
                    <a:pt x="2" y="0"/>
                    <a:pt x="4" y="1"/>
                  </a:cubicBezTo>
                  <a:cubicBezTo>
                    <a:pt x="13" y="6"/>
                    <a:pt x="13" y="6"/>
                    <a:pt x="13" y="6"/>
                  </a:cubicBezTo>
                  <a:cubicBezTo>
                    <a:pt x="13" y="6"/>
                    <a:pt x="13" y="6"/>
                    <a:pt x="13" y="6"/>
                  </a:cubicBezTo>
                  <a:cubicBezTo>
                    <a:pt x="13" y="6"/>
                    <a:pt x="13" y="6"/>
                    <a:pt x="13" y="6"/>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393" name="未知"/>
            <p:cNvSpPr>
              <a:spLocks noChangeAspect="1"/>
            </p:cNvSpPr>
            <p:nvPr/>
          </p:nvSpPr>
          <p:spPr bwMode="auto">
            <a:xfrm>
              <a:off x="242" y="264"/>
              <a:ext cx="10" cy="22"/>
            </a:xfrm>
            <a:custGeom>
              <a:avLst/>
              <a:gdLst>
                <a:gd name="T0" fmla="*/ 13 w 17"/>
                <a:gd name="T1" fmla="*/ 7 h 35"/>
                <a:gd name="T2" fmla="*/ 17 w 17"/>
                <a:gd name="T3" fmla="*/ 15 h 35"/>
                <a:gd name="T4" fmla="*/ 17 w 17"/>
                <a:gd name="T5" fmla="*/ 31 h 35"/>
                <a:gd name="T6" fmla="*/ 13 w 17"/>
                <a:gd name="T7" fmla="*/ 34 h 35"/>
                <a:gd name="T8" fmla="*/ 4 w 17"/>
                <a:gd name="T9" fmla="*/ 29 h 35"/>
                <a:gd name="T10" fmla="*/ 0 w 17"/>
                <a:gd name="T11" fmla="*/ 21 h 35"/>
                <a:gd name="T12" fmla="*/ 0 w 17"/>
                <a:gd name="T13" fmla="*/ 5 h 35"/>
                <a:gd name="T14" fmla="*/ 4 w 17"/>
                <a:gd name="T15" fmla="*/ 1 h 35"/>
                <a:gd name="T16" fmla="*/ 13 w 17"/>
                <a:gd name="T17" fmla="*/ 7 h 35"/>
                <a:gd name="T18" fmla="*/ 13 w 17"/>
                <a:gd name="T19" fmla="*/ 7 h 35"/>
                <a:gd name="T20" fmla="*/ 13 w 17"/>
                <a:gd name="T21" fmla="*/ 7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35">
                  <a:moveTo>
                    <a:pt x="13" y="7"/>
                  </a:moveTo>
                  <a:cubicBezTo>
                    <a:pt x="15" y="8"/>
                    <a:pt x="17" y="11"/>
                    <a:pt x="17" y="15"/>
                  </a:cubicBezTo>
                  <a:cubicBezTo>
                    <a:pt x="17" y="31"/>
                    <a:pt x="17" y="31"/>
                    <a:pt x="17" y="31"/>
                  </a:cubicBezTo>
                  <a:cubicBezTo>
                    <a:pt x="17" y="34"/>
                    <a:pt x="15" y="35"/>
                    <a:pt x="13" y="34"/>
                  </a:cubicBezTo>
                  <a:cubicBezTo>
                    <a:pt x="4" y="29"/>
                    <a:pt x="4" y="29"/>
                    <a:pt x="4" y="29"/>
                  </a:cubicBezTo>
                  <a:cubicBezTo>
                    <a:pt x="1" y="27"/>
                    <a:pt x="0" y="24"/>
                    <a:pt x="0" y="21"/>
                  </a:cubicBezTo>
                  <a:cubicBezTo>
                    <a:pt x="0" y="5"/>
                    <a:pt x="0" y="5"/>
                    <a:pt x="0" y="5"/>
                  </a:cubicBezTo>
                  <a:cubicBezTo>
                    <a:pt x="0" y="2"/>
                    <a:pt x="2" y="0"/>
                    <a:pt x="4" y="1"/>
                  </a:cubicBezTo>
                  <a:cubicBezTo>
                    <a:pt x="13" y="7"/>
                    <a:pt x="13" y="7"/>
                    <a:pt x="13" y="7"/>
                  </a:cubicBezTo>
                  <a:cubicBezTo>
                    <a:pt x="13" y="7"/>
                    <a:pt x="13" y="7"/>
                    <a:pt x="13" y="7"/>
                  </a:cubicBezTo>
                  <a:cubicBezTo>
                    <a:pt x="13" y="7"/>
                    <a:pt x="13" y="7"/>
                    <a:pt x="13" y="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394" name="未知"/>
            <p:cNvSpPr>
              <a:spLocks noChangeAspect="1"/>
            </p:cNvSpPr>
            <p:nvPr/>
          </p:nvSpPr>
          <p:spPr bwMode="auto">
            <a:xfrm>
              <a:off x="257" y="274"/>
              <a:ext cx="11" cy="21"/>
            </a:xfrm>
            <a:custGeom>
              <a:avLst/>
              <a:gdLst>
                <a:gd name="T0" fmla="*/ 13 w 17"/>
                <a:gd name="T1" fmla="*/ 6 h 34"/>
                <a:gd name="T2" fmla="*/ 17 w 17"/>
                <a:gd name="T3" fmla="*/ 14 h 34"/>
                <a:gd name="T4" fmla="*/ 17 w 17"/>
                <a:gd name="T5" fmla="*/ 30 h 34"/>
                <a:gd name="T6" fmla="*/ 13 w 17"/>
                <a:gd name="T7" fmla="*/ 33 h 34"/>
                <a:gd name="T8" fmla="*/ 4 w 17"/>
                <a:gd name="T9" fmla="*/ 28 h 34"/>
                <a:gd name="T10" fmla="*/ 0 w 17"/>
                <a:gd name="T11" fmla="*/ 20 h 34"/>
                <a:gd name="T12" fmla="*/ 0 w 17"/>
                <a:gd name="T13" fmla="*/ 4 h 34"/>
                <a:gd name="T14" fmla="*/ 4 w 17"/>
                <a:gd name="T15" fmla="*/ 1 h 34"/>
                <a:gd name="T16" fmla="*/ 13 w 17"/>
                <a:gd name="T17" fmla="*/ 6 h 34"/>
                <a:gd name="T18" fmla="*/ 13 w 17"/>
                <a:gd name="T19" fmla="*/ 6 h 34"/>
                <a:gd name="T20" fmla="*/ 13 w 17"/>
                <a:gd name="T21" fmla="*/ 6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34">
                  <a:moveTo>
                    <a:pt x="13" y="6"/>
                  </a:moveTo>
                  <a:cubicBezTo>
                    <a:pt x="15" y="7"/>
                    <a:pt x="17" y="11"/>
                    <a:pt x="17" y="14"/>
                  </a:cubicBezTo>
                  <a:cubicBezTo>
                    <a:pt x="17" y="30"/>
                    <a:pt x="17" y="30"/>
                    <a:pt x="17" y="30"/>
                  </a:cubicBezTo>
                  <a:cubicBezTo>
                    <a:pt x="17" y="33"/>
                    <a:pt x="15" y="34"/>
                    <a:pt x="13" y="33"/>
                  </a:cubicBezTo>
                  <a:cubicBezTo>
                    <a:pt x="4" y="28"/>
                    <a:pt x="4" y="28"/>
                    <a:pt x="4" y="28"/>
                  </a:cubicBezTo>
                  <a:cubicBezTo>
                    <a:pt x="1" y="27"/>
                    <a:pt x="0" y="23"/>
                    <a:pt x="0" y="20"/>
                  </a:cubicBezTo>
                  <a:cubicBezTo>
                    <a:pt x="0" y="4"/>
                    <a:pt x="0" y="4"/>
                    <a:pt x="0" y="4"/>
                  </a:cubicBezTo>
                  <a:cubicBezTo>
                    <a:pt x="0" y="1"/>
                    <a:pt x="1" y="0"/>
                    <a:pt x="4" y="1"/>
                  </a:cubicBezTo>
                  <a:cubicBezTo>
                    <a:pt x="13" y="6"/>
                    <a:pt x="13" y="6"/>
                    <a:pt x="13" y="6"/>
                  </a:cubicBezTo>
                  <a:cubicBezTo>
                    <a:pt x="13" y="6"/>
                    <a:pt x="13" y="6"/>
                    <a:pt x="13" y="6"/>
                  </a:cubicBezTo>
                  <a:cubicBezTo>
                    <a:pt x="13" y="6"/>
                    <a:pt x="13" y="6"/>
                    <a:pt x="13" y="6"/>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395" name="未知"/>
            <p:cNvSpPr>
              <a:spLocks noChangeAspect="1"/>
            </p:cNvSpPr>
            <p:nvPr/>
          </p:nvSpPr>
          <p:spPr bwMode="auto">
            <a:xfrm>
              <a:off x="273" y="283"/>
              <a:ext cx="11" cy="22"/>
            </a:xfrm>
            <a:custGeom>
              <a:avLst/>
              <a:gdLst>
                <a:gd name="T0" fmla="*/ 13 w 17"/>
                <a:gd name="T1" fmla="*/ 6 h 35"/>
                <a:gd name="T2" fmla="*/ 17 w 17"/>
                <a:gd name="T3" fmla="*/ 14 h 35"/>
                <a:gd name="T4" fmla="*/ 17 w 17"/>
                <a:gd name="T5" fmla="*/ 30 h 35"/>
                <a:gd name="T6" fmla="*/ 13 w 17"/>
                <a:gd name="T7" fmla="*/ 34 h 35"/>
                <a:gd name="T8" fmla="*/ 3 w 17"/>
                <a:gd name="T9" fmla="*/ 28 h 35"/>
                <a:gd name="T10" fmla="*/ 0 w 17"/>
                <a:gd name="T11" fmla="*/ 20 h 35"/>
                <a:gd name="T12" fmla="*/ 0 w 17"/>
                <a:gd name="T13" fmla="*/ 4 h 35"/>
                <a:gd name="T14" fmla="*/ 4 w 17"/>
                <a:gd name="T15" fmla="*/ 1 h 35"/>
                <a:gd name="T16" fmla="*/ 13 w 17"/>
                <a:gd name="T17" fmla="*/ 6 h 35"/>
                <a:gd name="T18" fmla="*/ 13 w 17"/>
                <a:gd name="T19" fmla="*/ 6 h 35"/>
                <a:gd name="T20" fmla="*/ 13 w 17"/>
                <a:gd name="T21" fmla="*/ 6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35">
                  <a:moveTo>
                    <a:pt x="13" y="6"/>
                  </a:moveTo>
                  <a:cubicBezTo>
                    <a:pt x="15" y="8"/>
                    <a:pt x="17" y="11"/>
                    <a:pt x="17" y="14"/>
                  </a:cubicBezTo>
                  <a:cubicBezTo>
                    <a:pt x="17" y="30"/>
                    <a:pt x="17" y="30"/>
                    <a:pt x="17" y="30"/>
                  </a:cubicBezTo>
                  <a:cubicBezTo>
                    <a:pt x="17" y="33"/>
                    <a:pt x="15" y="35"/>
                    <a:pt x="13" y="34"/>
                  </a:cubicBezTo>
                  <a:cubicBezTo>
                    <a:pt x="3" y="28"/>
                    <a:pt x="3" y="28"/>
                    <a:pt x="3" y="28"/>
                  </a:cubicBezTo>
                  <a:cubicBezTo>
                    <a:pt x="1" y="27"/>
                    <a:pt x="0" y="24"/>
                    <a:pt x="0" y="20"/>
                  </a:cubicBezTo>
                  <a:cubicBezTo>
                    <a:pt x="0" y="4"/>
                    <a:pt x="0" y="4"/>
                    <a:pt x="0" y="4"/>
                  </a:cubicBezTo>
                  <a:cubicBezTo>
                    <a:pt x="0" y="1"/>
                    <a:pt x="1" y="0"/>
                    <a:pt x="4" y="1"/>
                  </a:cubicBezTo>
                  <a:cubicBezTo>
                    <a:pt x="13" y="6"/>
                    <a:pt x="13" y="6"/>
                    <a:pt x="13" y="6"/>
                  </a:cubicBezTo>
                  <a:cubicBezTo>
                    <a:pt x="13" y="6"/>
                    <a:pt x="13" y="6"/>
                    <a:pt x="13" y="6"/>
                  </a:cubicBezTo>
                  <a:cubicBezTo>
                    <a:pt x="13" y="6"/>
                    <a:pt x="13" y="6"/>
                    <a:pt x="13" y="6"/>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396" name="未知"/>
            <p:cNvSpPr>
              <a:spLocks noChangeAspect="1"/>
            </p:cNvSpPr>
            <p:nvPr/>
          </p:nvSpPr>
          <p:spPr bwMode="auto">
            <a:xfrm>
              <a:off x="289" y="292"/>
              <a:ext cx="10" cy="22"/>
            </a:xfrm>
            <a:custGeom>
              <a:avLst/>
              <a:gdLst>
                <a:gd name="T0" fmla="*/ 13 w 17"/>
                <a:gd name="T1" fmla="*/ 7 h 35"/>
                <a:gd name="T2" fmla="*/ 17 w 17"/>
                <a:gd name="T3" fmla="*/ 14 h 35"/>
                <a:gd name="T4" fmla="*/ 17 w 17"/>
                <a:gd name="T5" fmla="*/ 31 h 35"/>
                <a:gd name="T6" fmla="*/ 13 w 17"/>
                <a:gd name="T7" fmla="*/ 34 h 35"/>
                <a:gd name="T8" fmla="*/ 3 w 17"/>
                <a:gd name="T9" fmla="*/ 29 h 35"/>
                <a:gd name="T10" fmla="*/ 0 w 17"/>
                <a:gd name="T11" fmla="*/ 21 h 35"/>
                <a:gd name="T12" fmla="*/ 0 w 17"/>
                <a:gd name="T13" fmla="*/ 5 h 35"/>
                <a:gd name="T14" fmla="*/ 4 w 17"/>
                <a:gd name="T15" fmla="*/ 1 h 35"/>
                <a:gd name="T16" fmla="*/ 13 w 17"/>
                <a:gd name="T17" fmla="*/ 7 h 35"/>
                <a:gd name="T18" fmla="*/ 13 w 17"/>
                <a:gd name="T19" fmla="*/ 7 h 35"/>
                <a:gd name="T20" fmla="*/ 13 w 17"/>
                <a:gd name="T21" fmla="*/ 7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35">
                  <a:moveTo>
                    <a:pt x="13" y="7"/>
                  </a:moveTo>
                  <a:cubicBezTo>
                    <a:pt x="15" y="8"/>
                    <a:pt x="17" y="11"/>
                    <a:pt x="17" y="14"/>
                  </a:cubicBezTo>
                  <a:cubicBezTo>
                    <a:pt x="17" y="31"/>
                    <a:pt x="17" y="31"/>
                    <a:pt x="17" y="31"/>
                  </a:cubicBezTo>
                  <a:cubicBezTo>
                    <a:pt x="17" y="34"/>
                    <a:pt x="15" y="35"/>
                    <a:pt x="13" y="34"/>
                  </a:cubicBezTo>
                  <a:cubicBezTo>
                    <a:pt x="3" y="29"/>
                    <a:pt x="3" y="29"/>
                    <a:pt x="3" y="29"/>
                  </a:cubicBezTo>
                  <a:cubicBezTo>
                    <a:pt x="1" y="27"/>
                    <a:pt x="0" y="24"/>
                    <a:pt x="0" y="21"/>
                  </a:cubicBezTo>
                  <a:cubicBezTo>
                    <a:pt x="0" y="5"/>
                    <a:pt x="0" y="5"/>
                    <a:pt x="0" y="5"/>
                  </a:cubicBezTo>
                  <a:cubicBezTo>
                    <a:pt x="0" y="2"/>
                    <a:pt x="1" y="0"/>
                    <a:pt x="4" y="1"/>
                  </a:cubicBezTo>
                  <a:cubicBezTo>
                    <a:pt x="13" y="7"/>
                    <a:pt x="13" y="7"/>
                    <a:pt x="13" y="7"/>
                  </a:cubicBezTo>
                  <a:cubicBezTo>
                    <a:pt x="13" y="7"/>
                    <a:pt x="13" y="7"/>
                    <a:pt x="13" y="7"/>
                  </a:cubicBezTo>
                  <a:cubicBezTo>
                    <a:pt x="13" y="7"/>
                    <a:pt x="13" y="7"/>
                    <a:pt x="13" y="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397" name="未知"/>
            <p:cNvSpPr>
              <a:spLocks noChangeAspect="1"/>
            </p:cNvSpPr>
            <p:nvPr/>
          </p:nvSpPr>
          <p:spPr bwMode="auto">
            <a:xfrm>
              <a:off x="305" y="302"/>
              <a:ext cx="10" cy="21"/>
            </a:xfrm>
            <a:custGeom>
              <a:avLst/>
              <a:gdLst>
                <a:gd name="T0" fmla="*/ 13 w 17"/>
                <a:gd name="T1" fmla="*/ 7 h 35"/>
                <a:gd name="T2" fmla="*/ 17 w 17"/>
                <a:gd name="T3" fmla="*/ 15 h 35"/>
                <a:gd name="T4" fmla="*/ 16 w 17"/>
                <a:gd name="T5" fmla="*/ 31 h 35"/>
                <a:gd name="T6" fmla="*/ 13 w 17"/>
                <a:gd name="T7" fmla="*/ 34 h 35"/>
                <a:gd name="T8" fmla="*/ 3 w 17"/>
                <a:gd name="T9" fmla="*/ 29 h 35"/>
                <a:gd name="T10" fmla="*/ 0 w 17"/>
                <a:gd name="T11" fmla="*/ 21 h 35"/>
                <a:gd name="T12" fmla="*/ 0 w 17"/>
                <a:gd name="T13" fmla="*/ 5 h 35"/>
                <a:gd name="T14" fmla="*/ 4 w 17"/>
                <a:gd name="T15" fmla="*/ 2 h 35"/>
                <a:gd name="T16" fmla="*/ 13 w 17"/>
                <a:gd name="T17" fmla="*/ 7 h 35"/>
                <a:gd name="T18" fmla="*/ 13 w 17"/>
                <a:gd name="T19" fmla="*/ 7 h 35"/>
                <a:gd name="T20" fmla="*/ 13 w 17"/>
                <a:gd name="T21" fmla="*/ 7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35">
                  <a:moveTo>
                    <a:pt x="13" y="7"/>
                  </a:moveTo>
                  <a:cubicBezTo>
                    <a:pt x="15" y="8"/>
                    <a:pt x="17" y="12"/>
                    <a:pt x="17" y="15"/>
                  </a:cubicBezTo>
                  <a:cubicBezTo>
                    <a:pt x="16" y="31"/>
                    <a:pt x="16" y="31"/>
                    <a:pt x="16" y="31"/>
                  </a:cubicBezTo>
                  <a:cubicBezTo>
                    <a:pt x="16" y="34"/>
                    <a:pt x="15" y="35"/>
                    <a:pt x="13" y="34"/>
                  </a:cubicBezTo>
                  <a:cubicBezTo>
                    <a:pt x="3" y="29"/>
                    <a:pt x="3" y="29"/>
                    <a:pt x="3" y="29"/>
                  </a:cubicBezTo>
                  <a:cubicBezTo>
                    <a:pt x="1" y="28"/>
                    <a:pt x="0" y="24"/>
                    <a:pt x="0" y="21"/>
                  </a:cubicBezTo>
                  <a:cubicBezTo>
                    <a:pt x="0" y="5"/>
                    <a:pt x="0" y="5"/>
                    <a:pt x="0" y="5"/>
                  </a:cubicBezTo>
                  <a:cubicBezTo>
                    <a:pt x="0" y="2"/>
                    <a:pt x="1" y="0"/>
                    <a:pt x="4" y="2"/>
                  </a:cubicBezTo>
                  <a:cubicBezTo>
                    <a:pt x="13" y="7"/>
                    <a:pt x="13" y="7"/>
                    <a:pt x="13" y="7"/>
                  </a:cubicBezTo>
                  <a:cubicBezTo>
                    <a:pt x="13" y="7"/>
                    <a:pt x="13" y="7"/>
                    <a:pt x="13" y="7"/>
                  </a:cubicBezTo>
                  <a:cubicBezTo>
                    <a:pt x="13" y="7"/>
                    <a:pt x="13" y="7"/>
                    <a:pt x="13" y="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398" name="未知"/>
            <p:cNvSpPr>
              <a:spLocks noChangeAspect="1"/>
            </p:cNvSpPr>
            <p:nvPr/>
          </p:nvSpPr>
          <p:spPr bwMode="auto">
            <a:xfrm>
              <a:off x="321" y="311"/>
              <a:ext cx="10" cy="22"/>
            </a:xfrm>
            <a:custGeom>
              <a:avLst/>
              <a:gdLst>
                <a:gd name="T0" fmla="*/ 13 w 17"/>
                <a:gd name="T1" fmla="*/ 6 h 35"/>
                <a:gd name="T2" fmla="*/ 16 w 17"/>
                <a:gd name="T3" fmla="*/ 14 h 35"/>
                <a:gd name="T4" fmla="*/ 16 w 17"/>
                <a:gd name="T5" fmla="*/ 30 h 35"/>
                <a:gd name="T6" fmla="*/ 13 w 17"/>
                <a:gd name="T7" fmla="*/ 33 h 35"/>
                <a:gd name="T8" fmla="*/ 3 w 17"/>
                <a:gd name="T9" fmla="*/ 28 h 35"/>
                <a:gd name="T10" fmla="*/ 0 w 17"/>
                <a:gd name="T11" fmla="*/ 20 h 35"/>
                <a:gd name="T12" fmla="*/ 0 w 17"/>
                <a:gd name="T13" fmla="*/ 4 h 35"/>
                <a:gd name="T14" fmla="*/ 3 w 17"/>
                <a:gd name="T15" fmla="*/ 1 h 35"/>
                <a:gd name="T16" fmla="*/ 13 w 17"/>
                <a:gd name="T17" fmla="*/ 6 h 35"/>
                <a:gd name="T18" fmla="*/ 13 w 17"/>
                <a:gd name="T19" fmla="*/ 6 h 35"/>
                <a:gd name="T20" fmla="*/ 13 w 17"/>
                <a:gd name="T21" fmla="*/ 6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35">
                  <a:moveTo>
                    <a:pt x="13" y="6"/>
                  </a:moveTo>
                  <a:cubicBezTo>
                    <a:pt x="15" y="7"/>
                    <a:pt x="17" y="11"/>
                    <a:pt x="16" y="14"/>
                  </a:cubicBezTo>
                  <a:cubicBezTo>
                    <a:pt x="16" y="30"/>
                    <a:pt x="16" y="30"/>
                    <a:pt x="16" y="30"/>
                  </a:cubicBezTo>
                  <a:cubicBezTo>
                    <a:pt x="16" y="33"/>
                    <a:pt x="15" y="35"/>
                    <a:pt x="13" y="33"/>
                  </a:cubicBezTo>
                  <a:cubicBezTo>
                    <a:pt x="3" y="28"/>
                    <a:pt x="3" y="28"/>
                    <a:pt x="3" y="28"/>
                  </a:cubicBezTo>
                  <a:cubicBezTo>
                    <a:pt x="1" y="27"/>
                    <a:pt x="0" y="23"/>
                    <a:pt x="0" y="20"/>
                  </a:cubicBezTo>
                  <a:cubicBezTo>
                    <a:pt x="0" y="4"/>
                    <a:pt x="0" y="4"/>
                    <a:pt x="0" y="4"/>
                  </a:cubicBezTo>
                  <a:cubicBezTo>
                    <a:pt x="0" y="1"/>
                    <a:pt x="1" y="0"/>
                    <a:pt x="3" y="1"/>
                  </a:cubicBezTo>
                  <a:cubicBezTo>
                    <a:pt x="13" y="6"/>
                    <a:pt x="13" y="6"/>
                    <a:pt x="13" y="6"/>
                  </a:cubicBezTo>
                  <a:cubicBezTo>
                    <a:pt x="13" y="6"/>
                    <a:pt x="13" y="6"/>
                    <a:pt x="13" y="6"/>
                  </a:cubicBezTo>
                  <a:cubicBezTo>
                    <a:pt x="13" y="6"/>
                    <a:pt x="13" y="6"/>
                    <a:pt x="13" y="6"/>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399" name="未知"/>
            <p:cNvSpPr>
              <a:spLocks noChangeAspect="1"/>
            </p:cNvSpPr>
            <p:nvPr/>
          </p:nvSpPr>
          <p:spPr bwMode="auto">
            <a:xfrm>
              <a:off x="337" y="320"/>
              <a:ext cx="9" cy="22"/>
            </a:xfrm>
            <a:custGeom>
              <a:avLst/>
              <a:gdLst>
                <a:gd name="T0" fmla="*/ 13 w 16"/>
                <a:gd name="T1" fmla="*/ 7 h 35"/>
                <a:gd name="T2" fmla="*/ 16 w 16"/>
                <a:gd name="T3" fmla="*/ 14 h 35"/>
                <a:gd name="T4" fmla="*/ 16 w 16"/>
                <a:gd name="T5" fmla="*/ 30 h 35"/>
                <a:gd name="T6" fmla="*/ 13 w 16"/>
                <a:gd name="T7" fmla="*/ 34 h 35"/>
                <a:gd name="T8" fmla="*/ 3 w 16"/>
                <a:gd name="T9" fmla="*/ 28 h 35"/>
                <a:gd name="T10" fmla="*/ 0 w 16"/>
                <a:gd name="T11" fmla="*/ 21 h 35"/>
                <a:gd name="T12" fmla="*/ 0 w 16"/>
                <a:gd name="T13" fmla="*/ 5 h 35"/>
                <a:gd name="T14" fmla="*/ 3 w 16"/>
                <a:gd name="T15" fmla="*/ 1 h 35"/>
                <a:gd name="T16" fmla="*/ 13 w 16"/>
                <a:gd name="T17" fmla="*/ 7 h 35"/>
                <a:gd name="T18" fmla="*/ 13 w 16"/>
                <a:gd name="T19" fmla="*/ 7 h 35"/>
                <a:gd name="T20" fmla="*/ 13 w 16"/>
                <a:gd name="T21" fmla="*/ 7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 h="35">
                  <a:moveTo>
                    <a:pt x="13" y="7"/>
                  </a:moveTo>
                  <a:cubicBezTo>
                    <a:pt x="15" y="8"/>
                    <a:pt x="16" y="11"/>
                    <a:pt x="16" y="14"/>
                  </a:cubicBezTo>
                  <a:cubicBezTo>
                    <a:pt x="16" y="30"/>
                    <a:pt x="16" y="30"/>
                    <a:pt x="16" y="30"/>
                  </a:cubicBezTo>
                  <a:cubicBezTo>
                    <a:pt x="16" y="33"/>
                    <a:pt x="15" y="35"/>
                    <a:pt x="13" y="34"/>
                  </a:cubicBezTo>
                  <a:cubicBezTo>
                    <a:pt x="3" y="28"/>
                    <a:pt x="3" y="28"/>
                    <a:pt x="3" y="28"/>
                  </a:cubicBezTo>
                  <a:cubicBezTo>
                    <a:pt x="1" y="27"/>
                    <a:pt x="0" y="24"/>
                    <a:pt x="0" y="21"/>
                  </a:cubicBezTo>
                  <a:cubicBezTo>
                    <a:pt x="0" y="5"/>
                    <a:pt x="0" y="5"/>
                    <a:pt x="0" y="5"/>
                  </a:cubicBezTo>
                  <a:cubicBezTo>
                    <a:pt x="0" y="1"/>
                    <a:pt x="1" y="0"/>
                    <a:pt x="3" y="1"/>
                  </a:cubicBezTo>
                  <a:cubicBezTo>
                    <a:pt x="13" y="7"/>
                    <a:pt x="13" y="7"/>
                    <a:pt x="13" y="7"/>
                  </a:cubicBezTo>
                  <a:cubicBezTo>
                    <a:pt x="13" y="7"/>
                    <a:pt x="13" y="7"/>
                    <a:pt x="13" y="7"/>
                  </a:cubicBezTo>
                  <a:cubicBezTo>
                    <a:pt x="13" y="7"/>
                    <a:pt x="13" y="7"/>
                    <a:pt x="13" y="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400" name="未知"/>
            <p:cNvSpPr>
              <a:spLocks noChangeAspect="1"/>
            </p:cNvSpPr>
            <p:nvPr/>
          </p:nvSpPr>
          <p:spPr bwMode="auto">
            <a:xfrm>
              <a:off x="352" y="330"/>
              <a:ext cx="10" cy="21"/>
            </a:xfrm>
            <a:custGeom>
              <a:avLst/>
              <a:gdLst>
                <a:gd name="T0" fmla="*/ 13 w 16"/>
                <a:gd name="T1" fmla="*/ 7 h 35"/>
                <a:gd name="T2" fmla="*/ 16 w 16"/>
                <a:gd name="T3" fmla="*/ 15 h 35"/>
                <a:gd name="T4" fmla="*/ 16 w 16"/>
                <a:gd name="T5" fmla="*/ 31 h 35"/>
                <a:gd name="T6" fmla="*/ 13 w 16"/>
                <a:gd name="T7" fmla="*/ 34 h 35"/>
                <a:gd name="T8" fmla="*/ 3 w 16"/>
                <a:gd name="T9" fmla="*/ 29 h 35"/>
                <a:gd name="T10" fmla="*/ 0 w 16"/>
                <a:gd name="T11" fmla="*/ 21 h 35"/>
                <a:gd name="T12" fmla="*/ 0 w 16"/>
                <a:gd name="T13" fmla="*/ 5 h 35"/>
                <a:gd name="T14" fmla="*/ 3 w 16"/>
                <a:gd name="T15" fmla="*/ 2 h 35"/>
                <a:gd name="T16" fmla="*/ 13 w 16"/>
                <a:gd name="T17" fmla="*/ 7 h 35"/>
                <a:gd name="T18" fmla="*/ 13 w 16"/>
                <a:gd name="T19" fmla="*/ 7 h 35"/>
                <a:gd name="T20" fmla="*/ 13 w 16"/>
                <a:gd name="T21" fmla="*/ 7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 h="35">
                  <a:moveTo>
                    <a:pt x="13" y="7"/>
                  </a:moveTo>
                  <a:cubicBezTo>
                    <a:pt x="15" y="8"/>
                    <a:pt x="16" y="12"/>
                    <a:pt x="16" y="15"/>
                  </a:cubicBezTo>
                  <a:cubicBezTo>
                    <a:pt x="16" y="31"/>
                    <a:pt x="16" y="31"/>
                    <a:pt x="16" y="31"/>
                  </a:cubicBezTo>
                  <a:cubicBezTo>
                    <a:pt x="16" y="34"/>
                    <a:pt x="15" y="35"/>
                    <a:pt x="13" y="34"/>
                  </a:cubicBezTo>
                  <a:cubicBezTo>
                    <a:pt x="3" y="29"/>
                    <a:pt x="3" y="29"/>
                    <a:pt x="3" y="29"/>
                  </a:cubicBezTo>
                  <a:cubicBezTo>
                    <a:pt x="1" y="27"/>
                    <a:pt x="0" y="24"/>
                    <a:pt x="0" y="21"/>
                  </a:cubicBezTo>
                  <a:cubicBezTo>
                    <a:pt x="0" y="5"/>
                    <a:pt x="0" y="5"/>
                    <a:pt x="0" y="5"/>
                  </a:cubicBezTo>
                  <a:cubicBezTo>
                    <a:pt x="0" y="2"/>
                    <a:pt x="1" y="0"/>
                    <a:pt x="3" y="2"/>
                  </a:cubicBezTo>
                  <a:cubicBezTo>
                    <a:pt x="13" y="7"/>
                    <a:pt x="13" y="7"/>
                    <a:pt x="13" y="7"/>
                  </a:cubicBezTo>
                  <a:cubicBezTo>
                    <a:pt x="13" y="7"/>
                    <a:pt x="13" y="7"/>
                    <a:pt x="13" y="7"/>
                  </a:cubicBezTo>
                  <a:cubicBezTo>
                    <a:pt x="13" y="7"/>
                    <a:pt x="13" y="7"/>
                    <a:pt x="13" y="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401" name="未知"/>
            <p:cNvSpPr>
              <a:spLocks noChangeAspect="1"/>
            </p:cNvSpPr>
            <p:nvPr/>
          </p:nvSpPr>
          <p:spPr bwMode="auto">
            <a:xfrm>
              <a:off x="368" y="339"/>
              <a:ext cx="10" cy="22"/>
            </a:xfrm>
            <a:custGeom>
              <a:avLst/>
              <a:gdLst>
                <a:gd name="T0" fmla="*/ 14 w 17"/>
                <a:gd name="T1" fmla="*/ 6 h 35"/>
                <a:gd name="T2" fmla="*/ 17 w 17"/>
                <a:gd name="T3" fmla="*/ 14 h 35"/>
                <a:gd name="T4" fmla="*/ 17 w 17"/>
                <a:gd name="T5" fmla="*/ 30 h 35"/>
                <a:gd name="T6" fmla="*/ 14 w 17"/>
                <a:gd name="T7" fmla="*/ 33 h 35"/>
                <a:gd name="T8" fmla="*/ 4 w 17"/>
                <a:gd name="T9" fmla="*/ 28 h 35"/>
                <a:gd name="T10" fmla="*/ 1 w 17"/>
                <a:gd name="T11" fmla="*/ 20 h 35"/>
                <a:gd name="T12" fmla="*/ 1 w 17"/>
                <a:gd name="T13" fmla="*/ 4 h 35"/>
                <a:gd name="T14" fmla="*/ 4 w 17"/>
                <a:gd name="T15" fmla="*/ 1 h 35"/>
                <a:gd name="T16" fmla="*/ 14 w 17"/>
                <a:gd name="T17" fmla="*/ 6 h 35"/>
                <a:gd name="T18" fmla="*/ 14 w 17"/>
                <a:gd name="T19" fmla="*/ 6 h 35"/>
                <a:gd name="T20" fmla="*/ 14 w 17"/>
                <a:gd name="T21" fmla="*/ 6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35">
                  <a:moveTo>
                    <a:pt x="14" y="6"/>
                  </a:moveTo>
                  <a:cubicBezTo>
                    <a:pt x="16" y="7"/>
                    <a:pt x="17" y="11"/>
                    <a:pt x="17" y="14"/>
                  </a:cubicBezTo>
                  <a:cubicBezTo>
                    <a:pt x="17" y="30"/>
                    <a:pt x="17" y="30"/>
                    <a:pt x="17" y="30"/>
                  </a:cubicBezTo>
                  <a:cubicBezTo>
                    <a:pt x="17" y="33"/>
                    <a:pt x="16" y="35"/>
                    <a:pt x="14" y="33"/>
                  </a:cubicBezTo>
                  <a:cubicBezTo>
                    <a:pt x="4" y="28"/>
                    <a:pt x="4" y="28"/>
                    <a:pt x="4" y="28"/>
                  </a:cubicBezTo>
                  <a:cubicBezTo>
                    <a:pt x="2" y="27"/>
                    <a:pt x="0" y="23"/>
                    <a:pt x="1" y="20"/>
                  </a:cubicBezTo>
                  <a:cubicBezTo>
                    <a:pt x="1" y="4"/>
                    <a:pt x="1" y="4"/>
                    <a:pt x="1" y="4"/>
                  </a:cubicBezTo>
                  <a:cubicBezTo>
                    <a:pt x="1" y="1"/>
                    <a:pt x="2" y="0"/>
                    <a:pt x="4" y="1"/>
                  </a:cubicBezTo>
                  <a:cubicBezTo>
                    <a:pt x="14" y="6"/>
                    <a:pt x="14" y="6"/>
                    <a:pt x="14" y="6"/>
                  </a:cubicBezTo>
                  <a:cubicBezTo>
                    <a:pt x="14" y="6"/>
                    <a:pt x="14" y="6"/>
                    <a:pt x="14" y="6"/>
                  </a:cubicBezTo>
                  <a:cubicBezTo>
                    <a:pt x="14" y="6"/>
                    <a:pt x="14" y="6"/>
                    <a:pt x="14" y="6"/>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402" name="未知"/>
            <p:cNvSpPr>
              <a:spLocks noChangeAspect="1"/>
            </p:cNvSpPr>
            <p:nvPr/>
          </p:nvSpPr>
          <p:spPr bwMode="auto">
            <a:xfrm>
              <a:off x="210" y="286"/>
              <a:ext cx="10" cy="21"/>
            </a:xfrm>
            <a:custGeom>
              <a:avLst/>
              <a:gdLst>
                <a:gd name="T0" fmla="*/ 13 w 17"/>
                <a:gd name="T1" fmla="*/ 7 h 35"/>
                <a:gd name="T2" fmla="*/ 17 w 17"/>
                <a:gd name="T3" fmla="*/ 15 h 35"/>
                <a:gd name="T4" fmla="*/ 17 w 17"/>
                <a:gd name="T5" fmla="*/ 31 h 35"/>
                <a:gd name="T6" fmla="*/ 13 w 17"/>
                <a:gd name="T7" fmla="*/ 34 h 35"/>
                <a:gd name="T8" fmla="*/ 4 w 17"/>
                <a:gd name="T9" fmla="*/ 29 h 35"/>
                <a:gd name="T10" fmla="*/ 0 w 17"/>
                <a:gd name="T11" fmla="*/ 21 h 35"/>
                <a:gd name="T12" fmla="*/ 0 w 17"/>
                <a:gd name="T13" fmla="*/ 5 h 35"/>
                <a:gd name="T14" fmla="*/ 4 w 17"/>
                <a:gd name="T15" fmla="*/ 2 h 35"/>
                <a:gd name="T16" fmla="*/ 13 w 17"/>
                <a:gd name="T17" fmla="*/ 7 h 35"/>
                <a:gd name="T18" fmla="*/ 13 w 17"/>
                <a:gd name="T19" fmla="*/ 7 h 35"/>
                <a:gd name="T20" fmla="*/ 13 w 17"/>
                <a:gd name="T21" fmla="*/ 7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35">
                  <a:moveTo>
                    <a:pt x="13" y="7"/>
                  </a:moveTo>
                  <a:cubicBezTo>
                    <a:pt x="15" y="8"/>
                    <a:pt x="17" y="12"/>
                    <a:pt x="17" y="15"/>
                  </a:cubicBezTo>
                  <a:cubicBezTo>
                    <a:pt x="17" y="31"/>
                    <a:pt x="17" y="31"/>
                    <a:pt x="17" y="31"/>
                  </a:cubicBezTo>
                  <a:cubicBezTo>
                    <a:pt x="17" y="34"/>
                    <a:pt x="15" y="35"/>
                    <a:pt x="13" y="34"/>
                  </a:cubicBezTo>
                  <a:cubicBezTo>
                    <a:pt x="4" y="29"/>
                    <a:pt x="4" y="29"/>
                    <a:pt x="4" y="29"/>
                  </a:cubicBezTo>
                  <a:cubicBezTo>
                    <a:pt x="1" y="28"/>
                    <a:pt x="0" y="24"/>
                    <a:pt x="0" y="21"/>
                  </a:cubicBezTo>
                  <a:cubicBezTo>
                    <a:pt x="0" y="5"/>
                    <a:pt x="0" y="5"/>
                    <a:pt x="0" y="5"/>
                  </a:cubicBezTo>
                  <a:cubicBezTo>
                    <a:pt x="0" y="2"/>
                    <a:pt x="2" y="0"/>
                    <a:pt x="4" y="2"/>
                  </a:cubicBezTo>
                  <a:cubicBezTo>
                    <a:pt x="13" y="7"/>
                    <a:pt x="13" y="7"/>
                    <a:pt x="13" y="7"/>
                  </a:cubicBezTo>
                  <a:cubicBezTo>
                    <a:pt x="13" y="7"/>
                    <a:pt x="13" y="7"/>
                    <a:pt x="13" y="7"/>
                  </a:cubicBezTo>
                  <a:cubicBezTo>
                    <a:pt x="13" y="7"/>
                    <a:pt x="13" y="7"/>
                    <a:pt x="13" y="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403" name="未知"/>
            <p:cNvSpPr>
              <a:spLocks noChangeAspect="1"/>
            </p:cNvSpPr>
            <p:nvPr/>
          </p:nvSpPr>
          <p:spPr bwMode="auto">
            <a:xfrm>
              <a:off x="226" y="295"/>
              <a:ext cx="10" cy="22"/>
            </a:xfrm>
            <a:custGeom>
              <a:avLst/>
              <a:gdLst>
                <a:gd name="T0" fmla="*/ 13 w 17"/>
                <a:gd name="T1" fmla="*/ 6 h 35"/>
                <a:gd name="T2" fmla="*/ 17 w 17"/>
                <a:gd name="T3" fmla="*/ 14 h 35"/>
                <a:gd name="T4" fmla="*/ 17 w 17"/>
                <a:gd name="T5" fmla="*/ 30 h 35"/>
                <a:gd name="T6" fmla="*/ 13 w 17"/>
                <a:gd name="T7" fmla="*/ 33 h 35"/>
                <a:gd name="T8" fmla="*/ 4 w 17"/>
                <a:gd name="T9" fmla="*/ 28 h 35"/>
                <a:gd name="T10" fmla="*/ 0 w 17"/>
                <a:gd name="T11" fmla="*/ 20 h 35"/>
                <a:gd name="T12" fmla="*/ 0 w 17"/>
                <a:gd name="T13" fmla="*/ 4 h 35"/>
                <a:gd name="T14" fmla="*/ 4 w 17"/>
                <a:gd name="T15" fmla="*/ 1 h 35"/>
                <a:gd name="T16" fmla="*/ 13 w 17"/>
                <a:gd name="T17" fmla="*/ 6 h 35"/>
                <a:gd name="T18" fmla="*/ 13 w 17"/>
                <a:gd name="T19" fmla="*/ 6 h 35"/>
                <a:gd name="T20" fmla="*/ 13 w 17"/>
                <a:gd name="T21" fmla="*/ 6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35">
                  <a:moveTo>
                    <a:pt x="13" y="6"/>
                  </a:moveTo>
                  <a:cubicBezTo>
                    <a:pt x="15" y="7"/>
                    <a:pt x="17" y="11"/>
                    <a:pt x="17" y="14"/>
                  </a:cubicBezTo>
                  <a:cubicBezTo>
                    <a:pt x="17" y="30"/>
                    <a:pt x="17" y="30"/>
                    <a:pt x="17" y="30"/>
                  </a:cubicBezTo>
                  <a:cubicBezTo>
                    <a:pt x="17" y="33"/>
                    <a:pt x="15" y="35"/>
                    <a:pt x="13" y="33"/>
                  </a:cubicBezTo>
                  <a:cubicBezTo>
                    <a:pt x="4" y="28"/>
                    <a:pt x="4" y="28"/>
                    <a:pt x="4" y="28"/>
                  </a:cubicBezTo>
                  <a:cubicBezTo>
                    <a:pt x="1" y="27"/>
                    <a:pt x="0" y="23"/>
                    <a:pt x="0" y="20"/>
                  </a:cubicBezTo>
                  <a:cubicBezTo>
                    <a:pt x="0" y="4"/>
                    <a:pt x="0" y="4"/>
                    <a:pt x="0" y="4"/>
                  </a:cubicBezTo>
                  <a:cubicBezTo>
                    <a:pt x="0" y="1"/>
                    <a:pt x="2" y="0"/>
                    <a:pt x="4" y="1"/>
                  </a:cubicBezTo>
                  <a:cubicBezTo>
                    <a:pt x="13" y="6"/>
                    <a:pt x="13" y="6"/>
                    <a:pt x="13" y="6"/>
                  </a:cubicBezTo>
                  <a:cubicBezTo>
                    <a:pt x="13" y="6"/>
                    <a:pt x="13" y="6"/>
                    <a:pt x="13" y="6"/>
                  </a:cubicBezTo>
                  <a:cubicBezTo>
                    <a:pt x="13" y="6"/>
                    <a:pt x="13" y="6"/>
                    <a:pt x="13" y="6"/>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404" name="未知"/>
            <p:cNvSpPr>
              <a:spLocks noChangeAspect="1"/>
            </p:cNvSpPr>
            <p:nvPr/>
          </p:nvSpPr>
          <p:spPr bwMode="auto">
            <a:xfrm>
              <a:off x="242" y="305"/>
              <a:ext cx="10" cy="21"/>
            </a:xfrm>
            <a:custGeom>
              <a:avLst/>
              <a:gdLst>
                <a:gd name="T0" fmla="*/ 13 w 17"/>
                <a:gd name="T1" fmla="*/ 7 h 35"/>
                <a:gd name="T2" fmla="*/ 17 w 17"/>
                <a:gd name="T3" fmla="*/ 14 h 35"/>
                <a:gd name="T4" fmla="*/ 17 w 17"/>
                <a:gd name="T5" fmla="*/ 30 h 35"/>
                <a:gd name="T6" fmla="*/ 13 w 17"/>
                <a:gd name="T7" fmla="*/ 34 h 35"/>
                <a:gd name="T8" fmla="*/ 4 w 17"/>
                <a:gd name="T9" fmla="*/ 28 h 35"/>
                <a:gd name="T10" fmla="*/ 0 w 17"/>
                <a:gd name="T11" fmla="*/ 21 h 35"/>
                <a:gd name="T12" fmla="*/ 0 w 17"/>
                <a:gd name="T13" fmla="*/ 4 h 35"/>
                <a:gd name="T14" fmla="*/ 4 w 17"/>
                <a:gd name="T15" fmla="*/ 1 h 35"/>
                <a:gd name="T16" fmla="*/ 13 w 17"/>
                <a:gd name="T17" fmla="*/ 7 h 35"/>
                <a:gd name="T18" fmla="*/ 13 w 17"/>
                <a:gd name="T19" fmla="*/ 7 h 35"/>
                <a:gd name="T20" fmla="*/ 13 w 17"/>
                <a:gd name="T21" fmla="*/ 7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35">
                  <a:moveTo>
                    <a:pt x="13" y="7"/>
                  </a:moveTo>
                  <a:cubicBezTo>
                    <a:pt x="15" y="8"/>
                    <a:pt x="17" y="11"/>
                    <a:pt x="17" y="14"/>
                  </a:cubicBezTo>
                  <a:cubicBezTo>
                    <a:pt x="17" y="30"/>
                    <a:pt x="17" y="30"/>
                    <a:pt x="17" y="30"/>
                  </a:cubicBezTo>
                  <a:cubicBezTo>
                    <a:pt x="17" y="33"/>
                    <a:pt x="15" y="35"/>
                    <a:pt x="13" y="34"/>
                  </a:cubicBezTo>
                  <a:cubicBezTo>
                    <a:pt x="4" y="28"/>
                    <a:pt x="4" y="28"/>
                    <a:pt x="4" y="28"/>
                  </a:cubicBezTo>
                  <a:cubicBezTo>
                    <a:pt x="1" y="27"/>
                    <a:pt x="0" y="24"/>
                    <a:pt x="0" y="21"/>
                  </a:cubicBezTo>
                  <a:cubicBezTo>
                    <a:pt x="0" y="4"/>
                    <a:pt x="0" y="4"/>
                    <a:pt x="0" y="4"/>
                  </a:cubicBezTo>
                  <a:cubicBezTo>
                    <a:pt x="0" y="1"/>
                    <a:pt x="2" y="0"/>
                    <a:pt x="4" y="1"/>
                  </a:cubicBezTo>
                  <a:cubicBezTo>
                    <a:pt x="13" y="7"/>
                    <a:pt x="13" y="7"/>
                    <a:pt x="13" y="7"/>
                  </a:cubicBezTo>
                  <a:cubicBezTo>
                    <a:pt x="13" y="7"/>
                    <a:pt x="13" y="7"/>
                    <a:pt x="13" y="7"/>
                  </a:cubicBezTo>
                  <a:cubicBezTo>
                    <a:pt x="13" y="7"/>
                    <a:pt x="13" y="7"/>
                    <a:pt x="13" y="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405" name="未知"/>
            <p:cNvSpPr>
              <a:spLocks noChangeAspect="1"/>
            </p:cNvSpPr>
            <p:nvPr/>
          </p:nvSpPr>
          <p:spPr bwMode="auto">
            <a:xfrm>
              <a:off x="257" y="314"/>
              <a:ext cx="11" cy="21"/>
            </a:xfrm>
            <a:custGeom>
              <a:avLst/>
              <a:gdLst>
                <a:gd name="T0" fmla="*/ 13 w 17"/>
                <a:gd name="T1" fmla="*/ 7 h 35"/>
                <a:gd name="T2" fmla="*/ 17 w 17"/>
                <a:gd name="T3" fmla="*/ 15 h 35"/>
                <a:gd name="T4" fmla="*/ 17 w 17"/>
                <a:gd name="T5" fmla="*/ 31 h 35"/>
                <a:gd name="T6" fmla="*/ 13 w 17"/>
                <a:gd name="T7" fmla="*/ 34 h 35"/>
                <a:gd name="T8" fmla="*/ 4 w 17"/>
                <a:gd name="T9" fmla="*/ 29 h 35"/>
                <a:gd name="T10" fmla="*/ 0 w 17"/>
                <a:gd name="T11" fmla="*/ 21 h 35"/>
                <a:gd name="T12" fmla="*/ 0 w 17"/>
                <a:gd name="T13" fmla="*/ 5 h 35"/>
                <a:gd name="T14" fmla="*/ 4 w 17"/>
                <a:gd name="T15" fmla="*/ 2 h 35"/>
                <a:gd name="T16" fmla="*/ 13 w 17"/>
                <a:gd name="T17" fmla="*/ 7 h 35"/>
                <a:gd name="T18" fmla="*/ 13 w 17"/>
                <a:gd name="T19" fmla="*/ 7 h 35"/>
                <a:gd name="T20" fmla="*/ 13 w 17"/>
                <a:gd name="T21" fmla="*/ 7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35">
                  <a:moveTo>
                    <a:pt x="13" y="7"/>
                  </a:moveTo>
                  <a:cubicBezTo>
                    <a:pt x="15" y="8"/>
                    <a:pt x="17" y="11"/>
                    <a:pt x="17" y="15"/>
                  </a:cubicBezTo>
                  <a:cubicBezTo>
                    <a:pt x="17" y="31"/>
                    <a:pt x="17" y="31"/>
                    <a:pt x="17" y="31"/>
                  </a:cubicBezTo>
                  <a:cubicBezTo>
                    <a:pt x="17" y="34"/>
                    <a:pt x="15" y="35"/>
                    <a:pt x="13" y="34"/>
                  </a:cubicBezTo>
                  <a:cubicBezTo>
                    <a:pt x="4" y="29"/>
                    <a:pt x="4" y="29"/>
                    <a:pt x="4" y="29"/>
                  </a:cubicBezTo>
                  <a:cubicBezTo>
                    <a:pt x="1" y="27"/>
                    <a:pt x="0" y="24"/>
                    <a:pt x="0" y="21"/>
                  </a:cubicBezTo>
                  <a:cubicBezTo>
                    <a:pt x="0" y="5"/>
                    <a:pt x="0" y="5"/>
                    <a:pt x="0" y="5"/>
                  </a:cubicBezTo>
                  <a:cubicBezTo>
                    <a:pt x="0" y="2"/>
                    <a:pt x="1" y="0"/>
                    <a:pt x="4" y="2"/>
                  </a:cubicBezTo>
                  <a:cubicBezTo>
                    <a:pt x="13" y="7"/>
                    <a:pt x="13" y="7"/>
                    <a:pt x="13" y="7"/>
                  </a:cubicBezTo>
                  <a:cubicBezTo>
                    <a:pt x="13" y="7"/>
                    <a:pt x="13" y="7"/>
                    <a:pt x="13" y="7"/>
                  </a:cubicBezTo>
                  <a:cubicBezTo>
                    <a:pt x="13" y="7"/>
                    <a:pt x="13" y="7"/>
                    <a:pt x="13" y="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406" name="未知"/>
            <p:cNvSpPr>
              <a:spLocks noChangeAspect="1"/>
            </p:cNvSpPr>
            <p:nvPr/>
          </p:nvSpPr>
          <p:spPr bwMode="auto">
            <a:xfrm>
              <a:off x="273" y="323"/>
              <a:ext cx="11" cy="21"/>
            </a:xfrm>
            <a:custGeom>
              <a:avLst/>
              <a:gdLst>
                <a:gd name="T0" fmla="*/ 13 w 17"/>
                <a:gd name="T1" fmla="*/ 6 h 34"/>
                <a:gd name="T2" fmla="*/ 17 w 17"/>
                <a:gd name="T3" fmla="*/ 14 h 34"/>
                <a:gd name="T4" fmla="*/ 17 w 17"/>
                <a:gd name="T5" fmla="*/ 30 h 34"/>
                <a:gd name="T6" fmla="*/ 13 w 17"/>
                <a:gd name="T7" fmla="*/ 33 h 34"/>
                <a:gd name="T8" fmla="*/ 3 w 17"/>
                <a:gd name="T9" fmla="*/ 28 h 34"/>
                <a:gd name="T10" fmla="*/ 0 w 17"/>
                <a:gd name="T11" fmla="*/ 20 h 34"/>
                <a:gd name="T12" fmla="*/ 0 w 17"/>
                <a:gd name="T13" fmla="*/ 4 h 34"/>
                <a:gd name="T14" fmla="*/ 4 w 17"/>
                <a:gd name="T15" fmla="*/ 1 h 34"/>
                <a:gd name="T16" fmla="*/ 13 w 17"/>
                <a:gd name="T17" fmla="*/ 6 h 34"/>
                <a:gd name="T18" fmla="*/ 13 w 17"/>
                <a:gd name="T19" fmla="*/ 6 h 34"/>
                <a:gd name="T20" fmla="*/ 13 w 17"/>
                <a:gd name="T21" fmla="*/ 6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34">
                  <a:moveTo>
                    <a:pt x="13" y="6"/>
                  </a:moveTo>
                  <a:cubicBezTo>
                    <a:pt x="15" y="7"/>
                    <a:pt x="17" y="11"/>
                    <a:pt x="17" y="14"/>
                  </a:cubicBezTo>
                  <a:cubicBezTo>
                    <a:pt x="17" y="30"/>
                    <a:pt x="17" y="30"/>
                    <a:pt x="17" y="30"/>
                  </a:cubicBezTo>
                  <a:cubicBezTo>
                    <a:pt x="17" y="33"/>
                    <a:pt x="15" y="34"/>
                    <a:pt x="13" y="33"/>
                  </a:cubicBezTo>
                  <a:cubicBezTo>
                    <a:pt x="3" y="28"/>
                    <a:pt x="3" y="28"/>
                    <a:pt x="3" y="28"/>
                  </a:cubicBezTo>
                  <a:cubicBezTo>
                    <a:pt x="1" y="27"/>
                    <a:pt x="0" y="23"/>
                    <a:pt x="0" y="20"/>
                  </a:cubicBezTo>
                  <a:cubicBezTo>
                    <a:pt x="0" y="4"/>
                    <a:pt x="0" y="4"/>
                    <a:pt x="0" y="4"/>
                  </a:cubicBezTo>
                  <a:cubicBezTo>
                    <a:pt x="0" y="1"/>
                    <a:pt x="1" y="0"/>
                    <a:pt x="4" y="1"/>
                  </a:cubicBezTo>
                  <a:cubicBezTo>
                    <a:pt x="13" y="6"/>
                    <a:pt x="13" y="6"/>
                    <a:pt x="13" y="6"/>
                  </a:cubicBezTo>
                  <a:cubicBezTo>
                    <a:pt x="13" y="6"/>
                    <a:pt x="13" y="6"/>
                    <a:pt x="13" y="6"/>
                  </a:cubicBezTo>
                  <a:cubicBezTo>
                    <a:pt x="13" y="6"/>
                    <a:pt x="13" y="6"/>
                    <a:pt x="13" y="6"/>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407" name="未知"/>
            <p:cNvSpPr>
              <a:spLocks noChangeAspect="1"/>
            </p:cNvSpPr>
            <p:nvPr/>
          </p:nvSpPr>
          <p:spPr bwMode="auto">
            <a:xfrm>
              <a:off x="289" y="333"/>
              <a:ext cx="10" cy="21"/>
            </a:xfrm>
            <a:custGeom>
              <a:avLst/>
              <a:gdLst>
                <a:gd name="T0" fmla="*/ 13 w 17"/>
                <a:gd name="T1" fmla="*/ 6 h 35"/>
                <a:gd name="T2" fmla="*/ 17 w 17"/>
                <a:gd name="T3" fmla="*/ 14 h 35"/>
                <a:gd name="T4" fmla="*/ 17 w 17"/>
                <a:gd name="T5" fmla="*/ 30 h 35"/>
                <a:gd name="T6" fmla="*/ 13 w 17"/>
                <a:gd name="T7" fmla="*/ 34 h 35"/>
                <a:gd name="T8" fmla="*/ 3 w 17"/>
                <a:gd name="T9" fmla="*/ 28 h 35"/>
                <a:gd name="T10" fmla="*/ 0 w 17"/>
                <a:gd name="T11" fmla="*/ 21 h 35"/>
                <a:gd name="T12" fmla="*/ 0 w 17"/>
                <a:gd name="T13" fmla="*/ 4 h 35"/>
                <a:gd name="T14" fmla="*/ 4 w 17"/>
                <a:gd name="T15" fmla="*/ 1 h 35"/>
                <a:gd name="T16" fmla="*/ 13 w 17"/>
                <a:gd name="T17" fmla="*/ 6 h 35"/>
                <a:gd name="T18" fmla="*/ 13 w 17"/>
                <a:gd name="T19" fmla="*/ 6 h 35"/>
                <a:gd name="T20" fmla="*/ 13 w 17"/>
                <a:gd name="T21" fmla="*/ 6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35">
                  <a:moveTo>
                    <a:pt x="13" y="6"/>
                  </a:moveTo>
                  <a:cubicBezTo>
                    <a:pt x="15" y="8"/>
                    <a:pt x="17" y="11"/>
                    <a:pt x="17" y="14"/>
                  </a:cubicBezTo>
                  <a:cubicBezTo>
                    <a:pt x="17" y="30"/>
                    <a:pt x="17" y="30"/>
                    <a:pt x="17" y="30"/>
                  </a:cubicBezTo>
                  <a:cubicBezTo>
                    <a:pt x="17" y="33"/>
                    <a:pt x="15" y="35"/>
                    <a:pt x="13" y="34"/>
                  </a:cubicBezTo>
                  <a:cubicBezTo>
                    <a:pt x="3" y="28"/>
                    <a:pt x="3" y="28"/>
                    <a:pt x="3" y="28"/>
                  </a:cubicBezTo>
                  <a:cubicBezTo>
                    <a:pt x="1" y="27"/>
                    <a:pt x="0" y="24"/>
                    <a:pt x="0" y="21"/>
                  </a:cubicBezTo>
                  <a:cubicBezTo>
                    <a:pt x="0" y="4"/>
                    <a:pt x="0" y="4"/>
                    <a:pt x="0" y="4"/>
                  </a:cubicBezTo>
                  <a:cubicBezTo>
                    <a:pt x="0" y="1"/>
                    <a:pt x="1" y="0"/>
                    <a:pt x="4" y="1"/>
                  </a:cubicBezTo>
                  <a:cubicBezTo>
                    <a:pt x="13" y="6"/>
                    <a:pt x="13" y="6"/>
                    <a:pt x="13" y="6"/>
                  </a:cubicBezTo>
                  <a:cubicBezTo>
                    <a:pt x="13" y="6"/>
                    <a:pt x="13" y="6"/>
                    <a:pt x="13" y="6"/>
                  </a:cubicBezTo>
                  <a:cubicBezTo>
                    <a:pt x="13" y="6"/>
                    <a:pt x="13" y="6"/>
                    <a:pt x="13" y="6"/>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408" name="未知"/>
            <p:cNvSpPr>
              <a:spLocks noChangeAspect="1"/>
            </p:cNvSpPr>
            <p:nvPr/>
          </p:nvSpPr>
          <p:spPr bwMode="auto">
            <a:xfrm>
              <a:off x="305" y="342"/>
              <a:ext cx="10" cy="21"/>
            </a:xfrm>
            <a:custGeom>
              <a:avLst/>
              <a:gdLst>
                <a:gd name="T0" fmla="*/ 13 w 17"/>
                <a:gd name="T1" fmla="*/ 7 h 35"/>
                <a:gd name="T2" fmla="*/ 17 w 17"/>
                <a:gd name="T3" fmla="*/ 14 h 35"/>
                <a:gd name="T4" fmla="*/ 16 w 17"/>
                <a:gd name="T5" fmla="*/ 31 h 35"/>
                <a:gd name="T6" fmla="*/ 13 w 17"/>
                <a:gd name="T7" fmla="*/ 34 h 35"/>
                <a:gd name="T8" fmla="*/ 3 w 17"/>
                <a:gd name="T9" fmla="*/ 29 h 35"/>
                <a:gd name="T10" fmla="*/ 0 w 17"/>
                <a:gd name="T11" fmla="*/ 21 h 35"/>
                <a:gd name="T12" fmla="*/ 0 w 17"/>
                <a:gd name="T13" fmla="*/ 5 h 35"/>
                <a:gd name="T14" fmla="*/ 4 w 17"/>
                <a:gd name="T15" fmla="*/ 1 h 35"/>
                <a:gd name="T16" fmla="*/ 13 w 17"/>
                <a:gd name="T17" fmla="*/ 7 h 35"/>
                <a:gd name="T18" fmla="*/ 13 w 17"/>
                <a:gd name="T19" fmla="*/ 7 h 35"/>
                <a:gd name="T20" fmla="*/ 13 w 17"/>
                <a:gd name="T21" fmla="*/ 7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35">
                  <a:moveTo>
                    <a:pt x="13" y="7"/>
                  </a:moveTo>
                  <a:cubicBezTo>
                    <a:pt x="15" y="8"/>
                    <a:pt x="17" y="11"/>
                    <a:pt x="17" y="14"/>
                  </a:cubicBezTo>
                  <a:cubicBezTo>
                    <a:pt x="16" y="31"/>
                    <a:pt x="16" y="31"/>
                    <a:pt x="16" y="31"/>
                  </a:cubicBezTo>
                  <a:cubicBezTo>
                    <a:pt x="16" y="34"/>
                    <a:pt x="15" y="35"/>
                    <a:pt x="13" y="34"/>
                  </a:cubicBezTo>
                  <a:cubicBezTo>
                    <a:pt x="3" y="29"/>
                    <a:pt x="3" y="29"/>
                    <a:pt x="3" y="29"/>
                  </a:cubicBezTo>
                  <a:cubicBezTo>
                    <a:pt x="1" y="27"/>
                    <a:pt x="0" y="24"/>
                    <a:pt x="0" y="21"/>
                  </a:cubicBezTo>
                  <a:cubicBezTo>
                    <a:pt x="0" y="5"/>
                    <a:pt x="0" y="5"/>
                    <a:pt x="0" y="5"/>
                  </a:cubicBezTo>
                  <a:cubicBezTo>
                    <a:pt x="0" y="2"/>
                    <a:pt x="1" y="0"/>
                    <a:pt x="4" y="1"/>
                  </a:cubicBezTo>
                  <a:cubicBezTo>
                    <a:pt x="13" y="7"/>
                    <a:pt x="13" y="7"/>
                    <a:pt x="13" y="7"/>
                  </a:cubicBezTo>
                  <a:cubicBezTo>
                    <a:pt x="13" y="7"/>
                    <a:pt x="13" y="7"/>
                    <a:pt x="13" y="7"/>
                  </a:cubicBezTo>
                  <a:cubicBezTo>
                    <a:pt x="13" y="7"/>
                    <a:pt x="13" y="7"/>
                    <a:pt x="13" y="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409" name="未知"/>
            <p:cNvSpPr>
              <a:spLocks noChangeAspect="1"/>
            </p:cNvSpPr>
            <p:nvPr/>
          </p:nvSpPr>
          <p:spPr bwMode="auto">
            <a:xfrm>
              <a:off x="321" y="351"/>
              <a:ext cx="10" cy="21"/>
            </a:xfrm>
            <a:custGeom>
              <a:avLst/>
              <a:gdLst>
                <a:gd name="T0" fmla="*/ 13 w 17"/>
                <a:gd name="T1" fmla="*/ 7 h 35"/>
                <a:gd name="T2" fmla="*/ 16 w 17"/>
                <a:gd name="T3" fmla="*/ 15 h 35"/>
                <a:gd name="T4" fmla="*/ 16 w 17"/>
                <a:gd name="T5" fmla="*/ 31 h 35"/>
                <a:gd name="T6" fmla="*/ 13 w 17"/>
                <a:gd name="T7" fmla="*/ 34 h 35"/>
                <a:gd name="T8" fmla="*/ 3 w 17"/>
                <a:gd name="T9" fmla="*/ 29 h 35"/>
                <a:gd name="T10" fmla="*/ 0 w 17"/>
                <a:gd name="T11" fmla="*/ 21 h 35"/>
                <a:gd name="T12" fmla="*/ 0 w 17"/>
                <a:gd name="T13" fmla="*/ 5 h 35"/>
                <a:gd name="T14" fmla="*/ 3 w 17"/>
                <a:gd name="T15" fmla="*/ 2 h 35"/>
                <a:gd name="T16" fmla="*/ 13 w 17"/>
                <a:gd name="T17" fmla="*/ 7 h 35"/>
                <a:gd name="T18" fmla="*/ 13 w 17"/>
                <a:gd name="T19" fmla="*/ 7 h 35"/>
                <a:gd name="T20" fmla="*/ 13 w 17"/>
                <a:gd name="T21" fmla="*/ 7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35">
                  <a:moveTo>
                    <a:pt x="13" y="7"/>
                  </a:moveTo>
                  <a:cubicBezTo>
                    <a:pt x="15" y="8"/>
                    <a:pt x="17" y="12"/>
                    <a:pt x="16" y="15"/>
                  </a:cubicBezTo>
                  <a:cubicBezTo>
                    <a:pt x="16" y="31"/>
                    <a:pt x="16" y="31"/>
                    <a:pt x="16" y="31"/>
                  </a:cubicBezTo>
                  <a:cubicBezTo>
                    <a:pt x="16" y="34"/>
                    <a:pt x="15" y="35"/>
                    <a:pt x="13" y="34"/>
                  </a:cubicBezTo>
                  <a:cubicBezTo>
                    <a:pt x="3" y="29"/>
                    <a:pt x="3" y="29"/>
                    <a:pt x="3" y="29"/>
                  </a:cubicBezTo>
                  <a:cubicBezTo>
                    <a:pt x="1" y="28"/>
                    <a:pt x="0" y="24"/>
                    <a:pt x="0" y="21"/>
                  </a:cubicBezTo>
                  <a:cubicBezTo>
                    <a:pt x="0" y="5"/>
                    <a:pt x="0" y="5"/>
                    <a:pt x="0" y="5"/>
                  </a:cubicBezTo>
                  <a:cubicBezTo>
                    <a:pt x="0" y="2"/>
                    <a:pt x="1" y="0"/>
                    <a:pt x="3" y="2"/>
                  </a:cubicBezTo>
                  <a:cubicBezTo>
                    <a:pt x="13" y="7"/>
                    <a:pt x="13" y="7"/>
                    <a:pt x="13" y="7"/>
                  </a:cubicBezTo>
                  <a:cubicBezTo>
                    <a:pt x="13" y="7"/>
                    <a:pt x="13" y="7"/>
                    <a:pt x="13" y="7"/>
                  </a:cubicBezTo>
                  <a:cubicBezTo>
                    <a:pt x="13" y="7"/>
                    <a:pt x="13" y="7"/>
                    <a:pt x="13" y="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410" name="未知"/>
            <p:cNvSpPr>
              <a:spLocks noChangeAspect="1"/>
            </p:cNvSpPr>
            <p:nvPr/>
          </p:nvSpPr>
          <p:spPr bwMode="auto">
            <a:xfrm>
              <a:off x="337" y="361"/>
              <a:ext cx="9" cy="21"/>
            </a:xfrm>
            <a:custGeom>
              <a:avLst/>
              <a:gdLst>
                <a:gd name="T0" fmla="*/ 13 w 16"/>
                <a:gd name="T1" fmla="*/ 6 h 35"/>
                <a:gd name="T2" fmla="*/ 16 w 16"/>
                <a:gd name="T3" fmla="*/ 14 h 35"/>
                <a:gd name="T4" fmla="*/ 16 w 16"/>
                <a:gd name="T5" fmla="*/ 30 h 35"/>
                <a:gd name="T6" fmla="*/ 13 w 16"/>
                <a:gd name="T7" fmla="*/ 33 h 35"/>
                <a:gd name="T8" fmla="*/ 3 w 16"/>
                <a:gd name="T9" fmla="*/ 28 h 35"/>
                <a:gd name="T10" fmla="*/ 0 w 16"/>
                <a:gd name="T11" fmla="*/ 20 h 35"/>
                <a:gd name="T12" fmla="*/ 0 w 16"/>
                <a:gd name="T13" fmla="*/ 4 h 35"/>
                <a:gd name="T14" fmla="*/ 3 w 16"/>
                <a:gd name="T15" fmla="*/ 1 h 35"/>
                <a:gd name="T16" fmla="*/ 13 w 16"/>
                <a:gd name="T17" fmla="*/ 6 h 35"/>
                <a:gd name="T18" fmla="*/ 13 w 16"/>
                <a:gd name="T19" fmla="*/ 6 h 35"/>
                <a:gd name="T20" fmla="*/ 13 w 16"/>
                <a:gd name="T21" fmla="*/ 6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 h="35">
                  <a:moveTo>
                    <a:pt x="13" y="6"/>
                  </a:moveTo>
                  <a:cubicBezTo>
                    <a:pt x="15" y="8"/>
                    <a:pt x="16" y="11"/>
                    <a:pt x="16" y="14"/>
                  </a:cubicBezTo>
                  <a:cubicBezTo>
                    <a:pt x="16" y="30"/>
                    <a:pt x="16" y="30"/>
                    <a:pt x="16" y="30"/>
                  </a:cubicBezTo>
                  <a:cubicBezTo>
                    <a:pt x="16" y="33"/>
                    <a:pt x="15" y="35"/>
                    <a:pt x="13" y="33"/>
                  </a:cubicBezTo>
                  <a:cubicBezTo>
                    <a:pt x="3" y="28"/>
                    <a:pt x="3" y="28"/>
                    <a:pt x="3" y="28"/>
                  </a:cubicBezTo>
                  <a:cubicBezTo>
                    <a:pt x="1" y="27"/>
                    <a:pt x="0" y="23"/>
                    <a:pt x="0" y="20"/>
                  </a:cubicBezTo>
                  <a:cubicBezTo>
                    <a:pt x="0" y="4"/>
                    <a:pt x="0" y="4"/>
                    <a:pt x="0" y="4"/>
                  </a:cubicBezTo>
                  <a:cubicBezTo>
                    <a:pt x="0" y="1"/>
                    <a:pt x="1" y="0"/>
                    <a:pt x="3" y="1"/>
                  </a:cubicBezTo>
                  <a:cubicBezTo>
                    <a:pt x="13" y="6"/>
                    <a:pt x="13" y="6"/>
                    <a:pt x="13" y="6"/>
                  </a:cubicBezTo>
                  <a:cubicBezTo>
                    <a:pt x="13" y="6"/>
                    <a:pt x="13" y="6"/>
                    <a:pt x="13" y="6"/>
                  </a:cubicBezTo>
                  <a:cubicBezTo>
                    <a:pt x="13" y="6"/>
                    <a:pt x="13" y="6"/>
                    <a:pt x="13" y="6"/>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411" name="未知"/>
            <p:cNvSpPr>
              <a:spLocks noChangeAspect="1"/>
            </p:cNvSpPr>
            <p:nvPr/>
          </p:nvSpPr>
          <p:spPr bwMode="auto">
            <a:xfrm>
              <a:off x="352" y="370"/>
              <a:ext cx="10" cy="21"/>
            </a:xfrm>
            <a:custGeom>
              <a:avLst/>
              <a:gdLst>
                <a:gd name="T0" fmla="*/ 13 w 16"/>
                <a:gd name="T1" fmla="*/ 7 h 35"/>
                <a:gd name="T2" fmla="*/ 16 w 16"/>
                <a:gd name="T3" fmla="*/ 14 h 35"/>
                <a:gd name="T4" fmla="*/ 16 w 16"/>
                <a:gd name="T5" fmla="*/ 30 h 35"/>
                <a:gd name="T6" fmla="*/ 13 w 16"/>
                <a:gd name="T7" fmla="*/ 34 h 35"/>
                <a:gd name="T8" fmla="*/ 3 w 16"/>
                <a:gd name="T9" fmla="*/ 28 h 35"/>
                <a:gd name="T10" fmla="*/ 0 w 16"/>
                <a:gd name="T11" fmla="*/ 21 h 35"/>
                <a:gd name="T12" fmla="*/ 0 w 16"/>
                <a:gd name="T13" fmla="*/ 5 h 35"/>
                <a:gd name="T14" fmla="*/ 3 w 16"/>
                <a:gd name="T15" fmla="*/ 1 h 35"/>
                <a:gd name="T16" fmla="*/ 13 w 16"/>
                <a:gd name="T17" fmla="*/ 7 h 35"/>
                <a:gd name="T18" fmla="*/ 13 w 16"/>
                <a:gd name="T19" fmla="*/ 7 h 35"/>
                <a:gd name="T20" fmla="*/ 13 w 16"/>
                <a:gd name="T21" fmla="*/ 7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 h="35">
                  <a:moveTo>
                    <a:pt x="13" y="7"/>
                  </a:moveTo>
                  <a:cubicBezTo>
                    <a:pt x="15" y="8"/>
                    <a:pt x="16" y="11"/>
                    <a:pt x="16" y="14"/>
                  </a:cubicBezTo>
                  <a:cubicBezTo>
                    <a:pt x="16" y="30"/>
                    <a:pt x="16" y="30"/>
                    <a:pt x="16" y="30"/>
                  </a:cubicBezTo>
                  <a:cubicBezTo>
                    <a:pt x="16" y="33"/>
                    <a:pt x="15" y="35"/>
                    <a:pt x="13" y="34"/>
                  </a:cubicBezTo>
                  <a:cubicBezTo>
                    <a:pt x="3" y="28"/>
                    <a:pt x="3" y="28"/>
                    <a:pt x="3" y="28"/>
                  </a:cubicBezTo>
                  <a:cubicBezTo>
                    <a:pt x="1" y="27"/>
                    <a:pt x="0" y="24"/>
                    <a:pt x="0" y="21"/>
                  </a:cubicBezTo>
                  <a:cubicBezTo>
                    <a:pt x="0" y="5"/>
                    <a:pt x="0" y="5"/>
                    <a:pt x="0" y="5"/>
                  </a:cubicBezTo>
                  <a:cubicBezTo>
                    <a:pt x="0" y="2"/>
                    <a:pt x="1" y="0"/>
                    <a:pt x="3" y="1"/>
                  </a:cubicBezTo>
                  <a:cubicBezTo>
                    <a:pt x="13" y="7"/>
                    <a:pt x="13" y="7"/>
                    <a:pt x="13" y="7"/>
                  </a:cubicBezTo>
                  <a:cubicBezTo>
                    <a:pt x="13" y="7"/>
                    <a:pt x="13" y="7"/>
                    <a:pt x="13" y="7"/>
                  </a:cubicBezTo>
                  <a:cubicBezTo>
                    <a:pt x="13" y="7"/>
                    <a:pt x="13" y="7"/>
                    <a:pt x="13" y="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412" name="未知"/>
            <p:cNvSpPr>
              <a:spLocks noChangeAspect="1"/>
            </p:cNvSpPr>
            <p:nvPr/>
          </p:nvSpPr>
          <p:spPr bwMode="auto">
            <a:xfrm>
              <a:off x="368" y="379"/>
              <a:ext cx="10" cy="21"/>
            </a:xfrm>
            <a:custGeom>
              <a:avLst/>
              <a:gdLst>
                <a:gd name="T0" fmla="*/ 14 w 17"/>
                <a:gd name="T1" fmla="*/ 7 h 35"/>
                <a:gd name="T2" fmla="*/ 17 w 17"/>
                <a:gd name="T3" fmla="*/ 15 h 35"/>
                <a:gd name="T4" fmla="*/ 17 w 17"/>
                <a:gd name="T5" fmla="*/ 31 h 35"/>
                <a:gd name="T6" fmla="*/ 14 w 17"/>
                <a:gd name="T7" fmla="*/ 34 h 35"/>
                <a:gd name="T8" fmla="*/ 4 w 17"/>
                <a:gd name="T9" fmla="*/ 29 h 35"/>
                <a:gd name="T10" fmla="*/ 1 w 17"/>
                <a:gd name="T11" fmla="*/ 21 h 35"/>
                <a:gd name="T12" fmla="*/ 1 w 17"/>
                <a:gd name="T13" fmla="*/ 5 h 35"/>
                <a:gd name="T14" fmla="*/ 4 w 17"/>
                <a:gd name="T15" fmla="*/ 2 h 35"/>
                <a:gd name="T16" fmla="*/ 14 w 17"/>
                <a:gd name="T17" fmla="*/ 7 h 35"/>
                <a:gd name="T18" fmla="*/ 14 w 17"/>
                <a:gd name="T19" fmla="*/ 7 h 35"/>
                <a:gd name="T20" fmla="*/ 14 w 17"/>
                <a:gd name="T21" fmla="*/ 7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35">
                  <a:moveTo>
                    <a:pt x="14" y="7"/>
                  </a:moveTo>
                  <a:cubicBezTo>
                    <a:pt x="16" y="8"/>
                    <a:pt x="17" y="12"/>
                    <a:pt x="17" y="15"/>
                  </a:cubicBezTo>
                  <a:cubicBezTo>
                    <a:pt x="17" y="31"/>
                    <a:pt x="17" y="31"/>
                    <a:pt x="17" y="31"/>
                  </a:cubicBezTo>
                  <a:cubicBezTo>
                    <a:pt x="17" y="34"/>
                    <a:pt x="16" y="35"/>
                    <a:pt x="14" y="34"/>
                  </a:cubicBezTo>
                  <a:cubicBezTo>
                    <a:pt x="4" y="29"/>
                    <a:pt x="4" y="29"/>
                    <a:pt x="4" y="29"/>
                  </a:cubicBezTo>
                  <a:cubicBezTo>
                    <a:pt x="2" y="27"/>
                    <a:pt x="0" y="24"/>
                    <a:pt x="1" y="21"/>
                  </a:cubicBezTo>
                  <a:cubicBezTo>
                    <a:pt x="1" y="5"/>
                    <a:pt x="1" y="5"/>
                    <a:pt x="1" y="5"/>
                  </a:cubicBezTo>
                  <a:cubicBezTo>
                    <a:pt x="1" y="2"/>
                    <a:pt x="2" y="0"/>
                    <a:pt x="4" y="2"/>
                  </a:cubicBezTo>
                  <a:cubicBezTo>
                    <a:pt x="14" y="7"/>
                    <a:pt x="14" y="7"/>
                    <a:pt x="14" y="7"/>
                  </a:cubicBezTo>
                  <a:cubicBezTo>
                    <a:pt x="14" y="7"/>
                    <a:pt x="14" y="7"/>
                    <a:pt x="14" y="7"/>
                  </a:cubicBezTo>
                  <a:cubicBezTo>
                    <a:pt x="14" y="7"/>
                    <a:pt x="14" y="7"/>
                    <a:pt x="14" y="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413" name="未知"/>
            <p:cNvSpPr>
              <a:spLocks noChangeAspect="1"/>
            </p:cNvSpPr>
            <p:nvPr/>
          </p:nvSpPr>
          <p:spPr bwMode="auto">
            <a:xfrm>
              <a:off x="210" y="328"/>
              <a:ext cx="10" cy="21"/>
            </a:xfrm>
            <a:custGeom>
              <a:avLst/>
              <a:gdLst>
                <a:gd name="T0" fmla="*/ 13 w 17"/>
                <a:gd name="T1" fmla="*/ 6 h 35"/>
                <a:gd name="T2" fmla="*/ 17 w 17"/>
                <a:gd name="T3" fmla="*/ 14 h 35"/>
                <a:gd name="T4" fmla="*/ 17 w 17"/>
                <a:gd name="T5" fmla="*/ 30 h 35"/>
                <a:gd name="T6" fmla="*/ 13 w 17"/>
                <a:gd name="T7" fmla="*/ 33 h 35"/>
                <a:gd name="T8" fmla="*/ 4 w 17"/>
                <a:gd name="T9" fmla="*/ 28 h 35"/>
                <a:gd name="T10" fmla="*/ 0 w 17"/>
                <a:gd name="T11" fmla="*/ 20 h 35"/>
                <a:gd name="T12" fmla="*/ 0 w 17"/>
                <a:gd name="T13" fmla="*/ 4 h 35"/>
                <a:gd name="T14" fmla="*/ 4 w 17"/>
                <a:gd name="T15" fmla="*/ 1 h 35"/>
                <a:gd name="T16" fmla="*/ 13 w 17"/>
                <a:gd name="T17" fmla="*/ 6 h 35"/>
                <a:gd name="T18" fmla="*/ 13 w 17"/>
                <a:gd name="T19" fmla="*/ 6 h 35"/>
                <a:gd name="T20" fmla="*/ 13 w 17"/>
                <a:gd name="T21" fmla="*/ 6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35">
                  <a:moveTo>
                    <a:pt x="13" y="6"/>
                  </a:moveTo>
                  <a:cubicBezTo>
                    <a:pt x="15" y="7"/>
                    <a:pt x="17" y="11"/>
                    <a:pt x="17" y="14"/>
                  </a:cubicBezTo>
                  <a:cubicBezTo>
                    <a:pt x="17" y="30"/>
                    <a:pt x="17" y="30"/>
                    <a:pt x="17" y="30"/>
                  </a:cubicBezTo>
                  <a:cubicBezTo>
                    <a:pt x="17" y="33"/>
                    <a:pt x="15" y="35"/>
                    <a:pt x="13" y="33"/>
                  </a:cubicBezTo>
                  <a:cubicBezTo>
                    <a:pt x="4" y="28"/>
                    <a:pt x="4" y="28"/>
                    <a:pt x="4" y="28"/>
                  </a:cubicBezTo>
                  <a:cubicBezTo>
                    <a:pt x="1" y="27"/>
                    <a:pt x="0" y="23"/>
                    <a:pt x="0" y="20"/>
                  </a:cubicBezTo>
                  <a:cubicBezTo>
                    <a:pt x="0" y="4"/>
                    <a:pt x="0" y="4"/>
                    <a:pt x="0" y="4"/>
                  </a:cubicBezTo>
                  <a:cubicBezTo>
                    <a:pt x="0" y="1"/>
                    <a:pt x="2" y="0"/>
                    <a:pt x="4" y="1"/>
                  </a:cubicBezTo>
                  <a:cubicBezTo>
                    <a:pt x="13" y="6"/>
                    <a:pt x="13" y="6"/>
                    <a:pt x="13" y="6"/>
                  </a:cubicBezTo>
                  <a:cubicBezTo>
                    <a:pt x="13" y="6"/>
                    <a:pt x="13" y="6"/>
                    <a:pt x="13" y="6"/>
                  </a:cubicBezTo>
                  <a:cubicBezTo>
                    <a:pt x="13" y="6"/>
                    <a:pt x="13" y="6"/>
                    <a:pt x="13" y="6"/>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414" name="未知"/>
            <p:cNvSpPr>
              <a:spLocks noChangeAspect="1"/>
            </p:cNvSpPr>
            <p:nvPr/>
          </p:nvSpPr>
          <p:spPr bwMode="auto">
            <a:xfrm>
              <a:off x="226" y="337"/>
              <a:ext cx="10" cy="21"/>
            </a:xfrm>
            <a:custGeom>
              <a:avLst/>
              <a:gdLst>
                <a:gd name="T0" fmla="*/ 13 w 17"/>
                <a:gd name="T1" fmla="*/ 7 h 35"/>
                <a:gd name="T2" fmla="*/ 17 w 17"/>
                <a:gd name="T3" fmla="*/ 14 h 35"/>
                <a:gd name="T4" fmla="*/ 17 w 17"/>
                <a:gd name="T5" fmla="*/ 30 h 35"/>
                <a:gd name="T6" fmla="*/ 13 w 17"/>
                <a:gd name="T7" fmla="*/ 34 h 35"/>
                <a:gd name="T8" fmla="*/ 4 w 17"/>
                <a:gd name="T9" fmla="*/ 28 h 35"/>
                <a:gd name="T10" fmla="*/ 0 w 17"/>
                <a:gd name="T11" fmla="*/ 21 h 35"/>
                <a:gd name="T12" fmla="*/ 0 w 17"/>
                <a:gd name="T13" fmla="*/ 5 h 35"/>
                <a:gd name="T14" fmla="*/ 4 w 17"/>
                <a:gd name="T15" fmla="*/ 1 h 35"/>
                <a:gd name="T16" fmla="*/ 13 w 17"/>
                <a:gd name="T17" fmla="*/ 7 h 35"/>
                <a:gd name="T18" fmla="*/ 13 w 17"/>
                <a:gd name="T19" fmla="*/ 7 h 35"/>
                <a:gd name="T20" fmla="*/ 13 w 17"/>
                <a:gd name="T21" fmla="*/ 7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35">
                  <a:moveTo>
                    <a:pt x="13" y="7"/>
                  </a:moveTo>
                  <a:cubicBezTo>
                    <a:pt x="15" y="8"/>
                    <a:pt x="17" y="11"/>
                    <a:pt x="17" y="14"/>
                  </a:cubicBezTo>
                  <a:cubicBezTo>
                    <a:pt x="17" y="30"/>
                    <a:pt x="17" y="30"/>
                    <a:pt x="17" y="30"/>
                  </a:cubicBezTo>
                  <a:cubicBezTo>
                    <a:pt x="17" y="33"/>
                    <a:pt x="15" y="35"/>
                    <a:pt x="13" y="34"/>
                  </a:cubicBezTo>
                  <a:cubicBezTo>
                    <a:pt x="4" y="28"/>
                    <a:pt x="4" y="28"/>
                    <a:pt x="4" y="28"/>
                  </a:cubicBezTo>
                  <a:cubicBezTo>
                    <a:pt x="1" y="27"/>
                    <a:pt x="0" y="24"/>
                    <a:pt x="0" y="21"/>
                  </a:cubicBezTo>
                  <a:cubicBezTo>
                    <a:pt x="0" y="5"/>
                    <a:pt x="0" y="5"/>
                    <a:pt x="0" y="5"/>
                  </a:cubicBezTo>
                  <a:cubicBezTo>
                    <a:pt x="0" y="1"/>
                    <a:pt x="2" y="0"/>
                    <a:pt x="4" y="1"/>
                  </a:cubicBezTo>
                  <a:cubicBezTo>
                    <a:pt x="13" y="7"/>
                    <a:pt x="13" y="7"/>
                    <a:pt x="13" y="7"/>
                  </a:cubicBezTo>
                  <a:cubicBezTo>
                    <a:pt x="13" y="7"/>
                    <a:pt x="13" y="7"/>
                    <a:pt x="13" y="7"/>
                  </a:cubicBezTo>
                  <a:cubicBezTo>
                    <a:pt x="13" y="7"/>
                    <a:pt x="13" y="7"/>
                    <a:pt x="13" y="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415" name="未知"/>
            <p:cNvSpPr>
              <a:spLocks noChangeAspect="1"/>
            </p:cNvSpPr>
            <p:nvPr/>
          </p:nvSpPr>
          <p:spPr bwMode="auto">
            <a:xfrm>
              <a:off x="242" y="346"/>
              <a:ext cx="10" cy="21"/>
            </a:xfrm>
            <a:custGeom>
              <a:avLst/>
              <a:gdLst>
                <a:gd name="T0" fmla="*/ 13 w 17"/>
                <a:gd name="T1" fmla="*/ 7 h 35"/>
                <a:gd name="T2" fmla="*/ 17 w 17"/>
                <a:gd name="T3" fmla="*/ 15 h 35"/>
                <a:gd name="T4" fmla="*/ 17 w 17"/>
                <a:gd name="T5" fmla="*/ 31 h 35"/>
                <a:gd name="T6" fmla="*/ 13 w 17"/>
                <a:gd name="T7" fmla="*/ 34 h 35"/>
                <a:gd name="T8" fmla="*/ 4 w 17"/>
                <a:gd name="T9" fmla="*/ 29 h 35"/>
                <a:gd name="T10" fmla="*/ 0 w 17"/>
                <a:gd name="T11" fmla="*/ 21 h 35"/>
                <a:gd name="T12" fmla="*/ 0 w 17"/>
                <a:gd name="T13" fmla="*/ 5 h 35"/>
                <a:gd name="T14" fmla="*/ 4 w 17"/>
                <a:gd name="T15" fmla="*/ 2 h 35"/>
                <a:gd name="T16" fmla="*/ 13 w 17"/>
                <a:gd name="T17" fmla="*/ 7 h 35"/>
                <a:gd name="T18" fmla="*/ 13 w 17"/>
                <a:gd name="T19" fmla="*/ 7 h 35"/>
                <a:gd name="T20" fmla="*/ 13 w 17"/>
                <a:gd name="T21" fmla="*/ 7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35">
                  <a:moveTo>
                    <a:pt x="13" y="7"/>
                  </a:moveTo>
                  <a:cubicBezTo>
                    <a:pt x="15" y="8"/>
                    <a:pt x="17" y="12"/>
                    <a:pt x="17" y="15"/>
                  </a:cubicBezTo>
                  <a:cubicBezTo>
                    <a:pt x="17" y="31"/>
                    <a:pt x="17" y="31"/>
                    <a:pt x="17" y="31"/>
                  </a:cubicBezTo>
                  <a:cubicBezTo>
                    <a:pt x="17" y="34"/>
                    <a:pt x="15" y="35"/>
                    <a:pt x="13" y="34"/>
                  </a:cubicBezTo>
                  <a:cubicBezTo>
                    <a:pt x="4" y="29"/>
                    <a:pt x="4" y="29"/>
                    <a:pt x="4" y="29"/>
                  </a:cubicBezTo>
                  <a:cubicBezTo>
                    <a:pt x="1" y="27"/>
                    <a:pt x="0" y="24"/>
                    <a:pt x="0" y="21"/>
                  </a:cubicBezTo>
                  <a:cubicBezTo>
                    <a:pt x="0" y="5"/>
                    <a:pt x="0" y="5"/>
                    <a:pt x="0" y="5"/>
                  </a:cubicBezTo>
                  <a:cubicBezTo>
                    <a:pt x="0" y="2"/>
                    <a:pt x="2" y="0"/>
                    <a:pt x="4" y="2"/>
                  </a:cubicBezTo>
                  <a:cubicBezTo>
                    <a:pt x="13" y="7"/>
                    <a:pt x="13" y="7"/>
                    <a:pt x="13" y="7"/>
                  </a:cubicBezTo>
                  <a:cubicBezTo>
                    <a:pt x="13" y="7"/>
                    <a:pt x="13" y="7"/>
                    <a:pt x="13" y="7"/>
                  </a:cubicBezTo>
                  <a:cubicBezTo>
                    <a:pt x="13" y="7"/>
                    <a:pt x="13" y="7"/>
                    <a:pt x="13" y="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416" name="未知"/>
            <p:cNvSpPr>
              <a:spLocks noChangeAspect="1"/>
            </p:cNvSpPr>
            <p:nvPr/>
          </p:nvSpPr>
          <p:spPr bwMode="auto">
            <a:xfrm>
              <a:off x="257" y="356"/>
              <a:ext cx="11" cy="21"/>
            </a:xfrm>
            <a:custGeom>
              <a:avLst/>
              <a:gdLst>
                <a:gd name="T0" fmla="*/ 13 w 17"/>
                <a:gd name="T1" fmla="*/ 6 h 35"/>
                <a:gd name="T2" fmla="*/ 17 w 17"/>
                <a:gd name="T3" fmla="*/ 14 h 35"/>
                <a:gd name="T4" fmla="*/ 17 w 17"/>
                <a:gd name="T5" fmla="*/ 30 h 35"/>
                <a:gd name="T6" fmla="*/ 13 w 17"/>
                <a:gd name="T7" fmla="*/ 33 h 35"/>
                <a:gd name="T8" fmla="*/ 4 w 17"/>
                <a:gd name="T9" fmla="*/ 28 h 35"/>
                <a:gd name="T10" fmla="*/ 0 w 17"/>
                <a:gd name="T11" fmla="*/ 20 h 35"/>
                <a:gd name="T12" fmla="*/ 0 w 17"/>
                <a:gd name="T13" fmla="*/ 4 h 35"/>
                <a:gd name="T14" fmla="*/ 4 w 17"/>
                <a:gd name="T15" fmla="*/ 1 h 35"/>
                <a:gd name="T16" fmla="*/ 13 w 17"/>
                <a:gd name="T17" fmla="*/ 6 h 35"/>
                <a:gd name="T18" fmla="*/ 13 w 17"/>
                <a:gd name="T19" fmla="*/ 6 h 35"/>
                <a:gd name="T20" fmla="*/ 13 w 17"/>
                <a:gd name="T21" fmla="*/ 6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35">
                  <a:moveTo>
                    <a:pt x="13" y="6"/>
                  </a:moveTo>
                  <a:cubicBezTo>
                    <a:pt x="15" y="7"/>
                    <a:pt x="17" y="11"/>
                    <a:pt x="17" y="14"/>
                  </a:cubicBezTo>
                  <a:cubicBezTo>
                    <a:pt x="17" y="30"/>
                    <a:pt x="17" y="30"/>
                    <a:pt x="17" y="30"/>
                  </a:cubicBezTo>
                  <a:cubicBezTo>
                    <a:pt x="17" y="33"/>
                    <a:pt x="15" y="35"/>
                    <a:pt x="13" y="33"/>
                  </a:cubicBezTo>
                  <a:cubicBezTo>
                    <a:pt x="4" y="28"/>
                    <a:pt x="4" y="28"/>
                    <a:pt x="4" y="28"/>
                  </a:cubicBezTo>
                  <a:cubicBezTo>
                    <a:pt x="1" y="27"/>
                    <a:pt x="0" y="23"/>
                    <a:pt x="0" y="20"/>
                  </a:cubicBezTo>
                  <a:cubicBezTo>
                    <a:pt x="0" y="4"/>
                    <a:pt x="0" y="4"/>
                    <a:pt x="0" y="4"/>
                  </a:cubicBezTo>
                  <a:cubicBezTo>
                    <a:pt x="0" y="1"/>
                    <a:pt x="1" y="0"/>
                    <a:pt x="4" y="1"/>
                  </a:cubicBezTo>
                  <a:cubicBezTo>
                    <a:pt x="13" y="6"/>
                    <a:pt x="13" y="6"/>
                    <a:pt x="13" y="6"/>
                  </a:cubicBezTo>
                  <a:cubicBezTo>
                    <a:pt x="13" y="6"/>
                    <a:pt x="13" y="6"/>
                    <a:pt x="13" y="6"/>
                  </a:cubicBezTo>
                  <a:cubicBezTo>
                    <a:pt x="13" y="6"/>
                    <a:pt x="13" y="6"/>
                    <a:pt x="13" y="6"/>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417" name="未知"/>
            <p:cNvSpPr>
              <a:spLocks noChangeAspect="1"/>
            </p:cNvSpPr>
            <p:nvPr/>
          </p:nvSpPr>
          <p:spPr bwMode="auto">
            <a:xfrm>
              <a:off x="273" y="365"/>
              <a:ext cx="11" cy="21"/>
            </a:xfrm>
            <a:custGeom>
              <a:avLst/>
              <a:gdLst>
                <a:gd name="T0" fmla="*/ 13 w 17"/>
                <a:gd name="T1" fmla="*/ 6 h 35"/>
                <a:gd name="T2" fmla="*/ 17 w 17"/>
                <a:gd name="T3" fmla="*/ 14 h 35"/>
                <a:gd name="T4" fmla="*/ 17 w 17"/>
                <a:gd name="T5" fmla="*/ 30 h 35"/>
                <a:gd name="T6" fmla="*/ 13 w 17"/>
                <a:gd name="T7" fmla="*/ 34 h 35"/>
                <a:gd name="T8" fmla="*/ 3 w 17"/>
                <a:gd name="T9" fmla="*/ 28 h 35"/>
                <a:gd name="T10" fmla="*/ 0 w 17"/>
                <a:gd name="T11" fmla="*/ 21 h 35"/>
                <a:gd name="T12" fmla="*/ 0 w 17"/>
                <a:gd name="T13" fmla="*/ 4 h 35"/>
                <a:gd name="T14" fmla="*/ 4 w 17"/>
                <a:gd name="T15" fmla="*/ 1 h 35"/>
                <a:gd name="T16" fmla="*/ 13 w 17"/>
                <a:gd name="T17" fmla="*/ 6 h 35"/>
                <a:gd name="T18" fmla="*/ 13 w 17"/>
                <a:gd name="T19" fmla="*/ 6 h 35"/>
                <a:gd name="T20" fmla="*/ 13 w 17"/>
                <a:gd name="T21" fmla="*/ 6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35">
                  <a:moveTo>
                    <a:pt x="13" y="6"/>
                  </a:moveTo>
                  <a:cubicBezTo>
                    <a:pt x="15" y="8"/>
                    <a:pt x="17" y="11"/>
                    <a:pt x="17" y="14"/>
                  </a:cubicBezTo>
                  <a:cubicBezTo>
                    <a:pt x="17" y="30"/>
                    <a:pt x="17" y="30"/>
                    <a:pt x="17" y="30"/>
                  </a:cubicBezTo>
                  <a:cubicBezTo>
                    <a:pt x="17" y="33"/>
                    <a:pt x="15" y="35"/>
                    <a:pt x="13" y="34"/>
                  </a:cubicBezTo>
                  <a:cubicBezTo>
                    <a:pt x="3" y="28"/>
                    <a:pt x="3" y="28"/>
                    <a:pt x="3" y="28"/>
                  </a:cubicBezTo>
                  <a:cubicBezTo>
                    <a:pt x="1" y="27"/>
                    <a:pt x="0" y="24"/>
                    <a:pt x="0" y="21"/>
                  </a:cubicBezTo>
                  <a:cubicBezTo>
                    <a:pt x="0" y="4"/>
                    <a:pt x="0" y="4"/>
                    <a:pt x="0" y="4"/>
                  </a:cubicBezTo>
                  <a:cubicBezTo>
                    <a:pt x="0" y="1"/>
                    <a:pt x="1" y="0"/>
                    <a:pt x="4" y="1"/>
                  </a:cubicBezTo>
                  <a:cubicBezTo>
                    <a:pt x="13" y="6"/>
                    <a:pt x="13" y="6"/>
                    <a:pt x="13" y="6"/>
                  </a:cubicBezTo>
                  <a:cubicBezTo>
                    <a:pt x="13" y="6"/>
                    <a:pt x="13" y="6"/>
                    <a:pt x="13" y="6"/>
                  </a:cubicBezTo>
                  <a:cubicBezTo>
                    <a:pt x="13" y="6"/>
                    <a:pt x="13" y="6"/>
                    <a:pt x="13" y="6"/>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418" name="未知"/>
            <p:cNvSpPr>
              <a:spLocks noChangeAspect="1"/>
            </p:cNvSpPr>
            <p:nvPr/>
          </p:nvSpPr>
          <p:spPr bwMode="auto">
            <a:xfrm>
              <a:off x="289" y="374"/>
              <a:ext cx="10" cy="21"/>
            </a:xfrm>
            <a:custGeom>
              <a:avLst/>
              <a:gdLst>
                <a:gd name="T0" fmla="*/ 13 w 17"/>
                <a:gd name="T1" fmla="*/ 7 h 35"/>
                <a:gd name="T2" fmla="*/ 17 w 17"/>
                <a:gd name="T3" fmla="*/ 14 h 35"/>
                <a:gd name="T4" fmla="*/ 17 w 17"/>
                <a:gd name="T5" fmla="*/ 31 h 35"/>
                <a:gd name="T6" fmla="*/ 13 w 17"/>
                <a:gd name="T7" fmla="*/ 34 h 35"/>
                <a:gd name="T8" fmla="*/ 3 w 17"/>
                <a:gd name="T9" fmla="*/ 29 h 35"/>
                <a:gd name="T10" fmla="*/ 0 w 17"/>
                <a:gd name="T11" fmla="*/ 21 h 35"/>
                <a:gd name="T12" fmla="*/ 0 w 17"/>
                <a:gd name="T13" fmla="*/ 5 h 35"/>
                <a:gd name="T14" fmla="*/ 4 w 17"/>
                <a:gd name="T15" fmla="*/ 1 h 35"/>
                <a:gd name="T16" fmla="*/ 13 w 17"/>
                <a:gd name="T17" fmla="*/ 7 h 35"/>
                <a:gd name="T18" fmla="*/ 13 w 17"/>
                <a:gd name="T19" fmla="*/ 7 h 35"/>
                <a:gd name="T20" fmla="*/ 13 w 17"/>
                <a:gd name="T21" fmla="*/ 7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35">
                  <a:moveTo>
                    <a:pt x="13" y="7"/>
                  </a:moveTo>
                  <a:cubicBezTo>
                    <a:pt x="15" y="8"/>
                    <a:pt x="17" y="11"/>
                    <a:pt x="17" y="14"/>
                  </a:cubicBezTo>
                  <a:cubicBezTo>
                    <a:pt x="17" y="31"/>
                    <a:pt x="17" y="31"/>
                    <a:pt x="17" y="31"/>
                  </a:cubicBezTo>
                  <a:cubicBezTo>
                    <a:pt x="17" y="34"/>
                    <a:pt x="15" y="35"/>
                    <a:pt x="13" y="34"/>
                  </a:cubicBezTo>
                  <a:cubicBezTo>
                    <a:pt x="3" y="29"/>
                    <a:pt x="3" y="29"/>
                    <a:pt x="3" y="29"/>
                  </a:cubicBezTo>
                  <a:cubicBezTo>
                    <a:pt x="1" y="27"/>
                    <a:pt x="0" y="24"/>
                    <a:pt x="0" y="21"/>
                  </a:cubicBezTo>
                  <a:cubicBezTo>
                    <a:pt x="0" y="5"/>
                    <a:pt x="0" y="5"/>
                    <a:pt x="0" y="5"/>
                  </a:cubicBezTo>
                  <a:cubicBezTo>
                    <a:pt x="0" y="2"/>
                    <a:pt x="1" y="0"/>
                    <a:pt x="4" y="1"/>
                  </a:cubicBezTo>
                  <a:cubicBezTo>
                    <a:pt x="13" y="7"/>
                    <a:pt x="13" y="7"/>
                    <a:pt x="13" y="7"/>
                  </a:cubicBezTo>
                  <a:cubicBezTo>
                    <a:pt x="13" y="7"/>
                    <a:pt x="13" y="7"/>
                    <a:pt x="13" y="7"/>
                  </a:cubicBezTo>
                  <a:cubicBezTo>
                    <a:pt x="13" y="7"/>
                    <a:pt x="13" y="7"/>
                    <a:pt x="13" y="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419" name="未知"/>
            <p:cNvSpPr>
              <a:spLocks noChangeAspect="1"/>
            </p:cNvSpPr>
            <p:nvPr/>
          </p:nvSpPr>
          <p:spPr bwMode="auto">
            <a:xfrm>
              <a:off x="305" y="383"/>
              <a:ext cx="10" cy="22"/>
            </a:xfrm>
            <a:custGeom>
              <a:avLst/>
              <a:gdLst>
                <a:gd name="T0" fmla="*/ 13 w 17"/>
                <a:gd name="T1" fmla="*/ 7 h 35"/>
                <a:gd name="T2" fmla="*/ 17 w 17"/>
                <a:gd name="T3" fmla="*/ 15 h 35"/>
                <a:gd name="T4" fmla="*/ 16 w 17"/>
                <a:gd name="T5" fmla="*/ 31 h 35"/>
                <a:gd name="T6" fmla="*/ 13 w 17"/>
                <a:gd name="T7" fmla="*/ 34 h 35"/>
                <a:gd name="T8" fmla="*/ 3 w 17"/>
                <a:gd name="T9" fmla="*/ 29 h 35"/>
                <a:gd name="T10" fmla="*/ 0 w 17"/>
                <a:gd name="T11" fmla="*/ 21 h 35"/>
                <a:gd name="T12" fmla="*/ 0 w 17"/>
                <a:gd name="T13" fmla="*/ 5 h 35"/>
                <a:gd name="T14" fmla="*/ 4 w 17"/>
                <a:gd name="T15" fmla="*/ 2 h 35"/>
                <a:gd name="T16" fmla="*/ 13 w 17"/>
                <a:gd name="T17" fmla="*/ 7 h 35"/>
                <a:gd name="T18" fmla="*/ 13 w 17"/>
                <a:gd name="T19" fmla="*/ 7 h 35"/>
                <a:gd name="T20" fmla="*/ 13 w 17"/>
                <a:gd name="T21" fmla="*/ 7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35">
                  <a:moveTo>
                    <a:pt x="13" y="7"/>
                  </a:moveTo>
                  <a:cubicBezTo>
                    <a:pt x="15" y="8"/>
                    <a:pt x="17" y="12"/>
                    <a:pt x="17" y="15"/>
                  </a:cubicBezTo>
                  <a:cubicBezTo>
                    <a:pt x="16" y="31"/>
                    <a:pt x="16" y="31"/>
                    <a:pt x="16" y="31"/>
                  </a:cubicBezTo>
                  <a:cubicBezTo>
                    <a:pt x="16" y="34"/>
                    <a:pt x="15" y="35"/>
                    <a:pt x="13" y="34"/>
                  </a:cubicBezTo>
                  <a:cubicBezTo>
                    <a:pt x="3" y="29"/>
                    <a:pt x="3" y="29"/>
                    <a:pt x="3" y="29"/>
                  </a:cubicBezTo>
                  <a:cubicBezTo>
                    <a:pt x="1" y="28"/>
                    <a:pt x="0" y="24"/>
                    <a:pt x="0" y="21"/>
                  </a:cubicBezTo>
                  <a:cubicBezTo>
                    <a:pt x="0" y="5"/>
                    <a:pt x="0" y="5"/>
                    <a:pt x="0" y="5"/>
                  </a:cubicBezTo>
                  <a:cubicBezTo>
                    <a:pt x="0" y="2"/>
                    <a:pt x="1" y="0"/>
                    <a:pt x="4" y="2"/>
                  </a:cubicBezTo>
                  <a:cubicBezTo>
                    <a:pt x="13" y="7"/>
                    <a:pt x="13" y="7"/>
                    <a:pt x="13" y="7"/>
                  </a:cubicBezTo>
                  <a:cubicBezTo>
                    <a:pt x="13" y="7"/>
                    <a:pt x="13" y="7"/>
                    <a:pt x="13" y="7"/>
                  </a:cubicBezTo>
                  <a:cubicBezTo>
                    <a:pt x="13" y="7"/>
                    <a:pt x="13" y="7"/>
                    <a:pt x="13" y="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420" name="未知"/>
            <p:cNvSpPr>
              <a:spLocks noChangeAspect="1"/>
            </p:cNvSpPr>
            <p:nvPr/>
          </p:nvSpPr>
          <p:spPr bwMode="auto">
            <a:xfrm>
              <a:off x="321" y="393"/>
              <a:ext cx="10" cy="21"/>
            </a:xfrm>
            <a:custGeom>
              <a:avLst/>
              <a:gdLst>
                <a:gd name="T0" fmla="*/ 13 w 17"/>
                <a:gd name="T1" fmla="*/ 6 h 35"/>
                <a:gd name="T2" fmla="*/ 16 w 17"/>
                <a:gd name="T3" fmla="*/ 14 h 35"/>
                <a:gd name="T4" fmla="*/ 16 w 17"/>
                <a:gd name="T5" fmla="*/ 30 h 35"/>
                <a:gd name="T6" fmla="*/ 13 w 17"/>
                <a:gd name="T7" fmla="*/ 33 h 35"/>
                <a:gd name="T8" fmla="*/ 3 w 17"/>
                <a:gd name="T9" fmla="*/ 28 h 35"/>
                <a:gd name="T10" fmla="*/ 0 w 17"/>
                <a:gd name="T11" fmla="*/ 20 h 35"/>
                <a:gd name="T12" fmla="*/ 0 w 17"/>
                <a:gd name="T13" fmla="*/ 4 h 35"/>
                <a:gd name="T14" fmla="*/ 3 w 17"/>
                <a:gd name="T15" fmla="*/ 1 h 35"/>
                <a:gd name="T16" fmla="*/ 13 w 17"/>
                <a:gd name="T17" fmla="*/ 6 h 35"/>
                <a:gd name="T18" fmla="*/ 13 w 17"/>
                <a:gd name="T19" fmla="*/ 6 h 35"/>
                <a:gd name="T20" fmla="*/ 13 w 17"/>
                <a:gd name="T21" fmla="*/ 6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35">
                  <a:moveTo>
                    <a:pt x="13" y="6"/>
                  </a:moveTo>
                  <a:cubicBezTo>
                    <a:pt x="15" y="8"/>
                    <a:pt x="17" y="11"/>
                    <a:pt x="16" y="14"/>
                  </a:cubicBezTo>
                  <a:cubicBezTo>
                    <a:pt x="16" y="30"/>
                    <a:pt x="16" y="30"/>
                    <a:pt x="16" y="30"/>
                  </a:cubicBezTo>
                  <a:cubicBezTo>
                    <a:pt x="16" y="33"/>
                    <a:pt x="15" y="35"/>
                    <a:pt x="13" y="33"/>
                  </a:cubicBezTo>
                  <a:cubicBezTo>
                    <a:pt x="3" y="28"/>
                    <a:pt x="3" y="28"/>
                    <a:pt x="3" y="28"/>
                  </a:cubicBezTo>
                  <a:cubicBezTo>
                    <a:pt x="1" y="27"/>
                    <a:pt x="0" y="23"/>
                    <a:pt x="0" y="20"/>
                  </a:cubicBezTo>
                  <a:cubicBezTo>
                    <a:pt x="0" y="4"/>
                    <a:pt x="0" y="4"/>
                    <a:pt x="0" y="4"/>
                  </a:cubicBezTo>
                  <a:cubicBezTo>
                    <a:pt x="0" y="1"/>
                    <a:pt x="1" y="0"/>
                    <a:pt x="3" y="1"/>
                  </a:cubicBezTo>
                  <a:cubicBezTo>
                    <a:pt x="13" y="6"/>
                    <a:pt x="13" y="6"/>
                    <a:pt x="13" y="6"/>
                  </a:cubicBezTo>
                  <a:cubicBezTo>
                    <a:pt x="13" y="6"/>
                    <a:pt x="13" y="6"/>
                    <a:pt x="13" y="6"/>
                  </a:cubicBezTo>
                  <a:cubicBezTo>
                    <a:pt x="13" y="6"/>
                    <a:pt x="13" y="6"/>
                    <a:pt x="13" y="6"/>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421" name="未知"/>
            <p:cNvSpPr>
              <a:spLocks noChangeAspect="1"/>
            </p:cNvSpPr>
            <p:nvPr/>
          </p:nvSpPr>
          <p:spPr bwMode="auto">
            <a:xfrm>
              <a:off x="337" y="402"/>
              <a:ext cx="9" cy="21"/>
            </a:xfrm>
            <a:custGeom>
              <a:avLst/>
              <a:gdLst>
                <a:gd name="T0" fmla="*/ 13 w 16"/>
                <a:gd name="T1" fmla="*/ 7 h 35"/>
                <a:gd name="T2" fmla="*/ 16 w 16"/>
                <a:gd name="T3" fmla="*/ 14 h 35"/>
                <a:gd name="T4" fmla="*/ 16 w 16"/>
                <a:gd name="T5" fmla="*/ 30 h 35"/>
                <a:gd name="T6" fmla="*/ 13 w 16"/>
                <a:gd name="T7" fmla="*/ 34 h 35"/>
                <a:gd name="T8" fmla="*/ 3 w 16"/>
                <a:gd name="T9" fmla="*/ 28 h 35"/>
                <a:gd name="T10" fmla="*/ 0 w 16"/>
                <a:gd name="T11" fmla="*/ 21 h 35"/>
                <a:gd name="T12" fmla="*/ 0 w 16"/>
                <a:gd name="T13" fmla="*/ 5 h 35"/>
                <a:gd name="T14" fmla="*/ 3 w 16"/>
                <a:gd name="T15" fmla="*/ 1 h 35"/>
                <a:gd name="T16" fmla="*/ 13 w 16"/>
                <a:gd name="T17" fmla="*/ 7 h 35"/>
                <a:gd name="T18" fmla="*/ 13 w 16"/>
                <a:gd name="T19" fmla="*/ 7 h 35"/>
                <a:gd name="T20" fmla="*/ 13 w 16"/>
                <a:gd name="T21" fmla="*/ 7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 h="35">
                  <a:moveTo>
                    <a:pt x="13" y="7"/>
                  </a:moveTo>
                  <a:cubicBezTo>
                    <a:pt x="15" y="8"/>
                    <a:pt x="16" y="11"/>
                    <a:pt x="16" y="14"/>
                  </a:cubicBezTo>
                  <a:cubicBezTo>
                    <a:pt x="16" y="30"/>
                    <a:pt x="16" y="30"/>
                    <a:pt x="16" y="30"/>
                  </a:cubicBezTo>
                  <a:cubicBezTo>
                    <a:pt x="16" y="34"/>
                    <a:pt x="15" y="35"/>
                    <a:pt x="13" y="34"/>
                  </a:cubicBezTo>
                  <a:cubicBezTo>
                    <a:pt x="3" y="28"/>
                    <a:pt x="3" y="28"/>
                    <a:pt x="3" y="28"/>
                  </a:cubicBezTo>
                  <a:cubicBezTo>
                    <a:pt x="1" y="27"/>
                    <a:pt x="0" y="24"/>
                    <a:pt x="0" y="21"/>
                  </a:cubicBezTo>
                  <a:cubicBezTo>
                    <a:pt x="0" y="5"/>
                    <a:pt x="0" y="5"/>
                    <a:pt x="0" y="5"/>
                  </a:cubicBezTo>
                  <a:cubicBezTo>
                    <a:pt x="0" y="2"/>
                    <a:pt x="1" y="0"/>
                    <a:pt x="3" y="1"/>
                  </a:cubicBezTo>
                  <a:cubicBezTo>
                    <a:pt x="13" y="7"/>
                    <a:pt x="13" y="7"/>
                    <a:pt x="13" y="7"/>
                  </a:cubicBezTo>
                  <a:cubicBezTo>
                    <a:pt x="13" y="7"/>
                    <a:pt x="13" y="7"/>
                    <a:pt x="13" y="7"/>
                  </a:cubicBezTo>
                  <a:cubicBezTo>
                    <a:pt x="13" y="7"/>
                    <a:pt x="13" y="7"/>
                    <a:pt x="13" y="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422" name="未知"/>
            <p:cNvSpPr>
              <a:spLocks noChangeAspect="1"/>
            </p:cNvSpPr>
            <p:nvPr/>
          </p:nvSpPr>
          <p:spPr bwMode="auto">
            <a:xfrm>
              <a:off x="352" y="411"/>
              <a:ext cx="10" cy="22"/>
            </a:xfrm>
            <a:custGeom>
              <a:avLst/>
              <a:gdLst>
                <a:gd name="T0" fmla="*/ 13 w 16"/>
                <a:gd name="T1" fmla="*/ 7 h 35"/>
                <a:gd name="T2" fmla="*/ 16 w 16"/>
                <a:gd name="T3" fmla="*/ 15 h 35"/>
                <a:gd name="T4" fmla="*/ 16 w 16"/>
                <a:gd name="T5" fmla="*/ 31 h 35"/>
                <a:gd name="T6" fmla="*/ 13 w 16"/>
                <a:gd name="T7" fmla="*/ 34 h 35"/>
                <a:gd name="T8" fmla="*/ 3 w 16"/>
                <a:gd name="T9" fmla="*/ 29 h 35"/>
                <a:gd name="T10" fmla="*/ 0 w 16"/>
                <a:gd name="T11" fmla="*/ 21 h 35"/>
                <a:gd name="T12" fmla="*/ 0 w 16"/>
                <a:gd name="T13" fmla="*/ 5 h 35"/>
                <a:gd name="T14" fmla="*/ 3 w 16"/>
                <a:gd name="T15" fmla="*/ 2 h 35"/>
                <a:gd name="T16" fmla="*/ 13 w 16"/>
                <a:gd name="T17" fmla="*/ 7 h 35"/>
                <a:gd name="T18" fmla="*/ 13 w 16"/>
                <a:gd name="T19" fmla="*/ 7 h 35"/>
                <a:gd name="T20" fmla="*/ 13 w 16"/>
                <a:gd name="T21" fmla="*/ 7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 h="35">
                  <a:moveTo>
                    <a:pt x="13" y="7"/>
                  </a:moveTo>
                  <a:cubicBezTo>
                    <a:pt x="15" y="8"/>
                    <a:pt x="16" y="12"/>
                    <a:pt x="16" y="15"/>
                  </a:cubicBezTo>
                  <a:cubicBezTo>
                    <a:pt x="16" y="31"/>
                    <a:pt x="16" y="31"/>
                    <a:pt x="16" y="31"/>
                  </a:cubicBezTo>
                  <a:cubicBezTo>
                    <a:pt x="16" y="34"/>
                    <a:pt x="15" y="35"/>
                    <a:pt x="13" y="34"/>
                  </a:cubicBezTo>
                  <a:cubicBezTo>
                    <a:pt x="3" y="29"/>
                    <a:pt x="3" y="29"/>
                    <a:pt x="3" y="29"/>
                  </a:cubicBezTo>
                  <a:cubicBezTo>
                    <a:pt x="1" y="28"/>
                    <a:pt x="0" y="24"/>
                    <a:pt x="0" y="21"/>
                  </a:cubicBezTo>
                  <a:cubicBezTo>
                    <a:pt x="0" y="5"/>
                    <a:pt x="0" y="5"/>
                    <a:pt x="0" y="5"/>
                  </a:cubicBezTo>
                  <a:cubicBezTo>
                    <a:pt x="0" y="2"/>
                    <a:pt x="1" y="0"/>
                    <a:pt x="3" y="2"/>
                  </a:cubicBezTo>
                  <a:cubicBezTo>
                    <a:pt x="13" y="7"/>
                    <a:pt x="13" y="7"/>
                    <a:pt x="13" y="7"/>
                  </a:cubicBezTo>
                  <a:cubicBezTo>
                    <a:pt x="13" y="7"/>
                    <a:pt x="13" y="7"/>
                    <a:pt x="13" y="7"/>
                  </a:cubicBezTo>
                  <a:cubicBezTo>
                    <a:pt x="13" y="7"/>
                    <a:pt x="13" y="7"/>
                    <a:pt x="13" y="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423" name="未知"/>
            <p:cNvSpPr>
              <a:spLocks noChangeAspect="1"/>
            </p:cNvSpPr>
            <p:nvPr/>
          </p:nvSpPr>
          <p:spPr bwMode="auto">
            <a:xfrm>
              <a:off x="368" y="421"/>
              <a:ext cx="10" cy="21"/>
            </a:xfrm>
            <a:custGeom>
              <a:avLst/>
              <a:gdLst>
                <a:gd name="T0" fmla="*/ 14 w 17"/>
                <a:gd name="T1" fmla="*/ 6 h 35"/>
                <a:gd name="T2" fmla="*/ 17 w 17"/>
                <a:gd name="T3" fmla="*/ 14 h 35"/>
                <a:gd name="T4" fmla="*/ 17 w 17"/>
                <a:gd name="T5" fmla="*/ 30 h 35"/>
                <a:gd name="T6" fmla="*/ 14 w 17"/>
                <a:gd name="T7" fmla="*/ 33 h 35"/>
                <a:gd name="T8" fmla="*/ 4 w 17"/>
                <a:gd name="T9" fmla="*/ 28 h 35"/>
                <a:gd name="T10" fmla="*/ 1 w 17"/>
                <a:gd name="T11" fmla="*/ 20 h 35"/>
                <a:gd name="T12" fmla="*/ 1 w 17"/>
                <a:gd name="T13" fmla="*/ 4 h 35"/>
                <a:gd name="T14" fmla="*/ 4 w 17"/>
                <a:gd name="T15" fmla="*/ 1 h 35"/>
                <a:gd name="T16" fmla="*/ 14 w 17"/>
                <a:gd name="T17" fmla="*/ 6 h 35"/>
                <a:gd name="T18" fmla="*/ 14 w 17"/>
                <a:gd name="T19" fmla="*/ 6 h 35"/>
                <a:gd name="T20" fmla="*/ 14 w 17"/>
                <a:gd name="T21" fmla="*/ 6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35">
                  <a:moveTo>
                    <a:pt x="14" y="6"/>
                  </a:moveTo>
                  <a:cubicBezTo>
                    <a:pt x="16" y="7"/>
                    <a:pt x="17" y="11"/>
                    <a:pt x="17" y="14"/>
                  </a:cubicBezTo>
                  <a:cubicBezTo>
                    <a:pt x="17" y="30"/>
                    <a:pt x="17" y="30"/>
                    <a:pt x="17" y="30"/>
                  </a:cubicBezTo>
                  <a:cubicBezTo>
                    <a:pt x="17" y="33"/>
                    <a:pt x="16" y="35"/>
                    <a:pt x="14" y="33"/>
                  </a:cubicBezTo>
                  <a:cubicBezTo>
                    <a:pt x="4" y="28"/>
                    <a:pt x="4" y="28"/>
                    <a:pt x="4" y="28"/>
                  </a:cubicBezTo>
                  <a:cubicBezTo>
                    <a:pt x="2" y="27"/>
                    <a:pt x="0" y="23"/>
                    <a:pt x="1" y="20"/>
                  </a:cubicBezTo>
                  <a:cubicBezTo>
                    <a:pt x="1" y="4"/>
                    <a:pt x="1" y="4"/>
                    <a:pt x="1" y="4"/>
                  </a:cubicBezTo>
                  <a:cubicBezTo>
                    <a:pt x="1" y="1"/>
                    <a:pt x="2" y="0"/>
                    <a:pt x="4" y="1"/>
                  </a:cubicBezTo>
                  <a:cubicBezTo>
                    <a:pt x="14" y="6"/>
                    <a:pt x="14" y="6"/>
                    <a:pt x="14" y="6"/>
                  </a:cubicBezTo>
                  <a:cubicBezTo>
                    <a:pt x="14" y="6"/>
                    <a:pt x="14" y="6"/>
                    <a:pt x="14" y="6"/>
                  </a:cubicBezTo>
                  <a:cubicBezTo>
                    <a:pt x="14" y="6"/>
                    <a:pt x="14" y="6"/>
                    <a:pt x="14" y="6"/>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424" name="未知"/>
            <p:cNvSpPr>
              <a:spLocks noChangeAspect="1"/>
            </p:cNvSpPr>
            <p:nvPr/>
          </p:nvSpPr>
          <p:spPr bwMode="auto">
            <a:xfrm>
              <a:off x="210" y="368"/>
              <a:ext cx="10" cy="21"/>
            </a:xfrm>
            <a:custGeom>
              <a:avLst/>
              <a:gdLst>
                <a:gd name="T0" fmla="*/ 13 w 17"/>
                <a:gd name="T1" fmla="*/ 6 h 35"/>
                <a:gd name="T2" fmla="*/ 17 w 17"/>
                <a:gd name="T3" fmla="*/ 14 h 35"/>
                <a:gd name="T4" fmla="*/ 17 w 17"/>
                <a:gd name="T5" fmla="*/ 30 h 35"/>
                <a:gd name="T6" fmla="*/ 13 w 17"/>
                <a:gd name="T7" fmla="*/ 34 h 35"/>
                <a:gd name="T8" fmla="*/ 4 w 17"/>
                <a:gd name="T9" fmla="*/ 28 h 35"/>
                <a:gd name="T10" fmla="*/ 0 w 17"/>
                <a:gd name="T11" fmla="*/ 21 h 35"/>
                <a:gd name="T12" fmla="*/ 0 w 17"/>
                <a:gd name="T13" fmla="*/ 4 h 35"/>
                <a:gd name="T14" fmla="*/ 4 w 17"/>
                <a:gd name="T15" fmla="*/ 1 h 35"/>
                <a:gd name="T16" fmla="*/ 13 w 17"/>
                <a:gd name="T17" fmla="*/ 6 h 35"/>
                <a:gd name="T18" fmla="*/ 13 w 17"/>
                <a:gd name="T19" fmla="*/ 6 h 35"/>
                <a:gd name="T20" fmla="*/ 13 w 17"/>
                <a:gd name="T21" fmla="*/ 6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35">
                  <a:moveTo>
                    <a:pt x="13" y="6"/>
                  </a:moveTo>
                  <a:cubicBezTo>
                    <a:pt x="15" y="8"/>
                    <a:pt x="17" y="11"/>
                    <a:pt x="17" y="14"/>
                  </a:cubicBezTo>
                  <a:cubicBezTo>
                    <a:pt x="17" y="30"/>
                    <a:pt x="17" y="30"/>
                    <a:pt x="17" y="30"/>
                  </a:cubicBezTo>
                  <a:cubicBezTo>
                    <a:pt x="17" y="33"/>
                    <a:pt x="15" y="35"/>
                    <a:pt x="13" y="34"/>
                  </a:cubicBezTo>
                  <a:cubicBezTo>
                    <a:pt x="4" y="28"/>
                    <a:pt x="4" y="28"/>
                    <a:pt x="4" y="28"/>
                  </a:cubicBezTo>
                  <a:cubicBezTo>
                    <a:pt x="1" y="27"/>
                    <a:pt x="0" y="24"/>
                    <a:pt x="0" y="21"/>
                  </a:cubicBezTo>
                  <a:cubicBezTo>
                    <a:pt x="0" y="4"/>
                    <a:pt x="0" y="4"/>
                    <a:pt x="0" y="4"/>
                  </a:cubicBezTo>
                  <a:cubicBezTo>
                    <a:pt x="0" y="1"/>
                    <a:pt x="2" y="0"/>
                    <a:pt x="4" y="1"/>
                  </a:cubicBezTo>
                  <a:cubicBezTo>
                    <a:pt x="13" y="6"/>
                    <a:pt x="13" y="6"/>
                    <a:pt x="13" y="6"/>
                  </a:cubicBezTo>
                  <a:cubicBezTo>
                    <a:pt x="13" y="6"/>
                    <a:pt x="13" y="6"/>
                    <a:pt x="13" y="6"/>
                  </a:cubicBezTo>
                  <a:cubicBezTo>
                    <a:pt x="13" y="6"/>
                    <a:pt x="13" y="6"/>
                    <a:pt x="13" y="6"/>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425" name="未知"/>
            <p:cNvSpPr>
              <a:spLocks noChangeAspect="1"/>
            </p:cNvSpPr>
            <p:nvPr/>
          </p:nvSpPr>
          <p:spPr bwMode="auto">
            <a:xfrm>
              <a:off x="226" y="377"/>
              <a:ext cx="10" cy="21"/>
            </a:xfrm>
            <a:custGeom>
              <a:avLst/>
              <a:gdLst>
                <a:gd name="T0" fmla="*/ 13 w 17"/>
                <a:gd name="T1" fmla="*/ 7 h 35"/>
                <a:gd name="T2" fmla="*/ 17 w 17"/>
                <a:gd name="T3" fmla="*/ 15 h 35"/>
                <a:gd name="T4" fmla="*/ 17 w 17"/>
                <a:gd name="T5" fmla="*/ 31 h 35"/>
                <a:gd name="T6" fmla="*/ 13 w 17"/>
                <a:gd name="T7" fmla="*/ 34 h 35"/>
                <a:gd name="T8" fmla="*/ 4 w 17"/>
                <a:gd name="T9" fmla="*/ 29 h 35"/>
                <a:gd name="T10" fmla="*/ 0 w 17"/>
                <a:gd name="T11" fmla="*/ 21 h 35"/>
                <a:gd name="T12" fmla="*/ 0 w 17"/>
                <a:gd name="T13" fmla="*/ 5 h 35"/>
                <a:gd name="T14" fmla="*/ 4 w 17"/>
                <a:gd name="T15" fmla="*/ 1 h 35"/>
                <a:gd name="T16" fmla="*/ 13 w 17"/>
                <a:gd name="T17" fmla="*/ 7 h 35"/>
                <a:gd name="T18" fmla="*/ 13 w 17"/>
                <a:gd name="T19" fmla="*/ 7 h 35"/>
                <a:gd name="T20" fmla="*/ 13 w 17"/>
                <a:gd name="T21" fmla="*/ 7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35">
                  <a:moveTo>
                    <a:pt x="13" y="7"/>
                  </a:moveTo>
                  <a:cubicBezTo>
                    <a:pt x="15" y="8"/>
                    <a:pt x="17" y="11"/>
                    <a:pt x="17" y="15"/>
                  </a:cubicBezTo>
                  <a:cubicBezTo>
                    <a:pt x="17" y="31"/>
                    <a:pt x="17" y="31"/>
                    <a:pt x="17" y="31"/>
                  </a:cubicBezTo>
                  <a:cubicBezTo>
                    <a:pt x="17" y="34"/>
                    <a:pt x="15" y="35"/>
                    <a:pt x="13" y="34"/>
                  </a:cubicBezTo>
                  <a:cubicBezTo>
                    <a:pt x="4" y="29"/>
                    <a:pt x="4" y="29"/>
                    <a:pt x="4" y="29"/>
                  </a:cubicBezTo>
                  <a:cubicBezTo>
                    <a:pt x="1" y="27"/>
                    <a:pt x="0" y="24"/>
                    <a:pt x="0" y="21"/>
                  </a:cubicBezTo>
                  <a:cubicBezTo>
                    <a:pt x="0" y="5"/>
                    <a:pt x="0" y="5"/>
                    <a:pt x="0" y="5"/>
                  </a:cubicBezTo>
                  <a:cubicBezTo>
                    <a:pt x="0" y="2"/>
                    <a:pt x="2" y="0"/>
                    <a:pt x="4" y="1"/>
                  </a:cubicBezTo>
                  <a:cubicBezTo>
                    <a:pt x="13" y="7"/>
                    <a:pt x="13" y="7"/>
                    <a:pt x="13" y="7"/>
                  </a:cubicBezTo>
                  <a:cubicBezTo>
                    <a:pt x="13" y="7"/>
                    <a:pt x="13" y="7"/>
                    <a:pt x="13" y="7"/>
                  </a:cubicBezTo>
                  <a:cubicBezTo>
                    <a:pt x="13" y="7"/>
                    <a:pt x="13" y="7"/>
                    <a:pt x="13" y="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426" name="未知"/>
            <p:cNvSpPr>
              <a:spLocks noChangeAspect="1"/>
            </p:cNvSpPr>
            <p:nvPr/>
          </p:nvSpPr>
          <p:spPr bwMode="auto">
            <a:xfrm>
              <a:off x="242" y="387"/>
              <a:ext cx="10" cy="21"/>
            </a:xfrm>
            <a:custGeom>
              <a:avLst/>
              <a:gdLst>
                <a:gd name="T0" fmla="*/ 13 w 17"/>
                <a:gd name="T1" fmla="*/ 6 h 34"/>
                <a:gd name="T2" fmla="*/ 17 w 17"/>
                <a:gd name="T3" fmla="*/ 14 h 34"/>
                <a:gd name="T4" fmla="*/ 17 w 17"/>
                <a:gd name="T5" fmla="*/ 30 h 34"/>
                <a:gd name="T6" fmla="*/ 13 w 17"/>
                <a:gd name="T7" fmla="*/ 33 h 34"/>
                <a:gd name="T8" fmla="*/ 4 w 17"/>
                <a:gd name="T9" fmla="*/ 28 h 34"/>
                <a:gd name="T10" fmla="*/ 0 w 17"/>
                <a:gd name="T11" fmla="*/ 20 h 34"/>
                <a:gd name="T12" fmla="*/ 0 w 17"/>
                <a:gd name="T13" fmla="*/ 4 h 34"/>
                <a:gd name="T14" fmla="*/ 4 w 17"/>
                <a:gd name="T15" fmla="*/ 1 h 34"/>
                <a:gd name="T16" fmla="*/ 13 w 17"/>
                <a:gd name="T17" fmla="*/ 6 h 34"/>
                <a:gd name="T18" fmla="*/ 13 w 17"/>
                <a:gd name="T19" fmla="*/ 6 h 34"/>
                <a:gd name="T20" fmla="*/ 13 w 17"/>
                <a:gd name="T21" fmla="*/ 6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34">
                  <a:moveTo>
                    <a:pt x="13" y="6"/>
                  </a:moveTo>
                  <a:cubicBezTo>
                    <a:pt x="15" y="7"/>
                    <a:pt x="17" y="11"/>
                    <a:pt x="17" y="14"/>
                  </a:cubicBezTo>
                  <a:cubicBezTo>
                    <a:pt x="17" y="30"/>
                    <a:pt x="17" y="30"/>
                    <a:pt x="17" y="30"/>
                  </a:cubicBezTo>
                  <a:cubicBezTo>
                    <a:pt x="17" y="33"/>
                    <a:pt x="15" y="34"/>
                    <a:pt x="13" y="33"/>
                  </a:cubicBezTo>
                  <a:cubicBezTo>
                    <a:pt x="4" y="28"/>
                    <a:pt x="4" y="28"/>
                    <a:pt x="4" y="28"/>
                  </a:cubicBezTo>
                  <a:cubicBezTo>
                    <a:pt x="1" y="27"/>
                    <a:pt x="0" y="23"/>
                    <a:pt x="0" y="20"/>
                  </a:cubicBezTo>
                  <a:cubicBezTo>
                    <a:pt x="0" y="4"/>
                    <a:pt x="0" y="4"/>
                    <a:pt x="0" y="4"/>
                  </a:cubicBezTo>
                  <a:cubicBezTo>
                    <a:pt x="0" y="1"/>
                    <a:pt x="2" y="0"/>
                    <a:pt x="4" y="1"/>
                  </a:cubicBezTo>
                  <a:cubicBezTo>
                    <a:pt x="13" y="6"/>
                    <a:pt x="13" y="6"/>
                    <a:pt x="13" y="6"/>
                  </a:cubicBezTo>
                  <a:cubicBezTo>
                    <a:pt x="13" y="6"/>
                    <a:pt x="13" y="6"/>
                    <a:pt x="13" y="6"/>
                  </a:cubicBezTo>
                  <a:cubicBezTo>
                    <a:pt x="13" y="6"/>
                    <a:pt x="13" y="6"/>
                    <a:pt x="13" y="6"/>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427" name="未知"/>
            <p:cNvSpPr>
              <a:spLocks noChangeAspect="1"/>
            </p:cNvSpPr>
            <p:nvPr/>
          </p:nvSpPr>
          <p:spPr bwMode="auto">
            <a:xfrm>
              <a:off x="257" y="396"/>
              <a:ext cx="11" cy="21"/>
            </a:xfrm>
            <a:custGeom>
              <a:avLst/>
              <a:gdLst>
                <a:gd name="T0" fmla="*/ 13 w 17"/>
                <a:gd name="T1" fmla="*/ 6 h 35"/>
                <a:gd name="T2" fmla="*/ 17 w 17"/>
                <a:gd name="T3" fmla="*/ 14 h 35"/>
                <a:gd name="T4" fmla="*/ 17 w 17"/>
                <a:gd name="T5" fmla="*/ 30 h 35"/>
                <a:gd name="T6" fmla="*/ 13 w 17"/>
                <a:gd name="T7" fmla="*/ 34 h 35"/>
                <a:gd name="T8" fmla="*/ 4 w 17"/>
                <a:gd name="T9" fmla="*/ 28 h 35"/>
                <a:gd name="T10" fmla="*/ 0 w 17"/>
                <a:gd name="T11" fmla="*/ 21 h 35"/>
                <a:gd name="T12" fmla="*/ 0 w 17"/>
                <a:gd name="T13" fmla="*/ 4 h 35"/>
                <a:gd name="T14" fmla="*/ 4 w 17"/>
                <a:gd name="T15" fmla="*/ 1 h 35"/>
                <a:gd name="T16" fmla="*/ 13 w 17"/>
                <a:gd name="T17" fmla="*/ 6 h 35"/>
                <a:gd name="T18" fmla="*/ 13 w 17"/>
                <a:gd name="T19" fmla="*/ 6 h 35"/>
                <a:gd name="T20" fmla="*/ 13 w 17"/>
                <a:gd name="T21" fmla="*/ 6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35">
                  <a:moveTo>
                    <a:pt x="13" y="6"/>
                  </a:moveTo>
                  <a:cubicBezTo>
                    <a:pt x="15" y="8"/>
                    <a:pt x="17" y="11"/>
                    <a:pt x="17" y="14"/>
                  </a:cubicBezTo>
                  <a:cubicBezTo>
                    <a:pt x="17" y="30"/>
                    <a:pt x="17" y="30"/>
                    <a:pt x="17" y="30"/>
                  </a:cubicBezTo>
                  <a:cubicBezTo>
                    <a:pt x="17" y="33"/>
                    <a:pt x="15" y="35"/>
                    <a:pt x="13" y="34"/>
                  </a:cubicBezTo>
                  <a:cubicBezTo>
                    <a:pt x="4" y="28"/>
                    <a:pt x="4" y="28"/>
                    <a:pt x="4" y="28"/>
                  </a:cubicBezTo>
                  <a:cubicBezTo>
                    <a:pt x="1" y="27"/>
                    <a:pt x="0" y="24"/>
                    <a:pt x="0" y="21"/>
                  </a:cubicBezTo>
                  <a:cubicBezTo>
                    <a:pt x="0" y="4"/>
                    <a:pt x="0" y="4"/>
                    <a:pt x="0" y="4"/>
                  </a:cubicBezTo>
                  <a:cubicBezTo>
                    <a:pt x="0" y="1"/>
                    <a:pt x="1" y="0"/>
                    <a:pt x="4" y="1"/>
                  </a:cubicBezTo>
                  <a:cubicBezTo>
                    <a:pt x="13" y="6"/>
                    <a:pt x="13" y="6"/>
                    <a:pt x="13" y="6"/>
                  </a:cubicBezTo>
                  <a:cubicBezTo>
                    <a:pt x="13" y="6"/>
                    <a:pt x="13" y="6"/>
                    <a:pt x="13" y="6"/>
                  </a:cubicBezTo>
                  <a:cubicBezTo>
                    <a:pt x="13" y="6"/>
                    <a:pt x="13" y="6"/>
                    <a:pt x="13" y="6"/>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428" name="未知"/>
            <p:cNvSpPr>
              <a:spLocks noChangeAspect="1"/>
            </p:cNvSpPr>
            <p:nvPr/>
          </p:nvSpPr>
          <p:spPr bwMode="auto">
            <a:xfrm>
              <a:off x="273" y="405"/>
              <a:ext cx="11" cy="21"/>
            </a:xfrm>
            <a:custGeom>
              <a:avLst/>
              <a:gdLst>
                <a:gd name="T0" fmla="*/ 13 w 17"/>
                <a:gd name="T1" fmla="*/ 7 h 35"/>
                <a:gd name="T2" fmla="*/ 17 w 17"/>
                <a:gd name="T3" fmla="*/ 14 h 35"/>
                <a:gd name="T4" fmla="*/ 17 w 17"/>
                <a:gd name="T5" fmla="*/ 31 h 35"/>
                <a:gd name="T6" fmla="*/ 13 w 17"/>
                <a:gd name="T7" fmla="*/ 34 h 35"/>
                <a:gd name="T8" fmla="*/ 3 w 17"/>
                <a:gd name="T9" fmla="*/ 29 h 35"/>
                <a:gd name="T10" fmla="*/ 0 w 17"/>
                <a:gd name="T11" fmla="*/ 21 h 35"/>
                <a:gd name="T12" fmla="*/ 0 w 17"/>
                <a:gd name="T13" fmla="*/ 5 h 35"/>
                <a:gd name="T14" fmla="*/ 4 w 17"/>
                <a:gd name="T15" fmla="*/ 1 h 35"/>
                <a:gd name="T16" fmla="*/ 13 w 17"/>
                <a:gd name="T17" fmla="*/ 7 h 35"/>
                <a:gd name="T18" fmla="*/ 13 w 17"/>
                <a:gd name="T19" fmla="*/ 7 h 35"/>
                <a:gd name="T20" fmla="*/ 13 w 17"/>
                <a:gd name="T21" fmla="*/ 7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35">
                  <a:moveTo>
                    <a:pt x="13" y="7"/>
                  </a:moveTo>
                  <a:cubicBezTo>
                    <a:pt x="15" y="8"/>
                    <a:pt x="17" y="11"/>
                    <a:pt x="17" y="14"/>
                  </a:cubicBezTo>
                  <a:cubicBezTo>
                    <a:pt x="17" y="31"/>
                    <a:pt x="17" y="31"/>
                    <a:pt x="17" y="31"/>
                  </a:cubicBezTo>
                  <a:cubicBezTo>
                    <a:pt x="17" y="34"/>
                    <a:pt x="15" y="35"/>
                    <a:pt x="13" y="34"/>
                  </a:cubicBezTo>
                  <a:cubicBezTo>
                    <a:pt x="3" y="29"/>
                    <a:pt x="3" y="29"/>
                    <a:pt x="3" y="29"/>
                  </a:cubicBezTo>
                  <a:cubicBezTo>
                    <a:pt x="1" y="27"/>
                    <a:pt x="0" y="24"/>
                    <a:pt x="0" y="21"/>
                  </a:cubicBezTo>
                  <a:cubicBezTo>
                    <a:pt x="0" y="5"/>
                    <a:pt x="0" y="5"/>
                    <a:pt x="0" y="5"/>
                  </a:cubicBezTo>
                  <a:cubicBezTo>
                    <a:pt x="0" y="2"/>
                    <a:pt x="1" y="0"/>
                    <a:pt x="4" y="1"/>
                  </a:cubicBezTo>
                  <a:cubicBezTo>
                    <a:pt x="13" y="7"/>
                    <a:pt x="13" y="7"/>
                    <a:pt x="13" y="7"/>
                  </a:cubicBezTo>
                  <a:cubicBezTo>
                    <a:pt x="13" y="7"/>
                    <a:pt x="13" y="7"/>
                    <a:pt x="13" y="7"/>
                  </a:cubicBezTo>
                  <a:cubicBezTo>
                    <a:pt x="13" y="7"/>
                    <a:pt x="13" y="7"/>
                    <a:pt x="13" y="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429" name="未知"/>
            <p:cNvSpPr>
              <a:spLocks noChangeAspect="1"/>
            </p:cNvSpPr>
            <p:nvPr/>
          </p:nvSpPr>
          <p:spPr bwMode="auto">
            <a:xfrm>
              <a:off x="289" y="414"/>
              <a:ext cx="10" cy="22"/>
            </a:xfrm>
            <a:custGeom>
              <a:avLst/>
              <a:gdLst>
                <a:gd name="T0" fmla="*/ 13 w 17"/>
                <a:gd name="T1" fmla="*/ 7 h 35"/>
                <a:gd name="T2" fmla="*/ 17 w 17"/>
                <a:gd name="T3" fmla="*/ 15 h 35"/>
                <a:gd name="T4" fmla="*/ 17 w 17"/>
                <a:gd name="T5" fmla="*/ 31 h 35"/>
                <a:gd name="T6" fmla="*/ 13 w 17"/>
                <a:gd name="T7" fmla="*/ 34 h 35"/>
                <a:gd name="T8" fmla="*/ 3 w 17"/>
                <a:gd name="T9" fmla="*/ 29 h 35"/>
                <a:gd name="T10" fmla="*/ 0 w 17"/>
                <a:gd name="T11" fmla="*/ 21 h 35"/>
                <a:gd name="T12" fmla="*/ 0 w 17"/>
                <a:gd name="T13" fmla="*/ 5 h 35"/>
                <a:gd name="T14" fmla="*/ 4 w 17"/>
                <a:gd name="T15" fmla="*/ 2 h 35"/>
                <a:gd name="T16" fmla="*/ 13 w 17"/>
                <a:gd name="T17" fmla="*/ 7 h 35"/>
                <a:gd name="T18" fmla="*/ 13 w 17"/>
                <a:gd name="T19" fmla="*/ 7 h 35"/>
                <a:gd name="T20" fmla="*/ 13 w 17"/>
                <a:gd name="T21" fmla="*/ 7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35">
                  <a:moveTo>
                    <a:pt x="13" y="7"/>
                  </a:moveTo>
                  <a:cubicBezTo>
                    <a:pt x="15" y="8"/>
                    <a:pt x="17" y="12"/>
                    <a:pt x="17" y="15"/>
                  </a:cubicBezTo>
                  <a:cubicBezTo>
                    <a:pt x="17" y="31"/>
                    <a:pt x="17" y="31"/>
                    <a:pt x="17" y="31"/>
                  </a:cubicBezTo>
                  <a:cubicBezTo>
                    <a:pt x="17" y="34"/>
                    <a:pt x="15" y="35"/>
                    <a:pt x="13" y="34"/>
                  </a:cubicBezTo>
                  <a:cubicBezTo>
                    <a:pt x="3" y="29"/>
                    <a:pt x="3" y="29"/>
                    <a:pt x="3" y="29"/>
                  </a:cubicBezTo>
                  <a:cubicBezTo>
                    <a:pt x="1" y="28"/>
                    <a:pt x="0" y="24"/>
                    <a:pt x="0" y="21"/>
                  </a:cubicBezTo>
                  <a:cubicBezTo>
                    <a:pt x="0" y="5"/>
                    <a:pt x="0" y="5"/>
                    <a:pt x="0" y="5"/>
                  </a:cubicBezTo>
                  <a:cubicBezTo>
                    <a:pt x="0" y="2"/>
                    <a:pt x="1" y="0"/>
                    <a:pt x="4" y="2"/>
                  </a:cubicBezTo>
                  <a:cubicBezTo>
                    <a:pt x="13" y="7"/>
                    <a:pt x="13" y="7"/>
                    <a:pt x="13" y="7"/>
                  </a:cubicBezTo>
                  <a:cubicBezTo>
                    <a:pt x="13" y="7"/>
                    <a:pt x="13" y="7"/>
                    <a:pt x="13" y="7"/>
                  </a:cubicBezTo>
                  <a:cubicBezTo>
                    <a:pt x="13" y="7"/>
                    <a:pt x="13" y="7"/>
                    <a:pt x="13" y="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430" name="未知"/>
            <p:cNvSpPr>
              <a:spLocks noChangeAspect="1"/>
            </p:cNvSpPr>
            <p:nvPr/>
          </p:nvSpPr>
          <p:spPr bwMode="auto">
            <a:xfrm>
              <a:off x="305" y="424"/>
              <a:ext cx="10" cy="21"/>
            </a:xfrm>
            <a:custGeom>
              <a:avLst/>
              <a:gdLst>
                <a:gd name="T0" fmla="*/ 13 w 17"/>
                <a:gd name="T1" fmla="*/ 6 h 35"/>
                <a:gd name="T2" fmla="*/ 17 w 17"/>
                <a:gd name="T3" fmla="*/ 14 h 35"/>
                <a:gd name="T4" fmla="*/ 16 w 17"/>
                <a:gd name="T5" fmla="*/ 30 h 35"/>
                <a:gd name="T6" fmla="*/ 13 w 17"/>
                <a:gd name="T7" fmla="*/ 33 h 35"/>
                <a:gd name="T8" fmla="*/ 3 w 17"/>
                <a:gd name="T9" fmla="*/ 28 h 35"/>
                <a:gd name="T10" fmla="*/ 0 w 17"/>
                <a:gd name="T11" fmla="*/ 20 h 35"/>
                <a:gd name="T12" fmla="*/ 0 w 17"/>
                <a:gd name="T13" fmla="*/ 4 h 35"/>
                <a:gd name="T14" fmla="*/ 4 w 17"/>
                <a:gd name="T15" fmla="*/ 1 h 35"/>
                <a:gd name="T16" fmla="*/ 13 w 17"/>
                <a:gd name="T17" fmla="*/ 6 h 35"/>
                <a:gd name="T18" fmla="*/ 13 w 17"/>
                <a:gd name="T19" fmla="*/ 6 h 35"/>
                <a:gd name="T20" fmla="*/ 13 w 17"/>
                <a:gd name="T21" fmla="*/ 6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35">
                  <a:moveTo>
                    <a:pt x="13" y="6"/>
                  </a:moveTo>
                  <a:cubicBezTo>
                    <a:pt x="15" y="7"/>
                    <a:pt x="17" y="11"/>
                    <a:pt x="17" y="14"/>
                  </a:cubicBezTo>
                  <a:cubicBezTo>
                    <a:pt x="16" y="30"/>
                    <a:pt x="16" y="30"/>
                    <a:pt x="16" y="30"/>
                  </a:cubicBezTo>
                  <a:cubicBezTo>
                    <a:pt x="16" y="33"/>
                    <a:pt x="15" y="35"/>
                    <a:pt x="13" y="33"/>
                  </a:cubicBezTo>
                  <a:cubicBezTo>
                    <a:pt x="3" y="28"/>
                    <a:pt x="3" y="28"/>
                    <a:pt x="3" y="28"/>
                  </a:cubicBezTo>
                  <a:cubicBezTo>
                    <a:pt x="1" y="27"/>
                    <a:pt x="0" y="23"/>
                    <a:pt x="0" y="20"/>
                  </a:cubicBezTo>
                  <a:cubicBezTo>
                    <a:pt x="0" y="4"/>
                    <a:pt x="0" y="4"/>
                    <a:pt x="0" y="4"/>
                  </a:cubicBezTo>
                  <a:cubicBezTo>
                    <a:pt x="0" y="1"/>
                    <a:pt x="1" y="0"/>
                    <a:pt x="4" y="1"/>
                  </a:cubicBezTo>
                  <a:cubicBezTo>
                    <a:pt x="13" y="6"/>
                    <a:pt x="13" y="6"/>
                    <a:pt x="13" y="6"/>
                  </a:cubicBezTo>
                  <a:cubicBezTo>
                    <a:pt x="13" y="6"/>
                    <a:pt x="13" y="6"/>
                    <a:pt x="13" y="6"/>
                  </a:cubicBezTo>
                  <a:cubicBezTo>
                    <a:pt x="13" y="6"/>
                    <a:pt x="13" y="6"/>
                    <a:pt x="13" y="6"/>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431" name="未知"/>
            <p:cNvSpPr>
              <a:spLocks noChangeAspect="1"/>
            </p:cNvSpPr>
            <p:nvPr/>
          </p:nvSpPr>
          <p:spPr bwMode="auto">
            <a:xfrm>
              <a:off x="321" y="433"/>
              <a:ext cx="10" cy="21"/>
            </a:xfrm>
            <a:custGeom>
              <a:avLst/>
              <a:gdLst>
                <a:gd name="T0" fmla="*/ 13 w 17"/>
                <a:gd name="T1" fmla="*/ 7 h 35"/>
                <a:gd name="T2" fmla="*/ 16 w 17"/>
                <a:gd name="T3" fmla="*/ 14 h 35"/>
                <a:gd name="T4" fmla="*/ 16 w 17"/>
                <a:gd name="T5" fmla="*/ 30 h 35"/>
                <a:gd name="T6" fmla="*/ 13 w 17"/>
                <a:gd name="T7" fmla="*/ 34 h 35"/>
                <a:gd name="T8" fmla="*/ 3 w 17"/>
                <a:gd name="T9" fmla="*/ 28 h 35"/>
                <a:gd name="T10" fmla="*/ 0 w 17"/>
                <a:gd name="T11" fmla="*/ 21 h 35"/>
                <a:gd name="T12" fmla="*/ 0 w 17"/>
                <a:gd name="T13" fmla="*/ 5 h 35"/>
                <a:gd name="T14" fmla="*/ 3 w 17"/>
                <a:gd name="T15" fmla="*/ 1 h 35"/>
                <a:gd name="T16" fmla="*/ 13 w 17"/>
                <a:gd name="T17" fmla="*/ 7 h 35"/>
                <a:gd name="T18" fmla="*/ 13 w 17"/>
                <a:gd name="T19" fmla="*/ 7 h 35"/>
                <a:gd name="T20" fmla="*/ 13 w 17"/>
                <a:gd name="T21" fmla="*/ 7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35">
                  <a:moveTo>
                    <a:pt x="13" y="7"/>
                  </a:moveTo>
                  <a:cubicBezTo>
                    <a:pt x="15" y="8"/>
                    <a:pt x="17" y="11"/>
                    <a:pt x="16" y="14"/>
                  </a:cubicBezTo>
                  <a:cubicBezTo>
                    <a:pt x="16" y="30"/>
                    <a:pt x="16" y="30"/>
                    <a:pt x="16" y="30"/>
                  </a:cubicBezTo>
                  <a:cubicBezTo>
                    <a:pt x="16" y="33"/>
                    <a:pt x="15" y="35"/>
                    <a:pt x="13" y="34"/>
                  </a:cubicBezTo>
                  <a:cubicBezTo>
                    <a:pt x="3" y="28"/>
                    <a:pt x="3" y="28"/>
                    <a:pt x="3" y="28"/>
                  </a:cubicBezTo>
                  <a:cubicBezTo>
                    <a:pt x="1" y="27"/>
                    <a:pt x="0" y="24"/>
                    <a:pt x="0" y="21"/>
                  </a:cubicBezTo>
                  <a:cubicBezTo>
                    <a:pt x="0" y="5"/>
                    <a:pt x="0" y="5"/>
                    <a:pt x="0" y="5"/>
                  </a:cubicBezTo>
                  <a:cubicBezTo>
                    <a:pt x="0" y="2"/>
                    <a:pt x="1" y="0"/>
                    <a:pt x="3" y="1"/>
                  </a:cubicBezTo>
                  <a:cubicBezTo>
                    <a:pt x="13" y="7"/>
                    <a:pt x="13" y="7"/>
                    <a:pt x="13" y="7"/>
                  </a:cubicBezTo>
                  <a:cubicBezTo>
                    <a:pt x="13" y="7"/>
                    <a:pt x="13" y="7"/>
                    <a:pt x="13" y="7"/>
                  </a:cubicBezTo>
                  <a:cubicBezTo>
                    <a:pt x="13" y="7"/>
                    <a:pt x="13" y="7"/>
                    <a:pt x="13" y="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432" name="未知"/>
            <p:cNvSpPr>
              <a:spLocks noChangeAspect="1"/>
            </p:cNvSpPr>
            <p:nvPr/>
          </p:nvSpPr>
          <p:spPr bwMode="auto">
            <a:xfrm>
              <a:off x="337" y="442"/>
              <a:ext cx="9" cy="22"/>
            </a:xfrm>
            <a:custGeom>
              <a:avLst/>
              <a:gdLst>
                <a:gd name="T0" fmla="*/ 13 w 16"/>
                <a:gd name="T1" fmla="*/ 7 h 35"/>
                <a:gd name="T2" fmla="*/ 16 w 16"/>
                <a:gd name="T3" fmla="*/ 15 h 35"/>
                <a:gd name="T4" fmla="*/ 16 w 16"/>
                <a:gd name="T5" fmla="*/ 31 h 35"/>
                <a:gd name="T6" fmla="*/ 13 w 16"/>
                <a:gd name="T7" fmla="*/ 34 h 35"/>
                <a:gd name="T8" fmla="*/ 3 w 16"/>
                <a:gd name="T9" fmla="*/ 29 h 35"/>
                <a:gd name="T10" fmla="*/ 0 w 16"/>
                <a:gd name="T11" fmla="*/ 21 h 35"/>
                <a:gd name="T12" fmla="*/ 0 w 16"/>
                <a:gd name="T13" fmla="*/ 5 h 35"/>
                <a:gd name="T14" fmla="*/ 3 w 16"/>
                <a:gd name="T15" fmla="*/ 2 h 35"/>
                <a:gd name="T16" fmla="*/ 13 w 16"/>
                <a:gd name="T17" fmla="*/ 7 h 35"/>
                <a:gd name="T18" fmla="*/ 13 w 16"/>
                <a:gd name="T19" fmla="*/ 7 h 35"/>
                <a:gd name="T20" fmla="*/ 13 w 16"/>
                <a:gd name="T21" fmla="*/ 7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 h="35">
                  <a:moveTo>
                    <a:pt x="13" y="7"/>
                  </a:moveTo>
                  <a:cubicBezTo>
                    <a:pt x="15" y="8"/>
                    <a:pt x="16" y="12"/>
                    <a:pt x="16" y="15"/>
                  </a:cubicBezTo>
                  <a:cubicBezTo>
                    <a:pt x="16" y="31"/>
                    <a:pt x="16" y="31"/>
                    <a:pt x="16" y="31"/>
                  </a:cubicBezTo>
                  <a:cubicBezTo>
                    <a:pt x="16" y="34"/>
                    <a:pt x="15" y="35"/>
                    <a:pt x="13" y="34"/>
                  </a:cubicBezTo>
                  <a:cubicBezTo>
                    <a:pt x="3" y="29"/>
                    <a:pt x="3" y="29"/>
                    <a:pt x="3" y="29"/>
                  </a:cubicBezTo>
                  <a:cubicBezTo>
                    <a:pt x="1" y="27"/>
                    <a:pt x="0" y="24"/>
                    <a:pt x="0" y="21"/>
                  </a:cubicBezTo>
                  <a:cubicBezTo>
                    <a:pt x="0" y="5"/>
                    <a:pt x="0" y="5"/>
                    <a:pt x="0" y="5"/>
                  </a:cubicBezTo>
                  <a:cubicBezTo>
                    <a:pt x="0" y="2"/>
                    <a:pt x="1" y="0"/>
                    <a:pt x="3" y="2"/>
                  </a:cubicBezTo>
                  <a:cubicBezTo>
                    <a:pt x="13" y="7"/>
                    <a:pt x="13" y="7"/>
                    <a:pt x="13" y="7"/>
                  </a:cubicBezTo>
                  <a:cubicBezTo>
                    <a:pt x="13" y="7"/>
                    <a:pt x="13" y="7"/>
                    <a:pt x="13" y="7"/>
                  </a:cubicBezTo>
                  <a:cubicBezTo>
                    <a:pt x="13" y="7"/>
                    <a:pt x="13" y="7"/>
                    <a:pt x="13" y="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433" name="未知"/>
            <p:cNvSpPr>
              <a:spLocks noChangeAspect="1"/>
            </p:cNvSpPr>
            <p:nvPr/>
          </p:nvSpPr>
          <p:spPr bwMode="auto">
            <a:xfrm>
              <a:off x="352" y="452"/>
              <a:ext cx="10" cy="21"/>
            </a:xfrm>
            <a:custGeom>
              <a:avLst/>
              <a:gdLst>
                <a:gd name="T0" fmla="*/ 13 w 16"/>
                <a:gd name="T1" fmla="*/ 6 h 35"/>
                <a:gd name="T2" fmla="*/ 16 w 16"/>
                <a:gd name="T3" fmla="*/ 14 h 35"/>
                <a:gd name="T4" fmla="*/ 16 w 16"/>
                <a:gd name="T5" fmla="*/ 30 h 35"/>
                <a:gd name="T6" fmla="*/ 13 w 16"/>
                <a:gd name="T7" fmla="*/ 33 h 35"/>
                <a:gd name="T8" fmla="*/ 3 w 16"/>
                <a:gd name="T9" fmla="*/ 28 h 35"/>
                <a:gd name="T10" fmla="*/ 0 w 16"/>
                <a:gd name="T11" fmla="*/ 20 h 35"/>
                <a:gd name="T12" fmla="*/ 0 w 16"/>
                <a:gd name="T13" fmla="*/ 4 h 35"/>
                <a:gd name="T14" fmla="*/ 3 w 16"/>
                <a:gd name="T15" fmla="*/ 1 h 35"/>
                <a:gd name="T16" fmla="*/ 13 w 16"/>
                <a:gd name="T17" fmla="*/ 6 h 35"/>
                <a:gd name="T18" fmla="*/ 13 w 16"/>
                <a:gd name="T19" fmla="*/ 6 h 35"/>
                <a:gd name="T20" fmla="*/ 13 w 16"/>
                <a:gd name="T21" fmla="*/ 6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 h="35">
                  <a:moveTo>
                    <a:pt x="13" y="6"/>
                  </a:moveTo>
                  <a:cubicBezTo>
                    <a:pt x="15" y="7"/>
                    <a:pt x="16" y="11"/>
                    <a:pt x="16" y="14"/>
                  </a:cubicBezTo>
                  <a:cubicBezTo>
                    <a:pt x="16" y="30"/>
                    <a:pt x="16" y="30"/>
                    <a:pt x="16" y="30"/>
                  </a:cubicBezTo>
                  <a:cubicBezTo>
                    <a:pt x="16" y="33"/>
                    <a:pt x="15" y="35"/>
                    <a:pt x="13" y="33"/>
                  </a:cubicBezTo>
                  <a:cubicBezTo>
                    <a:pt x="3" y="28"/>
                    <a:pt x="3" y="28"/>
                    <a:pt x="3" y="28"/>
                  </a:cubicBezTo>
                  <a:cubicBezTo>
                    <a:pt x="1" y="27"/>
                    <a:pt x="0" y="23"/>
                    <a:pt x="0" y="20"/>
                  </a:cubicBezTo>
                  <a:cubicBezTo>
                    <a:pt x="0" y="4"/>
                    <a:pt x="0" y="4"/>
                    <a:pt x="0" y="4"/>
                  </a:cubicBezTo>
                  <a:cubicBezTo>
                    <a:pt x="0" y="1"/>
                    <a:pt x="1" y="0"/>
                    <a:pt x="3" y="1"/>
                  </a:cubicBezTo>
                  <a:cubicBezTo>
                    <a:pt x="13" y="6"/>
                    <a:pt x="13" y="6"/>
                    <a:pt x="13" y="6"/>
                  </a:cubicBezTo>
                  <a:cubicBezTo>
                    <a:pt x="13" y="6"/>
                    <a:pt x="13" y="6"/>
                    <a:pt x="13" y="6"/>
                  </a:cubicBezTo>
                  <a:cubicBezTo>
                    <a:pt x="13" y="6"/>
                    <a:pt x="13" y="6"/>
                    <a:pt x="13" y="6"/>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434" name="未知"/>
            <p:cNvSpPr>
              <a:spLocks noChangeAspect="1"/>
            </p:cNvSpPr>
            <p:nvPr/>
          </p:nvSpPr>
          <p:spPr bwMode="auto">
            <a:xfrm>
              <a:off x="368" y="461"/>
              <a:ext cx="10" cy="22"/>
            </a:xfrm>
            <a:custGeom>
              <a:avLst/>
              <a:gdLst>
                <a:gd name="T0" fmla="*/ 14 w 17"/>
                <a:gd name="T1" fmla="*/ 6 h 35"/>
                <a:gd name="T2" fmla="*/ 17 w 17"/>
                <a:gd name="T3" fmla="*/ 14 h 35"/>
                <a:gd name="T4" fmla="*/ 17 w 17"/>
                <a:gd name="T5" fmla="*/ 30 h 35"/>
                <a:gd name="T6" fmla="*/ 14 w 17"/>
                <a:gd name="T7" fmla="*/ 34 h 35"/>
                <a:gd name="T8" fmla="*/ 4 w 17"/>
                <a:gd name="T9" fmla="*/ 28 h 35"/>
                <a:gd name="T10" fmla="*/ 1 w 17"/>
                <a:gd name="T11" fmla="*/ 21 h 35"/>
                <a:gd name="T12" fmla="*/ 1 w 17"/>
                <a:gd name="T13" fmla="*/ 4 h 35"/>
                <a:gd name="T14" fmla="*/ 4 w 17"/>
                <a:gd name="T15" fmla="*/ 1 h 35"/>
                <a:gd name="T16" fmla="*/ 14 w 17"/>
                <a:gd name="T17" fmla="*/ 6 h 35"/>
                <a:gd name="T18" fmla="*/ 14 w 17"/>
                <a:gd name="T19" fmla="*/ 6 h 35"/>
                <a:gd name="T20" fmla="*/ 14 w 17"/>
                <a:gd name="T21" fmla="*/ 6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35">
                  <a:moveTo>
                    <a:pt x="14" y="6"/>
                  </a:moveTo>
                  <a:cubicBezTo>
                    <a:pt x="16" y="8"/>
                    <a:pt x="17" y="11"/>
                    <a:pt x="17" y="14"/>
                  </a:cubicBezTo>
                  <a:cubicBezTo>
                    <a:pt x="17" y="30"/>
                    <a:pt x="17" y="30"/>
                    <a:pt x="17" y="30"/>
                  </a:cubicBezTo>
                  <a:cubicBezTo>
                    <a:pt x="17" y="33"/>
                    <a:pt x="16" y="35"/>
                    <a:pt x="14" y="34"/>
                  </a:cubicBezTo>
                  <a:cubicBezTo>
                    <a:pt x="4" y="28"/>
                    <a:pt x="4" y="28"/>
                    <a:pt x="4" y="28"/>
                  </a:cubicBezTo>
                  <a:cubicBezTo>
                    <a:pt x="2" y="27"/>
                    <a:pt x="0" y="24"/>
                    <a:pt x="1" y="21"/>
                  </a:cubicBezTo>
                  <a:cubicBezTo>
                    <a:pt x="1" y="4"/>
                    <a:pt x="1" y="4"/>
                    <a:pt x="1" y="4"/>
                  </a:cubicBezTo>
                  <a:cubicBezTo>
                    <a:pt x="1" y="1"/>
                    <a:pt x="2" y="0"/>
                    <a:pt x="4" y="1"/>
                  </a:cubicBezTo>
                  <a:cubicBezTo>
                    <a:pt x="14" y="6"/>
                    <a:pt x="14" y="6"/>
                    <a:pt x="14" y="6"/>
                  </a:cubicBezTo>
                  <a:cubicBezTo>
                    <a:pt x="14" y="6"/>
                    <a:pt x="14" y="6"/>
                    <a:pt x="14" y="6"/>
                  </a:cubicBezTo>
                  <a:cubicBezTo>
                    <a:pt x="14" y="6"/>
                    <a:pt x="14" y="6"/>
                    <a:pt x="14" y="6"/>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435" name="未知"/>
            <p:cNvSpPr>
              <a:spLocks noChangeAspect="1"/>
            </p:cNvSpPr>
            <p:nvPr/>
          </p:nvSpPr>
          <p:spPr bwMode="auto">
            <a:xfrm>
              <a:off x="485" y="119"/>
              <a:ext cx="10" cy="25"/>
            </a:xfrm>
            <a:custGeom>
              <a:avLst/>
              <a:gdLst>
                <a:gd name="T0" fmla="*/ 15 w 17"/>
                <a:gd name="T1" fmla="*/ 0 h 40"/>
                <a:gd name="T2" fmla="*/ 17 w 17"/>
                <a:gd name="T3" fmla="*/ 1 h 40"/>
                <a:gd name="T4" fmla="*/ 17 w 17"/>
                <a:gd name="T5" fmla="*/ 30 h 40"/>
                <a:gd name="T6" fmla="*/ 16 w 17"/>
                <a:gd name="T7" fmla="*/ 32 h 40"/>
                <a:gd name="T8" fmla="*/ 1 w 17"/>
                <a:gd name="T9" fmla="*/ 40 h 40"/>
                <a:gd name="T10" fmla="*/ 0 w 17"/>
                <a:gd name="T11" fmla="*/ 39 h 40"/>
                <a:gd name="T12" fmla="*/ 0 w 17"/>
                <a:gd name="T13" fmla="*/ 10 h 40"/>
                <a:gd name="T14" fmla="*/ 1 w 17"/>
                <a:gd name="T15" fmla="*/ 8 h 40"/>
                <a:gd name="T16" fmla="*/ 15 w 17"/>
                <a:gd name="T17" fmla="*/ 0 h 40"/>
                <a:gd name="T18" fmla="*/ 15 w 17"/>
                <a:gd name="T19" fmla="*/ 0 h 40"/>
                <a:gd name="T20" fmla="*/ 15 w 17"/>
                <a:gd name="T21"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40">
                  <a:moveTo>
                    <a:pt x="15" y="0"/>
                  </a:moveTo>
                  <a:cubicBezTo>
                    <a:pt x="16" y="0"/>
                    <a:pt x="17" y="0"/>
                    <a:pt x="17" y="1"/>
                  </a:cubicBezTo>
                  <a:cubicBezTo>
                    <a:pt x="17" y="30"/>
                    <a:pt x="17" y="30"/>
                    <a:pt x="17" y="30"/>
                  </a:cubicBezTo>
                  <a:cubicBezTo>
                    <a:pt x="17" y="31"/>
                    <a:pt x="16" y="31"/>
                    <a:pt x="16" y="32"/>
                  </a:cubicBezTo>
                  <a:cubicBezTo>
                    <a:pt x="1" y="40"/>
                    <a:pt x="1" y="40"/>
                    <a:pt x="1" y="40"/>
                  </a:cubicBezTo>
                  <a:cubicBezTo>
                    <a:pt x="1" y="40"/>
                    <a:pt x="0" y="40"/>
                    <a:pt x="0" y="39"/>
                  </a:cubicBezTo>
                  <a:cubicBezTo>
                    <a:pt x="0" y="10"/>
                    <a:pt x="0" y="10"/>
                    <a:pt x="0" y="10"/>
                  </a:cubicBezTo>
                  <a:cubicBezTo>
                    <a:pt x="0" y="9"/>
                    <a:pt x="1" y="8"/>
                    <a:pt x="1" y="8"/>
                  </a:cubicBezTo>
                  <a:cubicBezTo>
                    <a:pt x="15" y="0"/>
                    <a:pt x="15" y="0"/>
                    <a:pt x="15" y="0"/>
                  </a:cubicBezTo>
                  <a:cubicBezTo>
                    <a:pt x="15" y="0"/>
                    <a:pt x="15" y="0"/>
                    <a:pt x="15" y="0"/>
                  </a:cubicBezTo>
                  <a:cubicBezTo>
                    <a:pt x="15" y="0"/>
                    <a:pt x="15" y="0"/>
                    <a:pt x="15" y="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436" name="未知"/>
            <p:cNvSpPr>
              <a:spLocks noChangeAspect="1"/>
            </p:cNvSpPr>
            <p:nvPr/>
          </p:nvSpPr>
          <p:spPr bwMode="auto">
            <a:xfrm>
              <a:off x="464" y="130"/>
              <a:ext cx="9" cy="25"/>
            </a:xfrm>
            <a:custGeom>
              <a:avLst/>
              <a:gdLst>
                <a:gd name="T0" fmla="*/ 15 w 16"/>
                <a:gd name="T1" fmla="*/ 1 h 41"/>
                <a:gd name="T2" fmla="*/ 16 w 16"/>
                <a:gd name="T3" fmla="*/ 1 h 41"/>
                <a:gd name="T4" fmla="*/ 16 w 16"/>
                <a:gd name="T5" fmla="*/ 30 h 41"/>
                <a:gd name="T6" fmla="*/ 15 w 16"/>
                <a:gd name="T7" fmla="*/ 32 h 41"/>
                <a:gd name="T8" fmla="*/ 1 w 16"/>
                <a:gd name="T9" fmla="*/ 40 h 41"/>
                <a:gd name="T10" fmla="*/ 0 w 16"/>
                <a:gd name="T11" fmla="*/ 40 h 41"/>
                <a:gd name="T12" fmla="*/ 0 w 16"/>
                <a:gd name="T13" fmla="*/ 10 h 41"/>
                <a:gd name="T14" fmla="*/ 1 w 16"/>
                <a:gd name="T15" fmla="*/ 9 h 41"/>
                <a:gd name="T16" fmla="*/ 15 w 16"/>
                <a:gd name="T17" fmla="*/ 1 h 41"/>
                <a:gd name="T18" fmla="*/ 15 w 16"/>
                <a:gd name="T19" fmla="*/ 1 h 41"/>
                <a:gd name="T20" fmla="*/ 15 w 16"/>
                <a:gd name="T21" fmla="*/ 1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 h="41">
                  <a:moveTo>
                    <a:pt x="15" y="1"/>
                  </a:moveTo>
                  <a:cubicBezTo>
                    <a:pt x="16" y="0"/>
                    <a:pt x="16" y="0"/>
                    <a:pt x="16" y="1"/>
                  </a:cubicBezTo>
                  <a:cubicBezTo>
                    <a:pt x="16" y="30"/>
                    <a:pt x="16" y="30"/>
                    <a:pt x="16" y="30"/>
                  </a:cubicBezTo>
                  <a:cubicBezTo>
                    <a:pt x="16" y="31"/>
                    <a:pt x="16" y="32"/>
                    <a:pt x="15" y="32"/>
                  </a:cubicBezTo>
                  <a:cubicBezTo>
                    <a:pt x="1" y="40"/>
                    <a:pt x="1" y="40"/>
                    <a:pt x="1" y="40"/>
                  </a:cubicBezTo>
                  <a:cubicBezTo>
                    <a:pt x="1" y="41"/>
                    <a:pt x="0" y="40"/>
                    <a:pt x="0" y="40"/>
                  </a:cubicBezTo>
                  <a:cubicBezTo>
                    <a:pt x="0" y="10"/>
                    <a:pt x="0" y="10"/>
                    <a:pt x="0" y="10"/>
                  </a:cubicBezTo>
                  <a:cubicBezTo>
                    <a:pt x="0" y="10"/>
                    <a:pt x="0" y="9"/>
                    <a:pt x="1" y="9"/>
                  </a:cubicBezTo>
                  <a:cubicBezTo>
                    <a:pt x="15" y="1"/>
                    <a:pt x="15" y="1"/>
                    <a:pt x="15" y="1"/>
                  </a:cubicBezTo>
                  <a:cubicBezTo>
                    <a:pt x="15" y="1"/>
                    <a:pt x="15" y="1"/>
                    <a:pt x="15" y="1"/>
                  </a:cubicBezTo>
                  <a:cubicBezTo>
                    <a:pt x="15" y="1"/>
                    <a:pt x="15" y="1"/>
                    <a:pt x="15" y="1"/>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437" name="未知"/>
            <p:cNvSpPr>
              <a:spLocks noChangeAspect="1"/>
            </p:cNvSpPr>
            <p:nvPr/>
          </p:nvSpPr>
          <p:spPr bwMode="auto">
            <a:xfrm>
              <a:off x="442" y="144"/>
              <a:ext cx="10" cy="24"/>
            </a:xfrm>
            <a:custGeom>
              <a:avLst/>
              <a:gdLst>
                <a:gd name="T0" fmla="*/ 15 w 16"/>
                <a:gd name="T1" fmla="*/ 0 h 40"/>
                <a:gd name="T2" fmla="*/ 16 w 16"/>
                <a:gd name="T3" fmla="*/ 1 h 40"/>
                <a:gd name="T4" fmla="*/ 16 w 16"/>
                <a:gd name="T5" fmla="*/ 30 h 40"/>
                <a:gd name="T6" fmla="*/ 15 w 16"/>
                <a:gd name="T7" fmla="*/ 32 h 40"/>
                <a:gd name="T8" fmla="*/ 1 w 16"/>
                <a:gd name="T9" fmla="*/ 40 h 40"/>
                <a:gd name="T10" fmla="*/ 0 w 16"/>
                <a:gd name="T11" fmla="*/ 40 h 40"/>
                <a:gd name="T12" fmla="*/ 0 w 16"/>
                <a:gd name="T13" fmla="*/ 10 h 40"/>
                <a:gd name="T14" fmla="*/ 1 w 16"/>
                <a:gd name="T15" fmla="*/ 8 h 40"/>
                <a:gd name="T16" fmla="*/ 15 w 16"/>
                <a:gd name="T17" fmla="*/ 0 h 40"/>
                <a:gd name="T18" fmla="*/ 15 w 16"/>
                <a:gd name="T19" fmla="*/ 0 h 40"/>
                <a:gd name="T20" fmla="*/ 15 w 16"/>
                <a:gd name="T21"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 h="40">
                  <a:moveTo>
                    <a:pt x="15" y="0"/>
                  </a:moveTo>
                  <a:cubicBezTo>
                    <a:pt x="15" y="0"/>
                    <a:pt x="16" y="0"/>
                    <a:pt x="16" y="1"/>
                  </a:cubicBezTo>
                  <a:cubicBezTo>
                    <a:pt x="16" y="30"/>
                    <a:pt x="16" y="30"/>
                    <a:pt x="16" y="30"/>
                  </a:cubicBezTo>
                  <a:cubicBezTo>
                    <a:pt x="16" y="31"/>
                    <a:pt x="15" y="32"/>
                    <a:pt x="15" y="32"/>
                  </a:cubicBezTo>
                  <a:cubicBezTo>
                    <a:pt x="1" y="40"/>
                    <a:pt x="1" y="40"/>
                    <a:pt x="1" y="40"/>
                  </a:cubicBezTo>
                  <a:cubicBezTo>
                    <a:pt x="0" y="40"/>
                    <a:pt x="0" y="40"/>
                    <a:pt x="0" y="40"/>
                  </a:cubicBezTo>
                  <a:cubicBezTo>
                    <a:pt x="0" y="10"/>
                    <a:pt x="0" y="10"/>
                    <a:pt x="0" y="10"/>
                  </a:cubicBezTo>
                  <a:cubicBezTo>
                    <a:pt x="0" y="10"/>
                    <a:pt x="0" y="9"/>
                    <a:pt x="1" y="8"/>
                  </a:cubicBezTo>
                  <a:cubicBezTo>
                    <a:pt x="15" y="0"/>
                    <a:pt x="15" y="0"/>
                    <a:pt x="15" y="0"/>
                  </a:cubicBezTo>
                  <a:cubicBezTo>
                    <a:pt x="15" y="0"/>
                    <a:pt x="15" y="0"/>
                    <a:pt x="15" y="0"/>
                  </a:cubicBezTo>
                  <a:cubicBezTo>
                    <a:pt x="15" y="0"/>
                    <a:pt x="15" y="0"/>
                    <a:pt x="15" y="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438" name="未知"/>
            <p:cNvSpPr>
              <a:spLocks noChangeAspect="1"/>
            </p:cNvSpPr>
            <p:nvPr/>
          </p:nvSpPr>
          <p:spPr bwMode="auto">
            <a:xfrm>
              <a:off x="421" y="157"/>
              <a:ext cx="10" cy="24"/>
            </a:xfrm>
            <a:custGeom>
              <a:avLst/>
              <a:gdLst>
                <a:gd name="T0" fmla="*/ 15 w 17"/>
                <a:gd name="T1" fmla="*/ 0 h 40"/>
                <a:gd name="T2" fmla="*/ 16 w 17"/>
                <a:gd name="T3" fmla="*/ 0 h 40"/>
                <a:gd name="T4" fmla="*/ 17 w 17"/>
                <a:gd name="T5" fmla="*/ 30 h 40"/>
                <a:gd name="T6" fmla="*/ 15 w 17"/>
                <a:gd name="T7" fmla="*/ 32 h 40"/>
                <a:gd name="T8" fmla="*/ 1 w 17"/>
                <a:gd name="T9" fmla="*/ 40 h 40"/>
                <a:gd name="T10" fmla="*/ 0 w 17"/>
                <a:gd name="T11" fmla="*/ 39 h 40"/>
                <a:gd name="T12" fmla="*/ 0 w 17"/>
                <a:gd name="T13" fmla="*/ 10 h 40"/>
                <a:gd name="T14" fmla="*/ 1 w 17"/>
                <a:gd name="T15" fmla="*/ 8 h 40"/>
                <a:gd name="T16" fmla="*/ 15 w 17"/>
                <a:gd name="T17" fmla="*/ 0 h 40"/>
                <a:gd name="T18" fmla="*/ 15 w 17"/>
                <a:gd name="T19" fmla="*/ 0 h 40"/>
                <a:gd name="T20" fmla="*/ 15 w 17"/>
                <a:gd name="T21"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40">
                  <a:moveTo>
                    <a:pt x="15" y="0"/>
                  </a:moveTo>
                  <a:cubicBezTo>
                    <a:pt x="16" y="0"/>
                    <a:pt x="16" y="0"/>
                    <a:pt x="16" y="0"/>
                  </a:cubicBezTo>
                  <a:cubicBezTo>
                    <a:pt x="17" y="30"/>
                    <a:pt x="17" y="30"/>
                    <a:pt x="17" y="30"/>
                  </a:cubicBezTo>
                  <a:cubicBezTo>
                    <a:pt x="17" y="31"/>
                    <a:pt x="16" y="31"/>
                    <a:pt x="15" y="32"/>
                  </a:cubicBezTo>
                  <a:cubicBezTo>
                    <a:pt x="1" y="40"/>
                    <a:pt x="1" y="40"/>
                    <a:pt x="1" y="40"/>
                  </a:cubicBezTo>
                  <a:cubicBezTo>
                    <a:pt x="1" y="40"/>
                    <a:pt x="0" y="40"/>
                    <a:pt x="0" y="39"/>
                  </a:cubicBezTo>
                  <a:cubicBezTo>
                    <a:pt x="0" y="10"/>
                    <a:pt x="0" y="10"/>
                    <a:pt x="0" y="10"/>
                  </a:cubicBezTo>
                  <a:cubicBezTo>
                    <a:pt x="0" y="9"/>
                    <a:pt x="1" y="8"/>
                    <a:pt x="1" y="8"/>
                  </a:cubicBezTo>
                  <a:cubicBezTo>
                    <a:pt x="15" y="0"/>
                    <a:pt x="15" y="0"/>
                    <a:pt x="15" y="0"/>
                  </a:cubicBezTo>
                  <a:cubicBezTo>
                    <a:pt x="15" y="0"/>
                    <a:pt x="15" y="0"/>
                    <a:pt x="15" y="0"/>
                  </a:cubicBezTo>
                  <a:cubicBezTo>
                    <a:pt x="15" y="0"/>
                    <a:pt x="15" y="0"/>
                    <a:pt x="15" y="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439" name="未知"/>
            <p:cNvSpPr>
              <a:spLocks noChangeAspect="1"/>
            </p:cNvSpPr>
            <p:nvPr/>
          </p:nvSpPr>
          <p:spPr bwMode="auto">
            <a:xfrm>
              <a:off x="399" y="169"/>
              <a:ext cx="10" cy="25"/>
            </a:xfrm>
            <a:custGeom>
              <a:avLst/>
              <a:gdLst>
                <a:gd name="T0" fmla="*/ 15 w 16"/>
                <a:gd name="T1" fmla="*/ 1 h 41"/>
                <a:gd name="T2" fmla="*/ 16 w 16"/>
                <a:gd name="T3" fmla="*/ 1 h 41"/>
                <a:gd name="T4" fmla="*/ 16 w 16"/>
                <a:gd name="T5" fmla="*/ 31 h 41"/>
                <a:gd name="T6" fmla="*/ 15 w 16"/>
                <a:gd name="T7" fmla="*/ 32 h 41"/>
                <a:gd name="T8" fmla="*/ 1 w 16"/>
                <a:gd name="T9" fmla="*/ 41 h 41"/>
                <a:gd name="T10" fmla="*/ 0 w 16"/>
                <a:gd name="T11" fmla="*/ 40 h 41"/>
                <a:gd name="T12" fmla="*/ 0 w 16"/>
                <a:gd name="T13" fmla="*/ 11 h 41"/>
                <a:gd name="T14" fmla="*/ 1 w 16"/>
                <a:gd name="T15" fmla="*/ 9 h 41"/>
                <a:gd name="T16" fmla="*/ 15 w 16"/>
                <a:gd name="T17" fmla="*/ 1 h 41"/>
                <a:gd name="T18" fmla="*/ 15 w 16"/>
                <a:gd name="T19" fmla="*/ 1 h 41"/>
                <a:gd name="T20" fmla="*/ 15 w 16"/>
                <a:gd name="T21" fmla="*/ 1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 h="41">
                  <a:moveTo>
                    <a:pt x="15" y="1"/>
                  </a:moveTo>
                  <a:cubicBezTo>
                    <a:pt x="16" y="0"/>
                    <a:pt x="16" y="1"/>
                    <a:pt x="16" y="1"/>
                  </a:cubicBezTo>
                  <a:cubicBezTo>
                    <a:pt x="16" y="31"/>
                    <a:pt x="16" y="31"/>
                    <a:pt x="16" y="31"/>
                  </a:cubicBezTo>
                  <a:cubicBezTo>
                    <a:pt x="16" y="31"/>
                    <a:pt x="16" y="32"/>
                    <a:pt x="15" y="32"/>
                  </a:cubicBezTo>
                  <a:cubicBezTo>
                    <a:pt x="1" y="41"/>
                    <a:pt x="1" y="41"/>
                    <a:pt x="1" y="41"/>
                  </a:cubicBezTo>
                  <a:cubicBezTo>
                    <a:pt x="0" y="41"/>
                    <a:pt x="0" y="41"/>
                    <a:pt x="0" y="40"/>
                  </a:cubicBezTo>
                  <a:cubicBezTo>
                    <a:pt x="0" y="11"/>
                    <a:pt x="0" y="11"/>
                    <a:pt x="0" y="11"/>
                  </a:cubicBezTo>
                  <a:cubicBezTo>
                    <a:pt x="0" y="10"/>
                    <a:pt x="0" y="9"/>
                    <a:pt x="1" y="9"/>
                  </a:cubicBezTo>
                  <a:cubicBezTo>
                    <a:pt x="15" y="1"/>
                    <a:pt x="15" y="1"/>
                    <a:pt x="15" y="1"/>
                  </a:cubicBezTo>
                  <a:cubicBezTo>
                    <a:pt x="15" y="1"/>
                    <a:pt x="15" y="1"/>
                    <a:pt x="15" y="1"/>
                  </a:cubicBezTo>
                  <a:cubicBezTo>
                    <a:pt x="15" y="1"/>
                    <a:pt x="15" y="1"/>
                    <a:pt x="15" y="1"/>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440" name="未知"/>
            <p:cNvSpPr>
              <a:spLocks noChangeAspect="1"/>
            </p:cNvSpPr>
            <p:nvPr/>
          </p:nvSpPr>
          <p:spPr bwMode="auto">
            <a:xfrm>
              <a:off x="485" y="161"/>
              <a:ext cx="10" cy="24"/>
            </a:xfrm>
            <a:custGeom>
              <a:avLst/>
              <a:gdLst>
                <a:gd name="T0" fmla="*/ 15 w 17"/>
                <a:gd name="T1" fmla="*/ 0 h 40"/>
                <a:gd name="T2" fmla="*/ 17 w 17"/>
                <a:gd name="T3" fmla="*/ 0 h 40"/>
                <a:gd name="T4" fmla="*/ 17 w 17"/>
                <a:gd name="T5" fmla="*/ 30 h 40"/>
                <a:gd name="T6" fmla="*/ 16 w 17"/>
                <a:gd name="T7" fmla="*/ 32 h 40"/>
                <a:gd name="T8" fmla="*/ 1 w 17"/>
                <a:gd name="T9" fmla="*/ 40 h 40"/>
                <a:gd name="T10" fmla="*/ 0 w 17"/>
                <a:gd name="T11" fmla="*/ 39 h 40"/>
                <a:gd name="T12" fmla="*/ 0 w 17"/>
                <a:gd name="T13" fmla="*/ 10 h 40"/>
                <a:gd name="T14" fmla="*/ 1 w 17"/>
                <a:gd name="T15" fmla="*/ 8 h 40"/>
                <a:gd name="T16" fmla="*/ 15 w 17"/>
                <a:gd name="T17" fmla="*/ 0 h 40"/>
                <a:gd name="T18" fmla="*/ 15 w 17"/>
                <a:gd name="T19" fmla="*/ 0 h 40"/>
                <a:gd name="T20" fmla="*/ 15 w 17"/>
                <a:gd name="T21"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40">
                  <a:moveTo>
                    <a:pt x="15" y="0"/>
                  </a:moveTo>
                  <a:cubicBezTo>
                    <a:pt x="16" y="0"/>
                    <a:pt x="17" y="0"/>
                    <a:pt x="17" y="0"/>
                  </a:cubicBezTo>
                  <a:cubicBezTo>
                    <a:pt x="17" y="30"/>
                    <a:pt x="17" y="30"/>
                    <a:pt x="17" y="30"/>
                  </a:cubicBezTo>
                  <a:cubicBezTo>
                    <a:pt x="17" y="30"/>
                    <a:pt x="16" y="31"/>
                    <a:pt x="16" y="32"/>
                  </a:cubicBezTo>
                  <a:cubicBezTo>
                    <a:pt x="1" y="40"/>
                    <a:pt x="1" y="40"/>
                    <a:pt x="1" y="40"/>
                  </a:cubicBezTo>
                  <a:cubicBezTo>
                    <a:pt x="1" y="40"/>
                    <a:pt x="0" y="40"/>
                    <a:pt x="0" y="39"/>
                  </a:cubicBezTo>
                  <a:cubicBezTo>
                    <a:pt x="0" y="10"/>
                    <a:pt x="0" y="10"/>
                    <a:pt x="0" y="10"/>
                  </a:cubicBezTo>
                  <a:cubicBezTo>
                    <a:pt x="0" y="9"/>
                    <a:pt x="1" y="8"/>
                    <a:pt x="1" y="8"/>
                  </a:cubicBezTo>
                  <a:cubicBezTo>
                    <a:pt x="15" y="0"/>
                    <a:pt x="15" y="0"/>
                    <a:pt x="15" y="0"/>
                  </a:cubicBezTo>
                  <a:cubicBezTo>
                    <a:pt x="15" y="0"/>
                    <a:pt x="15" y="0"/>
                    <a:pt x="15" y="0"/>
                  </a:cubicBezTo>
                  <a:cubicBezTo>
                    <a:pt x="15" y="0"/>
                    <a:pt x="15" y="0"/>
                    <a:pt x="15" y="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441" name="未知"/>
            <p:cNvSpPr>
              <a:spLocks noChangeAspect="1"/>
            </p:cNvSpPr>
            <p:nvPr/>
          </p:nvSpPr>
          <p:spPr bwMode="auto">
            <a:xfrm>
              <a:off x="464" y="172"/>
              <a:ext cx="9" cy="25"/>
            </a:xfrm>
            <a:custGeom>
              <a:avLst/>
              <a:gdLst>
                <a:gd name="T0" fmla="*/ 15 w 16"/>
                <a:gd name="T1" fmla="*/ 0 h 41"/>
                <a:gd name="T2" fmla="*/ 16 w 16"/>
                <a:gd name="T3" fmla="*/ 1 h 41"/>
                <a:gd name="T4" fmla="*/ 16 w 16"/>
                <a:gd name="T5" fmla="*/ 30 h 41"/>
                <a:gd name="T6" fmla="*/ 15 w 16"/>
                <a:gd name="T7" fmla="*/ 32 h 41"/>
                <a:gd name="T8" fmla="*/ 1 w 16"/>
                <a:gd name="T9" fmla="*/ 40 h 41"/>
                <a:gd name="T10" fmla="*/ 0 w 16"/>
                <a:gd name="T11" fmla="*/ 40 h 41"/>
                <a:gd name="T12" fmla="*/ 0 w 16"/>
                <a:gd name="T13" fmla="*/ 10 h 41"/>
                <a:gd name="T14" fmla="*/ 1 w 16"/>
                <a:gd name="T15" fmla="*/ 9 h 41"/>
                <a:gd name="T16" fmla="*/ 15 w 16"/>
                <a:gd name="T17" fmla="*/ 0 h 41"/>
                <a:gd name="T18" fmla="*/ 15 w 16"/>
                <a:gd name="T19" fmla="*/ 0 h 41"/>
                <a:gd name="T20" fmla="*/ 15 w 16"/>
                <a:gd name="T21"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 h="41">
                  <a:moveTo>
                    <a:pt x="15" y="0"/>
                  </a:moveTo>
                  <a:cubicBezTo>
                    <a:pt x="16" y="0"/>
                    <a:pt x="16" y="0"/>
                    <a:pt x="16" y="1"/>
                  </a:cubicBezTo>
                  <a:cubicBezTo>
                    <a:pt x="16" y="30"/>
                    <a:pt x="16" y="30"/>
                    <a:pt x="16" y="30"/>
                  </a:cubicBezTo>
                  <a:cubicBezTo>
                    <a:pt x="16" y="31"/>
                    <a:pt x="16" y="32"/>
                    <a:pt x="15" y="32"/>
                  </a:cubicBezTo>
                  <a:cubicBezTo>
                    <a:pt x="1" y="40"/>
                    <a:pt x="1" y="40"/>
                    <a:pt x="1" y="40"/>
                  </a:cubicBezTo>
                  <a:cubicBezTo>
                    <a:pt x="1" y="41"/>
                    <a:pt x="0" y="40"/>
                    <a:pt x="0" y="40"/>
                  </a:cubicBezTo>
                  <a:cubicBezTo>
                    <a:pt x="0" y="10"/>
                    <a:pt x="0" y="10"/>
                    <a:pt x="0" y="10"/>
                  </a:cubicBezTo>
                  <a:cubicBezTo>
                    <a:pt x="0" y="10"/>
                    <a:pt x="0" y="9"/>
                    <a:pt x="1" y="9"/>
                  </a:cubicBezTo>
                  <a:cubicBezTo>
                    <a:pt x="15" y="0"/>
                    <a:pt x="15" y="0"/>
                    <a:pt x="15" y="0"/>
                  </a:cubicBezTo>
                  <a:cubicBezTo>
                    <a:pt x="15" y="0"/>
                    <a:pt x="15" y="0"/>
                    <a:pt x="15" y="0"/>
                  </a:cubicBezTo>
                  <a:cubicBezTo>
                    <a:pt x="15" y="0"/>
                    <a:pt x="15" y="0"/>
                    <a:pt x="15" y="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442" name="未知"/>
            <p:cNvSpPr>
              <a:spLocks noChangeAspect="1"/>
            </p:cNvSpPr>
            <p:nvPr/>
          </p:nvSpPr>
          <p:spPr bwMode="auto">
            <a:xfrm>
              <a:off x="442" y="185"/>
              <a:ext cx="10" cy="25"/>
            </a:xfrm>
            <a:custGeom>
              <a:avLst/>
              <a:gdLst>
                <a:gd name="T0" fmla="*/ 15 w 16"/>
                <a:gd name="T1" fmla="*/ 0 h 40"/>
                <a:gd name="T2" fmla="*/ 16 w 16"/>
                <a:gd name="T3" fmla="*/ 1 h 40"/>
                <a:gd name="T4" fmla="*/ 16 w 16"/>
                <a:gd name="T5" fmla="*/ 30 h 40"/>
                <a:gd name="T6" fmla="*/ 15 w 16"/>
                <a:gd name="T7" fmla="*/ 32 h 40"/>
                <a:gd name="T8" fmla="*/ 1 w 16"/>
                <a:gd name="T9" fmla="*/ 40 h 40"/>
                <a:gd name="T10" fmla="*/ 0 w 16"/>
                <a:gd name="T11" fmla="*/ 39 h 40"/>
                <a:gd name="T12" fmla="*/ 0 w 16"/>
                <a:gd name="T13" fmla="*/ 10 h 40"/>
                <a:gd name="T14" fmla="*/ 1 w 16"/>
                <a:gd name="T15" fmla="*/ 8 h 40"/>
                <a:gd name="T16" fmla="*/ 15 w 16"/>
                <a:gd name="T17" fmla="*/ 0 h 40"/>
                <a:gd name="T18" fmla="*/ 15 w 16"/>
                <a:gd name="T19" fmla="*/ 0 h 40"/>
                <a:gd name="T20" fmla="*/ 15 w 16"/>
                <a:gd name="T21"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 h="40">
                  <a:moveTo>
                    <a:pt x="15" y="0"/>
                  </a:moveTo>
                  <a:cubicBezTo>
                    <a:pt x="15" y="0"/>
                    <a:pt x="16" y="0"/>
                    <a:pt x="16" y="1"/>
                  </a:cubicBezTo>
                  <a:cubicBezTo>
                    <a:pt x="16" y="30"/>
                    <a:pt x="16" y="30"/>
                    <a:pt x="16" y="30"/>
                  </a:cubicBezTo>
                  <a:cubicBezTo>
                    <a:pt x="16" y="31"/>
                    <a:pt x="15" y="32"/>
                    <a:pt x="15" y="32"/>
                  </a:cubicBezTo>
                  <a:cubicBezTo>
                    <a:pt x="1" y="40"/>
                    <a:pt x="1" y="40"/>
                    <a:pt x="1" y="40"/>
                  </a:cubicBezTo>
                  <a:cubicBezTo>
                    <a:pt x="0" y="40"/>
                    <a:pt x="0" y="40"/>
                    <a:pt x="0" y="39"/>
                  </a:cubicBezTo>
                  <a:cubicBezTo>
                    <a:pt x="0" y="10"/>
                    <a:pt x="0" y="10"/>
                    <a:pt x="0" y="10"/>
                  </a:cubicBezTo>
                  <a:cubicBezTo>
                    <a:pt x="0" y="9"/>
                    <a:pt x="0" y="9"/>
                    <a:pt x="1" y="8"/>
                  </a:cubicBezTo>
                  <a:cubicBezTo>
                    <a:pt x="15" y="0"/>
                    <a:pt x="15" y="0"/>
                    <a:pt x="15" y="0"/>
                  </a:cubicBezTo>
                  <a:cubicBezTo>
                    <a:pt x="15" y="0"/>
                    <a:pt x="15" y="0"/>
                    <a:pt x="15" y="0"/>
                  </a:cubicBezTo>
                  <a:cubicBezTo>
                    <a:pt x="15" y="0"/>
                    <a:pt x="15" y="0"/>
                    <a:pt x="15" y="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443" name="未知"/>
            <p:cNvSpPr>
              <a:spLocks noChangeAspect="1"/>
            </p:cNvSpPr>
            <p:nvPr/>
          </p:nvSpPr>
          <p:spPr bwMode="auto">
            <a:xfrm>
              <a:off x="421" y="197"/>
              <a:ext cx="10" cy="25"/>
            </a:xfrm>
            <a:custGeom>
              <a:avLst/>
              <a:gdLst>
                <a:gd name="T0" fmla="*/ 15 w 17"/>
                <a:gd name="T1" fmla="*/ 1 h 41"/>
                <a:gd name="T2" fmla="*/ 16 w 17"/>
                <a:gd name="T3" fmla="*/ 1 h 41"/>
                <a:gd name="T4" fmla="*/ 17 w 17"/>
                <a:gd name="T5" fmla="*/ 31 h 41"/>
                <a:gd name="T6" fmla="*/ 15 w 17"/>
                <a:gd name="T7" fmla="*/ 33 h 41"/>
                <a:gd name="T8" fmla="*/ 1 w 17"/>
                <a:gd name="T9" fmla="*/ 41 h 41"/>
                <a:gd name="T10" fmla="*/ 0 w 17"/>
                <a:gd name="T11" fmla="*/ 40 h 41"/>
                <a:gd name="T12" fmla="*/ 0 w 17"/>
                <a:gd name="T13" fmla="*/ 11 h 41"/>
                <a:gd name="T14" fmla="*/ 1 w 17"/>
                <a:gd name="T15" fmla="*/ 9 h 41"/>
                <a:gd name="T16" fmla="*/ 15 w 17"/>
                <a:gd name="T17" fmla="*/ 1 h 41"/>
                <a:gd name="T18" fmla="*/ 15 w 17"/>
                <a:gd name="T19" fmla="*/ 1 h 41"/>
                <a:gd name="T20" fmla="*/ 15 w 17"/>
                <a:gd name="T21" fmla="*/ 1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41">
                  <a:moveTo>
                    <a:pt x="15" y="1"/>
                  </a:moveTo>
                  <a:cubicBezTo>
                    <a:pt x="16" y="0"/>
                    <a:pt x="16" y="1"/>
                    <a:pt x="16" y="1"/>
                  </a:cubicBezTo>
                  <a:cubicBezTo>
                    <a:pt x="17" y="31"/>
                    <a:pt x="17" y="31"/>
                    <a:pt x="17" y="31"/>
                  </a:cubicBezTo>
                  <a:cubicBezTo>
                    <a:pt x="17" y="31"/>
                    <a:pt x="16" y="32"/>
                    <a:pt x="15" y="33"/>
                  </a:cubicBezTo>
                  <a:cubicBezTo>
                    <a:pt x="1" y="41"/>
                    <a:pt x="1" y="41"/>
                    <a:pt x="1" y="41"/>
                  </a:cubicBezTo>
                  <a:cubicBezTo>
                    <a:pt x="1" y="41"/>
                    <a:pt x="0" y="41"/>
                    <a:pt x="0" y="40"/>
                  </a:cubicBezTo>
                  <a:cubicBezTo>
                    <a:pt x="0" y="11"/>
                    <a:pt x="0" y="11"/>
                    <a:pt x="0" y="11"/>
                  </a:cubicBezTo>
                  <a:cubicBezTo>
                    <a:pt x="0" y="10"/>
                    <a:pt x="1" y="9"/>
                    <a:pt x="1" y="9"/>
                  </a:cubicBezTo>
                  <a:cubicBezTo>
                    <a:pt x="15" y="1"/>
                    <a:pt x="15" y="1"/>
                    <a:pt x="15" y="1"/>
                  </a:cubicBezTo>
                  <a:cubicBezTo>
                    <a:pt x="15" y="1"/>
                    <a:pt x="15" y="1"/>
                    <a:pt x="15" y="1"/>
                  </a:cubicBezTo>
                  <a:cubicBezTo>
                    <a:pt x="15" y="1"/>
                    <a:pt x="15" y="1"/>
                    <a:pt x="15" y="1"/>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444" name="未知"/>
            <p:cNvSpPr>
              <a:spLocks noChangeAspect="1"/>
            </p:cNvSpPr>
            <p:nvPr/>
          </p:nvSpPr>
          <p:spPr bwMode="auto">
            <a:xfrm>
              <a:off x="399" y="211"/>
              <a:ext cx="10" cy="25"/>
            </a:xfrm>
            <a:custGeom>
              <a:avLst/>
              <a:gdLst>
                <a:gd name="T0" fmla="*/ 15 w 16"/>
                <a:gd name="T1" fmla="*/ 1 h 41"/>
                <a:gd name="T2" fmla="*/ 16 w 16"/>
                <a:gd name="T3" fmla="*/ 1 h 41"/>
                <a:gd name="T4" fmla="*/ 16 w 16"/>
                <a:gd name="T5" fmla="*/ 31 h 41"/>
                <a:gd name="T6" fmla="*/ 15 w 16"/>
                <a:gd name="T7" fmla="*/ 32 h 41"/>
                <a:gd name="T8" fmla="*/ 1 w 16"/>
                <a:gd name="T9" fmla="*/ 40 h 41"/>
                <a:gd name="T10" fmla="*/ 0 w 16"/>
                <a:gd name="T11" fmla="*/ 40 h 41"/>
                <a:gd name="T12" fmla="*/ 0 w 16"/>
                <a:gd name="T13" fmla="*/ 10 h 41"/>
                <a:gd name="T14" fmla="*/ 1 w 16"/>
                <a:gd name="T15" fmla="*/ 9 h 41"/>
                <a:gd name="T16" fmla="*/ 15 w 16"/>
                <a:gd name="T17" fmla="*/ 1 h 41"/>
                <a:gd name="T18" fmla="*/ 15 w 16"/>
                <a:gd name="T19" fmla="*/ 1 h 41"/>
                <a:gd name="T20" fmla="*/ 15 w 16"/>
                <a:gd name="T21" fmla="*/ 1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 h="41">
                  <a:moveTo>
                    <a:pt x="15" y="1"/>
                  </a:moveTo>
                  <a:cubicBezTo>
                    <a:pt x="16" y="0"/>
                    <a:pt x="16" y="0"/>
                    <a:pt x="16" y="1"/>
                  </a:cubicBezTo>
                  <a:cubicBezTo>
                    <a:pt x="16" y="31"/>
                    <a:pt x="16" y="31"/>
                    <a:pt x="16" y="31"/>
                  </a:cubicBezTo>
                  <a:cubicBezTo>
                    <a:pt x="16" y="31"/>
                    <a:pt x="16" y="32"/>
                    <a:pt x="15" y="32"/>
                  </a:cubicBezTo>
                  <a:cubicBezTo>
                    <a:pt x="1" y="40"/>
                    <a:pt x="1" y="40"/>
                    <a:pt x="1" y="40"/>
                  </a:cubicBezTo>
                  <a:cubicBezTo>
                    <a:pt x="0" y="41"/>
                    <a:pt x="0" y="41"/>
                    <a:pt x="0" y="40"/>
                  </a:cubicBezTo>
                  <a:cubicBezTo>
                    <a:pt x="0" y="10"/>
                    <a:pt x="0" y="10"/>
                    <a:pt x="0" y="10"/>
                  </a:cubicBezTo>
                  <a:cubicBezTo>
                    <a:pt x="0" y="10"/>
                    <a:pt x="0" y="9"/>
                    <a:pt x="1" y="9"/>
                  </a:cubicBezTo>
                  <a:cubicBezTo>
                    <a:pt x="15" y="1"/>
                    <a:pt x="15" y="1"/>
                    <a:pt x="15" y="1"/>
                  </a:cubicBezTo>
                  <a:cubicBezTo>
                    <a:pt x="15" y="1"/>
                    <a:pt x="15" y="1"/>
                    <a:pt x="15" y="1"/>
                  </a:cubicBezTo>
                  <a:cubicBezTo>
                    <a:pt x="15" y="1"/>
                    <a:pt x="15" y="1"/>
                    <a:pt x="15" y="1"/>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445" name="未知"/>
            <p:cNvSpPr>
              <a:spLocks noChangeAspect="1"/>
            </p:cNvSpPr>
            <p:nvPr/>
          </p:nvSpPr>
          <p:spPr bwMode="auto">
            <a:xfrm>
              <a:off x="485" y="203"/>
              <a:ext cx="10" cy="25"/>
            </a:xfrm>
            <a:custGeom>
              <a:avLst/>
              <a:gdLst>
                <a:gd name="T0" fmla="*/ 15 w 17"/>
                <a:gd name="T1" fmla="*/ 0 h 40"/>
                <a:gd name="T2" fmla="*/ 17 w 17"/>
                <a:gd name="T3" fmla="*/ 1 h 40"/>
                <a:gd name="T4" fmla="*/ 17 w 17"/>
                <a:gd name="T5" fmla="*/ 30 h 40"/>
                <a:gd name="T6" fmla="*/ 16 w 17"/>
                <a:gd name="T7" fmla="*/ 32 h 40"/>
                <a:gd name="T8" fmla="*/ 1 w 17"/>
                <a:gd name="T9" fmla="*/ 40 h 40"/>
                <a:gd name="T10" fmla="*/ 0 w 17"/>
                <a:gd name="T11" fmla="*/ 40 h 40"/>
                <a:gd name="T12" fmla="*/ 0 w 17"/>
                <a:gd name="T13" fmla="*/ 10 h 40"/>
                <a:gd name="T14" fmla="*/ 1 w 17"/>
                <a:gd name="T15" fmla="*/ 8 h 40"/>
                <a:gd name="T16" fmla="*/ 15 w 17"/>
                <a:gd name="T17" fmla="*/ 0 h 40"/>
                <a:gd name="T18" fmla="*/ 15 w 17"/>
                <a:gd name="T19" fmla="*/ 0 h 40"/>
                <a:gd name="T20" fmla="*/ 15 w 17"/>
                <a:gd name="T21"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40">
                  <a:moveTo>
                    <a:pt x="15" y="0"/>
                  </a:moveTo>
                  <a:cubicBezTo>
                    <a:pt x="16" y="0"/>
                    <a:pt x="17" y="0"/>
                    <a:pt x="17" y="1"/>
                  </a:cubicBezTo>
                  <a:cubicBezTo>
                    <a:pt x="17" y="30"/>
                    <a:pt x="17" y="30"/>
                    <a:pt x="17" y="30"/>
                  </a:cubicBezTo>
                  <a:cubicBezTo>
                    <a:pt x="17" y="31"/>
                    <a:pt x="16" y="32"/>
                    <a:pt x="16" y="32"/>
                  </a:cubicBezTo>
                  <a:cubicBezTo>
                    <a:pt x="1" y="40"/>
                    <a:pt x="1" y="40"/>
                    <a:pt x="1" y="40"/>
                  </a:cubicBezTo>
                  <a:cubicBezTo>
                    <a:pt x="1" y="40"/>
                    <a:pt x="0" y="40"/>
                    <a:pt x="0" y="40"/>
                  </a:cubicBezTo>
                  <a:cubicBezTo>
                    <a:pt x="0" y="10"/>
                    <a:pt x="0" y="10"/>
                    <a:pt x="0" y="10"/>
                  </a:cubicBezTo>
                  <a:cubicBezTo>
                    <a:pt x="0" y="10"/>
                    <a:pt x="1" y="9"/>
                    <a:pt x="1" y="8"/>
                  </a:cubicBezTo>
                  <a:cubicBezTo>
                    <a:pt x="15" y="0"/>
                    <a:pt x="15" y="0"/>
                    <a:pt x="15" y="0"/>
                  </a:cubicBezTo>
                  <a:cubicBezTo>
                    <a:pt x="15" y="0"/>
                    <a:pt x="15" y="0"/>
                    <a:pt x="15" y="0"/>
                  </a:cubicBezTo>
                  <a:cubicBezTo>
                    <a:pt x="15" y="0"/>
                    <a:pt x="15" y="0"/>
                    <a:pt x="15" y="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446" name="未知"/>
            <p:cNvSpPr>
              <a:spLocks noChangeAspect="1"/>
            </p:cNvSpPr>
            <p:nvPr/>
          </p:nvSpPr>
          <p:spPr bwMode="auto">
            <a:xfrm>
              <a:off x="464" y="214"/>
              <a:ext cx="9" cy="25"/>
            </a:xfrm>
            <a:custGeom>
              <a:avLst/>
              <a:gdLst>
                <a:gd name="T0" fmla="*/ 15 w 16"/>
                <a:gd name="T1" fmla="*/ 1 h 41"/>
                <a:gd name="T2" fmla="*/ 16 w 16"/>
                <a:gd name="T3" fmla="*/ 1 h 41"/>
                <a:gd name="T4" fmla="*/ 16 w 16"/>
                <a:gd name="T5" fmla="*/ 31 h 41"/>
                <a:gd name="T6" fmla="*/ 15 w 16"/>
                <a:gd name="T7" fmla="*/ 32 h 41"/>
                <a:gd name="T8" fmla="*/ 1 w 16"/>
                <a:gd name="T9" fmla="*/ 41 h 41"/>
                <a:gd name="T10" fmla="*/ 0 w 16"/>
                <a:gd name="T11" fmla="*/ 40 h 41"/>
                <a:gd name="T12" fmla="*/ 0 w 16"/>
                <a:gd name="T13" fmla="*/ 11 h 41"/>
                <a:gd name="T14" fmla="*/ 1 w 16"/>
                <a:gd name="T15" fmla="*/ 9 h 41"/>
                <a:gd name="T16" fmla="*/ 15 w 16"/>
                <a:gd name="T17" fmla="*/ 1 h 41"/>
                <a:gd name="T18" fmla="*/ 15 w 16"/>
                <a:gd name="T19" fmla="*/ 1 h 41"/>
                <a:gd name="T20" fmla="*/ 15 w 16"/>
                <a:gd name="T21" fmla="*/ 1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 h="41">
                  <a:moveTo>
                    <a:pt x="15" y="1"/>
                  </a:moveTo>
                  <a:cubicBezTo>
                    <a:pt x="16" y="0"/>
                    <a:pt x="16" y="1"/>
                    <a:pt x="16" y="1"/>
                  </a:cubicBezTo>
                  <a:cubicBezTo>
                    <a:pt x="16" y="31"/>
                    <a:pt x="16" y="31"/>
                    <a:pt x="16" y="31"/>
                  </a:cubicBezTo>
                  <a:cubicBezTo>
                    <a:pt x="16" y="31"/>
                    <a:pt x="16" y="32"/>
                    <a:pt x="15" y="32"/>
                  </a:cubicBezTo>
                  <a:cubicBezTo>
                    <a:pt x="1" y="41"/>
                    <a:pt x="1" y="41"/>
                    <a:pt x="1" y="41"/>
                  </a:cubicBezTo>
                  <a:cubicBezTo>
                    <a:pt x="1" y="41"/>
                    <a:pt x="0" y="41"/>
                    <a:pt x="0" y="40"/>
                  </a:cubicBezTo>
                  <a:cubicBezTo>
                    <a:pt x="0" y="11"/>
                    <a:pt x="0" y="11"/>
                    <a:pt x="0" y="11"/>
                  </a:cubicBezTo>
                  <a:cubicBezTo>
                    <a:pt x="0" y="10"/>
                    <a:pt x="0" y="9"/>
                    <a:pt x="1" y="9"/>
                  </a:cubicBezTo>
                  <a:cubicBezTo>
                    <a:pt x="15" y="1"/>
                    <a:pt x="15" y="1"/>
                    <a:pt x="15" y="1"/>
                  </a:cubicBezTo>
                  <a:cubicBezTo>
                    <a:pt x="15" y="1"/>
                    <a:pt x="15" y="1"/>
                    <a:pt x="15" y="1"/>
                  </a:cubicBezTo>
                  <a:cubicBezTo>
                    <a:pt x="15" y="1"/>
                    <a:pt x="15" y="1"/>
                    <a:pt x="15" y="1"/>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447" name="未知"/>
            <p:cNvSpPr>
              <a:spLocks noChangeAspect="1"/>
            </p:cNvSpPr>
            <p:nvPr/>
          </p:nvSpPr>
          <p:spPr bwMode="auto">
            <a:xfrm>
              <a:off x="442" y="228"/>
              <a:ext cx="10" cy="25"/>
            </a:xfrm>
            <a:custGeom>
              <a:avLst/>
              <a:gdLst>
                <a:gd name="T0" fmla="*/ 15 w 16"/>
                <a:gd name="T1" fmla="*/ 1 h 41"/>
                <a:gd name="T2" fmla="*/ 16 w 16"/>
                <a:gd name="T3" fmla="*/ 1 h 41"/>
                <a:gd name="T4" fmla="*/ 16 w 16"/>
                <a:gd name="T5" fmla="*/ 31 h 41"/>
                <a:gd name="T6" fmla="*/ 15 w 16"/>
                <a:gd name="T7" fmla="*/ 32 h 41"/>
                <a:gd name="T8" fmla="*/ 1 w 16"/>
                <a:gd name="T9" fmla="*/ 40 h 41"/>
                <a:gd name="T10" fmla="*/ 0 w 16"/>
                <a:gd name="T11" fmla="*/ 40 h 41"/>
                <a:gd name="T12" fmla="*/ 0 w 16"/>
                <a:gd name="T13" fmla="*/ 10 h 41"/>
                <a:gd name="T14" fmla="*/ 1 w 16"/>
                <a:gd name="T15" fmla="*/ 9 h 41"/>
                <a:gd name="T16" fmla="*/ 15 w 16"/>
                <a:gd name="T17" fmla="*/ 1 h 41"/>
                <a:gd name="T18" fmla="*/ 15 w 16"/>
                <a:gd name="T19" fmla="*/ 1 h 41"/>
                <a:gd name="T20" fmla="*/ 15 w 16"/>
                <a:gd name="T21" fmla="*/ 1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 h="41">
                  <a:moveTo>
                    <a:pt x="15" y="1"/>
                  </a:moveTo>
                  <a:cubicBezTo>
                    <a:pt x="15" y="0"/>
                    <a:pt x="16" y="0"/>
                    <a:pt x="16" y="1"/>
                  </a:cubicBezTo>
                  <a:cubicBezTo>
                    <a:pt x="16" y="31"/>
                    <a:pt x="16" y="31"/>
                    <a:pt x="16" y="31"/>
                  </a:cubicBezTo>
                  <a:cubicBezTo>
                    <a:pt x="16" y="31"/>
                    <a:pt x="15" y="32"/>
                    <a:pt x="15" y="32"/>
                  </a:cubicBezTo>
                  <a:cubicBezTo>
                    <a:pt x="1" y="40"/>
                    <a:pt x="1" y="40"/>
                    <a:pt x="1" y="40"/>
                  </a:cubicBezTo>
                  <a:cubicBezTo>
                    <a:pt x="0" y="41"/>
                    <a:pt x="0" y="41"/>
                    <a:pt x="0" y="40"/>
                  </a:cubicBezTo>
                  <a:cubicBezTo>
                    <a:pt x="0" y="10"/>
                    <a:pt x="0" y="10"/>
                    <a:pt x="0" y="10"/>
                  </a:cubicBezTo>
                  <a:cubicBezTo>
                    <a:pt x="0" y="10"/>
                    <a:pt x="0" y="9"/>
                    <a:pt x="1" y="9"/>
                  </a:cubicBezTo>
                  <a:cubicBezTo>
                    <a:pt x="15" y="1"/>
                    <a:pt x="15" y="1"/>
                    <a:pt x="15" y="1"/>
                  </a:cubicBezTo>
                  <a:cubicBezTo>
                    <a:pt x="15" y="1"/>
                    <a:pt x="15" y="1"/>
                    <a:pt x="15" y="1"/>
                  </a:cubicBezTo>
                  <a:cubicBezTo>
                    <a:pt x="15" y="1"/>
                    <a:pt x="15" y="1"/>
                    <a:pt x="15" y="1"/>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448" name="未知"/>
            <p:cNvSpPr>
              <a:spLocks noChangeAspect="1"/>
            </p:cNvSpPr>
            <p:nvPr/>
          </p:nvSpPr>
          <p:spPr bwMode="auto">
            <a:xfrm>
              <a:off x="421" y="241"/>
              <a:ext cx="10" cy="24"/>
            </a:xfrm>
            <a:custGeom>
              <a:avLst/>
              <a:gdLst>
                <a:gd name="T0" fmla="*/ 15 w 17"/>
                <a:gd name="T1" fmla="*/ 0 h 40"/>
                <a:gd name="T2" fmla="*/ 16 w 17"/>
                <a:gd name="T3" fmla="*/ 1 h 40"/>
                <a:gd name="T4" fmla="*/ 17 w 17"/>
                <a:gd name="T5" fmla="*/ 30 h 40"/>
                <a:gd name="T6" fmla="*/ 15 w 17"/>
                <a:gd name="T7" fmla="*/ 32 h 40"/>
                <a:gd name="T8" fmla="*/ 1 w 17"/>
                <a:gd name="T9" fmla="*/ 40 h 40"/>
                <a:gd name="T10" fmla="*/ 0 w 17"/>
                <a:gd name="T11" fmla="*/ 40 h 40"/>
                <a:gd name="T12" fmla="*/ 0 w 17"/>
                <a:gd name="T13" fmla="*/ 10 h 40"/>
                <a:gd name="T14" fmla="*/ 1 w 17"/>
                <a:gd name="T15" fmla="*/ 8 h 40"/>
                <a:gd name="T16" fmla="*/ 15 w 17"/>
                <a:gd name="T17" fmla="*/ 0 h 40"/>
                <a:gd name="T18" fmla="*/ 15 w 17"/>
                <a:gd name="T19" fmla="*/ 0 h 40"/>
                <a:gd name="T20" fmla="*/ 15 w 17"/>
                <a:gd name="T21"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40">
                  <a:moveTo>
                    <a:pt x="15" y="0"/>
                  </a:moveTo>
                  <a:cubicBezTo>
                    <a:pt x="16" y="0"/>
                    <a:pt x="16" y="0"/>
                    <a:pt x="16" y="1"/>
                  </a:cubicBezTo>
                  <a:cubicBezTo>
                    <a:pt x="17" y="30"/>
                    <a:pt x="17" y="30"/>
                    <a:pt x="17" y="30"/>
                  </a:cubicBezTo>
                  <a:cubicBezTo>
                    <a:pt x="17" y="31"/>
                    <a:pt x="16" y="32"/>
                    <a:pt x="15" y="32"/>
                  </a:cubicBezTo>
                  <a:cubicBezTo>
                    <a:pt x="1" y="40"/>
                    <a:pt x="1" y="40"/>
                    <a:pt x="1" y="40"/>
                  </a:cubicBezTo>
                  <a:cubicBezTo>
                    <a:pt x="1" y="40"/>
                    <a:pt x="0" y="40"/>
                    <a:pt x="0" y="40"/>
                  </a:cubicBezTo>
                  <a:cubicBezTo>
                    <a:pt x="0" y="10"/>
                    <a:pt x="0" y="10"/>
                    <a:pt x="0" y="10"/>
                  </a:cubicBezTo>
                  <a:cubicBezTo>
                    <a:pt x="0" y="9"/>
                    <a:pt x="1" y="9"/>
                    <a:pt x="1" y="8"/>
                  </a:cubicBezTo>
                  <a:cubicBezTo>
                    <a:pt x="15" y="0"/>
                    <a:pt x="15" y="0"/>
                    <a:pt x="15" y="0"/>
                  </a:cubicBezTo>
                  <a:cubicBezTo>
                    <a:pt x="15" y="0"/>
                    <a:pt x="15" y="0"/>
                    <a:pt x="15" y="0"/>
                  </a:cubicBezTo>
                  <a:cubicBezTo>
                    <a:pt x="15" y="0"/>
                    <a:pt x="15" y="0"/>
                    <a:pt x="15" y="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449" name="未知"/>
            <p:cNvSpPr>
              <a:spLocks noChangeAspect="1"/>
            </p:cNvSpPr>
            <p:nvPr/>
          </p:nvSpPr>
          <p:spPr bwMode="auto">
            <a:xfrm>
              <a:off x="399" y="254"/>
              <a:ext cx="10" cy="24"/>
            </a:xfrm>
            <a:custGeom>
              <a:avLst/>
              <a:gdLst>
                <a:gd name="T0" fmla="*/ 15 w 16"/>
                <a:gd name="T1" fmla="*/ 0 h 40"/>
                <a:gd name="T2" fmla="*/ 16 w 16"/>
                <a:gd name="T3" fmla="*/ 0 h 40"/>
                <a:gd name="T4" fmla="*/ 16 w 16"/>
                <a:gd name="T5" fmla="*/ 30 h 40"/>
                <a:gd name="T6" fmla="*/ 15 w 16"/>
                <a:gd name="T7" fmla="*/ 32 h 40"/>
                <a:gd name="T8" fmla="*/ 1 w 16"/>
                <a:gd name="T9" fmla="*/ 40 h 40"/>
                <a:gd name="T10" fmla="*/ 0 w 16"/>
                <a:gd name="T11" fmla="*/ 39 h 40"/>
                <a:gd name="T12" fmla="*/ 0 w 16"/>
                <a:gd name="T13" fmla="*/ 10 h 40"/>
                <a:gd name="T14" fmla="*/ 1 w 16"/>
                <a:gd name="T15" fmla="*/ 8 h 40"/>
                <a:gd name="T16" fmla="*/ 15 w 16"/>
                <a:gd name="T17" fmla="*/ 0 h 40"/>
                <a:gd name="T18" fmla="*/ 15 w 16"/>
                <a:gd name="T19" fmla="*/ 0 h 40"/>
                <a:gd name="T20" fmla="*/ 15 w 16"/>
                <a:gd name="T21"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 h="40">
                  <a:moveTo>
                    <a:pt x="15" y="0"/>
                  </a:moveTo>
                  <a:cubicBezTo>
                    <a:pt x="16" y="0"/>
                    <a:pt x="16" y="0"/>
                    <a:pt x="16" y="0"/>
                  </a:cubicBezTo>
                  <a:cubicBezTo>
                    <a:pt x="16" y="30"/>
                    <a:pt x="16" y="30"/>
                    <a:pt x="16" y="30"/>
                  </a:cubicBezTo>
                  <a:cubicBezTo>
                    <a:pt x="16" y="31"/>
                    <a:pt x="16" y="31"/>
                    <a:pt x="15" y="32"/>
                  </a:cubicBezTo>
                  <a:cubicBezTo>
                    <a:pt x="1" y="40"/>
                    <a:pt x="1" y="40"/>
                    <a:pt x="1" y="40"/>
                  </a:cubicBezTo>
                  <a:cubicBezTo>
                    <a:pt x="0" y="40"/>
                    <a:pt x="0" y="40"/>
                    <a:pt x="0" y="39"/>
                  </a:cubicBezTo>
                  <a:cubicBezTo>
                    <a:pt x="0" y="10"/>
                    <a:pt x="0" y="10"/>
                    <a:pt x="0" y="10"/>
                  </a:cubicBezTo>
                  <a:cubicBezTo>
                    <a:pt x="0" y="9"/>
                    <a:pt x="0" y="8"/>
                    <a:pt x="1" y="8"/>
                  </a:cubicBezTo>
                  <a:cubicBezTo>
                    <a:pt x="15" y="0"/>
                    <a:pt x="15" y="0"/>
                    <a:pt x="15" y="0"/>
                  </a:cubicBezTo>
                  <a:cubicBezTo>
                    <a:pt x="15" y="0"/>
                    <a:pt x="15" y="0"/>
                    <a:pt x="15" y="0"/>
                  </a:cubicBezTo>
                  <a:cubicBezTo>
                    <a:pt x="15" y="0"/>
                    <a:pt x="15" y="0"/>
                    <a:pt x="15" y="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450" name="未知"/>
            <p:cNvSpPr>
              <a:spLocks noChangeAspect="1"/>
            </p:cNvSpPr>
            <p:nvPr/>
          </p:nvSpPr>
          <p:spPr bwMode="auto">
            <a:xfrm>
              <a:off x="485" y="244"/>
              <a:ext cx="10" cy="25"/>
            </a:xfrm>
            <a:custGeom>
              <a:avLst/>
              <a:gdLst>
                <a:gd name="T0" fmla="*/ 15 w 17"/>
                <a:gd name="T1" fmla="*/ 0 h 40"/>
                <a:gd name="T2" fmla="*/ 17 w 17"/>
                <a:gd name="T3" fmla="*/ 0 h 40"/>
                <a:gd name="T4" fmla="*/ 17 w 17"/>
                <a:gd name="T5" fmla="*/ 30 h 40"/>
                <a:gd name="T6" fmla="*/ 16 w 17"/>
                <a:gd name="T7" fmla="*/ 32 h 40"/>
                <a:gd name="T8" fmla="*/ 1 w 17"/>
                <a:gd name="T9" fmla="*/ 40 h 40"/>
                <a:gd name="T10" fmla="*/ 0 w 17"/>
                <a:gd name="T11" fmla="*/ 39 h 40"/>
                <a:gd name="T12" fmla="*/ 0 w 17"/>
                <a:gd name="T13" fmla="*/ 10 h 40"/>
                <a:gd name="T14" fmla="*/ 1 w 17"/>
                <a:gd name="T15" fmla="*/ 8 h 40"/>
                <a:gd name="T16" fmla="*/ 15 w 17"/>
                <a:gd name="T17" fmla="*/ 0 h 40"/>
                <a:gd name="T18" fmla="*/ 15 w 17"/>
                <a:gd name="T19" fmla="*/ 0 h 40"/>
                <a:gd name="T20" fmla="*/ 15 w 17"/>
                <a:gd name="T21"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40">
                  <a:moveTo>
                    <a:pt x="15" y="0"/>
                  </a:moveTo>
                  <a:cubicBezTo>
                    <a:pt x="16" y="0"/>
                    <a:pt x="17" y="0"/>
                    <a:pt x="17" y="0"/>
                  </a:cubicBezTo>
                  <a:cubicBezTo>
                    <a:pt x="17" y="30"/>
                    <a:pt x="17" y="30"/>
                    <a:pt x="17" y="30"/>
                  </a:cubicBezTo>
                  <a:cubicBezTo>
                    <a:pt x="17" y="30"/>
                    <a:pt x="16" y="31"/>
                    <a:pt x="16" y="32"/>
                  </a:cubicBezTo>
                  <a:cubicBezTo>
                    <a:pt x="1" y="40"/>
                    <a:pt x="1" y="40"/>
                    <a:pt x="1" y="40"/>
                  </a:cubicBezTo>
                  <a:cubicBezTo>
                    <a:pt x="1" y="40"/>
                    <a:pt x="0" y="40"/>
                    <a:pt x="0" y="39"/>
                  </a:cubicBezTo>
                  <a:cubicBezTo>
                    <a:pt x="0" y="10"/>
                    <a:pt x="0" y="10"/>
                    <a:pt x="0" y="10"/>
                  </a:cubicBezTo>
                  <a:cubicBezTo>
                    <a:pt x="0" y="9"/>
                    <a:pt x="1" y="8"/>
                    <a:pt x="1" y="8"/>
                  </a:cubicBezTo>
                  <a:cubicBezTo>
                    <a:pt x="15" y="0"/>
                    <a:pt x="15" y="0"/>
                    <a:pt x="15" y="0"/>
                  </a:cubicBezTo>
                  <a:cubicBezTo>
                    <a:pt x="15" y="0"/>
                    <a:pt x="15" y="0"/>
                    <a:pt x="15" y="0"/>
                  </a:cubicBezTo>
                  <a:cubicBezTo>
                    <a:pt x="15" y="0"/>
                    <a:pt x="15" y="0"/>
                    <a:pt x="15" y="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451" name="未知"/>
            <p:cNvSpPr>
              <a:spLocks noChangeAspect="1"/>
            </p:cNvSpPr>
            <p:nvPr/>
          </p:nvSpPr>
          <p:spPr bwMode="auto">
            <a:xfrm>
              <a:off x="464" y="255"/>
              <a:ext cx="9" cy="25"/>
            </a:xfrm>
            <a:custGeom>
              <a:avLst/>
              <a:gdLst>
                <a:gd name="T0" fmla="*/ 15 w 16"/>
                <a:gd name="T1" fmla="*/ 0 h 41"/>
                <a:gd name="T2" fmla="*/ 16 w 16"/>
                <a:gd name="T3" fmla="*/ 1 h 41"/>
                <a:gd name="T4" fmla="*/ 16 w 16"/>
                <a:gd name="T5" fmla="*/ 30 h 41"/>
                <a:gd name="T6" fmla="*/ 15 w 16"/>
                <a:gd name="T7" fmla="*/ 32 h 41"/>
                <a:gd name="T8" fmla="*/ 1 w 16"/>
                <a:gd name="T9" fmla="*/ 40 h 41"/>
                <a:gd name="T10" fmla="*/ 0 w 16"/>
                <a:gd name="T11" fmla="*/ 40 h 41"/>
                <a:gd name="T12" fmla="*/ 0 w 16"/>
                <a:gd name="T13" fmla="*/ 10 h 41"/>
                <a:gd name="T14" fmla="*/ 1 w 16"/>
                <a:gd name="T15" fmla="*/ 9 h 41"/>
                <a:gd name="T16" fmla="*/ 15 w 16"/>
                <a:gd name="T17" fmla="*/ 0 h 41"/>
                <a:gd name="T18" fmla="*/ 15 w 16"/>
                <a:gd name="T19" fmla="*/ 0 h 41"/>
                <a:gd name="T20" fmla="*/ 15 w 16"/>
                <a:gd name="T21"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 h="41">
                  <a:moveTo>
                    <a:pt x="15" y="0"/>
                  </a:moveTo>
                  <a:cubicBezTo>
                    <a:pt x="16" y="0"/>
                    <a:pt x="16" y="0"/>
                    <a:pt x="16" y="1"/>
                  </a:cubicBezTo>
                  <a:cubicBezTo>
                    <a:pt x="16" y="30"/>
                    <a:pt x="16" y="30"/>
                    <a:pt x="16" y="30"/>
                  </a:cubicBezTo>
                  <a:cubicBezTo>
                    <a:pt x="16" y="31"/>
                    <a:pt x="16" y="32"/>
                    <a:pt x="15" y="32"/>
                  </a:cubicBezTo>
                  <a:cubicBezTo>
                    <a:pt x="1" y="40"/>
                    <a:pt x="1" y="40"/>
                    <a:pt x="1" y="40"/>
                  </a:cubicBezTo>
                  <a:cubicBezTo>
                    <a:pt x="1" y="41"/>
                    <a:pt x="0" y="40"/>
                    <a:pt x="0" y="40"/>
                  </a:cubicBezTo>
                  <a:cubicBezTo>
                    <a:pt x="0" y="10"/>
                    <a:pt x="0" y="10"/>
                    <a:pt x="0" y="10"/>
                  </a:cubicBezTo>
                  <a:cubicBezTo>
                    <a:pt x="0" y="10"/>
                    <a:pt x="0" y="9"/>
                    <a:pt x="1" y="9"/>
                  </a:cubicBezTo>
                  <a:cubicBezTo>
                    <a:pt x="15" y="0"/>
                    <a:pt x="15" y="0"/>
                    <a:pt x="15" y="0"/>
                  </a:cubicBezTo>
                  <a:cubicBezTo>
                    <a:pt x="15" y="0"/>
                    <a:pt x="15" y="0"/>
                    <a:pt x="15" y="0"/>
                  </a:cubicBezTo>
                  <a:cubicBezTo>
                    <a:pt x="15" y="0"/>
                    <a:pt x="15" y="0"/>
                    <a:pt x="15" y="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452" name="未知"/>
            <p:cNvSpPr>
              <a:spLocks noChangeAspect="1"/>
            </p:cNvSpPr>
            <p:nvPr/>
          </p:nvSpPr>
          <p:spPr bwMode="auto">
            <a:xfrm>
              <a:off x="442" y="269"/>
              <a:ext cx="10" cy="24"/>
            </a:xfrm>
            <a:custGeom>
              <a:avLst/>
              <a:gdLst>
                <a:gd name="T0" fmla="*/ 15 w 16"/>
                <a:gd name="T1" fmla="*/ 0 h 40"/>
                <a:gd name="T2" fmla="*/ 16 w 16"/>
                <a:gd name="T3" fmla="*/ 1 h 40"/>
                <a:gd name="T4" fmla="*/ 16 w 16"/>
                <a:gd name="T5" fmla="*/ 30 h 40"/>
                <a:gd name="T6" fmla="*/ 15 w 16"/>
                <a:gd name="T7" fmla="*/ 32 h 40"/>
                <a:gd name="T8" fmla="*/ 1 w 16"/>
                <a:gd name="T9" fmla="*/ 40 h 40"/>
                <a:gd name="T10" fmla="*/ 0 w 16"/>
                <a:gd name="T11" fmla="*/ 39 h 40"/>
                <a:gd name="T12" fmla="*/ 0 w 16"/>
                <a:gd name="T13" fmla="*/ 10 h 40"/>
                <a:gd name="T14" fmla="*/ 1 w 16"/>
                <a:gd name="T15" fmla="*/ 8 h 40"/>
                <a:gd name="T16" fmla="*/ 15 w 16"/>
                <a:gd name="T17" fmla="*/ 0 h 40"/>
                <a:gd name="T18" fmla="*/ 15 w 16"/>
                <a:gd name="T19" fmla="*/ 0 h 40"/>
                <a:gd name="T20" fmla="*/ 15 w 16"/>
                <a:gd name="T21"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 h="40">
                  <a:moveTo>
                    <a:pt x="15" y="0"/>
                  </a:moveTo>
                  <a:cubicBezTo>
                    <a:pt x="15" y="0"/>
                    <a:pt x="16" y="0"/>
                    <a:pt x="16" y="1"/>
                  </a:cubicBezTo>
                  <a:cubicBezTo>
                    <a:pt x="16" y="30"/>
                    <a:pt x="16" y="30"/>
                    <a:pt x="16" y="30"/>
                  </a:cubicBezTo>
                  <a:cubicBezTo>
                    <a:pt x="16" y="31"/>
                    <a:pt x="15" y="32"/>
                    <a:pt x="15" y="32"/>
                  </a:cubicBezTo>
                  <a:cubicBezTo>
                    <a:pt x="1" y="40"/>
                    <a:pt x="1" y="40"/>
                    <a:pt x="1" y="40"/>
                  </a:cubicBezTo>
                  <a:cubicBezTo>
                    <a:pt x="0" y="40"/>
                    <a:pt x="0" y="40"/>
                    <a:pt x="0" y="39"/>
                  </a:cubicBezTo>
                  <a:cubicBezTo>
                    <a:pt x="0" y="10"/>
                    <a:pt x="0" y="10"/>
                    <a:pt x="0" y="10"/>
                  </a:cubicBezTo>
                  <a:cubicBezTo>
                    <a:pt x="0" y="9"/>
                    <a:pt x="0" y="9"/>
                    <a:pt x="1" y="8"/>
                  </a:cubicBezTo>
                  <a:cubicBezTo>
                    <a:pt x="15" y="0"/>
                    <a:pt x="15" y="0"/>
                    <a:pt x="15" y="0"/>
                  </a:cubicBezTo>
                  <a:cubicBezTo>
                    <a:pt x="15" y="0"/>
                    <a:pt x="15" y="0"/>
                    <a:pt x="15" y="0"/>
                  </a:cubicBezTo>
                  <a:cubicBezTo>
                    <a:pt x="15" y="0"/>
                    <a:pt x="15" y="0"/>
                    <a:pt x="15" y="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453" name="未知"/>
            <p:cNvSpPr>
              <a:spLocks noChangeAspect="1"/>
            </p:cNvSpPr>
            <p:nvPr/>
          </p:nvSpPr>
          <p:spPr bwMode="auto">
            <a:xfrm>
              <a:off x="421" y="281"/>
              <a:ext cx="10" cy="25"/>
            </a:xfrm>
            <a:custGeom>
              <a:avLst/>
              <a:gdLst>
                <a:gd name="T0" fmla="*/ 15 w 17"/>
                <a:gd name="T1" fmla="*/ 1 h 41"/>
                <a:gd name="T2" fmla="*/ 16 w 17"/>
                <a:gd name="T3" fmla="*/ 1 h 41"/>
                <a:gd name="T4" fmla="*/ 17 w 17"/>
                <a:gd name="T5" fmla="*/ 31 h 41"/>
                <a:gd name="T6" fmla="*/ 15 w 17"/>
                <a:gd name="T7" fmla="*/ 32 h 41"/>
                <a:gd name="T8" fmla="*/ 1 w 17"/>
                <a:gd name="T9" fmla="*/ 41 h 41"/>
                <a:gd name="T10" fmla="*/ 0 w 17"/>
                <a:gd name="T11" fmla="*/ 40 h 41"/>
                <a:gd name="T12" fmla="*/ 0 w 17"/>
                <a:gd name="T13" fmla="*/ 11 h 41"/>
                <a:gd name="T14" fmla="*/ 1 w 17"/>
                <a:gd name="T15" fmla="*/ 9 h 41"/>
                <a:gd name="T16" fmla="*/ 15 w 17"/>
                <a:gd name="T17" fmla="*/ 1 h 41"/>
                <a:gd name="T18" fmla="*/ 15 w 17"/>
                <a:gd name="T19" fmla="*/ 1 h 41"/>
                <a:gd name="T20" fmla="*/ 15 w 17"/>
                <a:gd name="T21" fmla="*/ 1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41">
                  <a:moveTo>
                    <a:pt x="15" y="1"/>
                  </a:moveTo>
                  <a:cubicBezTo>
                    <a:pt x="16" y="0"/>
                    <a:pt x="16" y="1"/>
                    <a:pt x="16" y="1"/>
                  </a:cubicBezTo>
                  <a:cubicBezTo>
                    <a:pt x="17" y="31"/>
                    <a:pt x="17" y="31"/>
                    <a:pt x="17" y="31"/>
                  </a:cubicBezTo>
                  <a:cubicBezTo>
                    <a:pt x="17" y="31"/>
                    <a:pt x="16" y="32"/>
                    <a:pt x="15" y="32"/>
                  </a:cubicBezTo>
                  <a:cubicBezTo>
                    <a:pt x="1" y="41"/>
                    <a:pt x="1" y="41"/>
                    <a:pt x="1" y="41"/>
                  </a:cubicBezTo>
                  <a:cubicBezTo>
                    <a:pt x="1" y="41"/>
                    <a:pt x="0" y="41"/>
                    <a:pt x="0" y="40"/>
                  </a:cubicBezTo>
                  <a:cubicBezTo>
                    <a:pt x="0" y="11"/>
                    <a:pt x="0" y="11"/>
                    <a:pt x="0" y="11"/>
                  </a:cubicBezTo>
                  <a:cubicBezTo>
                    <a:pt x="0" y="10"/>
                    <a:pt x="1" y="9"/>
                    <a:pt x="1" y="9"/>
                  </a:cubicBezTo>
                  <a:cubicBezTo>
                    <a:pt x="15" y="1"/>
                    <a:pt x="15" y="1"/>
                    <a:pt x="15" y="1"/>
                  </a:cubicBezTo>
                  <a:cubicBezTo>
                    <a:pt x="15" y="1"/>
                    <a:pt x="15" y="1"/>
                    <a:pt x="15" y="1"/>
                  </a:cubicBezTo>
                  <a:cubicBezTo>
                    <a:pt x="15" y="1"/>
                    <a:pt x="15" y="1"/>
                    <a:pt x="15" y="1"/>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454" name="未知"/>
            <p:cNvSpPr>
              <a:spLocks noChangeAspect="1"/>
            </p:cNvSpPr>
            <p:nvPr/>
          </p:nvSpPr>
          <p:spPr bwMode="auto">
            <a:xfrm>
              <a:off x="399" y="294"/>
              <a:ext cx="10" cy="25"/>
            </a:xfrm>
            <a:custGeom>
              <a:avLst/>
              <a:gdLst>
                <a:gd name="T0" fmla="*/ 15 w 16"/>
                <a:gd name="T1" fmla="*/ 1 h 41"/>
                <a:gd name="T2" fmla="*/ 16 w 16"/>
                <a:gd name="T3" fmla="*/ 1 h 41"/>
                <a:gd name="T4" fmla="*/ 16 w 16"/>
                <a:gd name="T5" fmla="*/ 31 h 41"/>
                <a:gd name="T6" fmla="*/ 15 w 16"/>
                <a:gd name="T7" fmla="*/ 32 h 41"/>
                <a:gd name="T8" fmla="*/ 1 w 16"/>
                <a:gd name="T9" fmla="*/ 40 h 41"/>
                <a:gd name="T10" fmla="*/ 0 w 16"/>
                <a:gd name="T11" fmla="*/ 40 h 41"/>
                <a:gd name="T12" fmla="*/ 0 w 16"/>
                <a:gd name="T13" fmla="*/ 10 h 41"/>
                <a:gd name="T14" fmla="*/ 1 w 16"/>
                <a:gd name="T15" fmla="*/ 9 h 41"/>
                <a:gd name="T16" fmla="*/ 15 w 16"/>
                <a:gd name="T17" fmla="*/ 1 h 41"/>
                <a:gd name="T18" fmla="*/ 15 w 16"/>
                <a:gd name="T19" fmla="*/ 1 h 41"/>
                <a:gd name="T20" fmla="*/ 15 w 16"/>
                <a:gd name="T21" fmla="*/ 1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 h="41">
                  <a:moveTo>
                    <a:pt x="15" y="1"/>
                  </a:moveTo>
                  <a:cubicBezTo>
                    <a:pt x="16" y="0"/>
                    <a:pt x="16" y="0"/>
                    <a:pt x="16" y="1"/>
                  </a:cubicBezTo>
                  <a:cubicBezTo>
                    <a:pt x="16" y="31"/>
                    <a:pt x="16" y="31"/>
                    <a:pt x="16" y="31"/>
                  </a:cubicBezTo>
                  <a:cubicBezTo>
                    <a:pt x="16" y="31"/>
                    <a:pt x="16" y="32"/>
                    <a:pt x="15" y="32"/>
                  </a:cubicBezTo>
                  <a:cubicBezTo>
                    <a:pt x="1" y="40"/>
                    <a:pt x="1" y="40"/>
                    <a:pt x="1" y="40"/>
                  </a:cubicBezTo>
                  <a:cubicBezTo>
                    <a:pt x="0" y="41"/>
                    <a:pt x="0" y="41"/>
                    <a:pt x="0" y="40"/>
                  </a:cubicBezTo>
                  <a:cubicBezTo>
                    <a:pt x="0" y="10"/>
                    <a:pt x="0" y="10"/>
                    <a:pt x="0" y="10"/>
                  </a:cubicBezTo>
                  <a:cubicBezTo>
                    <a:pt x="0" y="10"/>
                    <a:pt x="0" y="9"/>
                    <a:pt x="1" y="9"/>
                  </a:cubicBezTo>
                  <a:cubicBezTo>
                    <a:pt x="15" y="1"/>
                    <a:pt x="15" y="1"/>
                    <a:pt x="15" y="1"/>
                  </a:cubicBezTo>
                  <a:cubicBezTo>
                    <a:pt x="15" y="1"/>
                    <a:pt x="15" y="1"/>
                    <a:pt x="15" y="1"/>
                  </a:cubicBezTo>
                  <a:cubicBezTo>
                    <a:pt x="15" y="1"/>
                    <a:pt x="15" y="1"/>
                    <a:pt x="15" y="1"/>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455" name="未知"/>
            <p:cNvSpPr>
              <a:spLocks noChangeAspect="1"/>
            </p:cNvSpPr>
            <p:nvPr/>
          </p:nvSpPr>
          <p:spPr bwMode="auto">
            <a:xfrm>
              <a:off x="485" y="287"/>
              <a:ext cx="10" cy="24"/>
            </a:xfrm>
            <a:custGeom>
              <a:avLst/>
              <a:gdLst>
                <a:gd name="T0" fmla="*/ 15 w 17"/>
                <a:gd name="T1" fmla="*/ 0 h 40"/>
                <a:gd name="T2" fmla="*/ 17 w 17"/>
                <a:gd name="T3" fmla="*/ 1 h 40"/>
                <a:gd name="T4" fmla="*/ 17 w 17"/>
                <a:gd name="T5" fmla="*/ 30 h 40"/>
                <a:gd name="T6" fmla="*/ 16 w 17"/>
                <a:gd name="T7" fmla="*/ 32 h 40"/>
                <a:gd name="T8" fmla="*/ 1 w 17"/>
                <a:gd name="T9" fmla="*/ 40 h 40"/>
                <a:gd name="T10" fmla="*/ 0 w 17"/>
                <a:gd name="T11" fmla="*/ 40 h 40"/>
                <a:gd name="T12" fmla="*/ 0 w 17"/>
                <a:gd name="T13" fmla="*/ 10 h 40"/>
                <a:gd name="T14" fmla="*/ 1 w 17"/>
                <a:gd name="T15" fmla="*/ 8 h 40"/>
                <a:gd name="T16" fmla="*/ 15 w 17"/>
                <a:gd name="T17" fmla="*/ 0 h 40"/>
                <a:gd name="T18" fmla="*/ 15 w 17"/>
                <a:gd name="T19" fmla="*/ 0 h 40"/>
                <a:gd name="T20" fmla="*/ 15 w 17"/>
                <a:gd name="T21"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40">
                  <a:moveTo>
                    <a:pt x="15" y="0"/>
                  </a:moveTo>
                  <a:cubicBezTo>
                    <a:pt x="16" y="0"/>
                    <a:pt x="17" y="0"/>
                    <a:pt x="17" y="1"/>
                  </a:cubicBezTo>
                  <a:cubicBezTo>
                    <a:pt x="17" y="30"/>
                    <a:pt x="17" y="30"/>
                    <a:pt x="17" y="30"/>
                  </a:cubicBezTo>
                  <a:cubicBezTo>
                    <a:pt x="17" y="31"/>
                    <a:pt x="16" y="32"/>
                    <a:pt x="16" y="32"/>
                  </a:cubicBezTo>
                  <a:cubicBezTo>
                    <a:pt x="1" y="40"/>
                    <a:pt x="1" y="40"/>
                    <a:pt x="1" y="40"/>
                  </a:cubicBezTo>
                  <a:cubicBezTo>
                    <a:pt x="1" y="40"/>
                    <a:pt x="0" y="40"/>
                    <a:pt x="0" y="40"/>
                  </a:cubicBezTo>
                  <a:cubicBezTo>
                    <a:pt x="0" y="10"/>
                    <a:pt x="0" y="10"/>
                    <a:pt x="0" y="10"/>
                  </a:cubicBezTo>
                  <a:cubicBezTo>
                    <a:pt x="0" y="10"/>
                    <a:pt x="1" y="9"/>
                    <a:pt x="1" y="8"/>
                  </a:cubicBezTo>
                  <a:cubicBezTo>
                    <a:pt x="15" y="0"/>
                    <a:pt x="15" y="0"/>
                    <a:pt x="15" y="0"/>
                  </a:cubicBezTo>
                  <a:cubicBezTo>
                    <a:pt x="15" y="0"/>
                    <a:pt x="15" y="0"/>
                    <a:pt x="15" y="0"/>
                  </a:cubicBezTo>
                  <a:cubicBezTo>
                    <a:pt x="15" y="0"/>
                    <a:pt x="15" y="0"/>
                    <a:pt x="15" y="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456" name="未知"/>
            <p:cNvSpPr>
              <a:spLocks noChangeAspect="1"/>
            </p:cNvSpPr>
            <p:nvPr/>
          </p:nvSpPr>
          <p:spPr bwMode="auto">
            <a:xfrm>
              <a:off x="464" y="298"/>
              <a:ext cx="9" cy="25"/>
            </a:xfrm>
            <a:custGeom>
              <a:avLst/>
              <a:gdLst>
                <a:gd name="T0" fmla="*/ 15 w 16"/>
                <a:gd name="T1" fmla="*/ 1 h 41"/>
                <a:gd name="T2" fmla="*/ 16 w 16"/>
                <a:gd name="T3" fmla="*/ 1 h 41"/>
                <a:gd name="T4" fmla="*/ 16 w 16"/>
                <a:gd name="T5" fmla="*/ 31 h 41"/>
                <a:gd name="T6" fmla="*/ 15 w 16"/>
                <a:gd name="T7" fmla="*/ 32 h 41"/>
                <a:gd name="T8" fmla="*/ 1 w 16"/>
                <a:gd name="T9" fmla="*/ 41 h 41"/>
                <a:gd name="T10" fmla="*/ 0 w 16"/>
                <a:gd name="T11" fmla="*/ 40 h 41"/>
                <a:gd name="T12" fmla="*/ 0 w 16"/>
                <a:gd name="T13" fmla="*/ 11 h 41"/>
                <a:gd name="T14" fmla="*/ 1 w 16"/>
                <a:gd name="T15" fmla="*/ 9 h 41"/>
                <a:gd name="T16" fmla="*/ 15 w 16"/>
                <a:gd name="T17" fmla="*/ 1 h 41"/>
                <a:gd name="T18" fmla="*/ 15 w 16"/>
                <a:gd name="T19" fmla="*/ 1 h 41"/>
                <a:gd name="T20" fmla="*/ 15 w 16"/>
                <a:gd name="T21" fmla="*/ 1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 h="41">
                  <a:moveTo>
                    <a:pt x="15" y="1"/>
                  </a:moveTo>
                  <a:cubicBezTo>
                    <a:pt x="16" y="0"/>
                    <a:pt x="16" y="1"/>
                    <a:pt x="16" y="1"/>
                  </a:cubicBezTo>
                  <a:cubicBezTo>
                    <a:pt x="16" y="31"/>
                    <a:pt x="16" y="31"/>
                    <a:pt x="16" y="31"/>
                  </a:cubicBezTo>
                  <a:cubicBezTo>
                    <a:pt x="16" y="31"/>
                    <a:pt x="16" y="32"/>
                    <a:pt x="15" y="32"/>
                  </a:cubicBezTo>
                  <a:cubicBezTo>
                    <a:pt x="1" y="41"/>
                    <a:pt x="1" y="41"/>
                    <a:pt x="1" y="41"/>
                  </a:cubicBezTo>
                  <a:cubicBezTo>
                    <a:pt x="1" y="41"/>
                    <a:pt x="0" y="41"/>
                    <a:pt x="0" y="40"/>
                  </a:cubicBezTo>
                  <a:cubicBezTo>
                    <a:pt x="0" y="11"/>
                    <a:pt x="0" y="11"/>
                    <a:pt x="0" y="11"/>
                  </a:cubicBezTo>
                  <a:cubicBezTo>
                    <a:pt x="0" y="10"/>
                    <a:pt x="0" y="9"/>
                    <a:pt x="1" y="9"/>
                  </a:cubicBezTo>
                  <a:cubicBezTo>
                    <a:pt x="15" y="1"/>
                    <a:pt x="15" y="1"/>
                    <a:pt x="15" y="1"/>
                  </a:cubicBezTo>
                  <a:cubicBezTo>
                    <a:pt x="15" y="1"/>
                    <a:pt x="15" y="1"/>
                    <a:pt x="15" y="1"/>
                  </a:cubicBezTo>
                  <a:cubicBezTo>
                    <a:pt x="15" y="1"/>
                    <a:pt x="15" y="1"/>
                    <a:pt x="15" y="1"/>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457" name="未知"/>
            <p:cNvSpPr>
              <a:spLocks noChangeAspect="1"/>
            </p:cNvSpPr>
            <p:nvPr/>
          </p:nvSpPr>
          <p:spPr bwMode="auto">
            <a:xfrm>
              <a:off x="442" y="311"/>
              <a:ext cx="10" cy="25"/>
            </a:xfrm>
            <a:custGeom>
              <a:avLst/>
              <a:gdLst>
                <a:gd name="T0" fmla="*/ 15 w 16"/>
                <a:gd name="T1" fmla="*/ 1 h 41"/>
                <a:gd name="T2" fmla="*/ 16 w 16"/>
                <a:gd name="T3" fmla="*/ 1 h 41"/>
                <a:gd name="T4" fmla="*/ 16 w 16"/>
                <a:gd name="T5" fmla="*/ 31 h 41"/>
                <a:gd name="T6" fmla="*/ 15 w 16"/>
                <a:gd name="T7" fmla="*/ 32 h 41"/>
                <a:gd name="T8" fmla="*/ 1 w 16"/>
                <a:gd name="T9" fmla="*/ 40 h 41"/>
                <a:gd name="T10" fmla="*/ 0 w 16"/>
                <a:gd name="T11" fmla="*/ 40 h 41"/>
                <a:gd name="T12" fmla="*/ 0 w 16"/>
                <a:gd name="T13" fmla="*/ 10 h 41"/>
                <a:gd name="T14" fmla="*/ 1 w 16"/>
                <a:gd name="T15" fmla="*/ 9 h 41"/>
                <a:gd name="T16" fmla="*/ 15 w 16"/>
                <a:gd name="T17" fmla="*/ 1 h 41"/>
                <a:gd name="T18" fmla="*/ 15 w 16"/>
                <a:gd name="T19" fmla="*/ 1 h 41"/>
                <a:gd name="T20" fmla="*/ 15 w 16"/>
                <a:gd name="T21" fmla="*/ 1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 h="41">
                  <a:moveTo>
                    <a:pt x="15" y="1"/>
                  </a:moveTo>
                  <a:cubicBezTo>
                    <a:pt x="15" y="0"/>
                    <a:pt x="16" y="0"/>
                    <a:pt x="16" y="1"/>
                  </a:cubicBezTo>
                  <a:cubicBezTo>
                    <a:pt x="16" y="31"/>
                    <a:pt x="16" y="31"/>
                    <a:pt x="16" y="31"/>
                  </a:cubicBezTo>
                  <a:cubicBezTo>
                    <a:pt x="16" y="31"/>
                    <a:pt x="15" y="32"/>
                    <a:pt x="15" y="32"/>
                  </a:cubicBezTo>
                  <a:cubicBezTo>
                    <a:pt x="1" y="40"/>
                    <a:pt x="1" y="40"/>
                    <a:pt x="1" y="40"/>
                  </a:cubicBezTo>
                  <a:cubicBezTo>
                    <a:pt x="0" y="41"/>
                    <a:pt x="0" y="41"/>
                    <a:pt x="0" y="40"/>
                  </a:cubicBezTo>
                  <a:cubicBezTo>
                    <a:pt x="0" y="10"/>
                    <a:pt x="0" y="10"/>
                    <a:pt x="0" y="10"/>
                  </a:cubicBezTo>
                  <a:cubicBezTo>
                    <a:pt x="0" y="10"/>
                    <a:pt x="0" y="9"/>
                    <a:pt x="1" y="9"/>
                  </a:cubicBezTo>
                  <a:cubicBezTo>
                    <a:pt x="15" y="1"/>
                    <a:pt x="15" y="1"/>
                    <a:pt x="15" y="1"/>
                  </a:cubicBezTo>
                  <a:cubicBezTo>
                    <a:pt x="15" y="1"/>
                    <a:pt x="15" y="1"/>
                    <a:pt x="15" y="1"/>
                  </a:cubicBezTo>
                  <a:cubicBezTo>
                    <a:pt x="15" y="1"/>
                    <a:pt x="15" y="1"/>
                    <a:pt x="15" y="1"/>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458" name="未知"/>
            <p:cNvSpPr>
              <a:spLocks noChangeAspect="1"/>
            </p:cNvSpPr>
            <p:nvPr/>
          </p:nvSpPr>
          <p:spPr bwMode="auto">
            <a:xfrm>
              <a:off x="421" y="324"/>
              <a:ext cx="10" cy="24"/>
            </a:xfrm>
            <a:custGeom>
              <a:avLst/>
              <a:gdLst>
                <a:gd name="T0" fmla="*/ 15 w 17"/>
                <a:gd name="T1" fmla="*/ 0 h 40"/>
                <a:gd name="T2" fmla="*/ 16 w 17"/>
                <a:gd name="T3" fmla="*/ 1 h 40"/>
                <a:gd name="T4" fmla="*/ 17 w 17"/>
                <a:gd name="T5" fmla="*/ 30 h 40"/>
                <a:gd name="T6" fmla="*/ 15 w 17"/>
                <a:gd name="T7" fmla="*/ 32 h 40"/>
                <a:gd name="T8" fmla="*/ 1 w 17"/>
                <a:gd name="T9" fmla="*/ 40 h 40"/>
                <a:gd name="T10" fmla="*/ 0 w 17"/>
                <a:gd name="T11" fmla="*/ 40 h 40"/>
                <a:gd name="T12" fmla="*/ 0 w 17"/>
                <a:gd name="T13" fmla="*/ 10 h 40"/>
                <a:gd name="T14" fmla="*/ 1 w 17"/>
                <a:gd name="T15" fmla="*/ 8 h 40"/>
                <a:gd name="T16" fmla="*/ 15 w 17"/>
                <a:gd name="T17" fmla="*/ 0 h 40"/>
                <a:gd name="T18" fmla="*/ 15 w 17"/>
                <a:gd name="T19" fmla="*/ 0 h 40"/>
                <a:gd name="T20" fmla="*/ 15 w 17"/>
                <a:gd name="T21"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40">
                  <a:moveTo>
                    <a:pt x="15" y="0"/>
                  </a:moveTo>
                  <a:cubicBezTo>
                    <a:pt x="16" y="0"/>
                    <a:pt x="16" y="0"/>
                    <a:pt x="16" y="1"/>
                  </a:cubicBezTo>
                  <a:cubicBezTo>
                    <a:pt x="17" y="30"/>
                    <a:pt x="17" y="30"/>
                    <a:pt x="17" y="30"/>
                  </a:cubicBezTo>
                  <a:cubicBezTo>
                    <a:pt x="17" y="31"/>
                    <a:pt x="16" y="32"/>
                    <a:pt x="15" y="32"/>
                  </a:cubicBezTo>
                  <a:cubicBezTo>
                    <a:pt x="1" y="40"/>
                    <a:pt x="1" y="40"/>
                    <a:pt x="1" y="40"/>
                  </a:cubicBezTo>
                  <a:cubicBezTo>
                    <a:pt x="1" y="40"/>
                    <a:pt x="0" y="40"/>
                    <a:pt x="0" y="40"/>
                  </a:cubicBezTo>
                  <a:cubicBezTo>
                    <a:pt x="0" y="10"/>
                    <a:pt x="0" y="10"/>
                    <a:pt x="0" y="10"/>
                  </a:cubicBezTo>
                  <a:cubicBezTo>
                    <a:pt x="0" y="9"/>
                    <a:pt x="1" y="9"/>
                    <a:pt x="1" y="8"/>
                  </a:cubicBezTo>
                  <a:cubicBezTo>
                    <a:pt x="15" y="0"/>
                    <a:pt x="15" y="0"/>
                    <a:pt x="15" y="0"/>
                  </a:cubicBezTo>
                  <a:cubicBezTo>
                    <a:pt x="15" y="0"/>
                    <a:pt x="15" y="0"/>
                    <a:pt x="15" y="0"/>
                  </a:cubicBezTo>
                  <a:cubicBezTo>
                    <a:pt x="15" y="0"/>
                    <a:pt x="15" y="0"/>
                    <a:pt x="15" y="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459" name="未知"/>
            <p:cNvSpPr>
              <a:spLocks noChangeAspect="1"/>
            </p:cNvSpPr>
            <p:nvPr/>
          </p:nvSpPr>
          <p:spPr bwMode="auto">
            <a:xfrm>
              <a:off x="399" y="338"/>
              <a:ext cx="10" cy="24"/>
            </a:xfrm>
            <a:custGeom>
              <a:avLst/>
              <a:gdLst>
                <a:gd name="T0" fmla="*/ 15 w 16"/>
                <a:gd name="T1" fmla="*/ 0 h 40"/>
                <a:gd name="T2" fmla="*/ 16 w 16"/>
                <a:gd name="T3" fmla="*/ 0 h 40"/>
                <a:gd name="T4" fmla="*/ 16 w 16"/>
                <a:gd name="T5" fmla="*/ 30 h 40"/>
                <a:gd name="T6" fmla="*/ 15 w 16"/>
                <a:gd name="T7" fmla="*/ 32 h 40"/>
                <a:gd name="T8" fmla="*/ 1 w 16"/>
                <a:gd name="T9" fmla="*/ 40 h 40"/>
                <a:gd name="T10" fmla="*/ 0 w 16"/>
                <a:gd name="T11" fmla="*/ 39 h 40"/>
                <a:gd name="T12" fmla="*/ 0 w 16"/>
                <a:gd name="T13" fmla="*/ 10 h 40"/>
                <a:gd name="T14" fmla="*/ 1 w 16"/>
                <a:gd name="T15" fmla="*/ 8 h 40"/>
                <a:gd name="T16" fmla="*/ 15 w 16"/>
                <a:gd name="T17" fmla="*/ 0 h 40"/>
                <a:gd name="T18" fmla="*/ 15 w 16"/>
                <a:gd name="T19" fmla="*/ 0 h 40"/>
                <a:gd name="T20" fmla="*/ 15 w 16"/>
                <a:gd name="T21"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 h="40">
                  <a:moveTo>
                    <a:pt x="15" y="0"/>
                  </a:moveTo>
                  <a:cubicBezTo>
                    <a:pt x="16" y="0"/>
                    <a:pt x="16" y="0"/>
                    <a:pt x="16" y="0"/>
                  </a:cubicBezTo>
                  <a:cubicBezTo>
                    <a:pt x="16" y="30"/>
                    <a:pt x="16" y="30"/>
                    <a:pt x="16" y="30"/>
                  </a:cubicBezTo>
                  <a:cubicBezTo>
                    <a:pt x="16" y="31"/>
                    <a:pt x="16" y="31"/>
                    <a:pt x="15" y="32"/>
                  </a:cubicBezTo>
                  <a:cubicBezTo>
                    <a:pt x="1" y="40"/>
                    <a:pt x="1" y="40"/>
                    <a:pt x="1" y="40"/>
                  </a:cubicBezTo>
                  <a:cubicBezTo>
                    <a:pt x="0" y="40"/>
                    <a:pt x="0" y="40"/>
                    <a:pt x="0" y="39"/>
                  </a:cubicBezTo>
                  <a:cubicBezTo>
                    <a:pt x="0" y="10"/>
                    <a:pt x="0" y="10"/>
                    <a:pt x="0" y="10"/>
                  </a:cubicBezTo>
                  <a:cubicBezTo>
                    <a:pt x="0" y="9"/>
                    <a:pt x="0" y="8"/>
                    <a:pt x="1" y="8"/>
                  </a:cubicBezTo>
                  <a:cubicBezTo>
                    <a:pt x="15" y="0"/>
                    <a:pt x="15" y="0"/>
                    <a:pt x="15" y="0"/>
                  </a:cubicBezTo>
                  <a:cubicBezTo>
                    <a:pt x="15" y="0"/>
                    <a:pt x="15" y="0"/>
                    <a:pt x="15" y="0"/>
                  </a:cubicBezTo>
                  <a:cubicBezTo>
                    <a:pt x="15" y="0"/>
                    <a:pt x="15" y="0"/>
                    <a:pt x="15" y="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460" name="未知"/>
            <p:cNvSpPr>
              <a:spLocks noChangeAspect="1"/>
            </p:cNvSpPr>
            <p:nvPr/>
          </p:nvSpPr>
          <p:spPr bwMode="auto">
            <a:xfrm>
              <a:off x="485" y="327"/>
              <a:ext cx="10" cy="25"/>
            </a:xfrm>
            <a:custGeom>
              <a:avLst/>
              <a:gdLst>
                <a:gd name="T0" fmla="*/ 15 w 17"/>
                <a:gd name="T1" fmla="*/ 1 h 41"/>
                <a:gd name="T2" fmla="*/ 17 w 17"/>
                <a:gd name="T3" fmla="*/ 1 h 41"/>
                <a:gd name="T4" fmla="*/ 17 w 17"/>
                <a:gd name="T5" fmla="*/ 31 h 41"/>
                <a:gd name="T6" fmla="*/ 16 w 17"/>
                <a:gd name="T7" fmla="*/ 32 h 41"/>
                <a:gd name="T8" fmla="*/ 1 w 17"/>
                <a:gd name="T9" fmla="*/ 40 h 41"/>
                <a:gd name="T10" fmla="*/ 0 w 17"/>
                <a:gd name="T11" fmla="*/ 40 h 41"/>
                <a:gd name="T12" fmla="*/ 0 w 17"/>
                <a:gd name="T13" fmla="*/ 10 h 41"/>
                <a:gd name="T14" fmla="*/ 1 w 17"/>
                <a:gd name="T15" fmla="*/ 9 h 41"/>
                <a:gd name="T16" fmla="*/ 15 w 17"/>
                <a:gd name="T17" fmla="*/ 1 h 41"/>
                <a:gd name="T18" fmla="*/ 15 w 17"/>
                <a:gd name="T19" fmla="*/ 1 h 41"/>
                <a:gd name="T20" fmla="*/ 15 w 17"/>
                <a:gd name="T21" fmla="*/ 1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41">
                  <a:moveTo>
                    <a:pt x="15" y="1"/>
                  </a:moveTo>
                  <a:cubicBezTo>
                    <a:pt x="16" y="0"/>
                    <a:pt x="17" y="1"/>
                    <a:pt x="17" y="1"/>
                  </a:cubicBezTo>
                  <a:cubicBezTo>
                    <a:pt x="17" y="31"/>
                    <a:pt x="17" y="31"/>
                    <a:pt x="17" y="31"/>
                  </a:cubicBezTo>
                  <a:cubicBezTo>
                    <a:pt x="17" y="31"/>
                    <a:pt x="16" y="32"/>
                    <a:pt x="16" y="32"/>
                  </a:cubicBezTo>
                  <a:cubicBezTo>
                    <a:pt x="1" y="40"/>
                    <a:pt x="1" y="40"/>
                    <a:pt x="1" y="40"/>
                  </a:cubicBezTo>
                  <a:cubicBezTo>
                    <a:pt x="1" y="41"/>
                    <a:pt x="0" y="41"/>
                    <a:pt x="0" y="40"/>
                  </a:cubicBezTo>
                  <a:cubicBezTo>
                    <a:pt x="0" y="10"/>
                    <a:pt x="0" y="10"/>
                    <a:pt x="0" y="10"/>
                  </a:cubicBezTo>
                  <a:cubicBezTo>
                    <a:pt x="0" y="10"/>
                    <a:pt x="1" y="9"/>
                    <a:pt x="1" y="9"/>
                  </a:cubicBezTo>
                  <a:cubicBezTo>
                    <a:pt x="15" y="1"/>
                    <a:pt x="15" y="1"/>
                    <a:pt x="15" y="1"/>
                  </a:cubicBezTo>
                  <a:cubicBezTo>
                    <a:pt x="15" y="1"/>
                    <a:pt x="15" y="1"/>
                    <a:pt x="15" y="1"/>
                  </a:cubicBezTo>
                  <a:cubicBezTo>
                    <a:pt x="15" y="1"/>
                    <a:pt x="15" y="1"/>
                    <a:pt x="15" y="1"/>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461" name="未知"/>
            <p:cNvSpPr>
              <a:spLocks noChangeAspect="1"/>
            </p:cNvSpPr>
            <p:nvPr/>
          </p:nvSpPr>
          <p:spPr bwMode="auto">
            <a:xfrm>
              <a:off x="464" y="338"/>
              <a:ext cx="9" cy="24"/>
            </a:xfrm>
            <a:custGeom>
              <a:avLst/>
              <a:gdLst>
                <a:gd name="T0" fmla="*/ 15 w 16"/>
                <a:gd name="T1" fmla="*/ 0 h 40"/>
                <a:gd name="T2" fmla="*/ 16 w 16"/>
                <a:gd name="T3" fmla="*/ 1 h 40"/>
                <a:gd name="T4" fmla="*/ 16 w 16"/>
                <a:gd name="T5" fmla="*/ 30 h 40"/>
                <a:gd name="T6" fmla="*/ 15 w 16"/>
                <a:gd name="T7" fmla="*/ 32 h 40"/>
                <a:gd name="T8" fmla="*/ 1 w 16"/>
                <a:gd name="T9" fmla="*/ 40 h 40"/>
                <a:gd name="T10" fmla="*/ 0 w 16"/>
                <a:gd name="T11" fmla="*/ 39 h 40"/>
                <a:gd name="T12" fmla="*/ 0 w 16"/>
                <a:gd name="T13" fmla="*/ 10 h 40"/>
                <a:gd name="T14" fmla="*/ 1 w 16"/>
                <a:gd name="T15" fmla="*/ 8 h 40"/>
                <a:gd name="T16" fmla="*/ 15 w 16"/>
                <a:gd name="T17" fmla="*/ 0 h 40"/>
                <a:gd name="T18" fmla="*/ 15 w 16"/>
                <a:gd name="T19" fmla="*/ 0 h 40"/>
                <a:gd name="T20" fmla="*/ 15 w 16"/>
                <a:gd name="T21"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 h="40">
                  <a:moveTo>
                    <a:pt x="15" y="0"/>
                  </a:moveTo>
                  <a:cubicBezTo>
                    <a:pt x="16" y="0"/>
                    <a:pt x="16" y="0"/>
                    <a:pt x="16" y="1"/>
                  </a:cubicBezTo>
                  <a:cubicBezTo>
                    <a:pt x="16" y="30"/>
                    <a:pt x="16" y="30"/>
                    <a:pt x="16" y="30"/>
                  </a:cubicBezTo>
                  <a:cubicBezTo>
                    <a:pt x="16" y="31"/>
                    <a:pt x="16" y="31"/>
                    <a:pt x="15" y="32"/>
                  </a:cubicBezTo>
                  <a:cubicBezTo>
                    <a:pt x="1" y="40"/>
                    <a:pt x="1" y="40"/>
                    <a:pt x="1" y="40"/>
                  </a:cubicBezTo>
                  <a:cubicBezTo>
                    <a:pt x="1" y="40"/>
                    <a:pt x="0" y="40"/>
                    <a:pt x="0" y="39"/>
                  </a:cubicBezTo>
                  <a:cubicBezTo>
                    <a:pt x="0" y="10"/>
                    <a:pt x="0" y="10"/>
                    <a:pt x="0" y="10"/>
                  </a:cubicBezTo>
                  <a:cubicBezTo>
                    <a:pt x="0" y="9"/>
                    <a:pt x="0" y="9"/>
                    <a:pt x="1" y="8"/>
                  </a:cubicBezTo>
                  <a:cubicBezTo>
                    <a:pt x="15" y="0"/>
                    <a:pt x="15" y="0"/>
                    <a:pt x="15" y="0"/>
                  </a:cubicBezTo>
                  <a:cubicBezTo>
                    <a:pt x="15" y="0"/>
                    <a:pt x="15" y="0"/>
                    <a:pt x="15" y="0"/>
                  </a:cubicBezTo>
                  <a:cubicBezTo>
                    <a:pt x="15" y="0"/>
                    <a:pt x="15" y="0"/>
                    <a:pt x="15" y="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462" name="未知"/>
            <p:cNvSpPr>
              <a:spLocks noChangeAspect="1"/>
            </p:cNvSpPr>
            <p:nvPr/>
          </p:nvSpPr>
          <p:spPr bwMode="auto">
            <a:xfrm>
              <a:off x="442" y="352"/>
              <a:ext cx="10" cy="24"/>
            </a:xfrm>
            <a:custGeom>
              <a:avLst/>
              <a:gdLst>
                <a:gd name="T0" fmla="*/ 15 w 16"/>
                <a:gd name="T1" fmla="*/ 0 h 40"/>
                <a:gd name="T2" fmla="*/ 16 w 16"/>
                <a:gd name="T3" fmla="*/ 0 h 40"/>
                <a:gd name="T4" fmla="*/ 16 w 16"/>
                <a:gd name="T5" fmla="*/ 30 h 40"/>
                <a:gd name="T6" fmla="*/ 15 w 16"/>
                <a:gd name="T7" fmla="*/ 32 h 40"/>
                <a:gd name="T8" fmla="*/ 1 w 16"/>
                <a:gd name="T9" fmla="*/ 40 h 40"/>
                <a:gd name="T10" fmla="*/ 0 w 16"/>
                <a:gd name="T11" fmla="*/ 39 h 40"/>
                <a:gd name="T12" fmla="*/ 0 w 16"/>
                <a:gd name="T13" fmla="*/ 10 h 40"/>
                <a:gd name="T14" fmla="*/ 1 w 16"/>
                <a:gd name="T15" fmla="*/ 8 h 40"/>
                <a:gd name="T16" fmla="*/ 15 w 16"/>
                <a:gd name="T17" fmla="*/ 0 h 40"/>
                <a:gd name="T18" fmla="*/ 15 w 16"/>
                <a:gd name="T19" fmla="*/ 0 h 40"/>
                <a:gd name="T20" fmla="*/ 15 w 16"/>
                <a:gd name="T21"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 h="40">
                  <a:moveTo>
                    <a:pt x="15" y="0"/>
                  </a:moveTo>
                  <a:cubicBezTo>
                    <a:pt x="15" y="0"/>
                    <a:pt x="16" y="0"/>
                    <a:pt x="16" y="0"/>
                  </a:cubicBezTo>
                  <a:cubicBezTo>
                    <a:pt x="16" y="30"/>
                    <a:pt x="16" y="30"/>
                    <a:pt x="16" y="30"/>
                  </a:cubicBezTo>
                  <a:cubicBezTo>
                    <a:pt x="16" y="31"/>
                    <a:pt x="15" y="31"/>
                    <a:pt x="15" y="32"/>
                  </a:cubicBezTo>
                  <a:cubicBezTo>
                    <a:pt x="1" y="40"/>
                    <a:pt x="1" y="40"/>
                    <a:pt x="1" y="40"/>
                  </a:cubicBezTo>
                  <a:cubicBezTo>
                    <a:pt x="0" y="40"/>
                    <a:pt x="0" y="40"/>
                    <a:pt x="0" y="39"/>
                  </a:cubicBezTo>
                  <a:cubicBezTo>
                    <a:pt x="0" y="10"/>
                    <a:pt x="0" y="10"/>
                    <a:pt x="0" y="10"/>
                  </a:cubicBezTo>
                  <a:cubicBezTo>
                    <a:pt x="0" y="9"/>
                    <a:pt x="0" y="8"/>
                    <a:pt x="1" y="8"/>
                  </a:cubicBezTo>
                  <a:cubicBezTo>
                    <a:pt x="15" y="0"/>
                    <a:pt x="15" y="0"/>
                    <a:pt x="15" y="0"/>
                  </a:cubicBezTo>
                  <a:cubicBezTo>
                    <a:pt x="15" y="0"/>
                    <a:pt x="15" y="0"/>
                    <a:pt x="15" y="0"/>
                  </a:cubicBezTo>
                  <a:cubicBezTo>
                    <a:pt x="15" y="0"/>
                    <a:pt x="15" y="0"/>
                    <a:pt x="15" y="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463" name="未知"/>
            <p:cNvSpPr>
              <a:spLocks noChangeAspect="1"/>
            </p:cNvSpPr>
            <p:nvPr/>
          </p:nvSpPr>
          <p:spPr bwMode="auto">
            <a:xfrm>
              <a:off x="421" y="364"/>
              <a:ext cx="10" cy="25"/>
            </a:xfrm>
            <a:custGeom>
              <a:avLst/>
              <a:gdLst>
                <a:gd name="T0" fmla="*/ 15 w 17"/>
                <a:gd name="T1" fmla="*/ 1 h 41"/>
                <a:gd name="T2" fmla="*/ 16 w 17"/>
                <a:gd name="T3" fmla="*/ 1 h 41"/>
                <a:gd name="T4" fmla="*/ 17 w 17"/>
                <a:gd name="T5" fmla="*/ 31 h 41"/>
                <a:gd name="T6" fmla="*/ 15 w 17"/>
                <a:gd name="T7" fmla="*/ 32 h 41"/>
                <a:gd name="T8" fmla="*/ 1 w 17"/>
                <a:gd name="T9" fmla="*/ 40 h 41"/>
                <a:gd name="T10" fmla="*/ 0 w 17"/>
                <a:gd name="T11" fmla="*/ 40 h 41"/>
                <a:gd name="T12" fmla="*/ 0 w 17"/>
                <a:gd name="T13" fmla="*/ 10 h 41"/>
                <a:gd name="T14" fmla="*/ 1 w 17"/>
                <a:gd name="T15" fmla="*/ 9 h 41"/>
                <a:gd name="T16" fmla="*/ 15 w 17"/>
                <a:gd name="T17" fmla="*/ 1 h 41"/>
                <a:gd name="T18" fmla="*/ 15 w 17"/>
                <a:gd name="T19" fmla="*/ 1 h 41"/>
                <a:gd name="T20" fmla="*/ 15 w 17"/>
                <a:gd name="T21" fmla="*/ 1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41">
                  <a:moveTo>
                    <a:pt x="15" y="1"/>
                  </a:moveTo>
                  <a:cubicBezTo>
                    <a:pt x="16" y="0"/>
                    <a:pt x="16" y="0"/>
                    <a:pt x="16" y="1"/>
                  </a:cubicBezTo>
                  <a:cubicBezTo>
                    <a:pt x="17" y="31"/>
                    <a:pt x="17" y="31"/>
                    <a:pt x="17" y="31"/>
                  </a:cubicBezTo>
                  <a:cubicBezTo>
                    <a:pt x="17" y="31"/>
                    <a:pt x="16" y="32"/>
                    <a:pt x="15" y="32"/>
                  </a:cubicBezTo>
                  <a:cubicBezTo>
                    <a:pt x="1" y="40"/>
                    <a:pt x="1" y="40"/>
                    <a:pt x="1" y="40"/>
                  </a:cubicBezTo>
                  <a:cubicBezTo>
                    <a:pt x="1" y="41"/>
                    <a:pt x="0" y="40"/>
                    <a:pt x="0" y="40"/>
                  </a:cubicBezTo>
                  <a:cubicBezTo>
                    <a:pt x="0" y="10"/>
                    <a:pt x="0" y="10"/>
                    <a:pt x="0" y="10"/>
                  </a:cubicBezTo>
                  <a:cubicBezTo>
                    <a:pt x="0" y="10"/>
                    <a:pt x="1" y="9"/>
                    <a:pt x="1" y="9"/>
                  </a:cubicBezTo>
                  <a:cubicBezTo>
                    <a:pt x="15" y="1"/>
                    <a:pt x="15" y="1"/>
                    <a:pt x="15" y="1"/>
                  </a:cubicBezTo>
                  <a:cubicBezTo>
                    <a:pt x="15" y="1"/>
                    <a:pt x="15" y="1"/>
                    <a:pt x="15" y="1"/>
                  </a:cubicBezTo>
                  <a:cubicBezTo>
                    <a:pt x="15" y="1"/>
                    <a:pt x="15" y="1"/>
                    <a:pt x="15" y="1"/>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464" name="未知"/>
            <p:cNvSpPr>
              <a:spLocks noChangeAspect="1"/>
            </p:cNvSpPr>
            <p:nvPr/>
          </p:nvSpPr>
          <p:spPr bwMode="auto">
            <a:xfrm>
              <a:off x="399" y="377"/>
              <a:ext cx="10" cy="25"/>
            </a:xfrm>
            <a:custGeom>
              <a:avLst/>
              <a:gdLst>
                <a:gd name="T0" fmla="*/ 15 w 16"/>
                <a:gd name="T1" fmla="*/ 0 h 41"/>
                <a:gd name="T2" fmla="*/ 16 w 16"/>
                <a:gd name="T3" fmla="*/ 1 h 41"/>
                <a:gd name="T4" fmla="*/ 16 w 16"/>
                <a:gd name="T5" fmla="*/ 30 h 41"/>
                <a:gd name="T6" fmla="*/ 15 w 16"/>
                <a:gd name="T7" fmla="*/ 32 h 41"/>
                <a:gd name="T8" fmla="*/ 1 w 16"/>
                <a:gd name="T9" fmla="*/ 40 h 41"/>
                <a:gd name="T10" fmla="*/ 0 w 16"/>
                <a:gd name="T11" fmla="*/ 40 h 41"/>
                <a:gd name="T12" fmla="*/ 0 w 16"/>
                <a:gd name="T13" fmla="*/ 10 h 41"/>
                <a:gd name="T14" fmla="*/ 1 w 16"/>
                <a:gd name="T15" fmla="*/ 8 h 41"/>
                <a:gd name="T16" fmla="*/ 15 w 16"/>
                <a:gd name="T17" fmla="*/ 0 h 41"/>
                <a:gd name="T18" fmla="*/ 15 w 16"/>
                <a:gd name="T19" fmla="*/ 0 h 41"/>
                <a:gd name="T20" fmla="*/ 15 w 16"/>
                <a:gd name="T21"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 h="41">
                  <a:moveTo>
                    <a:pt x="15" y="0"/>
                  </a:moveTo>
                  <a:cubicBezTo>
                    <a:pt x="16" y="0"/>
                    <a:pt x="16" y="0"/>
                    <a:pt x="16" y="1"/>
                  </a:cubicBezTo>
                  <a:cubicBezTo>
                    <a:pt x="16" y="30"/>
                    <a:pt x="16" y="30"/>
                    <a:pt x="16" y="30"/>
                  </a:cubicBezTo>
                  <a:cubicBezTo>
                    <a:pt x="16" y="31"/>
                    <a:pt x="16" y="32"/>
                    <a:pt x="15" y="32"/>
                  </a:cubicBezTo>
                  <a:cubicBezTo>
                    <a:pt x="1" y="40"/>
                    <a:pt x="1" y="40"/>
                    <a:pt x="1" y="40"/>
                  </a:cubicBezTo>
                  <a:cubicBezTo>
                    <a:pt x="0" y="41"/>
                    <a:pt x="0" y="40"/>
                    <a:pt x="0" y="40"/>
                  </a:cubicBezTo>
                  <a:cubicBezTo>
                    <a:pt x="0" y="10"/>
                    <a:pt x="0" y="10"/>
                    <a:pt x="0" y="10"/>
                  </a:cubicBezTo>
                  <a:cubicBezTo>
                    <a:pt x="0" y="10"/>
                    <a:pt x="0" y="9"/>
                    <a:pt x="1" y="8"/>
                  </a:cubicBezTo>
                  <a:cubicBezTo>
                    <a:pt x="15" y="0"/>
                    <a:pt x="15" y="0"/>
                    <a:pt x="15" y="0"/>
                  </a:cubicBezTo>
                  <a:cubicBezTo>
                    <a:pt x="15" y="0"/>
                    <a:pt x="15" y="0"/>
                    <a:pt x="15" y="0"/>
                  </a:cubicBezTo>
                  <a:cubicBezTo>
                    <a:pt x="15" y="0"/>
                    <a:pt x="15" y="0"/>
                    <a:pt x="15" y="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465" name="未知"/>
            <p:cNvSpPr>
              <a:spLocks noChangeAspect="1"/>
            </p:cNvSpPr>
            <p:nvPr/>
          </p:nvSpPr>
          <p:spPr bwMode="auto">
            <a:xfrm>
              <a:off x="485" y="370"/>
              <a:ext cx="10" cy="24"/>
            </a:xfrm>
            <a:custGeom>
              <a:avLst/>
              <a:gdLst>
                <a:gd name="T0" fmla="*/ 15 w 17"/>
                <a:gd name="T1" fmla="*/ 0 h 40"/>
                <a:gd name="T2" fmla="*/ 17 w 17"/>
                <a:gd name="T3" fmla="*/ 0 h 40"/>
                <a:gd name="T4" fmla="*/ 17 w 17"/>
                <a:gd name="T5" fmla="*/ 30 h 40"/>
                <a:gd name="T6" fmla="*/ 16 w 17"/>
                <a:gd name="T7" fmla="*/ 32 h 40"/>
                <a:gd name="T8" fmla="*/ 1 w 17"/>
                <a:gd name="T9" fmla="*/ 40 h 40"/>
                <a:gd name="T10" fmla="*/ 0 w 17"/>
                <a:gd name="T11" fmla="*/ 39 h 40"/>
                <a:gd name="T12" fmla="*/ 0 w 17"/>
                <a:gd name="T13" fmla="*/ 10 h 40"/>
                <a:gd name="T14" fmla="*/ 1 w 17"/>
                <a:gd name="T15" fmla="*/ 8 h 40"/>
                <a:gd name="T16" fmla="*/ 15 w 17"/>
                <a:gd name="T17" fmla="*/ 0 h 40"/>
                <a:gd name="T18" fmla="*/ 15 w 17"/>
                <a:gd name="T19" fmla="*/ 0 h 40"/>
                <a:gd name="T20" fmla="*/ 15 w 17"/>
                <a:gd name="T21"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40">
                  <a:moveTo>
                    <a:pt x="15" y="0"/>
                  </a:moveTo>
                  <a:cubicBezTo>
                    <a:pt x="16" y="0"/>
                    <a:pt x="17" y="0"/>
                    <a:pt x="17" y="0"/>
                  </a:cubicBezTo>
                  <a:cubicBezTo>
                    <a:pt x="17" y="30"/>
                    <a:pt x="17" y="30"/>
                    <a:pt x="17" y="30"/>
                  </a:cubicBezTo>
                  <a:cubicBezTo>
                    <a:pt x="17" y="30"/>
                    <a:pt x="16" y="31"/>
                    <a:pt x="16" y="32"/>
                  </a:cubicBezTo>
                  <a:cubicBezTo>
                    <a:pt x="1" y="40"/>
                    <a:pt x="1" y="40"/>
                    <a:pt x="1" y="40"/>
                  </a:cubicBezTo>
                  <a:cubicBezTo>
                    <a:pt x="1" y="40"/>
                    <a:pt x="0" y="40"/>
                    <a:pt x="0" y="39"/>
                  </a:cubicBezTo>
                  <a:cubicBezTo>
                    <a:pt x="0" y="10"/>
                    <a:pt x="0" y="10"/>
                    <a:pt x="0" y="10"/>
                  </a:cubicBezTo>
                  <a:cubicBezTo>
                    <a:pt x="0" y="9"/>
                    <a:pt x="1" y="8"/>
                    <a:pt x="1" y="8"/>
                  </a:cubicBezTo>
                  <a:cubicBezTo>
                    <a:pt x="15" y="0"/>
                    <a:pt x="15" y="0"/>
                    <a:pt x="15" y="0"/>
                  </a:cubicBezTo>
                  <a:cubicBezTo>
                    <a:pt x="15" y="0"/>
                    <a:pt x="15" y="0"/>
                    <a:pt x="15" y="0"/>
                  </a:cubicBezTo>
                  <a:cubicBezTo>
                    <a:pt x="15" y="0"/>
                    <a:pt x="15" y="0"/>
                    <a:pt x="15" y="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466" name="未知"/>
            <p:cNvSpPr>
              <a:spLocks noChangeAspect="1"/>
            </p:cNvSpPr>
            <p:nvPr/>
          </p:nvSpPr>
          <p:spPr bwMode="auto">
            <a:xfrm>
              <a:off x="464" y="381"/>
              <a:ext cx="9" cy="25"/>
            </a:xfrm>
            <a:custGeom>
              <a:avLst/>
              <a:gdLst>
                <a:gd name="T0" fmla="*/ 15 w 16"/>
                <a:gd name="T1" fmla="*/ 0 h 41"/>
                <a:gd name="T2" fmla="*/ 16 w 16"/>
                <a:gd name="T3" fmla="*/ 1 h 41"/>
                <a:gd name="T4" fmla="*/ 16 w 16"/>
                <a:gd name="T5" fmla="*/ 30 h 41"/>
                <a:gd name="T6" fmla="*/ 15 w 16"/>
                <a:gd name="T7" fmla="*/ 32 h 41"/>
                <a:gd name="T8" fmla="*/ 1 w 16"/>
                <a:gd name="T9" fmla="*/ 40 h 41"/>
                <a:gd name="T10" fmla="*/ 0 w 16"/>
                <a:gd name="T11" fmla="*/ 40 h 41"/>
                <a:gd name="T12" fmla="*/ 0 w 16"/>
                <a:gd name="T13" fmla="*/ 10 h 41"/>
                <a:gd name="T14" fmla="*/ 1 w 16"/>
                <a:gd name="T15" fmla="*/ 9 h 41"/>
                <a:gd name="T16" fmla="*/ 15 w 16"/>
                <a:gd name="T17" fmla="*/ 0 h 41"/>
                <a:gd name="T18" fmla="*/ 15 w 16"/>
                <a:gd name="T19" fmla="*/ 0 h 41"/>
                <a:gd name="T20" fmla="*/ 15 w 16"/>
                <a:gd name="T21"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 h="41">
                  <a:moveTo>
                    <a:pt x="15" y="0"/>
                  </a:moveTo>
                  <a:cubicBezTo>
                    <a:pt x="16" y="0"/>
                    <a:pt x="16" y="0"/>
                    <a:pt x="16" y="1"/>
                  </a:cubicBezTo>
                  <a:cubicBezTo>
                    <a:pt x="16" y="30"/>
                    <a:pt x="16" y="30"/>
                    <a:pt x="16" y="30"/>
                  </a:cubicBezTo>
                  <a:cubicBezTo>
                    <a:pt x="16" y="31"/>
                    <a:pt x="16" y="32"/>
                    <a:pt x="15" y="32"/>
                  </a:cubicBezTo>
                  <a:cubicBezTo>
                    <a:pt x="1" y="40"/>
                    <a:pt x="1" y="40"/>
                    <a:pt x="1" y="40"/>
                  </a:cubicBezTo>
                  <a:cubicBezTo>
                    <a:pt x="1" y="41"/>
                    <a:pt x="0" y="40"/>
                    <a:pt x="0" y="40"/>
                  </a:cubicBezTo>
                  <a:cubicBezTo>
                    <a:pt x="0" y="10"/>
                    <a:pt x="0" y="10"/>
                    <a:pt x="0" y="10"/>
                  </a:cubicBezTo>
                  <a:cubicBezTo>
                    <a:pt x="0" y="10"/>
                    <a:pt x="0" y="9"/>
                    <a:pt x="1" y="9"/>
                  </a:cubicBezTo>
                  <a:cubicBezTo>
                    <a:pt x="15" y="0"/>
                    <a:pt x="15" y="0"/>
                    <a:pt x="15" y="0"/>
                  </a:cubicBezTo>
                  <a:cubicBezTo>
                    <a:pt x="15" y="0"/>
                    <a:pt x="15" y="0"/>
                    <a:pt x="15" y="0"/>
                  </a:cubicBezTo>
                  <a:cubicBezTo>
                    <a:pt x="15" y="0"/>
                    <a:pt x="15" y="0"/>
                    <a:pt x="15" y="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467" name="未知"/>
            <p:cNvSpPr>
              <a:spLocks noChangeAspect="1"/>
            </p:cNvSpPr>
            <p:nvPr/>
          </p:nvSpPr>
          <p:spPr bwMode="auto">
            <a:xfrm>
              <a:off x="442" y="394"/>
              <a:ext cx="10" cy="25"/>
            </a:xfrm>
            <a:custGeom>
              <a:avLst/>
              <a:gdLst>
                <a:gd name="T0" fmla="*/ 15 w 16"/>
                <a:gd name="T1" fmla="*/ 0 h 40"/>
                <a:gd name="T2" fmla="*/ 16 w 16"/>
                <a:gd name="T3" fmla="*/ 1 h 40"/>
                <a:gd name="T4" fmla="*/ 16 w 16"/>
                <a:gd name="T5" fmla="*/ 30 h 40"/>
                <a:gd name="T6" fmla="*/ 15 w 16"/>
                <a:gd name="T7" fmla="*/ 32 h 40"/>
                <a:gd name="T8" fmla="*/ 1 w 16"/>
                <a:gd name="T9" fmla="*/ 40 h 40"/>
                <a:gd name="T10" fmla="*/ 0 w 16"/>
                <a:gd name="T11" fmla="*/ 40 h 40"/>
                <a:gd name="T12" fmla="*/ 0 w 16"/>
                <a:gd name="T13" fmla="*/ 10 h 40"/>
                <a:gd name="T14" fmla="*/ 1 w 16"/>
                <a:gd name="T15" fmla="*/ 8 h 40"/>
                <a:gd name="T16" fmla="*/ 15 w 16"/>
                <a:gd name="T17" fmla="*/ 0 h 40"/>
                <a:gd name="T18" fmla="*/ 15 w 16"/>
                <a:gd name="T19" fmla="*/ 0 h 40"/>
                <a:gd name="T20" fmla="*/ 15 w 16"/>
                <a:gd name="T21"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 h="40">
                  <a:moveTo>
                    <a:pt x="15" y="0"/>
                  </a:moveTo>
                  <a:cubicBezTo>
                    <a:pt x="15" y="0"/>
                    <a:pt x="16" y="0"/>
                    <a:pt x="16" y="1"/>
                  </a:cubicBezTo>
                  <a:cubicBezTo>
                    <a:pt x="16" y="30"/>
                    <a:pt x="16" y="30"/>
                    <a:pt x="16" y="30"/>
                  </a:cubicBezTo>
                  <a:cubicBezTo>
                    <a:pt x="16" y="31"/>
                    <a:pt x="15" y="32"/>
                    <a:pt x="15" y="32"/>
                  </a:cubicBezTo>
                  <a:cubicBezTo>
                    <a:pt x="1" y="40"/>
                    <a:pt x="1" y="40"/>
                    <a:pt x="1" y="40"/>
                  </a:cubicBezTo>
                  <a:cubicBezTo>
                    <a:pt x="0" y="40"/>
                    <a:pt x="0" y="40"/>
                    <a:pt x="0" y="40"/>
                  </a:cubicBezTo>
                  <a:cubicBezTo>
                    <a:pt x="0" y="10"/>
                    <a:pt x="0" y="10"/>
                    <a:pt x="0" y="10"/>
                  </a:cubicBezTo>
                  <a:cubicBezTo>
                    <a:pt x="0" y="9"/>
                    <a:pt x="0" y="9"/>
                    <a:pt x="1" y="8"/>
                  </a:cubicBezTo>
                  <a:cubicBezTo>
                    <a:pt x="15" y="0"/>
                    <a:pt x="15" y="0"/>
                    <a:pt x="15" y="0"/>
                  </a:cubicBezTo>
                  <a:cubicBezTo>
                    <a:pt x="15" y="0"/>
                    <a:pt x="15" y="0"/>
                    <a:pt x="15" y="0"/>
                  </a:cubicBezTo>
                  <a:cubicBezTo>
                    <a:pt x="15" y="0"/>
                    <a:pt x="15" y="0"/>
                    <a:pt x="15" y="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468" name="未知"/>
            <p:cNvSpPr>
              <a:spLocks noChangeAspect="1"/>
            </p:cNvSpPr>
            <p:nvPr/>
          </p:nvSpPr>
          <p:spPr bwMode="auto">
            <a:xfrm>
              <a:off x="421" y="406"/>
              <a:ext cx="10" cy="25"/>
            </a:xfrm>
            <a:custGeom>
              <a:avLst/>
              <a:gdLst>
                <a:gd name="T0" fmla="*/ 15 w 17"/>
                <a:gd name="T1" fmla="*/ 1 h 41"/>
                <a:gd name="T2" fmla="*/ 16 w 17"/>
                <a:gd name="T3" fmla="*/ 1 h 41"/>
                <a:gd name="T4" fmla="*/ 17 w 17"/>
                <a:gd name="T5" fmla="*/ 31 h 41"/>
                <a:gd name="T6" fmla="*/ 15 w 17"/>
                <a:gd name="T7" fmla="*/ 32 h 41"/>
                <a:gd name="T8" fmla="*/ 1 w 17"/>
                <a:gd name="T9" fmla="*/ 41 h 41"/>
                <a:gd name="T10" fmla="*/ 0 w 17"/>
                <a:gd name="T11" fmla="*/ 40 h 41"/>
                <a:gd name="T12" fmla="*/ 0 w 17"/>
                <a:gd name="T13" fmla="*/ 11 h 41"/>
                <a:gd name="T14" fmla="*/ 1 w 17"/>
                <a:gd name="T15" fmla="*/ 9 h 41"/>
                <a:gd name="T16" fmla="*/ 15 w 17"/>
                <a:gd name="T17" fmla="*/ 1 h 41"/>
                <a:gd name="T18" fmla="*/ 15 w 17"/>
                <a:gd name="T19" fmla="*/ 1 h 41"/>
                <a:gd name="T20" fmla="*/ 15 w 17"/>
                <a:gd name="T21" fmla="*/ 1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41">
                  <a:moveTo>
                    <a:pt x="15" y="1"/>
                  </a:moveTo>
                  <a:cubicBezTo>
                    <a:pt x="16" y="0"/>
                    <a:pt x="16" y="1"/>
                    <a:pt x="16" y="1"/>
                  </a:cubicBezTo>
                  <a:cubicBezTo>
                    <a:pt x="17" y="31"/>
                    <a:pt x="17" y="31"/>
                    <a:pt x="17" y="31"/>
                  </a:cubicBezTo>
                  <a:cubicBezTo>
                    <a:pt x="17" y="31"/>
                    <a:pt x="16" y="32"/>
                    <a:pt x="15" y="32"/>
                  </a:cubicBezTo>
                  <a:cubicBezTo>
                    <a:pt x="1" y="41"/>
                    <a:pt x="1" y="41"/>
                    <a:pt x="1" y="41"/>
                  </a:cubicBezTo>
                  <a:cubicBezTo>
                    <a:pt x="1" y="41"/>
                    <a:pt x="0" y="41"/>
                    <a:pt x="0" y="40"/>
                  </a:cubicBezTo>
                  <a:cubicBezTo>
                    <a:pt x="0" y="11"/>
                    <a:pt x="0" y="11"/>
                    <a:pt x="0" y="11"/>
                  </a:cubicBezTo>
                  <a:cubicBezTo>
                    <a:pt x="0" y="10"/>
                    <a:pt x="1" y="9"/>
                    <a:pt x="1" y="9"/>
                  </a:cubicBezTo>
                  <a:cubicBezTo>
                    <a:pt x="15" y="1"/>
                    <a:pt x="15" y="1"/>
                    <a:pt x="15" y="1"/>
                  </a:cubicBezTo>
                  <a:cubicBezTo>
                    <a:pt x="15" y="1"/>
                    <a:pt x="15" y="1"/>
                    <a:pt x="15" y="1"/>
                  </a:cubicBezTo>
                  <a:cubicBezTo>
                    <a:pt x="15" y="1"/>
                    <a:pt x="15" y="1"/>
                    <a:pt x="15" y="1"/>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469" name="未知"/>
            <p:cNvSpPr>
              <a:spLocks noChangeAspect="1"/>
            </p:cNvSpPr>
            <p:nvPr/>
          </p:nvSpPr>
          <p:spPr bwMode="auto">
            <a:xfrm>
              <a:off x="399" y="420"/>
              <a:ext cx="10" cy="25"/>
            </a:xfrm>
            <a:custGeom>
              <a:avLst/>
              <a:gdLst>
                <a:gd name="T0" fmla="*/ 15 w 16"/>
                <a:gd name="T1" fmla="*/ 1 h 41"/>
                <a:gd name="T2" fmla="*/ 16 w 16"/>
                <a:gd name="T3" fmla="*/ 1 h 41"/>
                <a:gd name="T4" fmla="*/ 16 w 16"/>
                <a:gd name="T5" fmla="*/ 31 h 41"/>
                <a:gd name="T6" fmla="*/ 15 w 16"/>
                <a:gd name="T7" fmla="*/ 32 h 41"/>
                <a:gd name="T8" fmla="*/ 1 w 16"/>
                <a:gd name="T9" fmla="*/ 40 h 41"/>
                <a:gd name="T10" fmla="*/ 0 w 16"/>
                <a:gd name="T11" fmla="*/ 40 h 41"/>
                <a:gd name="T12" fmla="*/ 0 w 16"/>
                <a:gd name="T13" fmla="*/ 10 h 41"/>
                <a:gd name="T14" fmla="*/ 1 w 16"/>
                <a:gd name="T15" fmla="*/ 9 h 41"/>
                <a:gd name="T16" fmla="*/ 15 w 16"/>
                <a:gd name="T17" fmla="*/ 1 h 41"/>
                <a:gd name="T18" fmla="*/ 15 w 16"/>
                <a:gd name="T19" fmla="*/ 1 h 41"/>
                <a:gd name="T20" fmla="*/ 15 w 16"/>
                <a:gd name="T21" fmla="*/ 1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 h="41">
                  <a:moveTo>
                    <a:pt x="15" y="1"/>
                  </a:moveTo>
                  <a:cubicBezTo>
                    <a:pt x="16" y="0"/>
                    <a:pt x="16" y="0"/>
                    <a:pt x="16" y="1"/>
                  </a:cubicBezTo>
                  <a:cubicBezTo>
                    <a:pt x="16" y="31"/>
                    <a:pt x="16" y="31"/>
                    <a:pt x="16" y="31"/>
                  </a:cubicBezTo>
                  <a:cubicBezTo>
                    <a:pt x="16" y="31"/>
                    <a:pt x="16" y="32"/>
                    <a:pt x="15" y="32"/>
                  </a:cubicBezTo>
                  <a:cubicBezTo>
                    <a:pt x="1" y="40"/>
                    <a:pt x="1" y="40"/>
                    <a:pt x="1" y="40"/>
                  </a:cubicBezTo>
                  <a:cubicBezTo>
                    <a:pt x="0" y="41"/>
                    <a:pt x="0" y="41"/>
                    <a:pt x="0" y="40"/>
                  </a:cubicBezTo>
                  <a:cubicBezTo>
                    <a:pt x="0" y="10"/>
                    <a:pt x="0" y="10"/>
                    <a:pt x="0" y="10"/>
                  </a:cubicBezTo>
                  <a:cubicBezTo>
                    <a:pt x="0" y="10"/>
                    <a:pt x="0" y="9"/>
                    <a:pt x="1" y="9"/>
                  </a:cubicBezTo>
                  <a:cubicBezTo>
                    <a:pt x="15" y="1"/>
                    <a:pt x="15" y="1"/>
                    <a:pt x="15" y="1"/>
                  </a:cubicBezTo>
                  <a:cubicBezTo>
                    <a:pt x="15" y="1"/>
                    <a:pt x="15" y="1"/>
                    <a:pt x="15" y="1"/>
                  </a:cubicBezTo>
                  <a:cubicBezTo>
                    <a:pt x="15" y="1"/>
                    <a:pt x="15" y="1"/>
                    <a:pt x="15" y="1"/>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470" name="未知"/>
            <p:cNvSpPr>
              <a:spLocks noChangeAspect="1"/>
            </p:cNvSpPr>
            <p:nvPr/>
          </p:nvSpPr>
          <p:spPr bwMode="auto">
            <a:xfrm>
              <a:off x="485" y="409"/>
              <a:ext cx="10" cy="25"/>
            </a:xfrm>
            <a:custGeom>
              <a:avLst/>
              <a:gdLst>
                <a:gd name="T0" fmla="*/ 15 w 17"/>
                <a:gd name="T1" fmla="*/ 0 h 40"/>
                <a:gd name="T2" fmla="*/ 17 w 17"/>
                <a:gd name="T3" fmla="*/ 1 h 40"/>
                <a:gd name="T4" fmla="*/ 17 w 17"/>
                <a:gd name="T5" fmla="*/ 30 h 40"/>
                <a:gd name="T6" fmla="*/ 16 w 17"/>
                <a:gd name="T7" fmla="*/ 32 h 40"/>
                <a:gd name="T8" fmla="*/ 1 w 17"/>
                <a:gd name="T9" fmla="*/ 40 h 40"/>
                <a:gd name="T10" fmla="*/ 0 w 17"/>
                <a:gd name="T11" fmla="*/ 39 h 40"/>
                <a:gd name="T12" fmla="*/ 0 w 17"/>
                <a:gd name="T13" fmla="*/ 10 h 40"/>
                <a:gd name="T14" fmla="*/ 1 w 17"/>
                <a:gd name="T15" fmla="*/ 8 h 40"/>
                <a:gd name="T16" fmla="*/ 15 w 17"/>
                <a:gd name="T17" fmla="*/ 0 h 40"/>
                <a:gd name="T18" fmla="*/ 15 w 17"/>
                <a:gd name="T19" fmla="*/ 0 h 40"/>
                <a:gd name="T20" fmla="*/ 15 w 17"/>
                <a:gd name="T21"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40">
                  <a:moveTo>
                    <a:pt x="15" y="0"/>
                  </a:moveTo>
                  <a:cubicBezTo>
                    <a:pt x="16" y="0"/>
                    <a:pt x="17" y="0"/>
                    <a:pt x="17" y="1"/>
                  </a:cubicBezTo>
                  <a:cubicBezTo>
                    <a:pt x="17" y="30"/>
                    <a:pt x="17" y="30"/>
                    <a:pt x="17" y="30"/>
                  </a:cubicBezTo>
                  <a:cubicBezTo>
                    <a:pt x="17" y="31"/>
                    <a:pt x="16" y="31"/>
                    <a:pt x="16" y="32"/>
                  </a:cubicBezTo>
                  <a:cubicBezTo>
                    <a:pt x="1" y="40"/>
                    <a:pt x="1" y="40"/>
                    <a:pt x="1" y="40"/>
                  </a:cubicBezTo>
                  <a:cubicBezTo>
                    <a:pt x="1" y="40"/>
                    <a:pt x="0" y="40"/>
                    <a:pt x="0" y="39"/>
                  </a:cubicBezTo>
                  <a:cubicBezTo>
                    <a:pt x="0" y="10"/>
                    <a:pt x="0" y="10"/>
                    <a:pt x="0" y="10"/>
                  </a:cubicBezTo>
                  <a:cubicBezTo>
                    <a:pt x="0" y="9"/>
                    <a:pt x="1" y="9"/>
                    <a:pt x="1" y="8"/>
                  </a:cubicBezTo>
                  <a:cubicBezTo>
                    <a:pt x="15" y="0"/>
                    <a:pt x="15" y="0"/>
                    <a:pt x="15" y="0"/>
                  </a:cubicBezTo>
                  <a:cubicBezTo>
                    <a:pt x="15" y="0"/>
                    <a:pt x="15" y="0"/>
                    <a:pt x="15" y="0"/>
                  </a:cubicBezTo>
                  <a:cubicBezTo>
                    <a:pt x="15" y="0"/>
                    <a:pt x="15" y="0"/>
                    <a:pt x="15" y="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471" name="未知"/>
            <p:cNvSpPr>
              <a:spLocks noChangeAspect="1"/>
            </p:cNvSpPr>
            <p:nvPr/>
          </p:nvSpPr>
          <p:spPr bwMode="auto">
            <a:xfrm>
              <a:off x="464" y="420"/>
              <a:ext cx="9" cy="25"/>
            </a:xfrm>
            <a:custGeom>
              <a:avLst/>
              <a:gdLst>
                <a:gd name="T0" fmla="*/ 15 w 16"/>
                <a:gd name="T1" fmla="*/ 1 h 41"/>
                <a:gd name="T2" fmla="*/ 16 w 16"/>
                <a:gd name="T3" fmla="*/ 1 h 41"/>
                <a:gd name="T4" fmla="*/ 16 w 16"/>
                <a:gd name="T5" fmla="*/ 31 h 41"/>
                <a:gd name="T6" fmla="*/ 15 w 16"/>
                <a:gd name="T7" fmla="*/ 32 h 41"/>
                <a:gd name="T8" fmla="*/ 1 w 16"/>
                <a:gd name="T9" fmla="*/ 40 h 41"/>
                <a:gd name="T10" fmla="*/ 0 w 16"/>
                <a:gd name="T11" fmla="*/ 40 h 41"/>
                <a:gd name="T12" fmla="*/ 0 w 16"/>
                <a:gd name="T13" fmla="*/ 10 h 41"/>
                <a:gd name="T14" fmla="*/ 1 w 16"/>
                <a:gd name="T15" fmla="*/ 9 h 41"/>
                <a:gd name="T16" fmla="*/ 15 w 16"/>
                <a:gd name="T17" fmla="*/ 1 h 41"/>
                <a:gd name="T18" fmla="*/ 15 w 16"/>
                <a:gd name="T19" fmla="*/ 1 h 41"/>
                <a:gd name="T20" fmla="*/ 15 w 16"/>
                <a:gd name="T21" fmla="*/ 1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 h="41">
                  <a:moveTo>
                    <a:pt x="15" y="1"/>
                  </a:moveTo>
                  <a:cubicBezTo>
                    <a:pt x="16" y="0"/>
                    <a:pt x="16" y="0"/>
                    <a:pt x="16" y="1"/>
                  </a:cubicBezTo>
                  <a:cubicBezTo>
                    <a:pt x="16" y="31"/>
                    <a:pt x="16" y="31"/>
                    <a:pt x="16" y="31"/>
                  </a:cubicBezTo>
                  <a:cubicBezTo>
                    <a:pt x="16" y="31"/>
                    <a:pt x="16" y="32"/>
                    <a:pt x="15" y="32"/>
                  </a:cubicBezTo>
                  <a:cubicBezTo>
                    <a:pt x="1" y="40"/>
                    <a:pt x="1" y="40"/>
                    <a:pt x="1" y="40"/>
                  </a:cubicBezTo>
                  <a:cubicBezTo>
                    <a:pt x="1" y="41"/>
                    <a:pt x="0" y="41"/>
                    <a:pt x="0" y="40"/>
                  </a:cubicBezTo>
                  <a:cubicBezTo>
                    <a:pt x="0" y="10"/>
                    <a:pt x="0" y="10"/>
                    <a:pt x="0" y="10"/>
                  </a:cubicBezTo>
                  <a:cubicBezTo>
                    <a:pt x="0" y="10"/>
                    <a:pt x="0" y="9"/>
                    <a:pt x="1" y="9"/>
                  </a:cubicBezTo>
                  <a:cubicBezTo>
                    <a:pt x="15" y="1"/>
                    <a:pt x="15" y="1"/>
                    <a:pt x="15" y="1"/>
                  </a:cubicBezTo>
                  <a:cubicBezTo>
                    <a:pt x="15" y="1"/>
                    <a:pt x="15" y="1"/>
                    <a:pt x="15" y="1"/>
                  </a:cubicBezTo>
                  <a:cubicBezTo>
                    <a:pt x="15" y="1"/>
                    <a:pt x="15" y="1"/>
                    <a:pt x="15" y="1"/>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472" name="未知"/>
            <p:cNvSpPr>
              <a:spLocks noChangeAspect="1"/>
            </p:cNvSpPr>
            <p:nvPr/>
          </p:nvSpPr>
          <p:spPr bwMode="auto">
            <a:xfrm>
              <a:off x="442" y="434"/>
              <a:ext cx="10" cy="25"/>
            </a:xfrm>
            <a:custGeom>
              <a:avLst/>
              <a:gdLst>
                <a:gd name="T0" fmla="*/ 15 w 16"/>
                <a:gd name="T1" fmla="*/ 0 h 41"/>
                <a:gd name="T2" fmla="*/ 16 w 16"/>
                <a:gd name="T3" fmla="*/ 1 h 41"/>
                <a:gd name="T4" fmla="*/ 16 w 16"/>
                <a:gd name="T5" fmla="*/ 30 h 41"/>
                <a:gd name="T6" fmla="*/ 15 w 16"/>
                <a:gd name="T7" fmla="*/ 32 h 41"/>
                <a:gd name="T8" fmla="*/ 1 w 16"/>
                <a:gd name="T9" fmla="*/ 40 h 41"/>
                <a:gd name="T10" fmla="*/ 0 w 16"/>
                <a:gd name="T11" fmla="*/ 40 h 41"/>
                <a:gd name="T12" fmla="*/ 0 w 16"/>
                <a:gd name="T13" fmla="*/ 10 h 41"/>
                <a:gd name="T14" fmla="*/ 1 w 16"/>
                <a:gd name="T15" fmla="*/ 9 h 41"/>
                <a:gd name="T16" fmla="*/ 15 w 16"/>
                <a:gd name="T17" fmla="*/ 0 h 41"/>
                <a:gd name="T18" fmla="*/ 15 w 16"/>
                <a:gd name="T19" fmla="*/ 0 h 41"/>
                <a:gd name="T20" fmla="*/ 15 w 16"/>
                <a:gd name="T21"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 h="41">
                  <a:moveTo>
                    <a:pt x="15" y="0"/>
                  </a:moveTo>
                  <a:cubicBezTo>
                    <a:pt x="15" y="0"/>
                    <a:pt x="16" y="0"/>
                    <a:pt x="16" y="1"/>
                  </a:cubicBezTo>
                  <a:cubicBezTo>
                    <a:pt x="16" y="30"/>
                    <a:pt x="16" y="30"/>
                    <a:pt x="16" y="30"/>
                  </a:cubicBezTo>
                  <a:cubicBezTo>
                    <a:pt x="16" y="31"/>
                    <a:pt x="15" y="32"/>
                    <a:pt x="15" y="32"/>
                  </a:cubicBezTo>
                  <a:cubicBezTo>
                    <a:pt x="1" y="40"/>
                    <a:pt x="1" y="40"/>
                    <a:pt x="1" y="40"/>
                  </a:cubicBezTo>
                  <a:cubicBezTo>
                    <a:pt x="0" y="41"/>
                    <a:pt x="0" y="40"/>
                    <a:pt x="0" y="40"/>
                  </a:cubicBezTo>
                  <a:cubicBezTo>
                    <a:pt x="0" y="10"/>
                    <a:pt x="0" y="10"/>
                    <a:pt x="0" y="10"/>
                  </a:cubicBezTo>
                  <a:cubicBezTo>
                    <a:pt x="0" y="10"/>
                    <a:pt x="0" y="9"/>
                    <a:pt x="1" y="9"/>
                  </a:cubicBezTo>
                  <a:cubicBezTo>
                    <a:pt x="15" y="0"/>
                    <a:pt x="15" y="0"/>
                    <a:pt x="15" y="0"/>
                  </a:cubicBezTo>
                  <a:cubicBezTo>
                    <a:pt x="15" y="0"/>
                    <a:pt x="15" y="0"/>
                    <a:pt x="15" y="0"/>
                  </a:cubicBezTo>
                  <a:cubicBezTo>
                    <a:pt x="15" y="0"/>
                    <a:pt x="15" y="0"/>
                    <a:pt x="15" y="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473" name="未知"/>
            <p:cNvSpPr>
              <a:spLocks noChangeAspect="1"/>
            </p:cNvSpPr>
            <p:nvPr/>
          </p:nvSpPr>
          <p:spPr bwMode="auto">
            <a:xfrm>
              <a:off x="421" y="447"/>
              <a:ext cx="10" cy="24"/>
            </a:xfrm>
            <a:custGeom>
              <a:avLst/>
              <a:gdLst>
                <a:gd name="T0" fmla="*/ 15 w 17"/>
                <a:gd name="T1" fmla="*/ 0 h 40"/>
                <a:gd name="T2" fmla="*/ 16 w 17"/>
                <a:gd name="T3" fmla="*/ 1 h 40"/>
                <a:gd name="T4" fmla="*/ 17 w 17"/>
                <a:gd name="T5" fmla="*/ 30 h 40"/>
                <a:gd name="T6" fmla="*/ 15 w 17"/>
                <a:gd name="T7" fmla="*/ 32 h 40"/>
                <a:gd name="T8" fmla="*/ 1 w 17"/>
                <a:gd name="T9" fmla="*/ 40 h 40"/>
                <a:gd name="T10" fmla="*/ 0 w 17"/>
                <a:gd name="T11" fmla="*/ 39 h 40"/>
                <a:gd name="T12" fmla="*/ 0 w 17"/>
                <a:gd name="T13" fmla="*/ 10 h 40"/>
                <a:gd name="T14" fmla="*/ 1 w 17"/>
                <a:gd name="T15" fmla="*/ 8 h 40"/>
                <a:gd name="T16" fmla="*/ 15 w 17"/>
                <a:gd name="T17" fmla="*/ 0 h 40"/>
                <a:gd name="T18" fmla="*/ 15 w 17"/>
                <a:gd name="T19" fmla="*/ 0 h 40"/>
                <a:gd name="T20" fmla="*/ 15 w 17"/>
                <a:gd name="T21"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40">
                  <a:moveTo>
                    <a:pt x="15" y="0"/>
                  </a:moveTo>
                  <a:cubicBezTo>
                    <a:pt x="16" y="0"/>
                    <a:pt x="16" y="0"/>
                    <a:pt x="16" y="1"/>
                  </a:cubicBezTo>
                  <a:cubicBezTo>
                    <a:pt x="17" y="30"/>
                    <a:pt x="17" y="30"/>
                    <a:pt x="17" y="30"/>
                  </a:cubicBezTo>
                  <a:cubicBezTo>
                    <a:pt x="17" y="31"/>
                    <a:pt x="16" y="31"/>
                    <a:pt x="15" y="32"/>
                  </a:cubicBezTo>
                  <a:cubicBezTo>
                    <a:pt x="1" y="40"/>
                    <a:pt x="1" y="40"/>
                    <a:pt x="1" y="40"/>
                  </a:cubicBezTo>
                  <a:cubicBezTo>
                    <a:pt x="1" y="40"/>
                    <a:pt x="0" y="40"/>
                    <a:pt x="0" y="39"/>
                  </a:cubicBezTo>
                  <a:cubicBezTo>
                    <a:pt x="0" y="10"/>
                    <a:pt x="0" y="10"/>
                    <a:pt x="0" y="10"/>
                  </a:cubicBezTo>
                  <a:cubicBezTo>
                    <a:pt x="0" y="9"/>
                    <a:pt x="1" y="8"/>
                    <a:pt x="1" y="8"/>
                  </a:cubicBezTo>
                  <a:cubicBezTo>
                    <a:pt x="15" y="0"/>
                    <a:pt x="15" y="0"/>
                    <a:pt x="15" y="0"/>
                  </a:cubicBezTo>
                  <a:cubicBezTo>
                    <a:pt x="15" y="0"/>
                    <a:pt x="15" y="0"/>
                    <a:pt x="15" y="0"/>
                  </a:cubicBezTo>
                  <a:cubicBezTo>
                    <a:pt x="15" y="0"/>
                    <a:pt x="15" y="0"/>
                    <a:pt x="15" y="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474" name="未知"/>
            <p:cNvSpPr>
              <a:spLocks noChangeAspect="1"/>
            </p:cNvSpPr>
            <p:nvPr/>
          </p:nvSpPr>
          <p:spPr bwMode="auto">
            <a:xfrm>
              <a:off x="399" y="459"/>
              <a:ext cx="10" cy="25"/>
            </a:xfrm>
            <a:custGeom>
              <a:avLst/>
              <a:gdLst>
                <a:gd name="T0" fmla="*/ 15 w 16"/>
                <a:gd name="T1" fmla="*/ 1 h 41"/>
                <a:gd name="T2" fmla="*/ 16 w 16"/>
                <a:gd name="T3" fmla="*/ 1 h 41"/>
                <a:gd name="T4" fmla="*/ 16 w 16"/>
                <a:gd name="T5" fmla="*/ 31 h 41"/>
                <a:gd name="T6" fmla="*/ 15 w 16"/>
                <a:gd name="T7" fmla="*/ 32 h 41"/>
                <a:gd name="T8" fmla="*/ 1 w 16"/>
                <a:gd name="T9" fmla="*/ 41 h 41"/>
                <a:gd name="T10" fmla="*/ 0 w 16"/>
                <a:gd name="T11" fmla="*/ 40 h 41"/>
                <a:gd name="T12" fmla="*/ 0 w 16"/>
                <a:gd name="T13" fmla="*/ 11 h 41"/>
                <a:gd name="T14" fmla="*/ 1 w 16"/>
                <a:gd name="T15" fmla="*/ 9 h 41"/>
                <a:gd name="T16" fmla="*/ 15 w 16"/>
                <a:gd name="T17" fmla="*/ 1 h 41"/>
                <a:gd name="T18" fmla="*/ 15 w 16"/>
                <a:gd name="T19" fmla="*/ 1 h 41"/>
                <a:gd name="T20" fmla="*/ 15 w 16"/>
                <a:gd name="T21" fmla="*/ 1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 h="41">
                  <a:moveTo>
                    <a:pt x="15" y="1"/>
                  </a:moveTo>
                  <a:cubicBezTo>
                    <a:pt x="16" y="0"/>
                    <a:pt x="16" y="1"/>
                    <a:pt x="16" y="1"/>
                  </a:cubicBezTo>
                  <a:cubicBezTo>
                    <a:pt x="16" y="31"/>
                    <a:pt x="16" y="31"/>
                    <a:pt x="16" y="31"/>
                  </a:cubicBezTo>
                  <a:cubicBezTo>
                    <a:pt x="16" y="31"/>
                    <a:pt x="16" y="32"/>
                    <a:pt x="15" y="32"/>
                  </a:cubicBezTo>
                  <a:cubicBezTo>
                    <a:pt x="1" y="41"/>
                    <a:pt x="1" y="41"/>
                    <a:pt x="1" y="41"/>
                  </a:cubicBezTo>
                  <a:cubicBezTo>
                    <a:pt x="0" y="41"/>
                    <a:pt x="0" y="41"/>
                    <a:pt x="0" y="40"/>
                  </a:cubicBezTo>
                  <a:cubicBezTo>
                    <a:pt x="0" y="11"/>
                    <a:pt x="0" y="11"/>
                    <a:pt x="0" y="11"/>
                  </a:cubicBezTo>
                  <a:cubicBezTo>
                    <a:pt x="0" y="10"/>
                    <a:pt x="0" y="9"/>
                    <a:pt x="1" y="9"/>
                  </a:cubicBezTo>
                  <a:cubicBezTo>
                    <a:pt x="15" y="1"/>
                    <a:pt x="15" y="1"/>
                    <a:pt x="15" y="1"/>
                  </a:cubicBezTo>
                  <a:cubicBezTo>
                    <a:pt x="15" y="1"/>
                    <a:pt x="15" y="1"/>
                    <a:pt x="15" y="1"/>
                  </a:cubicBezTo>
                  <a:cubicBezTo>
                    <a:pt x="15" y="1"/>
                    <a:pt x="15" y="1"/>
                    <a:pt x="15" y="1"/>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sp>
        <p:nvSpPr>
          <p:cNvPr id="475" name="Line 164"/>
          <p:cNvSpPr>
            <a:spLocks noChangeShapeType="1"/>
          </p:cNvSpPr>
          <p:nvPr/>
        </p:nvSpPr>
        <p:spPr bwMode="auto">
          <a:xfrm flipH="1">
            <a:off x="2880208" y="4084845"/>
            <a:ext cx="0" cy="1223962"/>
          </a:xfrm>
          <a:prstGeom prst="line">
            <a:avLst/>
          </a:prstGeom>
          <a:noFill/>
          <a:ln w="28575" cmpd="sng">
            <a:solidFill>
              <a:srgbClr val="0033C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6" name="Text Box 165"/>
          <p:cNvSpPr txBox="1">
            <a:spLocks noChangeArrowheads="1"/>
          </p:cNvSpPr>
          <p:nvPr/>
        </p:nvSpPr>
        <p:spPr bwMode="auto">
          <a:xfrm>
            <a:off x="5608513" y="3174768"/>
            <a:ext cx="33316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zh-CN" sz="1600" dirty="0">
                <a:ea typeface="华文细黑" panose="02010600040101010101" pitchFamily="2" charset="-122"/>
              </a:rPr>
              <a:t>A</a:t>
            </a:r>
          </a:p>
        </p:txBody>
      </p:sp>
      <p:sp>
        <p:nvSpPr>
          <p:cNvPr id="477" name="Text Box 166"/>
          <p:cNvSpPr txBox="1">
            <a:spLocks noChangeArrowheads="1"/>
          </p:cNvSpPr>
          <p:nvPr/>
        </p:nvSpPr>
        <p:spPr bwMode="auto">
          <a:xfrm>
            <a:off x="7472250" y="3418144"/>
            <a:ext cx="39926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zh-CN" sz="1600" dirty="0">
                <a:ea typeface="华文细黑" panose="02010600040101010101" pitchFamily="2" charset="-122"/>
              </a:rPr>
              <a:t>B</a:t>
            </a:r>
          </a:p>
        </p:txBody>
      </p:sp>
      <p:sp>
        <p:nvSpPr>
          <p:cNvPr id="478" name="Text Box 167"/>
          <p:cNvSpPr txBox="1">
            <a:spLocks noChangeArrowheads="1"/>
          </p:cNvSpPr>
          <p:nvPr/>
        </p:nvSpPr>
        <p:spPr bwMode="auto">
          <a:xfrm>
            <a:off x="5609165" y="4505220"/>
            <a:ext cx="31214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zh-CN" sz="1600" dirty="0">
                <a:ea typeface="华文细黑" panose="02010600040101010101" pitchFamily="2" charset="-122"/>
              </a:rPr>
              <a:t>C</a:t>
            </a:r>
          </a:p>
        </p:txBody>
      </p:sp>
      <p:sp>
        <p:nvSpPr>
          <p:cNvPr id="479" name="Text Box 168"/>
          <p:cNvSpPr txBox="1">
            <a:spLocks noChangeArrowheads="1"/>
          </p:cNvSpPr>
          <p:nvPr/>
        </p:nvSpPr>
        <p:spPr bwMode="auto">
          <a:xfrm>
            <a:off x="7468872" y="4742614"/>
            <a:ext cx="33020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zh-CN" sz="1600" dirty="0">
                <a:ea typeface="华文细黑" panose="02010600040101010101" pitchFamily="2" charset="-122"/>
              </a:rPr>
              <a:t>D</a:t>
            </a:r>
          </a:p>
        </p:txBody>
      </p:sp>
      <p:sp>
        <p:nvSpPr>
          <p:cNvPr id="480" name="Line 169"/>
          <p:cNvSpPr>
            <a:spLocks noChangeShapeType="1"/>
          </p:cNvSpPr>
          <p:nvPr/>
        </p:nvSpPr>
        <p:spPr bwMode="auto">
          <a:xfrm flipH="1">
            <a:off x="3385033" y="3868945"/>
            <a:ext cx="2232025" cy="0"/>
          </a:xfrm>
          <a:prstGeom prst="line">
            <a:avLst/>
          </a:prstGeom>
          <a:noFill/>
          <a:ln w="28575" cmpd="sng">
            <a:solidFill>
              <a:srgbClr val="7030A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p>
        </p:txBody>
      </p:sp>
      <p:sp>
        <p:nvSpPr>
          <p:cNvPr id="481" name="Line 170"/>
          <p:cNvSpPr>
            <a:spLocks noChangeShapeType="1"/>
          </p:cNvSpPr>
          <p:nvPr/>
        </p:nvSpPr>
        <p:spPr bwMode="auto">
          <a:xfrm flipH="1">
            <a:off x="3189482" y="4120986"/>
            <a:ext cx="4227801" cy="19845"/>
          </a:xfrm>
          <a:prstGeom prst="line">
            <a:avLst/>
          </a:prstGeom>
          <a:noFill/>
          <a:ln w="28575" cmpd="sng">
            <a:solidFill>
              <a:srgbClr val="CC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p>
        </p:txBody>
      </p:sp>
      <p:sp>
        <p:nvSpPr>
          <p:cNvPr id="482" name="Line 171"/>
          <p:cNvSpPr>
            <a:spLocks noChangeShapeType="1"/>
          </p:cNvSpPr>
          <p:nvPr/>
        </p:nvSpPr>
        <p:spPr bwMode="auto">
          <a:xfrm flipH="1">
            <a:off x="3131478" y="5222742"/>
            <a:ext cx="2483991" cy="8157"/>
          </a:xfrm>
          <a:prstGeom prst="line">
            <a:avLst/>
          </a:prstGeom>
          <a:noFill/>
          <a:ln w="28575" cmpd="sng">
            <a:solidFill>
              <a:srgbClr val="7030A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3" name="Line 172"/>
          <p:cNvSpPr>
            <a:spLocks noChangeShapeType="1"/>
          </p:cNvSpPr>
          <p:nvPr/>
        </p:nvSpPr>
        <p:spPr bwMode="auto">
          <a:xfrm flipH="1">
            <a:off x="3116456" y="5477013"/>
            <a:ext cx="4300827" cy="20707"/>
          </a:xfrm>
          <a:prstGeom prst="line">
            <a:avLst/>
          </a:prstGeom>
          <a:noFill/>
          <a:ln w="28575" cmpd="sng">
            <a:solidFill>
              <a:srgbClr val="CC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pic>
        <p:nvPicPr>
          <p:cNvPr id="484" name="Picture 17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91821" y="3437145"/>
            <a:ext cx="576263" cy="547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85" name="Picture 17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91821" y="4790943"/>
            <a:ext cx="576263" cy="547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86" name="Picture 17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15852" y="5019882"/>
            <a:ext cx="576263" cy="547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87" name="Picture 17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45845" y="3716175"/>
            <a:ext cx="576263" cy="547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8" name="Text Box 177"/>
          <p:cNvSpPr txBox="1">
            <a:spLocks noChangeAspect="1" noChangeArrowheads="1"/>
          </p:cNvSpPr>
          <p:nvPr/>
        </p:nvSpPr>
        <p:spPr bwMode="auto">
          <a:xfrm>
            <a:off x="5082945" y="2369866"/>
            <a:ext cx="13843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kumimoji="1" lang="zh-CN" altLang="en-US" dirty="0">
                <a:latin typeface="微软雅黑" panose="020B0503020204020204" pitchFamily="34" charset="-122"/>
                <a:ea typeface="微软雅黑" panose="020B0503020204020204" pitchFamily="34" charset="-122"/>
              </a:rPr>
              <a:t>开发部</a:t>
            </a:r>
            <a:endParaRPr kumimoji="1" lang="zh-CN" altLang="zh-CN" dirty="0">
              <a:latin typeface="微软雅黑" panose="020B0503020204020204" pitchFamily="34" charset="-122"/>
              <a:ea typeface="微软雅黑" panose="020B0503020204020204" pitchFamily="34" charset="-122"/>
            </a:endParaRPr>
          </a:p>
        </p:txBody>
      </p:sp>
      <p:sp>
        <p:nvSpPr>
          <p:cNvPr id="489" name="Text Box 178"/>
          <p:cNvSpPr txBox="1">
            <a:spLocks noChangeAspect="1" noChangeArrowheads="1"/>
          </p:cNvSpPr>
          <p:nvPr/>
        </p:nvSpPr>
        <p:spPr bwMode="auto">
          <a:xfrm>
            <a:off x="6982058" y="2384340"/>
            <a:ext cx="13843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kumimoji="1" lang="zh-CN" altLang="en-US" dirty="0">
                <a:latin typeface="微软雅黑" panose="020B0503020204020204" pitchFamily="34" charset="-122"/>
                <a:ea typeface="微软雅黑" panose="020B0503020204020204" pitchFamily="34" charset="-122"/>
              </a:rPr>
              <a:t>市场部</a:t>
            </a:r>
            <a:endParaRPr kumimoji="1" lang="zh-CN" altLang="zh-CN" dirty="0">
              <a:latin typeface="微软雅黑" panose="020B0503020204020204" pitchFamily="34" charset="-122"/>
              <a:ea typeface="微软雅黑" panose="020B0503020204020204" pitchFamily="34" charset="-122"/>
            </a:endParaRPr>
          </a:p>
        </p:txBody>
      </p:sp>
      <p:grpSp>
        <p:nvGrpSpPr>
          <p:cNvPr id="490" name="Group 179"/>
          <p:cNvGrpSpPr>
            <a:grpSpLocks noChangeAspect="1"/>
          </p:cNvGrpSpPr>
          <p:nvPr/>
        </p:nvGrpSpPr>
        <p:grpSpPr bwMode="auto">
          <a:xfrm>
            <a:off x="2519845" y="3581607"/>
            <a:ext cx="914400" cy="661988"/>
            <a:chOff x="0" y="0"/>
            <a:chExt cx="576" cy="417"/>
          </a:xfrm>
        </p:grpSpPr>
        <p:sp>
          <p:nvSpPr>
            <p:cNvPr id="491" name="AutoShape 180"/>
            <p:cNvSpPr>
              <a:spLocks noChangeAspect="1" noChangeArrowheads="1" noTextEdit="1"/>
            </p:cNvSpPr>
            <p:nvPr/>
          </p:nvSpPr>
          <p:spPr bwMode="auto">
            <a:xfrm>
              <a:off x="0" y="0"/>
              <a:ext cx="576" cy="4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92" name="未知"/>
            <p:cNvSpPr/>
            <p:nvPr/>
          </p:nvSpPr>
          <p:spPr bwMode="auto">
            <a:xfrm>
              <a:off x="289" y="166"/>
              <a:ext cx="286" cy="252"/>
            </a:xfrm>
            <a:custGeom>
              <a:avLst/>
              <a:gdLst>
                <a:gd name="T0" fmla="*/ 286 w 286"/>
                <a:gd name="T1" fmla="*/ 0 h 252"/>
                <a:gd name="T2" fmla="*/ 286 w 286"/>
                <a:gd name="T3" fmla="*/ 85 h 252"/>
                <a:gd name="T4" fmla="*/ 0 w 286"/>
                <a:gd name="T5" fmla="*/ 252 h 252"/>
                <a:gd name="T6" fmla="*/ 0 w 286"/>
                <a:gd name="T7" fmla="*/ 166 h 252"/>
                <a:gd name="T8" fmla="*/ 286 w 286"/>
                <a:gd name="T9" fmla="*/ 0 h 252"/>
                <a:gd name="T10" fmla="*/ 286 w 286"/>
                <a:gd name="T11" fmla="*/ 0 h 252"/>
                <a:gd name="T12" fmla="*/ 286 w 286"/>
                <a:gd name="T13" fmla="*/ 0 h 252"/>
                <a:gd name="T14" fmla="*/ 286 w 286"/>
                <a:gd name="T15" fmla="*/ 0 h 252"/>
                <a:gd name="T16" fmla="*/ 286 w 286"/>
                <a:gd name="T17" fmla="*/ 0 h 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6" h="252">
                  <a:moveTo>
                    <a:pt x="286" y="0"/>
                  </a:moveTo>
                  <a:lnTo>
                    <a:pt x="286" y="85"/>
                  </a:lnTo>
                  <a:lnTo>
                    <a:pt x="0" y="252"/>
                  </a:lnTo>
                  <a:lnTo>
                    <a:pt x="0" y="166"/>
                  </a:lnTo>
                  <a:lnTo>
                    <a:pt x="286" y="0"/>
                  </a:lnTo>
                  <a:lnTo>
                    <a:pt x="286" y="0"/>
                  </a:lnTo>
                  <a:lnTo>
                    <a:pt x="286" y="0"/>
                  </a:lnTo>
                  <a:lnTo>
                    <a:pt x="286" y="0"/>
                  </a:lnTo>
                  <a:lnTo>
                    <a:pt x="286" y="0"/>
                  </a:lnTo>
                  <a:close/>
                </a:path>
              </a:pathLst>
            </a:custGeom>
            <a:solidFill>
              <a:srgbClr val="1D2977"/>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493" name="未知"/>
            <p:cNvSpPr/>
            <p:nvPr/>
          </p:nvSpPr>
          <p:spPr bwMode="auto">
            <a:xfrm>
              <a:off x="1" y="166"/>
              <a:ext cx="288" cy="252"/>
            </a:xfrm>
            <a:custGeom>
              <a:avLst/>
              <a:gdLst>
                <a:gd name="T0" fmla="*/ 288 w 288"/>
                <a:gd name="T1" fmla="*/ 166 h 252"/>
                <a:gd name="T2" fmla="*/ 288 w 288"/>
                <a:gd name="T3" fmla="*/ 252 h 252"/>
                <a:gd name="T4" fmla="*/ 0 w 288"/>
                <a:gd name="T5" fmla="*/ 85 h 252"/>
                <a:gd name="T6" fmla="*/ 0 w 288"/>
                <a:gd name="T7" fmla="*/ 0 h 252"/>
                <a:gd name="T8" fmla="*/ 288 w 288"/>
                <a:gd name="T9" fmla="*/ 166 h 252"/>
                <a:gd name="T10" fmla="*/ 288 w 288"/>
                <a:gd name="T11" fmla="*/ 166 h 252"/>
                <a:gd name="T12" fmla="*/ 288 w 288"/>
                <a:gd name="T13" fmla="*/ 166 h 252"/>
                <a:gd name="T14" fmla="*/ 288 w 288"/>
                <a:gd name="T15" fmla="*/ 166 h 252"/>
                <a:gd name="T16" fmla="*/ 288 w 288"/>
                <a:gd name="T17" fmla="*/ 166 h 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8" h="252">
                  <a:moveTo>
                    <a:pt x="288" y="166"/>
                  </a:moveTo>
                  <a:lnTo>
                    <a:pt x="288" y="252"/>
                  </a:lnTo>
                  <a:lnTo>
                    <a:pt x="0" y="85"/>
                  </a:lnTo>
                  <a:lnTo>
                    <a:pt x="0" y="0"/>
                  </a:lnTo>
                  <a:lnTo>
                    <a:pt x="288" y="166"/>
                  </a:lnTo>
                  <a:lnTo>
                    <a:pt x="288" y="166"/>
                  </a:lnTo>
                  <a:lnTo>
                    <a:pt x="288" y="166"/>
                  </a:lnTo>
                  <a:lnTo>
                    <a:pt x="288" y="166"/>
                  </a:lnTo>
                  <a:lnTo>
                    <a:pt x="288" y="166"/>
                  </a:lnTo>
                  <a:close/>
                </a:path>
              </a:pathLst>
            </a:custGeom>
            <a:solidFill>
              <a:srgbClr val="36458A"/>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494" name="未知"/>
            <p:cNvSpPr/>
            <p:nvPr/>
          </p:nvSpPr>
          <p:spPr bwMode="auto">
            <a:xfrm>
              <a:off x="1" y="0"/>
              <a:ext cx="574" cy="332"/>
            </a:xfrm>
            <a:custGeom>
              <a:avLst/>
              <a:gdLst>
                <a:gd name="T0" fmla="*/ 574 w 574"/>
                <a:gd name="T1" fmla="*/ 166 h 332"/>
                <a:gd name="T2" fmla="*/ 288 w 574"/>
                <a:gd name="T3" fmla="*/ 332 h 332"/>
                <a:gd name="T4" fmla="*/ 0 w 574"/>
                <a:gd name="T5" fmla="*/ 166 h 332"/>
                <a:gd name="T6" fmla="*/ 286 w 574"/>
                <a:gd name="T7" fmla="*/ 0 h 332"/>
                <a:gd name="T8" fmla="*/ 574 w 574"/>
                <a:gd name="T9" fmla="*/ 166 h 332"/>
                <a:gd name="T10" fmla="*/ 574 w 574"/>
                <a:gd name="T11" fmla="*/ 166 h 332"/>
                <a:gd name="T12" fmla="*/ 574 w 574"/>
                <a:gd name="T13" fmla="*/ 166 h 332"/>
                <a:gd name="T14" fmla="*/ 574 w 574"/>
                <a:gd name="T15" fmla="*/ 166 h 332"/>
                <a:gd name="T16" fmla="*/ 574 w 574"/>
                <a:gd name="T17" fmla="*/ 166 h 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4" h="332">
                  <a:moveTo>
                    <a:pt x="574" y="166"/>
                  </a:moveTo>
                  <a:lnTo>
                    <a:pt x="288" y="332"/>
                  </a:lnTo>
                  <a:lnTo>
                    <a:pt x="0" y="166"/>
                  </a:lnTo>
                  <a:lnTo>
                    <a:pt x="286" y="0"/>
                  </a:lnTo>
                  <a:lnTo>
                    <a:pt x="574" y="166"/>
                  </a:lnTo>
                  <a:lnTo>
                    <a:pt x="574" y="166"/>
                  </a:lnTo>
                  <a:lnTo>
                    <a:pt x="574" y="166"/>
                  </a:lnTo>
                  <a:lnTo>
                    <a:pt x="574" y="166"/>
                  </a:lnTo>
                  <a:lnTo>
                    <a:pt x="574" y="166"/>
                  </a:lnTo>
                  <a:close/>
                </a:path>
              </a:pathLst>
            </a:custGeom>
            <a:solidFill>
              <a:srgbClr val="4D61A4"/>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495" name="未知"/>
            <p:cNvSpPr>
              <a:spLocks noEditPoints="1"/>
            </p:cNvSpPr>
            <p:nvPr/>
          </p:nvSpPr>
          <p:spPr bwMode="auto">
            <a:xfrm>
              <a:off x="80" y="48"/>
              <a:ext cx="416" cy="241"/>
            </a:xfrm>
            <a:custGeom>
              <a:avLst/>
              <a:gdLst>
                <a:gd name="T0" fmla="*/ 483 w 785"/>
                <a:gd name="T1" fmla="*/ 356 h 457"/>
                <a:gd name="T2" fmla="*/ 523 w 785"/>
                <a:gd name="T3" fmla="*/ 379 h 457"/>
                <a:gd name="T4" fmla="*/ 389 w 785"/>
                <a:gd name="T5" fmla="*/ 457 h 457"/>
                <a:gd name="T6" fmla="*/ 255 w 785"/>
                <a:gd name="T7" fmla="*/ 379 h 457"/>
                <a:gd name="T8" fmla="*/ 295 w 785"/>
                <a:gd name="T9" fmla="*/ 356 h 457"/>
                <a:gd name="T10" fmla="*/ 356 w 785"/>
                <a:gd name="T11" fmla="*/ 391 h 457"/>
                <a:gd name="T12" fmla="*/ 356 w 785"/>
                <a:gd name="T13" fmla="*/ 313 h 457"/>
                <a:gd name="T14" fmla="*/ 286 w 785"/>
                <a:gd name="T15" fmla="*/ 290 h 457"/>
                <a:gd name="T16" fmla="*/ 246 w 785"/>
                <a:gd name="T17" fmla="*/ 249 h 457"/>
                <a:gd name="T18" fmla="*/ 113 w 785"/>
                <a:gd name="T19" fmla="*/ 249 h 457"/>
                <a:gd name="T20" fmla="*/ 174 w 785"/>
                <a:gd name="T21" fmla="*/ 285 h 457"/>
                <a:gd name="T22" fmla="*/ 134 w 785"/>
                <a:gd name="T23" fmla="*/ 308 h 457"/>
                <a:gd name="T24" fmla="*/ 0 w 785"/>
                <a:gd name="T25" fmla="*/ 230 h 457"/>
                <a:gd name="T26" fmla="*/ 134 w 785"/>
                <a:gd name="T27" fmla="*/ 153 h 457"/>
                <a:gd name="T28" fmla="*/ 174 w 785"/>
                <a:gd name="T29" fmla="*/ 176 h 457"/>
                <a:gd name="T30" fmla="*/ 113 w 785"/>
                <a:gd name="T31" fmla="*/ 211 h 457"/>
                <a:gd name="T32" fmla="*/ 244 w 785"/>
                <a:gd name="T33" fmla="*/ 211 h 457"/>
                <a:gd name="T34" fmla="*/ 286 w 785"/>
                <a:gd name="T35" fmla="*/ 165 h 457"/>
                <a:gd name="T36" fmla="*/ 369 w 785"/>
                <a:gd name="T37" fmla="*/ 140 h 457"/>
                <a:gd name="T38" fmla="*/ 369 w 785"/>
                <a:gd name="T39" fmla="*/ 66 h 457"/>
                <a:gd name="T40" fmla="*/ 308 w 785"/>
                <a:gd name="T41" fmla="*/ 101 h 457"/>
                <a:gd name="T42" fmla="*/ 268 w 785"/>
                <a:gd name="T43" fmla="*/ 78 h 457"/>
                <a:gd name="T44" fmla="*/ 402 w 785"/>
                <a:gd name="T45" fmla="*/ 0 h 457"/>
                <a:gd name="T46" fmla="*/ 536 w 785"/>
                <a:gd name="T47" fmla="*/ 78 h 457"/>
                <a:gd name="T48" fmla="*/ 496 w 785"/>
                <a:gd name="T49" fmla="*/ 101 h 457"/>
                <a:gd name="T50" fmla="*/ 435 w 785"/>
                <a:gd name="T51" fmla="*/ 66 h 457"/>
                <a:gd name="T52" fmla="*/ 435 w 785"/>
                <a:gd name="T53" fmla="*/ 142 h 457"/>
                <a:gd name="T54" fmla="*/ 502 w 785"/>
                <a:gd name="T55" fmla="*/ 165 h 457"/>
                <a:gd name="T56" fmla="*/ 541 w 785"/>
                <a:gd name="T57" fmla="*/ 204 h 457"/>
                <a:gd name="T58" fmla="*/ 672 w 785"/>
                <a:gd name="T59" fmla="*/ 204 h 457"/>
                <a:gd name="T60" fmla="*/ 611 w 785"/>
                <a:gd name="T61" fmla="*/ 169 h 457"/>
                <a:gd name="T62" fmla="*/ 650 w 785"/>
                <a:gd name="T63" fmla="*/ 145 h 457"/>
                <a:gd name="T64" fmla="*/ 785 w 785"/>
                <a:gd name="T65" fmla="*/ 223 h 457"/>
                <a:gd name="T66" fmla="*/ 651 w 785"/>
                <a:gd name="T67" fmla="*/ 301 h 457"/>
                <a:gd name="T68" fmla="*/ 611 w 785"/>
                <a:gd name="T69" fmla="*/ 278 h 457"/>
                <a:gd name="T70" fmla="*/ 672 w 785"/>
                <a:gd name="T71" fmla="*/ 242 h 457"/>
                <a:gd name="T72" fmla="*/ 545 w 785"/>
                <a:gd name="T73" fmla="*/ 242 h 457"/>
                <a:gd name="T74" fmla="*/ 502 w 785"/>
                <a:gd name="T75" fmla="*/ 290 h 457"/>
                <a:gd name="T76" fmla="*/ 422 w 785"/>
                <a:gd name="T77" fmla="*/ 315 h 457"/>
                <a:gd name="T78" fmla="*/ 422 w 785"/>
                <a:gd name="T79" fmla="*/ 391 h 457"/>
                <a:gd name="T80" fmla="*/ 483 w 785"/>
                <a:gd name="T81" fmla="*/ 356 h 457"/>
                <a:gd name="T82" fmla="*/ 483 w 785"/>
                <a:gd name="T83" fmla="*/ 356 h 457"/>
                <a:gd name="T84" fmla="*/ 483 w 785"/>
                <a:gd name="T85" fmla="*/ 356 h 457"/>
                <a:gd name="T86" fmla="*/ 338 w 785"/>
                <a:gd name="T87" fmla="*/ 260 h 457"/>
                <a:gd name="T88" fmla="*/ 450 w 785"/>
                <a:gd name="T89" fmla="*/ 260 h 457"/>
                <a:gd name="T90" fmla="*/ 450 w 785"/>
                <a:gd name="T91" fmla="*/ 195 h 457"/>
                <a:gd name="T92" fmla="*/ 338 w 785"/>
                <a:gd name="T93" fmla="*/ 195 h 457"/>
                <a:gd name="T94" fmla="*/ 338 w 785"/>
                <a:gd name="T95" fmla="*/ 260 h 4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785" h="457">
                  <a:moveTo>
                    <a:pt x="483" y="356"/>
                  </a:moveTo>
                  <a:cubicBezTo>
                    <a:pt x="523" y="379"/>
                    <a:pt x="523" y="379"/>
                    <a:pt x="523" y="379"/>
                  </a:cubicBezTo>
                  <a:cubicBezTo>
                    <a:pt x="389" y="457"/>
                    <a:pt x="389" y="457"/>
                    <a:pt x="389" y="457"/>
                  </a:cubicBezTo>
                  <a:cubicBezTo>
                    <a:pt x="255" y="379"/>
                    <a:pt x="255" y="379"/>
                    <a:pt x="255" y="379"/>
                  </a:cubicBezTo>
                  <a:cubicBezTo>
                    <a:pt x="295" y="356"/>
                    <a:pt x="295" y="356"/>
                    <a:pt x="295" y="356"/>
                  </a:cubicBezTo>
                  <a:cubicBezTo>
                    <a:pt x="356" y="391"/>
                    <a:pt x="356" y="391"/>
                    <a:pt x="356" y="391"/>
                  </a:cubicBezTo>
                  <a:cubicBezTo>
                    <a:pt x="356" y="313"/>
                    <a:pt x="356" y="313"/>
                    <a:pt x="356" y="313"/>
                  </a:cubicBezTo>
                  <a:cubicBezTo>
                    <a:pt x="330" y="309"/>
                    <a:pt x="306" y="302"/>
                    <a:pt x="286" y="290"/>
                  </a:cubicBezTo>
                  <a:cubicBezTo>
                    <a:pt x="266" y="279"/>
                    <a:pt x="253" y="264"/>
                    <a:pt x="246" y="249"/>
                  </a:cubicBezTo>
                  <a:cubicBezTo>
                    <a:pt x="113" y="249"/>
                    <a:pt x="113" y="249"/>
                    <a:pt x="113" y="249"/>
                  </a:cubicBezTo>
                  <a:cubicBezTo>
                    <a:pt x="174" y="285"/>
                    <a:pt x="174" y="285"/>
                    <a:pt x="174" y="285"/>
                  </a:cubicBezTo>
                  <a:cubicBezTo>
                    <a:pt x="134" y="308"/>
                    <a:pt x="134" y="308"/>
                    <a:pt x="134" y="308"/>
                  </a:cubicBezTo>
                  <a:cubicBezTo>
                    <a:pt x="0" y="230"/>
                    <a:pt x="0" y="230"/>
                    <a:pt x="0" y="230"/>
                  </a:cubicBezTo>
                  <a:cubicBezTo>
                    <a:pt x="134" y="153"/>
                    <a:pt x="134" y="153"/>
                    <a:pt x="134" y="153"/>
                  </a:cubicBezTo>
                  <a:cubicBezTo>
                    <a:pt x="174" y="176"/>
                    <a:pt x="174" y="176"/>
                    <a:pt x="174" y="176"/>
                  </a:cubicBezTo>
                  <a:cubicBezTo>
                    <a:pt x="113" y="211"/>
                    <a:pt x="113" y="211"/>
                    <a:pt x="113" y="211"/>
                  </a:cubicBezTo>
                  <a:cubicBezTo>
                    <a:pt x="244" y="211"/>
                    <a:pt x="244" y="211"/>
                    <a:pt x="244" y="211"/>
                  </a:cubicBezTo>
                  <a:cubicBezTo>
                    <a:pt x="249" y="194"/>
                    <a:pt x="263" y="178"/>
                    <a:pt x="286" y="165"/>
                  </a:cubicBezTo>
                  <a:cubicBezTo>
                    <a:pt x="309" y="151"/>
                    <a:pt x="339" y="143"/>
                    <a:pt x="369" y="140"/>
                  </a:cubicBezTo>
                  <a:cubicBezTo>
                    <a:pt x="369" y="66"/>
                    <a:pt x="369" y="66"/>
                    <a:pt x="369" y="66"/>
                  </a:cubicBezTo>
                  <a:cubicBezTo>
                    <a:pt x="308" y="101"/>
                    <a:pt x="308" y="101"/>
                    <a:pt x="308" y="101"/>
                  </a:cubicBezTo>
                  <a:cubicBezTo>
                    <a:pt x="268" y="78"/>
                    <a:pt x="268" y="78"/>
                    <a:pt x="268" y="78"/>
                  </a:cubicBezTo>
                  <a:cubicBezTo>
                    <a:pt x="402" y="0"/>
                    <a:pt x="402" y="0"/>
                    <a:pt x="402" y="0"/>
                  </a:cubicBezTo>
                  <a:cubicBezTo>
                    <a:pt x="536" y="78"/>
                    <a:pt x="536" y="78"/>
                    <a:pt x="536" y="78"/>
                  </a:cubicBezTo>
                  <a:cubicBezTo>
                    <a:pt x="496" y="101"/>
                    <a:pt x="496" y="101"/>
                    <a:pt x="496" y="101"/>
                  </a:cubicBezTo>
                  <a:cubicBezTo>
                    <a:pt x="435" y="66"/>
                    <a:pt x="435" y="66"/>
                    <a:pt x="435" y="66"/>
                  </a:cubicBezTo>
                  <a:cubicBezTo>
                    <a:pt x="435" y="87"/>
                    <a:pt x="435" y="117"/>
                    <a:pt x="435" y="142"/>
                  </a:cubicBezTo>
                  <a:cubicBezTo>
                    <a:pt x="460" y="146"/>
                    <a:pt x="483" y="154"/>
                    <a:pt x="502" y="165"/>
                  </a:cubicBezTo>
                  <a:cubicBezTo>
                    <a:pt x="521" y="176"/>
                    <a:pt x="534" y="190"/>
                    <a:pt x="541" y="204"/>
                  </a:cubicBezTo>
                  <a:cubicBezTo>
                    <a:pt x="672" y="204"/>
                    <a:pt x="672" y="204"/>
                    <a:pt x="672" y="204"/>
                  </a:cubicBezTo>
                  <a:cubicBezTo>
                    <a:pt x="611" y="169"/>
                    <a:pt x="611" y="169"/>
                    <a:pt x="611" y="169"/>
                  </a:cubicBezTo>
                  <a:cubicBezTo>
                    <a:pt x="650" y="145"/>
                    <a:pt x="650" y="145"/>
                    <a:pt x="650" y="145"/>
                  </a:cubicBezTo>
                  <a:cubicBezTo>
                    <a:pt x="785" y="223"/>
                    <a:pt x="785" y="223"/>
                    <a:pt x="785" y="223"/>
                  </a:cubicBezTo>
                  <a:cubicBezTo>
                    <a:pt x="651" y="301"/>
                    <a:pt x="651" y="301"/>
                    <a:pt x="651" y="301"/>
                  </a:cubicBezTo>
                  <a:cubicBezTo>
                    <a:pt x="611" y="278"/>
                    <a:pt x="611" y="278"/>
                    <a:pt x="611" y="278"/>
                  </a:cubicBezTo>
                  <a:cubicBezTo>
                    <a:pt x="672" y="242"/>
                    <a:pt x="672" y="242"/>
                    <a:pt x="672" y="242"/>
                  </a:cubicBezTo>
                  <a:cubicBezTo>
                    <a:pt x="637" y="242"/>
                    <a:pt x="587" y="242"/>
                    <a:pt x="545" y="242"/>
                  </a:cubicBezTo>
                  <a:cubicBezTo>
                    <a:pt x="540" y="260"/>
                    <a:pt x="526" y="277"/>
                    <a:pt x="502" y="290"/>
                  </a:cubicBezTo>
                  <a:cubicBezTo>
                    <a:pt x="480" y="303"/>
                    <a:pt x="451" y="312"/>
                    <a:pt x="422" y="315"/>
                  </a:cubicBezTo>
                  <a:cubicBezTo>
                    <a:pt x="422" y="391"/>
                    <a:pt x="422" y="391"/>
                    <a:pt x="422" y="391"/>
                  </a:cubicBezTo>
                  <a:cubicBezTo>
                    <a:pt x="483" y="356"/>
                    <a:pt x="483" y="356"/>
                    <a:pt x="483" y="356"/>
                  </a:cubicBezTo>
                  <a:cubicBezTo>
                    <a:pt x="483" y="356"/>
                    <a:pt x="483" y="356"/>
                    <a:pt x="483" y="356"/>
                  </a:cubicBezTo>
                  <a:cubicBezTo>
                    <a:pt x="483" y="356"/>
                    <a:pt x="483" y="356"/>
                    <a:pt x="483" y="356"/>
                  </a:cubicBezTo>
                  <a:close/>
                  <a:moveTo>
                    <a:pt x="338" y="260"/>
                  </a:moveTo>
                  <a:cubicBezTo>
                    <a:pt x="369" y="278"/>
                    <a:pt x="419" y="278"/>
                    <a:pt x="450" y="260"/>
                  </a:cubicBezTo>
                  <a:cubicBezTo>
                    <a:pt x="481" y="242"/>
                    <a:pt x="481" y="213"/>
                    <a:pt x="450" y="195"/>
                  </a:cubicBezTo>
                  <a:cubicBezTo>
                    <a:pt x="419" y="177"/>
                    <a:pt x="368" y="177"/>
                    <a:pt x="338" y="195"/>
                  </a:cubicBezTo>
                  <a:cubicBezTo>
                    <a:pt x="307" y="213"/>
                    <a:pt x="307" y="242"/>
                    <a:pt x="338" y="260"/>
                  </a:cubicBezTo>
                </a:path>
              </a:pathLst>
            </a:custGeom>
            <a:solidFill>
              <a:srgbClr val="1D2977"/>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496" name="未知"/>
            <p:cNvSpPr>
              <a:spLocks noEditPoints="1"/>
            </p:cNvSpPr>
            <p:nvPr/>
          </p:nvSpPr>
          <p:spPr bwMode="auto">
            <a:xfrm>
              <a:off x="80" y="42"/>
              <a:ext cx="416" cy="241"/>
            </a:xfrm>
            <a:custGeom>
              <a:avLst/>
              <a:gdLst>
                <a:gd name="T0" fmla="*/ 483 w 785"/>
                <a:gd name="T1" fmla="*/ 355 h 456"/>
                <a:gd name="T2" fmla="*/ 523 w 785"/>
                <a:gd name="T3" fmla="*/ 379 h 456"/>
                <a:gd name="T4" fmla="*/ 389 w 785"/>
                <a:gd name="T5" fmla="*/ 456 h 456"/>
                <a:gd name="T6" fmla="*/ 255 w 785"/>
                <a:gd name="T7" fmla="*/ 379 h 456"/>
                <a:gd name="T8" fmla="*/ 295 w 785"/>
                <a:gd name="T9" fmla="*/ 355 h 456"/>
                <a:gd name="T10" fmla="*/ 356 w 785"/>
                <a:gd name="T11" fmla="*/ 391 h 456"/>
                <a:gd name="T12" fmla="*/ 356 w 785"/>
                <a:gd name="T13" fmla="*/ 313 h 456"/>
                <a:gd name="T14" fmla="*/ 286 w 785"/>
                <a:gd name="T15" fmla="*/ 290 h 456"/>
                <a:gd name="T16" fmla="*/ 246 w 785"/>
                <a:gd name="T17" fmla="*/ 249 h 456"/>
                <a:gd name="T18" fmla="*/ 113 w 785"/>
                <a:gd name="T19" fmla="*/ 249 h 456"/>
                <a:gd name="T20" fmla="*/ 174 w 785"/>
                <a:gd name="T21" fmla="*/ 284 h 456"/>
                <a:gd name="T22" fmla="*/ 134 w 785"/>
                <a:gd name="T23" fmla="*/ 308 h 456"/>
                <a:gd name="T24" fmla="*/ 0 w 785"/>
                <a:gd name="T25" fmla="*/ 230 h 456"/>
                <a:gd name="T26" fmla="*/ 134 w 785"/>
                <a:gd name="T27" fmla="*/ 152 h 456"/>
                <a:gd name="T28" fmla="*/ 174 w 785"/>
                <a:gd name="T29" fmla="*/ 175 h 456"/>
                <a:gd name="T30" fmla="*/ 113 w 785"/>
                <a:gd name="T31" fmla="*/ 211 h 456"/>
                <a:gd name="T32" fmla="*/ 244 w 785"/>
                <a:gd name="T33" fmla="*/ 211 h 456"/>
                <a:gd name="T34" fmla="*/ 286 w 785"/>
                <a:gd name="T35" fmla="*/ 165 h 456"/>
                <a:gd name="T36" fmla="*/ 369 w 785"/>
                <a:gd name="T37" fmla="*/ 140 h 456"/>
                <a:gd name="T38" fmla="*/ 369 w 785"/>
                <a:gd name="T39" fmla="*/ 65 h 456"/>
                <a:gd name="T40" fmla="*/ 308 w 785"/>
                <a:gd name="T41" fmla="*/ 101 h 456"/>
                <a:gd name="T42" fmla="*/ 268 w 785"/>
                <a:gd name="T43" fmla="*/ 78 h 456"/>
                <a:gd name="T44" fmla="*/ 402 w 785"/>
                <a:gd name="T45" fmla="*/ 0 h 456"/>
                <a:gd name="T46" fmla="*/ 536 w 785"/>
                <a:gd name="T47" fmla="*/ 78 h 456"/>
                <a:gd name="T48" fmla="*/ 496 w 785"/>
                <a:gd name="T49" fmla="*/ 101 h 456"/>
                <a:gd name="T50" fmla="*/ 435 w 785"/>
                <a:gd name="T51" fmla="*/ 65 h 456"/>
                <a:gd name="T52" fmla="*/ 435 w 785"/>
                <a:gd name="T53" fmla="*/ 142 h 456"/>
                <a:gd name="T54" fmla="*/ 502 w 785"/>
                <a:gd name="T55" fmla="*/ 165 h 456"/>
                <a:gd name="T56" fmla="*/ 541 w 785"/>
                <a:gd name="T57" fmla="*/ 204 h 456"/>
                <a:gd name="T58" fmla="*/ 672 w 785"/>
                <a:gd name="T59" fmla="*/ 204 h 456"/>
                <a:gd name="T60" fmla="*/ 611 w 785"/>
                <a:gd name="T61" fmla="*/ 168 h 456"/>
                <a:gd name="T62" fmla="*/ 650 w 785"/>
                <a:gd name="T63" fmla="*/ 145 h 456"/>
                <a:gd name="T64" fmla="*/ 785 w 785"/>
                <a:gd name="T65" fmla="*/ 223 h 456"/>
                <a:gd name="T66" fmla="*/ 651 w 785"/>
                <a:gd name="T67" fmla="*/ 300 h 456"/>
                <a:gd name="T68" fmla="*/ 611 w 785"/>
                <a:gd name="T69" fmla="*/ 277 h 456"/>
                <a:gd name="T70" fmla="*/ 672 w 785"/>
                <a:gd name="T71" fmla="*/ 242 h 456"/>
                <a:gd name="T72" fmla="*/ 545 w 785"/>
                <a:gd name="T73" fmla="*/ 242 h 456"/>
                <a:gd name="T74" fmla="*/ 502 w 785"/>
                <a:gd name="T75" fmla="*/ 290 h 456"/>
                <a:gd name="T76" fmla="*/ 422 w 785"/>
                <a:gd name="T77" fmla="*/ 314 h 456"/>
                <a:gd name="T78" fmla="*/ 422 w 785"/>
                <a:gd name="T79" fmla="*/ 391 h 456"/>
                <a:gd name="T80" fmla="*/ 483 w 785"/>
                <a:gd name="T81" fmla="*/ 355 h 456"/>
                <a:gd name="T82" fmla="*/ 483 w 785"/>
                <a:gd name="T83" fmla="*/ 355 h 456"/>
                <a:gd name="T84" fmla="*/ 483 w 785"/>
                <a:gd name="T85" fmla="*/ 355 h 456"/>
                <a:gd name="T86" fmla="*/ 338 w 785"/>
                <a:gd name="T87" fmla="*/ 260 h 456"/>
                <a:gd name="T88" fmla="*/ 450 w 785"/>
                <a:gd name="T89" fmla="*/ 260 h 456"/>
                <a:gd name="T90" fmla="*/ 450 w 785"/>
                <a:gd name="T91" fmla="*/ 195 h 456"/>
                <a:gd name="T92" fmla="*/ 338 w 785"/>
                <a:gd name="T93" fmla="*/ 195 h 456"/>
                <a:gd name="T94" fmla="*/ 338 w 785"/>
                <a:gd name="T95" fmla="*/ 260 h 4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785" h="456">
                  <a:moveTo>
                    <a:pt x="483" y="355"/>
                  </a:moveTo>
                  <a:cubicBezTo>
                    <a:pt x="523" y="379"/>
                    <a:pt x="523" y="379"/>
                    <a:pt x="523" y="379"/>
                  </a:cubicBezTo>
                  <a:cubicBezTo>
                    <a:pt x="389" y="456"/>
                    <a:pt x="389" y="456"/>
                    <a:pt x="389" y="456"/>
                  </a:cubicBezTo>
                  <a:cubicBezTo>
                    <a:pt x="255" y="379"/>
                    <a:pt x="255" y="379"/>
                    <a:pt x="255" y="379"/>
                  </a:cubicBezTo>
                  <a:cubicBezTo>
                    <a:pt x="295" y="355"/>
                    <a:pt x="295" y="355"/>
                    <a:pt x="295" y="355"/>
                  </a:cubicBezTo>
                  <a:cubicBezTo>
                    <a:pt x="356" y="391"/>
                    <a:pt x="356" y="391"/>
                    <a:pt x="356" y="391"/>
                  </a:cubicBezTo>
                  <a:cubicBezTo>
                    <a:pt x="356" y="313"/>
                    <a:pt x="356" y="313"/>
                    <a:pt x="356" y="313"/>
                  </a:cubicBezTo>
                  <a:cubicBezTo>
                    <a:pt x="330" y="309"/>
                    <a:pt x="306" y="301"/>
                    <a:pt x="286" y="290"/>
                  </a:cubicBezTo>
                  <a:cubicBezTo>
                    <a:pt x="266" y="278"/>
                    <a:pt x="253" y="264"/>
                    <a:pt x="246" y="249"/>
                  </a:cubicBezTo>
                  <a:cubicBezTo>
                    <a:pt x="113" y="249"/>
                    <a:pt x="113" y="249"/>
                    <a:pt x="113" y="249"/>
                  </a:cubicBezTo>
                  <a:cubicBezTo>
                    <a:pt x="174" y="284"/>
                    <a:pt x="174" y="284"/>
                    <a:pt x="174" y="284"/>
                  </a:cubicBezTo>
                  <a:cubicBezTo>
                    <a:pt x="134" y="308"/>
                    <a:pt x="134" y="308"/>
                    <a:pt x="134" y="308"/>
                  </a:cubicBezTo>
                  <a:cubicBezTo>
                    <a:pt x="0" y="230"/>
                    <a:pt x="0" y="230"/>
                    <a:pt x="0" y="230"/>
                  </a:cubicBezTo>
                  <a:cubicBezTo>
                    <a:pt x="134" y="152"/>
                    <a:pt x="134" y="152"/>
                    <a:pt x="134" y="152"/>
                  </a:cubicBezTo>
                  <a:cubicBezTo>
                    <a:pt x="174" y="175"/>
                    <a:pt x="174" y="175"/>
                    <a:pt x="174" y="175"/>
                  </a:cubicBezTo>
                  <a:cubicBezTo>
                    <a:pt x="113" y="211"/>
                    <a:pt x="113" y="211"/>
                    <a:pt x="113" y="211"/>
                  </a:cubicBezTo>
                  <a:cubicBezTo>
                    <a:pt x="244" y="211"/>
                    <a:pt x="244" y="211"/>
                    <a:pt x="244" y="211"/>
                  </a:cubicBezTo>
                  <a:cubicBezTo>
                    <a:pt x="249" y="194"/>
                    <a:pt x="263" y="178"/>
                    <a:pt x="286" y="165"/>
                  </a:cubicBezTo>
                  <a:cubicBezTo>
                    <a:pt x="309" y="151"/>
                    <a:pt x="339" y="143"/>
                    <a:pt x="369" y="140"/>
                  </a:cubicBezTo>
                  <a:cubicBezTo>
                    <a:pt x="369" y="65"/>
                    <a:pt x="369" y="65"/>
                    <a:pt x="369" y="65"/>
                  </a:cubicBezTo>
                  <a:cubicBezTo>
                    <a:pt x="308" y="101"/>
                    <a:pt x="308" y="101"/>
                    <a:pt x="308" y="101"/>
                  </a:cubicBezTo>
                  <a:cubicBezTo>
                    <a:pt x="268" y="78"/>
                    <a:pt x="268" y="78"/>
                    <a:pt x="268" y="78"/>
                  </a:cubicBezTo>
                  <a:cubicBezTo>
                    <a:pt x="402" y="0"/>
                    <a:pt x="402" y="0"/>
                    <a:pt x="402" y="0"/>
                  </a:cubicBezTo>
                  <a:cubicBezTo>
                    <a:pt x="536" y="78"/>
                    <a:pt x="536" y="78"/>
                    <a:pt x="536" y="78"/>
                  </a:cubicBezTo>
                  <a:cubicBezTo>
                    <a:pt x="496" y="101"/>
                    <a:pt x="496" y="101"/>
                    <a:pt x="496" y="101"/>
                  </a:cubicBezTo>
                  <a:cubicBezTo>
                    <a:pt x="435" y="65"/>
                    <a:pt x="435" y="65"/>
                    <a:pt x="435" y="65"/>
                  </a:cubicBezTo>
                  <a:cubicBezTo>
                    <a:pt x="435" y="87"/>
                    <a:pt x="435" y="117"/>
                    <a:pt x="435" y="142"/>
                  </a:cubicBezTo>
                  <a:cubicBezTo>
                    <a:pt x="460" y="146"/>
                    <a:pt x="483" y="154"/>
                    <a:pt x="502" y="165"/>
                  </a:cubicBezTo>
                  <a:cubicBezTo>
                    <a:pt x="521" y="176"/>
                    <a:pt x="534" y="189"/>
                    <a:pt x="541" y="204"/>
                  </a:cubicBezTo>
                  <a:cubicBezTo>
                    <a:pt x="672" y="204"/>
                    <a:pt x="672" y="204"/>
                    <a:pt x="672" y="204"/>
                  </a:cubicBezTo>
                  <a:cubicBezTo>
                    <a:pt x="611" y="168"/>
                    <a:pt x="611" y="168"/>
                    <a:pt x="611" y="168"/>
                  </a:cubicBezTo>
                  <a:cubicBezTo>
                    <a:pt x="650" y="145"/>
                    <a:pt x="650" y="145"/>
                    <a:pt x="650" y="145"/>
                  </a:cubicBezTo>
                  <a:cubicBezTo>
                    <a:pt x="785" y="223"/>
                    <a:pt x="785" y="223"/>
                    <a:pt x="785" y="223"/>
                  </a:cubicBezTo>
                  <a:cubicBezTo>
                    <a:pt x="651" y="300"/>
                    <a:pt x="651" y="300"/>
                    <a:pt x="651" y="300"/>
                  </a:cubicBezTo>
                  <a:cubicBezTo>
                    <a:pt x="611" y="277"/>
                    <a:pt x="611" y="277"/>
                    <a:pt x="611" y="277"/>
                  </a:cubicBezTo>
                  <a:cubicBezTo>
                    <a:pt x="672" y="242"/>
                    <a:pt x="672" y="242"/>
                    <a:pt x="672" y="242"/>
                  </a:cubicBezTo>
                  <a:cubicBezTo>
                    <a:pt x="637" y="242"/>
                    <a:pt x="587" y="242"/>
                    <a:pt x="545" y="242"/>
                  </a:cubicBezTo>
                  <a:cubicBezTo>
                    <a:pt x="540" y="259"/>
                    <a:pt x="526" y="276"/>
                    <a:pt x="502" y="290"/>
                  </a:cubicBezTo>
                  <a:cubicBezTo>
                    <a:pt x="480" y="303"/>
                    <a:pt x="451" y="311"/>
                    <a:pt x="422" y="314"/>
                  </a:cubicBezTo>
                  <a:cubicBezTo>
                    <a:pt x="422" y="391"/>
                    <a:pt x="422" y="391"/>
                    <a:pt x="422" y="391"/>
                  </a:cubicBezTo>
                  <a:cubicBezTo>
                    <a:pt x="483" y="355"/>
                    <a:pt x="483" y="355"/>
                    <a:pt x="483" y="355"/>
                  </a:cubicBezTo>
                  <a:cubicBezTo>
                    <a:pt x="483" y="355"/>
                    <a:pt x="483" y="355"/>
                    <a:pt x="483" y="355"/>
                  </a:cubicBezTo>
                  <a:cubicBezTo>
                    <a:pt x="483" y="355"/>
                    <a:pt x="483" y="355"/>
                    <a:pt x="483" y="355"/>
                  </a:cubicBezTo>
                  <a:close/>
                  <a:moveTo>
                    <a:pt x="338" y="260"/>
                  </a:moveTo>
                  <a:cubicBezTo>
                    <a:pt x="369" y="278"/>
                    <a:pt x="419" y="278"/>
                    <a:pt x="450" y="260"/>
                  </a:cubicBezTo>
                  <a:cubicBezTo>
                    <a:pt x="481" y="242"/>
                    <a:pt x="481" y="213"/>
                    <a:pt x="450" y="195"/>
                  </a:cubicBezTo>
                  <a:cubicBezTo>
                    <a:pt x="419" y="177"/>
                    <a:pt x="368" y="177"/>
                    <a:pt x="338" y="195"/>
                  </a:cubicBezTo>
                  <a:cubicBezTo>
                    <a:pt x="307" y="213"/>
                    <a:pt x="307" y="242"/>
                    <a:pt x="338" y="260"/>
                  </a:cubicBezTo>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497" name="未知"/>
            <p:cNvSpPr/>
            <p:nvPr/>
          </p:nvSpPr>
          <p:spPr bwMode="auto">
            <a:xfrm>
              <a:off x="49" y="226"/>
              <a:ext cx="30" cy="48"/>
            </a:xfrm>
            <a:custGeom>
              <a:avLst/>
              <a:gdLst>
                <a:gd name="T0" fmla="*/ 27 w 56"/>
                <a:gd name="T1" fmla="*/ 5 h 92"/>
                <a:gd name="T2" fmla="*/ 46 w 56"/>
                <a:gd name="T3" fmla="*/ 21 h 92"/>
                <a:gd name="T4" fmla="*/ 54 w 56"/>
                <a:gd name="T5" fmla="*/ 45 h 92"/>
                <a:gd name="T6" fmla="*/ 40 w 56"/>
                <a:gd name="T7" fmla="*/ 36 h 92"/>
                <a:gd name="T8" fmla="*/ 27 w 56"/>
                <a:gd name="T9" fmla="*/ 17 h 92"/>
                <a:gd name="T10" fmla="*/ 20 w 56"/>
                <a:gd name="T11" fmla="*/ 15 h 92"/>
                <a:gd name="T12" fmla="*/ 17 w 56"/>
                <a:gd name="T13" fmla="*/ 20 h 92"/>
                <a:gd name="T14" fmla="*/ 20 w 56"/>
                <a:gd name="T15" fmla="*/ 28 h 92"/>
                <a:gd name="T16" fmla="*/ 36 w 56"/>
                <a:gd name="T17" fmla="*/ 43 h 92"/>
                <a:gd name="T18" fmla="*/ 48 w 56"/>
                <a:gd name="T19" fmla="*/ 55 h 92"/>
                <a:gd name="T20" fmla="*/ 56 w 56"/>
                <a:gd name="T21" fmla="*/ 77 h 92"/>
                <a:gd name="T22" fmla="*/ 49 w 56"/>
                <a:gd name="T23" fmla="*/ 90 h 92"/>
                <a:gd name="T24" fmla="*/ 28 w 56"/>
                <a:gd name="T25" fmla="*/ 85 h 92"/>
                <a:gd name="T26" fmla="*/ 9 w 56"/>
                <a:gd name="T27" fmla="*/ 67 h 92"/>
                <a:gd name="T28" fmla="*/ 0 w 56"/>
                <a:gd name="T29" fmla="*/ 42 h 92"/>
                <a:gd name="T30" fmla="*/ 14 w 56"/>
                <a:gd name="T31" fmla="*/ 50 h 92"/>
                <a:gd name="T32" fmla="*/ 19 w 56"/>
                <a:gd name="T33" fmla="*/ 63 h 92"/>
                <a:gd name="T34" fmla="*/ 29 w 56"/>
                <a:gd name="T35" fmla="*/ 72 h 92"/>
                <a:gd name="T36" fmla="*/ 37 w 56"/>
                <a:gd name="T37" fmla="*/ 75 h 92"/>
                <a:gd name="T38" fmla="*/ 42 w 56"/>
                <a:gd name="T39" fmla="*/ 70 h 92"/>
                <a:gd name="T40" fmla="*/ 32 w 56"/>
                <a:gd name="T41" fmla="*/ 55 h 92"/>
                <a:gd name="T42" fmla="*/ 13 w 56"/>
                <a:gd name="T43" fmla="*/ 37 h 92"/>
                <a:gd name="T44" fmla="*/ 2 w 56"/>
                <a:gd name="T45" fmla="*/ 13 h 92"/>
                <a:gd name="T46" fmla="*/ 10 w 56"/>
                <a:gd name="T47" fmla="*/ 1 h 92"/>
                <a:gd name="T48" fmla="*/ 27 w 56"/>
                <a:gd name="T49" fmla="*/ 5 h 92"/>
                <a:gd name="T50" fmla="*/ 27 w 56"/>
                <a:gd name="T51" fmla="*/ 5 h 92"/>
                <a:gd name="T52" fmla="*/ 27 w 56"/>
                <a:gd name="T53" fmla="*/ 5 h 92"/>
                <a:gd name="T54" fmla="*/ 27 w 56"/>
                <a:gd name="T55" fmla="*/ 5 h 92"/>
                <a:gd name="T56" fmla="*/ 27 w 56"/>
                <a:gd name="T57" fmla="*/ 5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6" h="92">
                  <a:moveTo>
                    <a:pt x="27" y="5"/>
                  </a:moveTo>
                  <a:cubicBezTo>
                    <a:pt x="35" y="9"/>
                    <a:pt x="41" y="15"/>
                    <a:pt x="46" y="21"/>
                  </a:cubicBezTo>
                  <a:cubicBezTo>
                    <a:pt x="51" y="28"/>
                    <a:pt x="54" y="36"/>
                    <a:pt x="54" y="45"/>
                  </a:cubicBezTo>
                  <a:cubicBezTo>
                    <a:pt x="40" y="36"/>
                    <a:pt x="40" y="36"/>
                    <a:pt x="40" y="36"/>
                  </a:cubicBezTo>
                  <a:cubicBezTo>
                    <a:pt x="39" y="29"/>
                    <a:pt x="35" y="22"/>
                    <a:pt x="27" y="17"/>
                  </a:cubicBezTo>
                  <a:cubicBezTo>
                    <a:pt x="24" y="16"/>
                    <a:pt x="22" y="15"/>
                    <a:pt x="20" y="15"/>
                  </a:cubicBezTo>
                  <a:cubicBezTo>
                    <a:pt x="18" y="16"/>
                    <a:pt x="17" y="17"/>
                    <a:pt x="17" y="20"/>
                  </a:cubicBezTo>
                  <a:cubicBezTo>
                    <a:pt x="17" y="23"/>
                    <a:pt x="18" y="26"/>
                    <a:pt x="20" y="28"/>
                  </a:cubicBezTo>
                  <a:cubicBezTo>
                    <a:pt x="22" y="30"/>
                    <a:pt x="27" y="35"/>
                    <a:pt x="36" y="43"/>
                  </a:cubicBezTo>
                  <a:cubicBezTo>
                    <a:pt x="42" y="48"/>
                    <a:pt x="45" y="52"/>
                    <a:pt x="48" y="55"/>
                  </a:cubicBezTo>
                  <a:cubicBezTo>
                    <a:pt x="53" y="62"/>
                    <a:pt x="56" y="69"/>
                    <a:pt x="56" y="77"/>
                  </a:cubicBezTo>
                  <a:cubicBezTo>
                    <a:pt x="56" y="84"/>
                    <a:pt x="54" y="88"/>
                    <a:pt x="49" y="90"/>
                  </a:cubicBezTo>
                  <a:cubicBezTo>
                    <a:pt x="44" y="92"/>
                    <a:pt x="37" y="90"/>
                    <a:pt x="28" y="85"/>
                  </a:cubicBezTo>
                  <a:cubicBezTo>
                    <a:pt x="20" y="81"/>
                    <a:pt x="14" y="75"/>
                    <a:pt x="9" y="67"/>
                  </a:cubicBezTo>
                  <a:cubicBezTo>
                    <a:pt x="3" y="59"/>
                    <a:pt x="0" y="51"/>
                    <a:pt x="0" y="42"/>
                  </a:cubicBezTo>
                  <a:cubicBezTo>
                    <a:pt x="14" y="50"/>
                    <a:pt x="14" y="50"/>
                    <a:pt x="14" y="50"/>
                  </a:cubicBezTo>
                  <a:cubicBezTo>
                    <a:pt x="14" y="55"/>
                    <a:pt x="16" y="59"/>
                    <a:pt x="19" y="63"/>
                  </a:cubicBezTo>
                  <a:cubicBezTo>
                    <a:pt x="21" y="67"/>
                    <a:pt x="25" y="70"/>
                    <a:pt x="29" y="72"/>
                  </a:cubicBezTo>
                  <a:cubicBezTo>
                    <a:pt x="32" y="74"/>
                    <a:pt x="35" y="75"/>
                    <a:pt x="37" y="75"/>
                  </a:cubicBezTo>
                  <a:cubicBezTo>
                    <a:pt x="40" y="76"/>
                    <a:pt x="42" y="74"/>
                    <a:pt x="42" y="70"/>
                  </a:cubicBezTo>
                  <a:cubicBezTo>
                    <a:pt x="42" y="66"/>
                    <a:pt x="38" y="61"/>
                    <a:pt x="32" y="55"/>
                  </a:cubicBezTo>
                  <a:cubicBezTo>
                    <a:pt x="20" y="44"/>
                    <a:pt x="14" y="38"/>
                    <a:pt x="13" y="37"/>
                  </a:cubicBezTo>
                  <a:cubicBezTo>
                    <a:pt x="6" y="29"/>
                    <a:pt x="2" y="22"/>
                    <a:pt x="2" y="13"/>
                  </a:cubicBezTo>
                  <a:cubicBezTo>
                    <a:pt x="2" y="6"/>
                    <a:pt x="5" y="2"/>
                    <a:pt x="10" y="1"/>
                  </a:cubicBezTo>
                  <a:cubicBezTo>
                    <a:pt x="15" y="0"/>
                    <a:pt x="21" y="1"/>
                    <a:pt x="27" y="5"/>
                  </a:cubicBezTo>
                  <a:cubicBezTo>
                    <a:pt x="27" y="5"/>
                    <a:pt x="27" y="5"/>
                    <a:pt x="27" y="5"/>
                  </a:cubicBezTo>
                  <a:cubicBezTo>
                    <a:pt x="27" y="5"/>
                    <a:pt x="27" y="5"/>
                    <a:pt x="27" y="5"/>
                  </a:cubicBezTo>
                  <a:cubicBezTo>
                    <a:pt x="27" y="5"/>
                    <a:pt x="27" y="5"/>
                    <a:pt x="27" y="5"/>
                  </a:cubicBezTo>
                  <a:cubicBezTo>
                    <a:pt x="27" y="5"/>
                    <a:pt x="27" y="5"/>
                    <a:pt x="27" y="5"/>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498" name="未知"/>
            <p:cNvSpPr/>
            <p:nvPr/>
          </p:nvSpPr>
          <p:spPr bwMode="auto">
            <a:xfrm>
              <a:off x="80" y="238"/>
              <a:ext cx="46" cy="62"/>
            </a:xfrm>
            <a:custGeom>
              <a:avLst/>
              <a:gdLst>
                <a:gd name="T0" fmla="*/ 46 w 46"/>
                <a:gd name="T1" fmla="*/ 27 h 62"/>
                <a:gd name="T2" fmla="*/ 36 w 46"/>
                <a:gd name="T3" fmla="*/ 62 h 62"/>
                <a:gd name="T4" fmla="*/ 29 w 46"/>
                <a:gd name="T5" fmla="*/ 57 h 62"/>
                <a:gd name="T6" fmla="*/ 23 w 46"/>
                <a:gd name="T7" fmla="*/ 27 h 62"/>
                <a:gd name="T8" fmla="*/ 17 w 46"/>
                <a:gd name="T9" fmla="*/ 51 h 62"/>
                <a:gd name="T10" fmla="*/ 9 w 46"/>
                <a:gd name="T11" fmla="*/ 46 h 62"/>
                <a:gd name="T12" fmla="*/ 0 w 46"/>
                <a:gd name="T13" fmla="*/ 0 h 62"/>
                <a:gd name="T14" fmla="*/ 8 w 46"/>
                <a:gd name="T15" fmla="*/ 5 h 62"/>
                <a:gd name="T16" fmla="*/ 13 w 46"/>
                <a:gd name="T17" fmla="*/ 36 h 62"/>
                <a:gd name="T18" fmla="*/ 19 w 46"/>
                <a:gd name="T19" fmla="*/ 12 h 62"/>
                <a:gd name="T20" fmla="*/ 27 w 46"/>
                <a:gd name="T21" fmla="*/ 16 h 62"/>
                <a:gd name="T22" fmla="*/ 33 w 46"/>
                <a:gd name="T23" fmla="*/ 47 h 62"/>
                <a:gd name="T24" fmla="*/ 38 w 46"/>
                <a:gd name="T25" fmla="*/ 23 h 62"/>
                <a:gd name="T26" fmla="*/ 46 w 46"/>
                <a:gd name="T27" fmla="*/ 27 h 62"/>
                <a:gd name="T28" fmla="*/ 46 w 46"/>
                <a:gd name="T29" fmla="*/ 27 h 62"/>
                <a:gd name="T30" fmla="*/ 46 w 46"/>
                <a:gd name="T31" fmla="*/ 27 h 62"/>
                <a:gd name="T32" fmla="*/ 46 w 46"/>
                <a:gd name="T33" fmla="*/ 27 h 62"/>
                <a:gd name="T34" fmla="*/ 46 w 46"/>
                <a:gd name="T35" fmla="*/ 27 h 62"/>
                <a:gd name="T36" fmla="*/ 46 w 46"/>
                <a:gd name="T37" fmla="*/ 27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6" h="62">
                  <a:moveTo>
                    <a:pt x="46" y="27"/>
                  </a:moveTo>
                  <a:lnTo>
                    <a:pt x="36" y="62"/>
                  </a:lnTo>
                  <a:lnTo>
                    <a:pt x="29" y="57"/>
                  </a:lnTo>
                  <a:lnTo>
                    <a:pt x="23" y="27"/>
                  </a:lnTo>
                  <a:lnTo>
                    <a:pt x="17" y="51"/>
                  </a:lnTo>
                  <a:lnTo>
                    <a:pt x="9" y="46"/>
                  </a:lnTo>
                  <a:lnTo>
                    <a:pt x="0" y="0"/>
                  </a:lnTo>
                  <a:lnTo>
                    <a:pt x="8" y="5"/>
                  </a:lnTo>
                  <a:lnTo>
                    <a:pt x="13" y="36"/>
                  </a:lnTo>
                  <a:lnTo>
                    <a:pt x="19" y="12"/>
                  </a:lnTo>
                  <a:lnTo>
                    <a:pt x="27" y="16"/>
                  </a:lnTo>
                  <a:lnTo>
                    <a:pt x="33" y="47"/>
                  </a:lnTo>
                  <a:lnTo>
                    <a:pt x="38" y="23"/>
                  </a:lnTo>
                  <a:lnTo>
                    <a:pt x="46" y="27"/>
                  </a:lnTo>
                  <a:lnTo>
                    <a:pt x="46" y="27"/>
                  </a:lnTo>
                  <a:lnTo>
                    <a:pt x="46" y="27"/>
                  </a:lnTo>
                  <a:lnTo>
                    <a:pt x="46" y="27"/>
                  </a:lnTo>
                  <a:lnTo>
                    <a:pt x="46" y="27"/>
                  </a:lnTo>
                  <a:lnTo>
                    <a:pt x="46" y="27"/>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499" name="未知"/>
            <p:cNvSpPr/>
            <p:nvPr/>
          </p:nvSpPr>
          <p:spPr bwMode="auto">
            <a:xfrm>
              <a:off x="130" y="267"/>
              <a:ext cx="7" cy="45"/>
            </a:xfrm>
            <a:custGeom>
              <a:avLst/>
              <a:gdLst>
                <a:gd name="T0" fmla="*/ 7 w 7"/>
                <a:gd name="T1" fmla="*/ 5 h 45"/>
                <a:gd name="T2" fmla="*/ 7 w 7"/>
                <a:gd name="T3" fmla="*/ 45 h 45"/>
                <a:gd name="T4" fmla="*/ 0 w 7"/>
                <a:gd name="T5" fmla="*/ 41 h 45"/>
                <a:gd name="T6" fmla="*/ 0 w 7"/>
                <a:gd name="T7" fmla="*/ 0 h 45"/>
                <a:gd name="T8" fmla="*/ 7 w 7"/>
                <a:gd name="T9" fmla="*/ 5 h 45"/>
                <a:gd name="T10" fmla="*/ 7 w 7"/>
                <a:gd name="T11" fmla="*/ 5 h 45"/>
                <a:gd name="T12" fmla="*/ 7 w 7"/>
                <a:gd name="T13" fmla="*/ 5 h 45"/>
                <a:gd name="T14" fmla="*/ 7 w 7"/>
                <a:gd name="T15" fmla="*/ 5 h 45"/>
                <a:gd name="T16" fmla="*/ 7 w 7"/>
                <a:gd name="T17" fmla="*/ 5 h 45"/>
                <a:gd name="T18" fmla="*/ 7 w 7"/>
                <a:gd name="T19" fmla="*/ 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 h="45">
                  <a:moveTo>
                    <a:pt x="7" y="5"/>
                  </a:moveTo>
                  <a:lnTo>
                    <a:pt x="7" y="45"/>
                  </a:lnTo>
                  <a:lnTo>
                    <a:pt x="0" y="41"/>
                  </a:lnTo>
                  <a:lnTo>
                    <a:pt x="0" y="0"/>
                  </a:lnTo>
                  <a:lnTo>
                    <a:pt x="7" y="5"/>
                  </a:lnTo>
                  <a:lnTo>
                    <a:pt x="7" y="5"/>
                  </a:lnTo>
                  <a:lnTo>
                    <a:pt x="7" y="5"/>
                  </a:lnTo>
                  <a:lnTo>
                    <a:pt x="7" y="5"/>
                  </a:lnTo>
                  <a:lnTo>
                    <a:pt x="7" y="5"/>
                  </a:lnTo>
                  <a:lnTo>
                    <a:pt x="7" y="5"/>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500" name="未知"/>
            <p:cNvSpPr/>
            <p:nvPr/>
          </p:nvSpPr>
          <p:spPr bwMode="auto">
            <a:xfrm>
              <a:off x="141" y="274"/>
              <a:ext cx="29" cy="51"/>
            </a:xfrm>
            <a:custGeom>
              <a:avLst/>
              <a:gdLst>
                <a:gd name="T0" fmla="*/ 29 w 29"/>
                <a:gd name="T1" fmla="*/ 17 h 51"/>
                <a:gd name="T2" fmla="*/ 29 w 29"/>
                <a:gd name="T3" fmla="*/ 24 h 51"/>
                <a:gd name="T4" fmla="*/ 19 w 29"/>
                <a:gd name="T5" fmla="*/ 18 h 51"/>
                <a:gd name="T6" fmla="*/ 19 w 29"/>
                <a:gd name="T7" fmla="*/ 51 h 51"/>
                <a:gd name="T8" fmla="*/ 11 w 29"/>
                <a:gd name="T9" fmla="*/ 46 h 51"/>
                <a:gd name="T10" fmla="*/ 11 w 29"/>
                <a:gd name="T11" fmla="*/ 14 h 51"/>
                <a:gd name="T12" fmla="*/ 0 w 29"/>
                <a:gd name="T13" fmla="*/ 7 h 51"/>
                <a:gd name="T14" fmla="*/ 0 w 29"/>
                <a:gd name="T15" fmla="*/ 0 h 51"/>
                <a:gd name="T16" fmla="*/ 29 w 29"/>
                <a:gd name="T17" fmla="*/ 17 h 51"/>
                <a:gd name="T18" fmla="*/ 29 w 29"/>
                <a:gd name="T19" fmla="*/ 17 h 51"/>
                <a:gd name="T20" fmla="*/ 29 w 29"/>
                <a:gd name="T21" fmla="*/ 17 h 51"/>
                <a:gd name="T22" fmla="*/ 29 w 29"/>
                <a:gd name="T23" fmla="*/ 17 h 51"/>
                <a:gd name="T24" fmla="*/ 29 w 29"/>
                <a:gd name="T25" fmla="*/ 17 h 51"/>
                <a:gd name="T26" fmla="*/ 29 w 29"/>
                <a:gd name="T27" fmla="*/ 17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51">
                  <a:moveTo>
                    <a:pt x="29" y="17"/>
                  </a:moveTo>
                  <a:lnTo>
                    <a:pt x="29" y="24"/>
                  </a:lnTo>
                  <a:lnTo>
                    <a:pt x="19" y="18"/>
                  </a:lnTo>
                  <a:lnTo>
                    <a:pt x="19" y="51"/>
                  </a:lnTo>
                  <a:lnTo>
                    <a:pt x="11" y="46"/>
                  </a:lnTo>
                  <a:lnTo>
                    <a:pt x="11" y="14"/>
                  </a:lnTo>
                  <a:lnTo>
                    <a:pt x="0" y="7"/>
                  </a:lnTo>
                  <a:lnTo>
                    <a:pt x="0" y="0"/>
                  </a:lnTo>
                  <a:lnTo>
                    <a:pt x="29" y="17"/>
                  </a:lnTo>
                  <a:lnTo>
                    <a:pt x="29" y="17"/>
                  </a:lnTo>
                  <a:lnTo>
                    <a:pt x="29" y="17"/>
                  </a:lnTo>
                  <a:lnTo>
                    <a:pt x="29" y="17"/>
                  </a:lnTo>
                  <a:lnTo>
                    <a:pt x="29" y="17"/>
                  </a:lnTo>
                  <a:lnTo>
                    <a:pt x="29" y="17"/>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501" name="未知"/>
            <p:cNvSpPr/>
            <p:nvPr/>
          </p:nvSpPr>
          <p:spPr bwMode="auto">
            <a:xfrm>
              <a:off x="172" y="298"/>
              <a:ext cx="33" cy="48"/>
            </a:xfrm>
            <a:custGeom>
              <a:avLst/>
              <a:gdLst>
                <a:gd name="T0" fmla="*/ 33 w 62"/>
                <a:gd name="T1" fmla="*/ 7 h 92"/>
                <a:gd name="T2" fmla="*/ 52 w 62"/>
                <a:gd name="T3" fmla="*/ 25 h 92"/>
                <a:gd name="T4" fmla="*/ 62 w 62"/>
                <a:gd name="T5" fmla="*/ 50 h 92"/>
                <a:gd name="T6" fmla="*/ 48 w 62"/>
                <a:gd name="T7" fmla="*/ 42 h 92"/>
                <a:gd name="T8" fmla="*/ 43 w 62"/>
                <a:gd name="T9" fmla="*/ 30 h 92"/>
                <a:gd name="T10" fmla="*/ 33 w 62"/>
                <a:gd name="T11" fmla="*/ 21 h 92"/>
                <a:gd name="T12" fmla="*/ 19 w 62"/>
                <a:gd name="T13" fmla="*/ 21 h 92"/>
                <a:gd name="T14" fmla="*/ 15 w 62"/>
                <a:gd name="T15" fmla="*/ 36 h 92"/>
                <a:gd name="T16" fmla="*/ 19 w 62"/>
                <a:gd name="T17" fmla="*/ 56 h 92"/>
                <a:gd name="T18" fmla="*/ 33 w 62"/>
                <a:gd name="T19" fmla="*/ 72 h 92"/>
                <a:gd name="T20" fmla="*/ 43 w 62"/>
                <a:gd name="T21" fmla="*/ 74 h 92"/>
                <a:gd name="T22" fmla="*/ 48 w 62"/>
                <a:gd name="T23" fmla="*/ 64 h 92"/>
                <a:gd name="T24" fmla="*/ 62 w 62"/>
                <a:gd name="T25" fmla="*/ 72 h 92"/>
                <a:gd name="T26" fmla="*/ 53 w 62"/>
                <a:gd name="T27" fmla="*/ 90 h 92"/>
                <a:gd name="T28" fmla="*/ 33 w 62"/>
                <a:gd name="T29" fmla="*/ 86 h 92"/>
                <a:gd name="T30" fmla="*/ 9 w 62"/>
                <a:gd name="T31" fmla="*/ 61 h 92"/>
                <a:gd name="T32" fmla="*/ 0 w 62"/>
                <a:gd name="T33" fmla="*/ 28 h 92"/>
                <a:gd name="T34" fmla="*/ 9 w 62"/>
                <a:gd name="T35" fmla="*/ 4 h 92"/>
                <a:gd name="T36" fmla="*/ 33 w 62"/>
                <a:gd name="T37" fmla="*/ 7 h 92"/>
                <a:gd name="T38" fmla="*/ 33 w 62"/>
                <a:gd name="T39" fmla="*/ 7 h 92"/>
                <a:gd name="T40" fmla="*/ 33 w 62"/>
                <a:gd name="T41" fmla="*/ 7 h 92"/>
                <a:gd name="T42" fmla="*/ 33 w 62"/>
                <a:gd name="T43" fmla="*/ 7 h 92"/>
                <a:gd name="T44" fmla="*/ 33 w 62"/>
                <a:gd name="T45" fmla="*/ 7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62" h="92">
                  <a:moveTo>
                    <a:pt x="33" y="7"/>
                  </a:moveTo>
                  <a:cubicBezTo>
                    <a:pt x="41" y="11"/>
                    <a:pt x="47" y="17"/>
                    <a:pt x="52" y="25"/>
                  </a:cubicBezTo>
                  <a:cubicBezTo>
                    <a:pt x="58" y="33"/>
                    <a:pt x="61" y="41"/>
                    <a:pt x="62" y="50"/>
                  </a:cubicBezTo>
                  <a:cubicBezTo>
                    <a:pt x="48" y="42"/>
                    <a:pt x="48" y="42"/>
                    <a:pt x="48" y="42"/>
                  </a:cubicBezTo>
                  <a:cubicBezTo>
                    <a:pt x="47" y="38"/>
                    <a:pt x="46" y="34"/>
                    <a:pt x="43" y="30"/>
                  </a:cubicBezTo>
                  <a:cubicBezTo>
                    <a:pt x="40" y="26"/>
                    <a:pt x="37" y="23"/>
                    <a:pt x="33" y="21"/>
                  </a:cubicBezTo>
                  <a:cubicBezTo>
                    <a:pt x="27" y="17"/>
                    <a:pt x="22" y="17"/>
                    <a:pt x="19" y="21"/>
                  </a:cubicBezTo>
                  <a:cubicBezTo>
                    <a:pt x="16" y="24"/>
                    <a:pt x="15" y="29"/>
                    <a:pt x="15" y="36"/>
                  </a:cubicBezTo>
                  <a:cubicBezTo>
                    <a:pt x="15" y="44"/>
                    <a:pt x="16" y="50"/>
                    <a:pt x="19" y="56"/>
                  </a:cubicBezTo>
                  <a:cubicBezTo>
                    <a:pt x="22" y="63"/>
                    <a:pt x="27" y="69"/>
                    <a:pt x="33" y="72"/>
                  </a:cubicBezTo>
                  <a:cubicBezTo>
                    <a:pt x="37" y="75"/>
                    <a:pt x="41" y="75"/>
                    <a:pt x="43" y="74"/>
                  </a:cubicBezTo>
                  <a:cubicBezTo>
                    <a:pt x="46" y="72"/>
                    <a:pt x="47" y="69"/>
                    <a:pt x="48" y="64"/>
                  </a:cubicBezTo>
                  <a:cubicBezTo>
                    <a:pt x="62" y="72"/>
                    <a:pt x="62" y="72"/>
                    <a:pt x="62" y="72"/>
                  </a:cubicBezTo>
                  <a:cubicBezTo>
                    <a:pt x="61" y="81"/>
                    <a:pt x="58" y="87"/>
                    <a:pt x="53" y="90"/>
                  </a:cubicBezTo>
                  <a:cubicBezTo>
                    <a:pt x="48" y="92"/>
                    <a:pt x="41" y="91"/>
                    <a:pt x="33" y="86"/>
                  </a:cubicBezTo>
                  <a:cubicBezTo>
                    <a:pt x="23" y="81"/>
                    <a:pt x="15" y="72"/>
                    <a:pt x="9" y="61"/>
                  </a:cubicBezTo>
                  <a:cubicBezTo>
                    <a:pt x="3" y="50"/>
                    <a:pt x="0" y="39"/>
                    <a:pt x="0" y="28"/>
                  </a:cubicBezTo>
                  <a:cubicBezTo>
                    <a:pt x="0" y="16"/>
                    <a:pt x="3" y="8"/>
                    <a:pt x="9" y="4"/>
                  </a:cubicBezTo>
                  <a:cubicBezTo>
                    <a:pt x="15" y="0"/>
                    <a:pt x="23" y="1"/>
                    <a:pt x="33" y="7"/>
                  </a:cubicBezTo>
                  <a:cubicBezTo>
                    <a:pt x="33" y="7"/>
                    <a:pt x="33" y="7"/>
                    <a:pt x="33" y="7"/>
                  </a:cubicBezTo>
                  <a:cubicBezTo>
                    <a:pt x="33" y="7"/>
                    <a:pt x="33" y="7"/>
                    <a:pt x="33" y="7"/>
                  </a:cubicBezTo>
                  <a:cubicBezTo>
                    <a:pt x="33" y="7"/>
                    <a:pt x="33" y="7"/>
                    <a:pt x="33" y="7"/>
                  </a:cubicBezTo>
                  <a:cubicBezTo>
                    <a:pt x="33" y="7"/>
                    <a:pt x="33" y="7"/>
                    <a:pt x="33" y="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502" name="未知"/>
            <p:cNvSpPr/>
            <p:nvPr/>
          </p:nvSpPr>
          <p:spPr bwMode="auto">
            <a:xfrm>
              <a:off x="210" y="314"/>
              <a:ext cx="30" cy="57"/>
            </a:xfrm>
            <a:custGeom>
              <a:avLst/>
              <a:gdLst>
                <a:gd name="T0" fmla="*/ 30 w 30"/>
                <a:gd name="T1" fmla="*/ 17 h 57"/>
                <a:gd name="T2" fmla="*/ 30 w 30"/>
                <a:gd name="T3" fmla="*/ 57 h 57"/>
                <a:gd name="T4" fmla="*/ 22 w 30"/>
                <a:gd name="T5" fmla="*/ 53 h 57"/>
                <a:gd name="T6" fmla="*/ 22 w 30"/>
                <a:gd name="T7" fmla="*/ 35 h 57"/>
                <a:gd name="T8" fmla="*/ 8 w 30"/>
                <a:gd name="T9" fmla="*/ 27 h 57"/>
                <a:gd name="T10" fmla="*/ 8 w 30"/>
                <a:gd name="T11" fmla="*/ 45 h 57"/>
                <a:gd name="T12" fmla="*/ 0 w 30"/>
                <a:gd name="T13" fmla="*/ 40 h 57"/>
                <a:gd name="T14" fmla="*/ 0 w 30"/>
                <a:gd name="T15" fmla="*/ 0 h 57"/>
                <a:gd name="T16" fmla="*/ 8 w 30"/>
                <a:gd name="T17" fmla="*/ 4 h 57"/>
                <a:gd name="T18" fmla="*/ 8 w 30"/>
                <a:gd name="T19" fmla="*/ 20 h 57"/>
                <a:gd name="T20" fmla="*/ 22 w 30"/>
                <a:gd name="T21" fmla="*/ 28 h 57"/>
                <a:gd name="T22" fmla="*/ 23 w 30"/>
                <a:gd name="T23" fmla="*/ 13 h 57"/>
                <a:gd name="T24" fmla="*/ 30 w 30"/>
                <a:gd name="T25" fmla="*/ 17 h 57"/>
                <a:gd name="T26" fmla="*/ 30 w 30"/>
                <a:gd name="T27" fmla="*/ 17 h 57"/>
                <a:gd name="T28" fmla="*/ 30 w 30"/>
                <a:gd name="T29" fmla="*/ 17 h 57"/>
                <a:gd name="T30" fmla="*/ 30 w 30"/>
                <a:gd name="T31" fmla="*/ 17 h 57"/>
                <a:gd name="T32" fmla="*/ 30 w 30"/>
                <a:gd name="T33" fmla="*/ 17 h 57"/>
                <a:gd name="T34" fmla="*/ 30 w 30"/>
                <a:gd name="T35" fmla="*/ 17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0" h="57">
                  <a:moveTo>
                    <a:pt x="30" y="17"/>
                  </a:moveTo>
                  <a:lnTo>
                    <a:pt x="30" y="57"/>
                  </a:lnTo>
                  <a:lnTo>
                    <a:pt x="22" y="53"/>
                  </a:lnTo>
                  <a:lnTo>
                    <a:pt x="22" y="35"/>
                  </a:lnTo>
                  <a:lnTo>
                    <a:pt x="8" y="27"/>
                  </a:lnTo>
                  <a:lnTo>
                    <a:pt x="8" y="45"/>
                  </a:lnTo>
                  <a:lnTo>
                    <a:pt x="0" y="40"/>
                  </a:lnTo>
                  <a:lnTo>
                    <a:pt x="0" y="0"/>
                  </a:lnTo>
                  <a:lnTo>
                    <a:pt x="8" y="4"/>
                  </a:lnTo>
                  <a:lnTo>
                    <a:pt x="8" y="20"/>
                  </a:lnTo>
                  <a:lnTo>
                    <a:pt x="22" y="28"/>
                  </a:lnTo>
                  <a:lnTo>
                    <a:pt x="23" y="13"/>
                  </a:lnTo>
                  <a:lnTo>
                    <a:pt x="30" y="17"/>
                  </a:lnTo>
                  <a:lnTo>
                    <a:pt x="30" y="17"/>
                  </a:lnTo>
                  <a:lnTo>
                    <a:pt x="30" y="17"/>
                  </a:lnTo>
                  <a:lnTo>
                    <a:pt x="30" y="17"/>
                  </a:lnTo>
                  <a:lnTo>
                    <a:pt x="30" y="17"/>
                  </a:lnTo>
                  <a:lnTo>
                    <a:pt x="30" y="17"/>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503" name="Group 192"/>
          <p:cNvGrpSpPr>
            <a:grpSpLocks noChangeAspect="1"/>
          </p:cNvGrpSpPr>
          <p:nvPr/>
        </p:nvGrpSpPr>
        <p:grpSpPr bwMode="auto">
          <a:xfrm>
            <a:off x="2519845" y="5021470"/>
            <a:ext cx="914400" cy="661987"/>
            <a:chOff x="0" y="0"/>
            <a:chExt cx="576" cy="417"/>
          </a:xfrm>
        </p:grpSpPr>
        <p:sp>
          <p:nvSpPr>
            <p:cNvPr id="504" name="AutoShape 193"/>
            <p:cNvSpPr>
              <a:spLocks noChangeAspect="1" noChangeArrowheads="1" noTextEdit="1"/>
            </p:cNvSpPr>
            <p:nvPr/>
          </p:nvSpPr>
          <p:spPr bwMode="auto">
            <a:xfrm>
              <a:off x="0" y="0"/>
              <a:ext cx="576" cy="4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505" name="未知"/>
            <p:cNvSpPr/>
            <p:nvPr/>
          </p:nvSpPr>
          <p:spPr bwMode="auto">
            <a:xfrm>
              <a:off x="289" y="166"/>
              <a:ext cx="286" cy="252"/>
            </a:xfrm>
            <a:custGeom>
              <a:avLst/>
              <a:gdLst>
                <a:gd name="T0" fmla="*/ 286 w 286"/>
                <a:gd name="T1" fmla="*/ 0 h 252"/>
                <a:gd name="T2" fmla="*/ 286 w 286"/>
                <a:gd name="T3" fmla="*/ 85 h 252"/>
                <a:gd name="T4" fmla="*/ 0 w 286"/>
                <a:gd name="T5" fmla="*/ 252 h 252"/>
                <a:gd name="T6" fmla="*/ 0 w 286"/>
                <a:gd name="T7" fmla="*/ 166 h 252"/>
                <a:gd name="T8" fmla="*/ 286 w 286"/>
                <a:gd name="T9" fmla="*/ 0 h 252"/>
                <a:gd name="T10" fmla="*/ 286 w 286"/>
                <a:gd name="T11" fmla="*/ 0 h 252"/>
                <a:gd name="T12" fmla="*/ 286 w 286"/>
                <a:gd name="T13" fmla="*/ 0 h 252"/>
                <a:gd name="T14" fmla="*/ 286 w 286"/>
                <a:gd name="T15" fmla="*/ 0 h 252"/>
                <a:gd name="T16" fmla="*/ 286 w 286"/>
                <a:gd name="T17" fmla="*/ 0 h 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6" h="252">
                  <a:moveTo>
                    <a:pt x="286" y="0"/>
                  </a:moveTo>
                  <a:lnTo>
                    <a:pt x="286" y="85"/>
                  </a:lnTo>
                  <a:lnTo>
                    <a:pt x="0" y="252"/>
                  </a:lnTo>
                  <a:lnTo>
                    <a:pt x="0" y="166"/>
                  </a:lnTo>
                  <a:lnTo>
                    <a:pt x="286" y="0"/>
                  </a:lnTo>
                  <a:lnTo>
                    <a:pt x="286" y="0"/>
                  </a:lnTo>
                  <a:lnTo>
                    <a:pt x="286" y="0"/>
                  </a:lnTo>
                  <a:lnTo>
                    <a:pt x="286" y="0"/>
                  </a:lnTo>
                  <a:lnTo>
                    <a:pt x="286" y="0"/>
                  </a:lnTo>
                  <a:close/>
                </a:path>
              </a:pathLst>
            </a:custGeom>
            <a:solidFill>
              <a:srgbClr val="1D2977"/>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506" name="未知"/>
            <p:cNvSpPr/>
            <p:nvPr/>
          </p:nvSpPr>
          <p:spPr bwMode="auto">
            <a:xfrm>
              <a:off x="1" y="166"/>
              <a:ext cx="288" cy="252"/>
            </a:xfrm>
            <a:custGeom>
              <a:avLst/>
              <a:gdLst>
                <a:gd name="T0" fmla="*/ 288 w 288"/>
                <a:gd name="T1" fmla="*/ 166 h 252"/>
                <a:gd name="T2" fmla="*/ 288 w 288"/>
                <a:gd name="T3" fmla="*/ 252 h 252"/>
                <a:gd name="T4" fmla="*/ 0 w 288"/>
                <a:gd name="T5" fmla="*/ 85 h 252"/>
                <a:gd name="T6" fmla="*/ 0 w 288"/>
                <a:gd name="T7" fmla="*/ 0 h 252"/>
                <a:gd name="T8" fmla="*/ 288 w 288"/>
                <a:gd name="T9" fmla="*/ 166 h 252"/>
                <a:gd name="T10" fmla="*/ 288 w 288"/>
                <a:gd name="T11" fmla="*/ 166 h 252"/>
                <a:gd name="T12" fmla="*/ 288 w 288"/>
                <a:gd name="T13" fmla="*/ 166 h 252"/>
                <a:gd name="T14" fmla="*/ 288 w 288"/>
                <a:gd name="T15" fmla="*/ 166 h 252"/>
                <a:gd name="T16" fmla="*/ 288 w 288"/>
                <a:gd name="T17" fmla="*/ 166 h 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8" h="252">
                  <a:moveTo>
                    <a:pt x="288" y="166"/>
                  </a:moveTo>
                  <a:lnTo>
                    <a:pt x="288" y="252"/>
                  </a:lnTo>
                  <a:lnTo>
                    <a:pt x="0" y="85"/>
                  </a:lnTo>
                  <a:lnTo>
                    <a:pt x="0" y="0"/>
                  </a:lnTo>
                  <a:lnTo>
                    <a:pt x="288" y="166"/>
                  </a:lnTo>
                  <a:lnTo>
                    <a:pt x="288" y="166"/>
                  </a:lnTo>
                  <a:lnTo>
                    <a:pt x="288" y="166"/>
                  </a:lnTo>
                  <a:lnTo>
                    <a:pt x="288" y="166"/>
                  </a:lnTo>
                  <a:lnTo>
                    <a:pt x="288" y="166"/>
                  </a:lnTo>
                  <a:close/>
                </a:path>
              </a:pathLst>
            </a:custGeom>
            <a:solidFill>
              <a:srgbClr val="36458A"/>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507" name="未知"/>
            <p:cNvSpPr/>
            <p:nvPr/>
          </p:nvSpPr>
          <p:spPr bwMode="auto">
            <a:xfrm>
              <a:off x="1" y="0"/>
              <a:ext cx="574" cy="332"/>
            </a:xfrm>
            <a:custGeom>
              <a:avLst/>
              <a:gdLst>
                <a:gd name="T0" fmla="*/ 574 w 574"/>
                <a:gd name="T1" fmla="*/ 166 h 332"/>
                <a:gd name="T2" fmla="*/ 288 w 574"/>
                <a:gd name="T3" fmla="*/ 332 h 332"/>
                <a:gd name="T4" fmla="*/ 0 w 574"/>
                <a:gd name="T5" fmla="*/ 166 h 332"/>
                <a:gd name="T6" fmla="*/ 286 w 574"/>
                <a:gd name="T7" fmla="*/ 0 h 332"/>
                <a:gd name="T8" fmla="*/ 574 w 574"/>
                <a:gd name="T9" fmla="*/ 166 h 332"/>
                <a:gd name="T10" fmla="*/ 574 w 574"/>
                <a:gd name="T11" fmla="*/ 166 h 332"/>
                <a:gd name="T12" fmla="*/ 574 w 574"/>
                <a:gd name="T13" fmla="*/ 166 h 332"/>
                <a:gd name="T14" fmla="*/ 574 w 574"/>
                <a:gd name="T15" fmla="*/ 166 h 332"/>
                <a:gd name="T16" fmla="*/ 574 w 574"/>
                <a:gd name="T17" fmla="*/ 166 h 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4" h="332">
                  <a:moveTo>
                    <a:pt x="574" y="166"/>
                  </a:moveTo>
                  <a:lnTo>
                    <a:pt x="288" y="332"/>
                  </a:lnTo>
                  <a:lnTo>
                    <a:pt x="0" y="166"/>
                  </a:lnTo>
                  <a:lnTo>
                    <a:pt x="286" y="0"/>
                  </a:lnTo>
                  <a:lnTo>
                    <a:pt x="574" y="166"/>
                  </a:lnTo>
                  <a:lnTo>
                    <a:pt x="574" y="166"/>
                  </a:lnTo>
                  <a:lnTo>
                    <a:pt x="574" y="166"/>
                  </a:lnTo>
                  <a:lnTo>
                    <a:pt x="574" y="166"/>
                  </a:lnTo>
                  <a:lnTo>
                    <a:pt x="574" y="166"/>
                  </a:lnTo>
                  <a:close/>
                </a:path>
              </a:pathLst>
            </a:custGeom>
            <a:solidFill>
              <a:srgbClr val="4D61A4"/>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508" name="未知"/>
            <p:cNvSpPr>
              <a:spLocks noEditPoints="1"/>
            </p:cNvSpPr>
            <p:nvPr/>
          </p:nvSpPr>
          <p:spPr bwMode="auto">
            <a:xfrm>
              <a:off x="80" y="48"/>
              <a:ext cx="416" cy="241"/>
            </a:xfrm>
            <a:custGeom>
              <a:avLst/>
              <a:gdLst>
                <a:gd name="T0" fmla="*/ 483 w 785"/>
                <a:gd name="T1" fmla="*/ 356 h 457"/>
                <a:gd name="T2" fmla="*/ 523 w 785"/>
                <a:gd name="T3" fmla="*/ 379 h 457"/>
                <a:gd name="T4" fmla="*/ 389 w 785"/>
                <a:gd name="T5" fmla="*/ 457 h 457"/>
                <a:gd name="T6" fmla="*/ 255 w 785"/>
                <a:gd name="T7" fmla="*/ 379 h 457"/>
                <a:gd name="T8" fmla="*/ 295 w 785"/>
                <a:gd name="T9" fmla="*/ 356 h 457"/>
                <a:gd name="T10" fmla="*/ 356 w 785"/>
                <a:gd name="T11" fmla="*/ 391 h 457"/>
                <a:gd name="T12" fmla="*/ 356 w 785"/>
                <a:gd name="T13" fmla="*/ 313 h 457"/>
                <a:gd name="T14" fmla="*/ 286 w 785"/>
                <a:gd name="T15" fmla="*/ 290 h 457"/>
                <a:gd name="T16" fmla="*/ 246 w 785"/>
                <a:gd name="T17" fmla="*/ 249 h 457"/>
                <a:gd name="T18" fmla="*/ 113 w 785"/>
                <a:gd name="T19" fmla="*/ 249 h 457"/>
                <a:gd name="T20" fmla="*/ 174 w 785"/>
                <a:gd name="T21" fmla="*/ 285 h 457"/>
                <a:gd name="T22" fmla="*/ 134 w 785"/>
                <a:gd name="T23" fmla="*/ 308 h 457"/>
                <a:gd name="T24" fmla="*/ 0 w 785"/>
                <a:gd name="T25" fmla="*/ 230 h 457"/>
                <a:gd name="T26" fmla="*/ 134 w 785"/>
                <a:gd name="T27" fmla="*/ 153 h 457"/>
                <a:gd name="T28" fmla="*/ 174 w 785"/>
                <a:gd name="T29" fmla="*/ 176 h 457"/>
                <a:gd name="T30" fmla="*/ 113 w 785"/>
                <a:gd name="T31" fmla="*/ 211 h 457"/>
                <a:gd name="T32" fmla="*/ 244 w 785"/>
                <a:gd name="T33" fmla="*/ 211 h 457"/>
                <a:gd name="T34" fmla="*/ 286 w 785"/>
                <a:gd name="T35" fmla="*/ 165 h 457"/>
                <a:gd name="T36" fmla="*/ 369 w 785"/>
                <a:gd name="T37" fmla="*/ 140 h 457"/>
                <a:gd name="T38" fmla="*/ 369 w 785"/>
                <a:gd name="T39" fmla="*/ 66 h 457"/>
                <a:gd name="T40" fmla="*/ 308 w 785"/>
                <a:gd name="T41" fmla="*/ 101 h 457"/>
                <a:gd name="T42" fmla="*/ 268 w 785"/>
                <a:gd name="T43" fmla="*/ 78 h 457"/>
                <a:gd name="T44" fmla="*/ 402 w 785"/>
                <a:gd name="T45" fmla="*/ 0 h 457"/>
                <a:gd name="T46" fmla="*/ 536 w 785"/>
                <a:gd name="T47" fmla="*/ 78 h 457"/>
                <a:gd name="T48" fmla="*/ 496 w 785"/>
                <a:gd name="T49" fmla="*/ 101 h 457"/>
                <a:gd name="T50" fmla="*/ 435 w 785"/>
                <a:gd name="T51" fmla="*/ 66 h 457"/>
                <a:gd name="T52" fmla="*/ 435 w 785"/>
                <a:gd name="T53" fmla="*/ 142 h 457"/>
                <a:gd name="T54" fmla="*/ 502 w 785"/>
                <a:gd name="T55" fmla="*/ 165 h 457"/>
                <a:gd name="T56" fmla="*/ 541 w 785"/>
                <a:gd name="T57" fmla="*/ 204 h 457"/>
                <a:gd name="T58" fmla="*/ 672 w 785"/>
                <a:gd name="T59" fmla="*/ 204 h 457"/>
                <a:gd name="T60" fmla="*/ 611 w 785"/>
                <a:gd name="T61" fmla="*/ 169 h 457"/>
                <a:gd name="T62" fmla="*/ 650 w 785"/>
                <a:gd name="T63" fmla="*/ 145 h 457"/>
                <a:gd name="T64" fmla="*/ 785 w 785"/>
                <a:gd name="T65" fmla="*/ 223 h 457"/>
                <a:gd name="T66" fmla="*/ 651 w 785"/>
                <a:gd name="T67" fmla="*/ 301 h 457"/>
                <a:gd name="T68" fmla="*/ 611 w 785"/>
                <a:gd name="T69" fmla="*/ 278 h 457"/>
                <a:gd name="T70" fmla="*/ 672 w 785"/>
                <a:gd name="T71" fmla="*/ 242 h 457"/>
                <a:gd name="T72" fmla="*/ 545 w 785"/>
                <a:gd name="T73" fmla="*/ 242 h 457"/>
                <a:gd name="T74" fmla="*/ 502 w 785"/>
                <a:gd name="T75" fmla="*/ 290 h 457"/>
                <a:gd name="T76" fmla="*/ 422 w 785"/>
                <a:gd name="T77" fmla="*/ 315 h 457"/>
                <a:gd name="T78" fmla="*/ 422 w 785"/>
                <a:gd name="T79" fmla="*/ 391 h 457"/>
                <a:gd name="T80" fmla="*/ 483 w 785"/>
                <a:gd name="T81" fmla="*/ 356 h 457"/>
                <a:gd name="T82" fmla="*/ 483 w 785"/>
                <a:gd name="T83" fmla="*/ 356 h 457"/>
                <a:gd name="T84" fmla="*/ 483 w 785"/>
                <a:gd name="T85" fmla="*/ 356 h 457"/>
                <a:gd name="T86" fmla="*/ 338 w 785"/>
                <a:gd name="T87" fmla="*/ 260 h 457"/>
                <a:gd name="T88" fmla="*/ 450 w 785"/>
                <a:gd name="T89" fmla="*/ 260 h 457"/>
                <a:gd name="T90" fmla="*/ 450 w 785"/>
                <a:gd name="T91" fmla="*/ 195 h 457"/>
                <a:gd name="T92" fmla="*/ 338 w 785"/>
                <a:gd name="T93" fmla="*/ 195 h 457"/>
                <a:gd name="T94" fmla="*/ 338 w 785"/>
                <a:gd name="T95" fmla="*/ 260 h 4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785" h="457">
                  <a:moveTo>
                    <a:pt x="483" y="356"/>
                  </a:moveTo>
                  <a:cubicBezTo>
                    <a:pt x="523" y="379"/>
                    <a:pt x="523" y="379"/>
                    <a:pt x="523" y="379"/>
                  </a:cubicBezTo>
                  <a:cubicBezTo>
                    <a:pt x="389" y="457"/>
                    <a:pt x="389" y="457"/>
                    <a:pt x="389" y="457"/>
                  </a:cubicBezTo>
                  <a:cubicBezTo>
                    <a:pt x="255" y="379"/>
                    <a:pt x="255" y="379"/>
                    <a:pt x="255" y="379"/>
                  </a:cubicBezTo>
                  <a:cubicBezTo>
                    <a:pt x="295" y="356"/>
                    <a:pt x="295" y="356"/>
                    <a:pt x="295" y="356"/>
                  </a:cubicBezTo>
                  <a:cubicBezTo>
                    <a:pt x="356" y="391"/>
                    <a:pt x="356" y="391"/>
                    <a:pt x="356" y="391"/>
                  </a:cubicBezTo>
                  <a:cubicBezTo>
                    <a:pt x="356" y="313"/>
                    <a:pt x="356" y="313"/>
                    <a:pt x="356" y="313"/>
                  </a:cubicBezTo>
                  <a:cubicBezTo>
                    <a:pt x="330" y="309"/>
                    <a:pt x="306" y="302"/>
                    <a:pt x="286" y="290"/>
                  </a:cubicBezTo>
                  <a:cubicBezTo>
                    <a:pt x="266" y="279"/>
                    <a:pt x="253" y="264"/>
                    <a:pt x="246" y="249"/>
                  </a:cubicBezTo>
                  <a:cubicBezTo>
                    <a:pt x="113" y="249"/>
                    <a:pt x="113" y="249"/>
                    <a:pt x="113" y="249"/>
                  </a:cubicBezTo>
                  <a:cubicBezTo>
                    <a:pt x="174" y="285"/>
                    <a:pt x="174" y="285"/>
                    <a:pt x="174" y="285"/>
                  </a:cubicBezTo>
                  <a:cubicBezTo>
                    <a:pt x="134" y="308"/>
                    <a:pt x="134" y="308"/>
                    <a:pt x="134" y="308"/>
                  </a:cubicBezTo>
                  <a:cubicBezTo>
                    <a:pt x="0" y="230"/>
                    <a:pt x="0" y="230"/>
                    <a:pt x="0" y="230"/>
                  </a:cubicBezTo>
                  <a:cubicBezTo>
                    <a:pt x="134" y="153"/>
                    <a:pt x="134" y="153"/>
                    <a:pt x="134" y="153"/>
                  </a:cubicBezTo>
                  <a:cubicBezTo>
                    <a:pt x="174" y="176"/>
                    <a:pt x="174" y="176"/>
                    <a:pt x="174" y="176"/>
                  </a:cubicBezTo>
                  <a:cubicBezTo>
                    <a:pt x="113" y="211"/>
                    <a:pt x="113" y="211"/>
                    <a:pt x="113" y="211"/>
                  </a:cubicBezTo>
                  <a:cubicBezTo>
                    <a:pt x="244" y="211"/>
                    <a:pt x="244" y="211"/>
                    <a:pt x="244" y="211"/>
                  </a:cubicBezTo>
                  <a:cubicBezTo>
                    <a:pt x="249" y="194"/>
                    <a:pt x="263" y="178"/>
                    <a:pt x="286" y="165"/>
                  </a:cubicBezTo>
                  <a:cubicBezTo>
                    <a:pt x="309" y="151"/>
                    <a:pt x="339" y="143"/>
                    <a:pt x="369" y="140"/>
                  </a:cubicBezTo>
                  <a:cubicBezTo>
                    <a:pt x="369" y="66"/>
                    <a:pt x="369" y="66"/>
                    <a:pt x="369" y="66"/>
                  </a:cubicBezTo>
                  <a:cubicBezTo>
                    <a:pt x="308" y="101"/>
                    <a:pt x="308" y="101"/>
                    <a:pt x="308" y="101"/>
                  </a:cubicBezTo>
                  <a:cubicBezTo>
                    <a:pt x="268" y="78"/>
                    <a:pt x="268" y="78"/>
                    <a:pt x="268" y="78"/>
                  </a:cubicBezTo>
                  <a:cubicBezTo>
                    <a:pt x="402" y="0"/>
                    <a:pt x="402" y="0"/>
                    <a:pt x="402" y="0"/>
                  </a:cubicBezTo>
                  <a:cubicBezTo>
                    <a:pt x="536" y="78"/>
                    <a:pt x="536" y="78"/>
                    <a:pt x="536" y="78"/>
                  </a:cubicBezTo>
                  <a:cubicBezTo>
                    <a:pt x="496" y="101"/>
                    <a:pt x="496" y="101"/>
                    <a:pt x="496" y="101"/>
                  </a:cubicBezTo>
                  <a:cubicBezTo>
                    <a:pt x="435" y="66"/>
                    <a:pt x="435" y="66"/>
                    <a:pt x="435" y="66"/>
                  </a:cubicBezTo>
                  <a:cubicBezTo>
                    <a:pt x="435" y="87"/>
                    <a:pt x="435" y="117"/>
                    <a:pt x="435" y="142"/>
                  </a:cubicBezTo>
                  <a:cubicBezTo>
                    <a:pt x="460" y="146"/>
                    <a:pt x="483" y="154"/>
                    <a:pt x="502" y="165"/>
                  </a:cubicBezTo>
                  <a:cubicBezTo>
                    <a:pt x="521" y="176"/>
                    <a:pt x="534" y="190"/>
                    <a:pt x="541" y="204"/>
                  </a:cubicBezTo>
                  <a:cubicBezTo>
                    <a:pt x="672" y="204"/>
                    <a:pt x="672" y="204"/>
                    <a:pt x="672" y="204"/>
                  </a:cubicBezTo>
                  <a:cubicBezTo>
                    <a:pt x="611" y="169"/>
                    <a:pt x="611" y="169"/>
                    <a:pt x="611" y="169"/>
                  </a:cubicBezTo>
                  <a:cubicBezTo>
                    <a:pt x="650" y="145"/>
                    <a:pt x="650" y="145"/>
                    <a:pt x="650" y="145"/>
                  </a:cubicBezTo>
                  <a:cubicBezTo>
                    <a:pt x="785" y="223"/>
                    <a:pt x="785" y="223"/>
                    <a:pt x="785" y="223"/>
                  </a:cubicBezTo>
                  <a:cubicBezTo>
                    <a:pt x="651" y="301"/>
                    <a:pt x="651" y="301"/>
                    <a:pt x="651" y="301"/>
                  </a:cubicBezTo>
                  <a:cubicBezTo>
                    <a:pt x="611" y="278"/>
                    <a:pt x="611" y="278"/>
                    <a:pt x="611" y="278"/>
                  </a:cubicBezTo>
                  <a:cubicBezTo>
                    <a:pt x="672" y="242"/>
                    <a:pt x="672" y="242"/>
                    <a:pt x="672" y="242"/>
                  </a:cubicBezTo>
                  <a:cubicBezTo>
                    <a:pt x="637" y="242"/>
                    <a:pt x="587" y="242"/>
                    <a:pt x="545" y="242"/>
                  </a:cubicBezTo>
                  <a:cubicBezTo>
                    <a:pt x="540" y="260"/>
                    <a:pt x="526" y="277"/>
                    <a:pt x="502" y="290"/>
                  </a:cubicBezTo>
                  <a:cubicBezTo>
                    <a:pt x="480" y="303"/>
                    <a:pt x="451" y="312"/>
                    <a:pt x="422" y="315"/>
                  </a:cubicBezTo>
                  <a:cubicBezTo>
                    <a:pt x="422" y="391"/>
                    <a:pt x="422" y="391"/>
                    <a:pt x="422" y="391"/>
                  </a:cubicBezTo>
                  <a:cubicBezTo>
                    <a:pt x="483" y="356"/>
                    <a:pt x="483" y="356"/>
                    <a:pt x="483" y="356"/>
                  </a:cubicBezTo>
                  <a:cubicBezTo>
                    <a:pt x="483" y="356"/>
                    <a:pt x="483" y="356"/>
                    <a:pt x="483" y="356"/>
                  </a:cubicBezTo>
                  <a:cubicBezTo>
                    <a:pt x="483" y="356"/>
                    <a:pt x="483" y="356"/>
                    <a:pt x="483" y="356"/>
                  </a:cubicBezTo>
                  <a:close/>
                  <a:moveTo>
                    <a:pt x="338" y="260"/>
                  </a:moveTo>
                  <a:cubicBezTo>
                    <a:pt x="369" y="278"/>
                    <a:pt x="419" y="278"/>
                    <a:pt x="450" y="260"/>
                  </a:cubicBezTo>
                  <a:cubicBezTo>
                    <a:pt x="481" y="242"/>
                    <a:pt x="481" y="213"/>
                    <a:pt x="450" y="195"/>
                  </a:cubicBezTo>
                  <a:cubicBezTo>
                    <a:pt x="419" y="177"/>
                    <a:pt x="368" y="177"/>
                    <a:pt x="338" y="195"/>
                  </a:cubicBezTo>
                  <a:cubicBezTo>
                    <a:pt x="307" y="213"/>
                    <a:pt x="307" y="242"/>
                    <a:pt x="338" y="260"/>
                  </a:cubicBezTo>
                </a:path>
              </a:pathLst>
            </a:custGeom>
            <a:solidFill>
              <a:srgbClr val="1D2977"/>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509" name="未知"/>
            <p:cNvSpPr>
              <a:spLocks noEditPoints="1"/>
            </p:cNvSpPr>
            <p:nvPr/>
          </p:nvSpPr>
          <p:spPr bwMode="auto">
            <a:xfrm>
              <a:off x="80" y="42"/>
              <a:ext cx="416" cy="241"/>
            </a:xfrm>
            <a:custGeom>
              <a:avLst/>
              <a:gdLst>
                <a:gd name="T0" fmla="*/ 483 w 785"/>
                <a:gd name="T1" fmla="*/ 355 h 456"/>
                <a:gd name="T2" fmla="*/ 523 w 785"/>
                <a:gd name="T3" fmla="*/ 379 h 456"/>
                <a:gd name="T4" fmla="*/ 389 w 785"/>
                <a:gd name="T5" fmla="*/ 456 h 456"/>
                <a:gd name="T6" fmla="*/ 255 w 785"/>
                <a:gd name="T7" fmla="*/ 379 h 456"/>
                <a:gd name="T8" fmla="*/ 295 w 785"/>
                <a:gd name="T9" fmla="*/ 355 h 456"/>
                <a:gd name="T10" fmla="*/ 356 w 785"/>
                <a:gd name="T11" fmla="*/ 391 h 456"/>
                <a:gd name="T12" fmla="*/ 356 w 785"/>
                <a:gd name="T13" fmla="*/ 313 h 456"/>
                <a:gd name="T14" fmla="*/ 286 w 785"/>
                <a:gd name="T15" fmla="*/ 290 h 456"/>
                <a:gd name="T16" fmla="*/ 246 w 785"/>
                <a:gd name="T17" fmla="*/ 249 h 456"/>
                <a:gd name="T18" fmla="*/ 113 w 785"/>
                <a:gd name="T19" fmla="*/ 249 h 456"/>
                <a:gd name="T20" fmla="*/ 174 w 785"/>
                <a:gd name="T21" fmla="*/ 284 h 456"/>
                <a:gd name="T22" fmla="*/ 134 w 785"/>
                <a:gd name="T23" fmla="*/ 308 h 456"/>
                <a:gd name="T24" fmla="*/ 0 w 785"/>
                <a:gd name="T25" fmla="*/ 230 h 456"/>
                <a:gd name="T26" fmla="*/ 134 w 785"/>
                <a:gd name="T27" fmla="*/ 152 h 456"/>
                <a:gd name="T28" fmla="*/ 174 w 785"/>
                <a:gd name="T29" fmla="*/ 175 h 456"/>
                <a:gd name="T30" fmla="*/ 113 w 785"/>
                <a:gd name="T31" fmla="*/ 211 h 456"/>
                <a:gd name="T32" fmla="*/ 244 w 785"/>
                <a:gd name="T33" fmla="*/ 211 h 456"/>
                <a:gd name="T34" fmla="*/ 286 w 785"/>
                <a:gd name="T35" fmla="*/ 165 h 456"/>
                <a:gd name="T36" fmla="*/ 369 w 785"/>
                <a:gd name="T37" fmla="*/ 140 h 456"/>
                <a:gd name="T38" fmla="*/ 369 w 785"/>
                <a:gd name="T39" fmla="*/ 65 h 456"/>
                <a:gd name="T40" fmla="*/ 308 w 785"/>
                <a:gd name="T41" fmla="*/ 101 h 456"/>
                <a:gd name="T42" fmla="*/ 268 w 785"/>
                <a:gd name="T43" fmla="*/ 78 h 456"/>
                <a:gd name="T44" fmla="*/ 402 w 785"/>
                <a:gd name="T45" fmla="*/ 0 h 456"/>
                <a:gd name="T46" fmla="*/ 536 w 785"/>
                <a:gd name="T47" fmla="*/ 78 h 456"/>
                <a:gd name="T48" fmla="*/ 496 w 785"/>
                <a:gd name="T49" fmla="*/ 101 h 456"/>
                <a:gd name="T50" fmla="*/ 435 w 785"/>
                <a:gd name="T51" fmla="*/ 65 h 456"/>
                <a:gd name="T52" fmla="*/ 435 w 785"/>
                <a:gd name="T53" fmla="*/ 142 h 456"/>
                <a:gd name="T54" fmla="*/ 502 w 785"/>
                <a:gd name="T55" fmla="*/ 165 h 456"/>
                <a:gd name="T56" fmla="*/ 541 w 785"/>
                <a:gd name="T57" fmla="*/ 204 h 456"/>
                <a:gd name="T58" fmla="*/ 672 w 785"/>
                <a:gd name="T59" fmla="*/ 204 h 456"/>
                <a:gd name="T60" fmla="*/ 611 w 785"/>
                <a:gd name="T61" fmla="*/ 168 h 456"/>
                <a:gd name="T62" fmla="*/ 650 w 785"/>
                <a:gd name="T63" fmla="*/ 145 h 456"/>
                <a:gd name="T64" fmla="*/ 785 w 785"/>
                <a:gd name="T65" fmla="*/ 223 h 456"/>
                <a:gd name="T66" fmla="*/ 651 w 785"/>
                <a:gd name="T67" fmla="*/ 300 h 456"/>
                <a:gd name="T68" fmla="*/ 611 w 785"/>
                <a:gd name="T69" fmla="*/ 277 h 456"/>
                <a:gd name="T70" fmla="*/ 672 w 785"/>
                <a:gd name="T71" fmla="*/ 242 h 456"/>
                <a:gd name="T72" fmla="*/ 545 w 785"/>
                <a:gd name="T73" fmla="*/ 242 h 456"/>
                <a:gd name="T74" fmla="*/ 502 w 785"/>
                <a:gd name="T75" fmla="*/ 290 h 456"/>
                <a:gd name="T76" fmla="*/ 422 w 785"/>
                <a:gd name="T77" fmla="*/ 314 h 456"/>
                <a:gd name="T78" fmla="*/ 422 w 785"/>
                <a:gd name="T79" fmla="*/ 391 h 456"/>
                <a:gd name="T80" fmla="*/ 483 w 785"/>
                <a:gd name="T81" fmla="*/ 355 h 456"/>
                <a:gd name="T82" fmla="*/ 483 w 785"/>
                <a:gd name="T83" fmla="*/ 355 h 456"/>
                <a:gd name="T84" fmla="*/ 483 w 785"/>
                <a:gd name="T85" fmla="*/ 355 h 456"/>
                <a:gd name="T86" fmla="*/ 338 w 785"/>
                <a:gd name="T87" fmla="*/ 260 h 456"/>
                <a:gd name="T88" fmla="*/ 450 w 785"/>
                <a:gd name="T89" fmla="*/ 260 h 456"/>
                <a:gd name="T90" fmla="*/ 450 w 785"/>
                <a:gd name="T91" fmla="*/ 195 h 456"/>
                <a:gd name="T92" fmla="*/ 338 w 785"/>
                <a:gd name="T93" fmla="*/ 195 h 456"/>
                <a:gd name="T94" fmla="*/ 338 w 785"/>
                <a:gd name="T95" fmla="*/ 260 h 4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785" h="456">
                  <a:moveTo>
                    <a:pt x="483" y="355"/>
                  </a:moveTo>
                  <a:cubicBezTo>
                    <a:pt x="523" y="379"/>
                    <a:pt x="523" y="379"/>
                    <a:pt x="523" y="379"/>
                  </a:cubicBezTo>
                  <a:cubicBezTo>
                    <a:pt x="389" y="456"/>
                    <a:pt x="389" y="456"/>
                    <a:pt x="389" y="456"/>
                  </a:cubicBezTo>
                  <a:cubicBezTo>
                    <a:pt x="255" y="379"/>
                    <a:pt x="255" y="379"/>
                    <a:pt x="255" y="379"/>
                  </a:cubicBezTo>
                  <a:cubicBezTo>
                    <a:pt x="295" y="355"/>
                    <a:pt x="295" y="355"/>
                    <a:pt x="295" y="355"/>
                  </a:cubicBezTo>
                  <a:cubicBezTo>
                    <a:pt x="356" y="391"/>
                    <a:pt x="356" y="391"/>
                    <a:pt x="356" y="391"/>
                  </a:cubicBezTo>
                  <a:cubicBezTo>
                    <a:pt x="356" y="313"/>
                    <a:pt x="356" y="313"/>
                    <a:pt x="356" y="313"/>
                  </a:cubicBezTo>
                  <a:cubicBezTo>
                    <a:pt x="330" y="309"/>
                    <a:pt x="306" y="301"/>
                    <a:pt x="286" y="290"/>
                  </a:cubicBezTo>
                  <a:cubicBezTo>
                    <a:pt x="266" y="278"/>
                    <a:pt x="253" y="264"/>
                    <a:pt x="246" y="249"/>
                  </a:cubicBezTo>
                  <a:cubicBezTo>
                    <a:pt x="113" y="249"/>
                    <a:pt x="113" y="249"/>
                    <a:pt x="113" y="249"/>
                  </a:cubicBezTo>
                  <a:cubicBezTo>
                    <a:pt x="174" y="284"/>
                    <a:pt x="174" y="284"/>
                    <a:pt x="174" y="284"/>
                  </a:cubicBezTo>
                  <a:cubicBezTo>
                    <a:pt x="134" y="308"/>
                    <a:pt x="134" y="308"/>
                    <a:pt x="134" y="308"/>
                  </a:cubicBezTo>
                  <a:cubicBezTo>
                    <a:pt x="0" y="230"/>
                    <a:pt x="0" y="230"/>
                    <a:pt x="0" y="230"/>
                  </a:cubicBezTo>
                  <a:cubicBezTo>
                    <a:pt x="134" y="152"/>
                    <a:pt x="134" y="152"/>
                    <a:pt x="134" y="152"/>
                  </a:cubicBezTo>
                  <a:cubicBezTo>
                    <a:pt x="174" y="175"/>
                    <a:pt x="174" y="175"/>
                    <a:pt x="174" y="175"/>
                  </a:cubicBezTo>
                  <a:cubicBezTo>
                    <a:pt x="113" y="211"/>
                    <a:pt x="113" y="211"/>
                    <a:pt x="113" y="211"/>
                  </a:cubicBezTo>
                  <a:cubicBezTo>
                    <a:pt x="244" y="211"/>
                    <a:pt x="244" y="211"/>
                    <a:pt x="244" y="211"/>
                  </a:cubicBezTo>
                  <a:cubicBezTo>
                    <a:pt x="249" y="194"/>
                    <a:pt x="263" y="178"/>
                    <a:pt x="286" y="165"/>
                  </a:cubicBezTo>
                  <a:cubicBezTo>
                    <a:pt x="309" y="151"/>
                    <a:pt x="339" y="143"/>
                    <a:pt x="369" y="140"/>
                  </a:cubicBezTo>
                  <a:cubicBezTo>
                    <a:pt x="369" y="65"/>
                    <a:pt x="369" y="65"/>
                    <a:pt x="369" y="65"/>
                  </a:cubicBezTo>
                  <a:cubicBezTo>
                    <a:pt x="308" y="101"/>
                    <a:pt x="308" y="101"/>
                    <a:pt x="308" y="101"/>
                  </a:cubicBezTo>
                  <a:cubicBezTo>
                    <a:pt x="268" y="78"/>
                    <a:pt x="268" y="78"/>
                    <a:pt x="268" y="78"/>
                  </a:cubicBezTo>
                  <a:cubicBezTo>
                    <a:pt x="402" y="0"/>
                    <a:pt x="402" y="0"/>
                    <a:pt x="402" y="0"/>
                  </a:cubicBezTo>
                  <a:cubicBezTo>
                    <a:pt x="536" y="78"/>
                    <a:pt x="536" y="78"/>
                    <a:pt x="536" y="78"/>
                  </a:cubicBezTo>
                  <a:cubicBezTo>
                    <a:pt x="496" y="101"/>
                    <a:pt x="496" y="101"/>
                    <a:pt x="496" y="101"/>
                  </a:cubicBezTo>
                  <a:cubicBezTo>
                    <a:pt x="435" y="65"/>
                    <a:pt x="435" y="65"/>
                    <a:pt x="435" y="65"/>
                  </a:cubicBezTo>
                  <a:cubicBezTo>
                    <a:pt x="435" y="87"/>
                    <a:pt x="435" y="117"/>
                    <a:pt x="435" y="142"/>
                  </a:cubicBezTo>
                  <a:cubicBezTo>
                    <a:pt x="460" y="146"/>
                    <a:pt x="483" y="154"/>
                    <a:pt x="502" y="165"/>
                  </a:cubicBezTo>
                  <a:cubicBezTo>
                    <a:pt x="521" y="176"/>
                    <a:pt x="534" y="189"/>
                    <a:pt x="541" y="204"/>
                  </a:cubicBezTo>
                  <a:cubicBezTo>
                    <a:pt x="672" y="204"/>
                    <a:pt x="672" y="204"/>
                    <a:pt x="672" y="204"/>
                  </a:cubicBezTo>
                  <a:cubicBezTo>
                    <a:pt x="611" y="168"/>
                    <a:pt x="611" y="168"/>
                    <a:pt x="611" y="168"/>
                  </a:cubicBezTo>
                  <a:cubicBezTo>
                    <a:pt x="650" y="145"/>
                    <a:pt x="650" y="145"/>
                    <a:pt x="650" y="145"/>
                  </a:cubicBezTo>
                  <a:cubicBezTo>
                    <a:pt x="785" y="223"/>
                    <a:pt x="785" y="223"/>
                    <a:pt x="785" y="223"/>
                  </a:cubicBezTo>
                  <a:cubicBezTo>
                    <a:pt x="651" y="300"/>
                    <a:pt x="651" y="300"/>
                    <a:pt x="651" y="300"/>
                  </a:cubicBezTo>
                  <a:cubicBezTo>
                    <a:pt x="611" y="277"/>
                    <a:pt x="611" y="277"/>
                    <a:pt x="611" y="277"/>
                  </a:cubicBezTo>
                  <a:cubicBezTo>
                    <a:pt x="672" y="242"/>
                    <a:pt x="672" y="242"/>
                    <a:pt x="672" y="242"/>
                  </a:cubicBezTo>
                  <a:cubicBezTo>
                    <a:pt x="637" y="242"/>
                    <a:pt x="587" y="242"/>
                    <a:pt x="545" y="242"/>
                  </a:cubicBezTo>
                  <a:cubicBezTo>
                    <a:pt x="540" y="259"/>
                    <a:pt x="526" y="276"/>
                    <a:pt x="502" y="290"/>
                  </a:cubicBezTo>
                  <a:cubicBezTo>
                    <a:pt x="480" y="303"/>
                    <a:pt x="451" y="311"/>
                    <a:pt x="422" y="314"/>
                  </a:cubicBezTo>
                  <a:cubicBezTo>
                    <a:pt x="422" y="391"/>
                    <a:pt x="422" y="391"/>
                    <a:pt x="422" y="391"/>
                  </a:cubicBezTo>
                  <a:cubicBezTo>
                    <a:pt x="483" y="355"/>
                    <a:pt x="483" y="355"/>
                    <a:pt x="483" y="355"/>
                  </a:cubicBezTo>
                  <a:cubicBezTo>
                    <a:pt x="483" y="355"/>
                    <a:pt x="483" y="355"/>
                    <a:pt x="483" y="355"/>
                  </a:cubicBezTo>
                  <a:cubicBezTo>
                    <a:pt x="483" y="355"/>
                    <a:pt x="483" y="355"/>
                    <a:pt x="483" y="355"/>
                  </a:cubicBezTo>
                  <a:close/>
                  <a:moveTo>
                    <a:pt x="338" y="260"/>
                  </a:moveTo>
                  <a:cubicBezTo>
                    <a:pt x="369" y="278"/>
                    <a:pt x="419" y="278"/>
                    <a:pt x="450" y="260"/>
                  </a:cubicBezTo>
                  <a:cubicBezTo>
                    <a:pt x="481" y="242"/>
                    <a:pt x="481" y="213"/>
                    <a:pt x="450" y="195"/>
                  </a:cubicBezTo>
                  <a:cubicBezTo>
                    <a:pt x="419" y="177"/>
                    <a:pt x="368" y="177"/>
                    <a:pt x="338" y="195"/>
                  </a:cubicBezTo>
                  <a:cubicBezTo>
                    <a:pt x="307" y="213"/>
                    <a:pt x="307" y="242"/>
                    <a:pt x="338" y="260"/>
                  </a:cubicBezTo>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510" name="未知"/>
            <p:cNvSpPr/>
            <p:nvPr/>
          </p:nvSpPr>
          <p:spPr bwMode="auto">
            <a:xfrm>
              <a:off x="49" y="226"/>
              <a:ext cx="30" cy="48"/>
            </a:xfrm>
            <a:custGeom>
              <a:avLst/>
              <a:gdLst>
                <a:gd name="T0" fmla="*/ 27 w 56"/>
                <a:gd name="T1" fmla="*/ 5 h 92"/>
                <a:gd name="T2" fmla="*/ 46 w 56"/>
                <a:gd name="T3" fmla="*/ 21 h 92"/>
                <a:gd name="T4" fmla="*/ 54 w 56"/>
                <a:gd name="T5" fmla="*/ 45 h 92"/>
                <a:gd name="T6" fmla="*/ 40 w 56"/>
                <a:gd name="T7" fmla="*/ 36 h 92"/>
                <a:gd name="T8" fmla="*/ 27 w 56"/>
                <a:gd name="T9" fmla="*/ 17 h 92"/>
                <a:gd name="T10" fmla="*/ 20 w 56"/>
                <a:gd name="T11" fmla="*/ 15 h 92"/>
                <a:gd name="T12" fmla="*/ 17 w 56"/>
                <a:gd name="T13" fmla="*/ 20 h 92"/>
                <a:gd name="T14" fmla="*/ 20 w 56"/>
                <a:gd name="T15" fmla="*/ 28 h 92"/>
                <a:gd name="T16" fmla="*/ 36 w 56"/>
                <a:gd name="T17" fmla="*/ 43 h 92"/>
                <a:gd name="T18" fmla="*/ 48 w 56"/>
                <a:gd name="T19" fmla="*/ 55 h 92"/>
                <a:gd name="T20" fmla="*/ 56 w 56"/>
                <a:gd name="T21" fmla="*/ 77 h 92"/>
                <a:gd name="T22" fmla="*/ 49 w 56"/>
                <a:gd name="T23" fmla="*/ 90 h 92"/>
                <a:gd name="T24" fmla="*/ 28 w 56"/>
                <a:gd name="T25" fmla="*/ 85 h 92"/>
                <a:gd name="T26" fmla="*/ 9 w 56"/>
                <a:gd name="T27" fmla="*/ 67 h 92"/>
                <a:gd name="T28" fmla="*/ 0 w 56"/>
                <a:gd name="T29" fmla="*/ 42 h 92"/>
                <a:gd name="T30" fmla="*/ 14 w 56"/>
                <a:gd name="T31" fmla="*/ 50 h 92"/>
                <a:gd name="T32" fmla="*/ 19 w 56"/>
                <a:gd name="T33" fmla="*/ 63 h 92"/>
                <a:gd name="T34" fmla="*/ 29 w 56"/>
                <a:gd name="T35" fmla="*/ 72 h 92"/>
                <a:gd name="T36" fmla="*/ 37 w 56"/>
                <a:gd name="T37" fmla="*/ 75 h 92"/>
                <a:gd name="T38" fmla="*/ 42 w 56"/>
                <a:gd name="T39" fmla="*/ 70 h 92"/>
                <a:gd name="T40" fmla="*/ 32 w 56"/>
                <a:gd name="T41" fmla="*/ 55 h 92"/>
                <a:gd name="T42" fmla="*/ 13 w 56"/>
                <a:gd name="T43" fmla="*/ 37 h 92"/>
                <a:gd name="T44" fmla="*/ 2 w 56"/>
                <a:gd name="T45" fmla="*/ 13 h 92"/>
                <a:gd name="T46" fmla="*/ 10 w 56"/>
                <a:gd name="T47" fmla="*/ 1 h 92"/>
                <a:gd name="T48" fmla="*/ 27 w 56"/>
                <a:gd name="T49" fmla="*/ 5 h 92"/>
                <a:gd name="T50" fmla="*/ 27 w 56"/>
                <a:gd name="T51" fmla="*/ 5 h 92"/>
                <a:gd name="T52" fmla="*/ 27 w 56"/>
                <a:gd name="T53" fmla="*/ 5 h 92"/>
                <a:gd name="T54" fmla="*/ 27 w 56"/>
                <a:gd name="T55" fmla="*/ 5 h 92"/>
                <a:gd name="T56" fmla="*/ 27 w 56"/>
                <a:gd name="T57" fmla="*/ 5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6" h="92">
                  <a:moveTo>
                    <a:pt x="27" y="5"/>
                  </a:moveTo>
                  <a:cubicBezTo>
                    <a:pt x="35" y="9"/>
                    <a:pt x="41" y="15"/>
                    <a:pt x="46" y="21"/>
                  </a:cubicBezTo>
                  <a:cubicBezTo>
                    <a:pt x="51" y="28"/>
                    <a:pt x="54" y="36"/>
                    <a:pt x="54" y="45"/>
                  </a:cubicBezTo>
                  <a:cubicBezTo>
                    <a:pt x="40" y="36"/>
                    <a:pt x="40" y="36"/>
                    <a:pt x="40" y="36"/>
                  </a:cubicBezTo>
                  <a:cubicBezTo>
                    <a:pt x="39" y="29"/>
                    <a:pt x="35" y="22"/>
                    <a:pt x="27" y="17"/>
                  </a:cubicBezTo>
                  <a:cubicBezTo>
                    <a:pt x="24" y="16"/>
                    <a:pt x="22" y="15"/>
                    <a:pt x="20" y="15"/>
                  </a:cubicBezTo>
                  <a:cubicBezTo>
                    <a:pt x="18" y="16"/>
                    <a:pt x="17" y="17"/>
                    <a:pt x="17" y="20"/>
                  </a:cubicBezTo>
                  <a:cubicBezTo>
                    <a:pt x="17" y="23"/>
                    <a:pt x="18" y="26"/>
                    <a:pt x="20" y="28"/>
                  </a:cubicBezTo>
                  <a:cubicBezTo>
                    <a:pt x="22" y="30"/>
                    <a:pt x="27" y="35"/>
                    <a:pt x="36" y="43"/>
                  </a:cubicBezTo>
                  <a:cubicBezTo>
                    <a:pt x="42" y="48"/>
                    <a:pt x="45" y="52"/>
                    <a:pt x="48" y="55"/>
                  </a:cubicBezTo>
                  <a:cubicBezTo>
                    <a:pt x="53" y="62"/>
                    <a:pt x="56" y="69"/>
                    <a:pt x="56" y="77"/>
                  </a:cubicBezTo>
                  <a:cubicBezTo>
                    <a:pt x="56" y="84"/>
                    <a:pt x="54" y="88"/>
                    <a:pt x="49" y="90"/>
                  </a:cubicBezTo>
                  <a:cubicBezTo>
                    <a:pt x="44" y="92"/>
                    <a:pt x="37" y="90"/>
                    <a:pt x="28" y="85"/>
                  </a:cubicBezTo>
                  <a:cubicBezTo>
                    <a:pt x="20" y="81"/>
                    <a:pt x="14" y="75"/>
                    <a:pt x="9" y="67"/>
                  </a:cubicBezTo>
                  <a:cubicBezTo>
                    <a:pt x="3" y="59"/>
                    <a:pt x="0" y="51"/>
                    <a:pt x="0" y="42"/>
                  </a:cubicBezTo>
                  <a:cubicBezTo>
                    <a:pt x="14" y="50"/>
                    <a:pt x="14" y="50"/>
                    <a:pt x="14" y="50"/>
                  </a:cubicBezTo>
                  <a:cubicBezTo>
                    <a:pt x="14" y="55"/>
                    <a:pt x="16" y="59"/>
                    <a:pt x="19" y="63"/>
                  </a:cubicBezTo>
                  <a:cubicBezTo>
                    <a:pt x="21" y="67"/>
                    <a:pt x="25" y="70"/>
                    <a:pt x="29" y="72"/>
                  </a:cubicBezTo>
                  <a:cubicBezTo>
                    <a:pt x="32" y="74"/>
                    <a:pt x="35" y="75"/>
                    <a:pt x="37" y="75"/>
                  </a:cubicBezTo>
                  <a:cubicBezTo>
                    <a:pt x="40" y="76"/>
                    <a:pt x="42" y="74"/>
                    <a:pt x="42" y="70"/>
                  </a:cubicBezTo>
                  <a:cubicBezTo>
                    <a:pt x="42" y="66"/>
                    <a:pt x="38" y="61"/>
                    <a:pt x="32" y="55"/>
                  </a:cubicBezTo>
                  <a:cubicBezTo>
                    <a:pt x="20" y="44"/>
                    <a:pt x="14" y="38"/>
                    <a:pt x="13" y="37"/>
                  </a:cubicBezTo>
                  <a:cubicBezTo>
                    <a:pt x="6" y="29"/>
                    <a:pt x="2" y="22"/>
                    <a:pt x="2" y="13"/>
                  </a:cubicBezTo>
                  <a:cubicBezTo>
                    <a:pt x="2" y="6"/>
                    <a:pt x="5" y="2"/>
                    <a:pt x="10" y="1"/>
                  </a:cubicBezTo>
                  <a:cubicBezTo>
                    <a:pt x="15" y="0"/>
                    <a:pt x="21" y="1"/>
                    <a:pt x="27" y="5"/>
                  </a:cubicBezTo>
                  <a:cubicBezTo>
                    <a:pt x="27" y="5"/>
                    <a:pt x="27" y="5"/>
                    <a:pt x="27" y="5"/>
                  </a:cubicBezTo>
                  <a:cubicBezTo>
                    <a:pt x="27" y="5"/>
                    <a:pt x="27" y="5"/>
                    <a:pt x="27" y="5"/>
                  </a:cubicBezTo>
                  <a:cubicBezTo>
                    <a:pt x="27" y="5"/>
                    <a:pt x="27" y="5"/>
                    <a:pt x="27" y="5"/>
                  </a:cubicBezTo>
                  <a:cubicBezTo>
                    <a:pt x="27" y="5"/>
                    <a:pt x="27" y="5"/>
                    <a:pt x="27" y="5"/>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511" name="未知"/>
            <p:cNvSpPr/>
            <p:nvPr/>
          </p:nvSpPr>
          <p:spPr bwMode="auto">
            <a:xfrm>
              <a:off x="80" y="238"/>
              <a:ext cx="46" cy="62"/>
            </a:xfrm>
            <a:custGeom>
              <a:avLst/>
              <a:gdLst>
                <a:gd name="T0" fmla="*/ 46 w 46"/>
                <a:gd name="T1" fmla="*/ 27 h 62"/>
                <a:gd name="T2" fmla="*/ 36 w 46"/>
                <a:gd name="T3" fmla="*/ 62 h 62"/>
                <a:gd name="T4" fmla="*/ 29 w 46"/>
                <a:gd name="T5" fmla="*/ 57 h 62"/>
                <a:gd name="T6" fmla="*/ 23 w 46"/>
                <a:gd name="T7" fmla="*/ 27 h 62"/>
                <a:gd name="T8" fmla="*/ 17 w 46"/>
                <a:gd name="T9" fmla="*/ 51 h 62"/>
                <a:gd name="T10" fmla="*/ 9 w 46"/>
                <a:gd name="T11" fmla="*/ 46 h 62"/>
                <a:gd name="T12" fmla="*/ 0 w 46"/>
                <a:gd name="T13" fmla="*/ 0 h 62"/>
                <a:gd name="T14" fmla="*/ 8 w 46"/>
                <a:gd name="T15" fmla="*/ 5 h 62"/>
                <a:gd name="T16" fmla="*/ 13 w 46"/>
                <a:gd name="T17" fmla="*/ 36 h 62"/>
                <a:gd name="T18" fmla="*/ 19 w 46"/>
                <a:gd name="T19" fmla="*/ 12 h 62"/>
                <a:gd name="T20" fmla="*/ 27 w 46"/>
                <a:gd name="T21" fmla="*/ 16 h 62"/>
                <a:gd name="T22" fmla="*/ 33 w 46"/>
                <a:gd name="T23" fmla="*/ 47 h 62"/>
                <a:gd name="T24" fmla="*/ 38 w 46"/>
                <a:gd name="T25" fmla="*/ 23 h 62"/>
                <a:gd name="T26" fmla="*/ 46 w 46"/>
                <a:gd name="T27" fmla="*/ 27 h 62"/>
                <a:gd name="T28" fmla="*/ 46 w 46"/>
                <a:gd name="T29" fmla="*/ 27 h 62"/>
                <a:gd name="T30" fmla="*/ 46 w 46"/>
                <a:gd name="T31" fmla="*/ 27 h 62"/>
                <a:gd name="T32" fmla="*/ 46 w 46"/>
                <a:gd name="T33" fmla="*/ 27 h 62"/>
                <a:gd name="T34" fmla="*/ 46 w 46"/>
                <a:gd name="T35" fmla="*/ 27 h 62"/>
                <a:gd name="T36" fmla="*/ 46 w 46"/>
                <a:gd name="T37" fmla="*/ 27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6" h="62">
                  <a:moveTo>
                    <a:pt x="46" y="27"/>
                  </a:moveTo>
                  <a:lnTo>
                    <a:pt x="36" y="62"/>
                  </a:lnTo>
                  <a:lnTo>
                    <a:pt x="29" y="57"/>
                  </a:lnTo>
                  <a:lnTo>
                    <a:pt x="23" y="27"/>
                  </a:lnTo>
                  <a:lnTo>
                    <a:pt x="17" y="51"/>
                  </a:lnTo>
                  <a:lnTo>
                    <a:pt x="9" y="46"/>
                  </a:lnTo>
                  <a:lnTo>
                    <a:pt x="0" y="0"/>
                  </a:lnTo>
                  <a:lnTo>
                    <a:pt x="8" y="5"/>
                  </a:lnTo>
                  <a:lnTo>
                    <a:pt x="13" y="36"/>
                  </a:lnTo>
                  <a:lnTo>
                    <a:pt x="19" y="12"/>
                  </a:lnTo>
                  <a:lnTo>
                    <a:pt x="27" y="16"/>
                  </a:lnTo>
                  <a:lnTo>
                    <a:pt x="33" y="47"/>
                  </a:lnTo>
                  <a:lnTo>
                    <a:pt x="38" y="23"/>
                  </a:lnTo>
                  <a:lnTo>
                    <a:pt x="46" y="27"/>
                  </a:lnTo>
                  <a:lnTo>
                    <a:pt x="46" y="27"/>
                  </a:lnTo>
                  <a:lnTo>
                    <a:pt x="46" y="27"/>
                  </a:lnTo>
                  <a:lnTo>
                    <a:pt x="46" y="27"/>
                  </a:lnTo>
                  <a:lnTo>
                    <a:pt x="46" y="27"/>
                  </a:lnTo>
                  <a:lnTo>
                    <a:pt x="46" y="27"/>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512" name="未知"/>
            <p:cNvSpPr/>
            <p:nvPr/>
          </p:nvSpPr>
          <p:spPr bwMode="auto">
            <a:xfrm>
              <a:off x="130" y="267"/>
              <a:ext cx="7" cy="45"/>
            </a:xfrm>
            <a:custGeom>
              <a:avLst/>
              <a:gdLst>
                <a:gd name="T0" fmla="*/ 7 w 7"/>
                <a:gd name="T1" fmla="*/ 5 h 45"/>
                <a:gd name="T2" fmla="*/ 7 w 7"/>
                <a:gd name="T3" fmla="*/ 45 h 45"/>
                <a:gd name="T4" fmla="*/ 0 w 7"/>
                <a:gd name="T5" fmla="*/ 41 h 45"/>
                <a:gd name="T6" fmla="*/ 0 w 7"/>
                <a:gd name="T7" fmla="*/ 0 h 45"/>
                <a:gd name="T8" fmla="*/ 7 w 7"/>
                <a:gd name="T9" fmla="*/ 5 h 45"/>
                <a:gd name="T10" fmla="*/ 7 w 7"/>
                <a:gd name="T11" fmla="*/ 5 h 45"/>
                <a:gd name="T12" fmla="*/ 7 w 7"/>
                <a:gd name="T13" fmla="*/ 5 h 45"/>
                <a:gd name="T14" fmla="*/ 7 w 7"/>
                <a:gd name="T15" fmla="*/ 5 h 45"/>
                <a:gd name="T16" fmla="*/ 7 w 7"/>
                <a:gd name="T17" fmla="*/ 5 h 45"/>
                <a:gd name="T18" fmla="*/ 7 w 7"/>
                <a:gd name="T19" fmla="*/ 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 h="45">
                  <a:moveTo>
                    <a:pt x="7" y="5"/>
                  </a:moveTo>
                  <a:lnTo>
                    <a:pt x="7" y="45"/>
                  </a:lnTo>
                  <a:lnTo>
                    <a:pt x="0" y="41"/>
                  </a:lnTo>
                  <a:lnTo>
                    <a:pt x="0" y="0"/>
                  </a:lnTo>
                  <a:lnTo>
                    <a:pt x="7" y="5"/>
                  </a:lnTo>
                  <a:lnTo>
                    <a:pt x="7" y="5"/>
                  </a:lnTo>
                  <a:lnTo>
                    <a:pt x="7" y="5"/>
                  </a:lnTo>
                  <a:lnTo>
                    <a:pt x="7" y="5"/>
                  </a:lnTo>
                  <a:lnTo>
                    <a:pt x="7" y="5"/>
                  </a:lnTo>
                  <a:lnTo>
                    <a:pt x="7" y="5"/>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513" name="未知"/>
            <p:cNvSpPr/>
            <p:nvPr/>
          </p:nvSpPr>
          <p:spPr bwMode="auto">
            <a:xfrm>
              <a:off x="141" y="274"/>
              <a:ext cx="29" cy="51"/>
            </a:xfrm>
            <a:custGeom>
              <a:avLst/>
              <a:gdLst>
                <a:gd name="T0" fmla="*/ 29 w 29"/>
                <a:gd name="T1" fmla="*/ 17 h 51"/>
                <a:gd name="T2" fmla="*/ 29 w 29"/>
                <a:gd name="T3" fmla="*/ 24 h 51"/>
                <a:gd name="T4" fmla="*/ 19 w 29"/>
                <a:gd name="T5" fmla="*/ 18 h 51"/>
                <a:gd name="T6" fmla="*/ 19 w 29"/>
                <a:gd name="T7" fmla="*/ 51 h 51"/>
                <a:gd name="T8" fmla="*/ 11 w 29"/>
                <a:gd name="T9" fmla="*/ 46 h 51"/>
                <a:gd name="T10" fmla="*/ 11 w 29"/>
                <a:gd name="T11" fmla="*/ 14 h 51"/>
                <a:gd name="T12" fmla="*/ 0 w 29"/>
                <a:gd name="T13" fmla="*/ 7 h 51"/>
                <a:gd name="T14" fmla="*/ 0 w 29"/>
                <a:gd name="T15" fmla="*/ 0 h 51"/>
                <a:gd name="T16" fmla="*/ 29 w 29"/>
                <a:gd name="T17" fmla="*/ 17 h 51"/>
                <a:gd name="T18" fmla="*/ 29 w 29"/>
                <a:gd name="T19" fmla="*/ 17 h 51"/>
                <a:gd name="T20" fmla="*/ 29 w 29"/>
                <a:gd name="T21" fmla="*/ 17 h 51"/>
                <a:gd name="T22" fmla="*/ 29 w 29"/>
                <a:gd name="T23" fmla="*/ 17 h 51"/>
                <a:gd name="T24" fmla="*/ 29 w 29"/>
                <a:gd name="T25" fmla="*/ 17 h 51"/>
                <a:gd name="T26" fmla="*/ 29 w 29"/>
                <a:gd name="T27" fmla="*/ 17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51">
                  <a:moveTo>
                    <a:pt x="29" y="17"/>
                  </a:moveTo>
                  <a:lnTo>
                    <a:pt x="29" y="24"/>
                  </a:lnTo>
                  <a:lnTo>
                    <a:pt x="19" y="18"/>
                  </a:lnTo>
                  <a:lnTo>
                    <a:pt x="19" y="51"/>
                  </a:lnTo>
                  <a:lnTo>
                    <a:pt x="11" y="46"/>
                  </a:lnTo>
                  <a:lnTo>
                    <a:pt x="11" y="14"/>
                  </a:lnTo>
                  <a:lnTo>
                    <a:pt x="0" y="7"/>
                  </a:lnTo>
                  <a:lnTo>
                    <a:pt x="0" y="0"/>
                  </a:lnTo>
                  <a:lnTo>
                    <a:pt x="29" y="17"/>
                  </a:lnTo>
                  <a:lnTo>
                    <a:pt x="29" y="17"/>
                  </a:lnTo>
                  <a:lnTo>
                    <a:pt x="29" y="17"/>
                  </a:lnTo>
                  <a:lnTo>
                    <a:pt x="29" y="17"/>
                  </a:lnTo>
                  <a:lnTo>
                    <a:pt x="29" y="17"/>
                  </a:lnTo>
                  <a:lnTo>
                    <a:pt x="29" y="17"/>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514" name="未知"/>
            <p:cNvSpPr/>
            <p:nvPr/>
          </p:nvSpPr>
          <p:spPr bwMode="auto">
            <a:xfrm>
              <a:off x="172" y="298"/>
              <a:ext cx="33" cy="48"/>
            </a:xfrm>
            <a:custGeom>
              <a:avLst/>
              <a:gdLst>
                <a:gd name="T0" fmla="*/ 33 w 62"/>
                <a:gd name="T1" fmla="*/ 7 h 92"/>
                <a:gd name="T2" fmla="*/ 52 w 62"/>
                <a:gd name="T3" fmla="*/ 25 h 92"/>
                <a:gd name="T4" fmla="*/ 62 w 62"/>
                <a:gd name="T5" fmla="*/ 50 h 92"/>
                <a:gd name="T6" fmla="*/ 48 w 62"/>
                <a:gd name="T7" fmla="*/ 42 h 92"/>
                <a:gd name="T8" fmla="*/ 43 w 62"/>
                <a:gd name="T9" fmla="*/ 30 h 92"/>
                <a:gd name="T10" fmla="*/ 33 w 62"/>
                <a:gd name="T11" fmla="*/ 21 h 92"/>
                <a:gd name="T12" fmla="*/ 19 w 62"/>
                <a:gd name="T13" fmla="*/ 21 h 92"/>
                <a:gd name="T14" fmla="*/ 15 w 62"/>
                <a:gd name="T15" fmla="*/ 36 h 92"/>
                <a:gd name="T16" fmla="*/ 19 w 62"/>
                <a:gd name="T17" fmla="*/ 56 h 92"/>
                <a:gd name="T18" fmla="*/ 33 w 62"/>
                <a:gd name="T19" fmla="*/ 72 h 92"/>
                <a:gd name="T20" fmla="*/ 43 w 62"/>
                <a:gd name="T21" fmla="*/ 74 h 92"/>
                <a:gd name="T22" fmla="*/ 48 w 62"/>
                <a:gd name="T23" fmla="*/ 64 h 92"/>
                <a:gd name="T24" fmla="*/ 62 w 62"/>
                <a:gd name="T25" fmla="*/ 72 h 92"/>
                <a:gd name="T26" fmla="*/ 53 w 62"/>
                <a:gd name="T27" fmla="*/ 90 h 92"/>
                <a:gd name="T28" fmla="*/ 33 w 62"/>
                <a:gd name="T29" fmla="*/ 86 h 92"/>
                <a:gd name="T30" fmla="*/ 9 w 62"/>
                <a:gd name="T31" fmla="*/ 61 h 92"/>
                <a:gd name="T32" fmla="*/ 0 w 62"/>
                <a:gd name="T33" fmla="*/ 28 h 92"/>
                <a:gd name="T34" fmla="*/ 9 w 62"/>
                <a:gd name="T35" fmla="*/ 4 h 92"/>
                <a:gd name="T36" fmla="*/ 33 w 62"/>
                <a:gd name="T37" fmla="*/ 7 h 92"/>
                <a:gd name="T38" fmla="*/ 33 w 62"/>
                <a:gd name="T39" fmla="*/ 7 h 92"/>
                <a:gd name="T40" fmla="*/ 33 w 62"/>
                <a:gd name="T41" fmla="*/ 7 h 92"/>
                <a:gd name="T42" fmla="*/ 33 w 62"/>
                <a:gd name="T43" fmla="*/ 7 h 92"/>
                <a:gd name="T44" fmla="*/ 33 w 62"/>
                <a:gd name="T45" fmla="*/ 7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62" h="92">
                  <a:moveTo>
                    <a:pt x="33" y="7"/>
                  </a:moveTo>
                  <a:cubicBezTo>
                    <a:pt x="41" y="11"/>
                    <a:pt x="47" y="17"/>
                    <a:pt x="52" y="25"/>
                  </a:cubicBezTo>
                  <a:cubicBezTo>
                    <a:pt x="58" y="33"/>
                    <a:pt x="61" y="41"/>
                    <a:pt x="62" y="50"/>
                  </a:cubicBezTo>
                  <a:cubicBezTo>
                    <a:pt x="48" y="42"/>
                    <a:pt x="48" y="42"/>
                    <a:pt x="48" y="42"/>
                  </a:cubicBezTo>
                  <a:cubicBezTo>
                    <a:pt x="47" y="38"/>
                    <a:pt x="46" y="34"/>
                    <a:pt x="43" y="30"/>
                  </a:cubicBezTo>
                  <a:cubicBezTo>
                    <a:pt x="40" y="26"/>
                    <a:pt x="37" y="23"/>
                    <a:pt x="33" y="21"/>
                  </a:cubicBezTo>
                  <a:cubicBezTo>
                    <a:pt x="27" y="17"/>
                    <a:pt x="22" y="17"/>
                    <a:pt x="19" y="21"/>
                  </a:cubicBezTo>
                  <a:cubicBezTo>
                    <a:pt x="16" y="24"/>
                    <a:pt x="15" y="29"/>
                    <a:pt x="15" y="36"/>
                  </a:cubicBezTo>
                  <a:cubicBezTo>
                    <a:pt x="15" y="44"/>
                    <a:pt x="16" y="50"/>
                    <a:pt x="19" y="56"/>
                  </a:cubicBezTo>
                  <a:cubicBezTo>
                    <a:pt x="22" y="63"/>
                    <a:pt x="27" y="69"/>
                    <a:pt x="33" y="72"/>
                  </a:cubicBezTo>
                  <a:cubicBezTo>
                    <a:pt x="37" y="75"/>
                    <a:pt x="41" y="75"/>
                    <a:pt x="43" y="74"/>
                  </a:cubicBezTo>
                  <a:cubicBezTo>
                    <a:pt x="46" y="72"/>
                    <a:pt x="47" y="69"/>
                    <a:pt x="48" y="64"/>
                  </a:cubicBezTo>
                  <a:cubicBezTo>
                    <a:pt x="62" y="72"/>
                    <a:pt x="62" y="72"/>
                    <a:pt x="62" y="72"/>
                  </a:cubicBezTo>
                  <a:cubicBezTo>
                    <a:pt x="61" y="81"/>
                    <a:pt x="58" y="87"/>
                    <a:pt x="53" y="90"/>
                  </a:cubicBezTo>
                  <a:cubicBezTo>
                    <a:pt x="48" y="92"/>
                    <a:pt x="41" y="91"/>
                    <a:pt x="33" y="86"/>
                  </a:cubicBezTo>
                  <a:cubicBezTo>
                    <a:pt x="23" y="81"/>
                    <a:pt x="15" y="72"/>
                    <a:pt x="9" y="61"/>
                  </a:cubicBezTo>
                  <a:cubicBezTo>
                    <a:pt x="3" y="50"/>
                    <a:pt x="0" y="39"/>
                    <a:pt x="0" y="28"/>
                  </a:cubicBezTo>
                  <a:cubicBezTo>
                    <a:pt x="0" y="16"/>
                    <a:pt x="3" y="8"/>
                    <a:pt x="9" y="4"/>
                  </a:cubicBezTo>
                  <a:cubicBezTo>
                    <a:pt x="15" y="0"/>
                    <a:pt x="23" y="1"/>
                    <a:pt x="33" y="7"/>
                  </a:cubicBezTo>
                  <a:cubicBezTo>
                    <a:pt x="33" y="7"/>
                    <a:pt x="33" y="7"/>
                    <a:pt x="33" y="7"/>
                  </a:cubicBezTo>
                  <a:cubicBezTo>
                    <a:pt x="33" y="7"/>
                    <a:pt x="33" y="7"/>
                    <a:pt x="33" y="7"/>
                  </a:cubicBezTo>
                  <a:cubicBezTo>
                    <a:pt x="33" y="7"/>
                    <a:pt x="33" y="7"/>
                    <a:pt x="33" y="7"/>
                  </a:cubicBezTo>
                  <a:cubicBezTo>
                    <a:pt x="33" y="7"/>
                    <a:pt x="33" y="7"/>
                    <a:pt x="33" y="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515" name="未知"/>
            <p:cNvSpPr/>
            <p:nvPr/>
          </p:nvSpPr>
          <p:spPr bwMode="auto">
            <a:xfrm>
              <a:off x="210" y="314"/>
              <a:ext cx="30" cy="57"/>
            </a:xfrm>
            <a:custGeom>
              <a:avLst/>
              <a:gdLst>
                <a:gd name="T0" fmla="*/ 30 w 30"/>
                <a:gd name="T1" fmla="*/ 17 h 57"/>
                <a:gd name="T2" fmla="*/ 30 w 30"/>
                <a:gd name="T3" fmla="*/ 57 h 57"/>
                <a:gd name="T4" fmla="*/ 22 w 30"/>
                <a:gd name="T5" fmla="*/ 53 h 57"/>
                <a:gd name="T6" fmla="*/ 22 w 30"/>
                <a:gd name="T7" fmla="*/ 35 h 57"/>
                <a:gd name="T8" fmla="*/ 8 w 30"/>
                <a:gd name="T9" fmla="*/ 27 h 57"/>
                <a:gd name="T10" fmla="*/ 8 w 30"/>
                <a:gd name="T11" fmla="*/ 45 h 57"/>
                <a:gd name="T12" fmla="*/ 0 w 30"/>
                <a:gd name="T13" fmla="*/ 40 h 57"/>
                <a:gd name="T14" fmla="*/ 0 w 30"/>
                <a:gd name="T15" fmla="*/ 0 h 57"/>
                <a:gd name="T16" fmla="*/ 8 w 30"/>
                <a:gd name="T17" fmla="*/ 4 h 57"/>
                <a:gd name="T18" fmla="*/ 8 w 30"/>
                <a:gd name="T19" fmla="*/ 20 h 57"/>
                <a:gd name="T20" fmla="*/ 22 w 30"/>
                <a:gd name="T21" fmla="*/ 28 h 57"/>
                <a:gd name="T22" fmla="*/ 23 w 30"/>
                <a:gd name="T23" fmla="*/ 13 h 57"/>
                <a:gd name="T24" fmla="*/ 30 w 30"/>
                <a:gd name="T25" fmla="*/ 17 h 57"/>
                <a:gd name="T26" fmla="*/ 30 w 30"/>
                <a:gd name="T27" fmla="*/ 17 h 57"/>
                <a:gd name="T28" fmla="*/ 30 w 30"/>
                <a:gd name="T29" fmla="*/ 17 h 57"/>
                <a:gd name="T30" fmla="*/ 30 w 30"/>
                <a:gd name="T31" fmla="*/ 17 h 57"/>
                <a:gd name="T32" fmla="*/ 30 w 30"/>
                <a:gd name="T33" fmla="*/ 17 h 57"/>
                <a:gd name="T34" fmla="*/ 30 w 30"/>
                <a:gd name="T35" fmla="*/ 17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0" h="57">
                  <a:moveTo>
                    <a:pt x="30" y="17"/>
                  </a:moveTo>
                  <a:lnTo>
                    <a:pt x="30" y="57"/>
                  </a:lnTo>
                  <a:lnTo>
                    <a:pt x="22" y="53"/>
                  </a:lnTo>
                  <a:lnTo>
                    <a:pt x="22" y="35"/>
                  </a:lnTo>
                  <a:lnTo>
                    <a:pt x="8" y="27"/>
                  </a:lnTo>
                  <a:lnTo>
                    <a:pt x="8" y="45"/>
                  </a:lnTo>
                  <a:lnTo>
                    <a:pt x="0" y="40"/>
                  </a:lnTo>
                  <a:lnTo>
                    <a:pt x="0" y="0"/>
                  </a:lnTo>
                  <a:lnTo>
                    <a:pt x="8" y="4"/>
                  </a:lnTo>
                  <a:lnTo>
                    <a:pt x="8" y="20"/>
                  </a:lnTo>
                  <a:lnTo>
                    <a:pt x="22" y="28"/>
                  </a:lnTo>
                  <a:lnTo>
                    <a:pt x="23" y="13"/>
                  </a:lnTo>
                  <a:lnTo>
                    <a:pt x="30" y="17"/>
                  </a:lnTo>
                  <a:lnTo>
                    <a:pt x="30" y="17"/>
                  </a:lnTo>
                  <a:lnTo>
                    <a:pt x="30" y="17"/>
                  </a:lnTo>
                  <a:lnTo>
                    <a:pt x="30" y="17"/>
                  </a:lnTo>
                  <a:lnTo>
                    <a:pt x="30" y="17"/>
                  </a:lnTo>
                  <a:lnTo>
                    <a:pt x="30" y="17"/>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sp>
        <p:nvSpPr>
          <p:cNvPr id="3" name="文本框 2"/>
          <p:cNvSpPr txBox="1"/>
          <p:nvPr/>
        </p:nvSpPr>
        <p:spPr>
          <a:xfrm>
            <a:off x="5331749" y="2765936"/>
            <a:ext cx="992579" cy="369332"/>
          </a:xfrm>
          <a:prstGeom prst="rect">
            <a:avLst/>
          </a:prstGeom>
          <a:noFill/>
        </p:spPr>
        <p:txBody>
          <a:bodyPr wrap="none" rtlCol="0">
            <a:spAutoFit/>
          </a:bodyPr>
          <a:lstStyle/>
          <a:p>
            <a:r>
              <a:rPr lang="en-US" altLang="zh-CN" dirty="0"/>
              <a:t>VLAN10</a:t>
            </a:r>
            <a:endParaRPr lang="zh-CN" altLang="en-US" dirty="0"/>
          </a:p>
        </p:txBody>
      </p:sp>
      <p:sp>
        <p:nvSpPr>
          <p:cNvPr id="516" name="文本框 515"/>
          <p:cNvSpPr txBox="1"/>
          <p:nvPr/>
        </p:nvSpPr>
        <p:spPr>
          <a:xfrm>
            <a:off x="7180549" y="2760685"/>
            <a:ext cx="992579" cy="369332"/>
          </a:xfrm>
          <a:prstGeom prst="rect">
            <a:avLst/>
          </a:prstGeom>
          <a:noFill/>
        </p:spPr>
        <p:txBody>
          <a:bodyPr wrap="none" rtlCol="0">
            <a:spAutoFit/>
          </a:bodyPr>
          <a:lstStyle/>
          <a:p>
            <a:r>
              <a:rPr lang="en-US" altLang="zh-CN" dirty="0"/>
              <a:t>VLAN20</a:t>
            </a:r>
            <a:endParaRPr lang="zh-CN" altLang="en-US" dirty="0"/>
          </a:p>
        </p:txBody>
      </p:sp>
      <p:sp>
        <p:nvSpPr>
          <p:cNvPr id="518" name="Text Box 81"/>
          <p:cNvSpPr txBox="1">
            <a:spLocks noChangeArrowheads="1"/>
          </p:cNvSpPr>
          <p:nvPr/>
        </p:nvSpPr>
        <p:spPr bwMode="auto">
          <a:xfrm>
            <a:off x="5400039" y="5827403"/>
            <a:ext cx="877163" cy="36933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defRPr/>
            </a:pPr>
            <a:r>
              <a:rPr kumimoji="1" lang="zh-CN" altLang="en-US" sz="1800" b="0" i="0" u="none" strike="noStrike" kern="1200" cap="none" spc="0" normalizeH="0" baseline="0" noProof="0" dirty="0">
                <a:ln>
                  <a:noFill/>
                </a:ln>
                <a:solidFill>
                  <a:srgbClr val="44546A"/>
                </a:solidFill>
                <a:effectLst/>
                <a:uLnTx/>
                <a:uFillTx/>
                <a:latin typeface="Times New Roman" panose="02020503050405090304" pitchFamily="18" charset="0"/>
                <a:ea typeface="黑体" panose="02010609060101010101" pitchFamily="2" charset="-122"/>
                <a:cs typeface="+mn-cs"/>
              </a:rPr>
              <a:t>广播域</a:t>
            </a:r>
          </a:p>
        </p:txBody>
      </p:sp>
      <p:sp>
        <p:nvSpPr>
          <p:cNvPr id="519" name="Text Box 81"/>
          <p:cNvSpPr txBox="1">
            <a:spLocks noChangeArrowheads="1"/>
          </p:cNvSpPr>
          <p:nvPr/>
        </p:nvSpPr>
        <p:spPr bwMode="auto">
          <a:xfrm>
            <a:off x="7241687" y="5816208"/>
            <a:ext cx="877163" cy="36933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defRPr/>
            </a:pPr>
            <a:r>
              <a:rPr kumimoji="1" lang="zh-CN" altLang="en-US" sz="1800" b="0" i="0" u="none" strike="noStrike" kern="1200" cap="none" spc="0" normalizeH="0" baseline="0" noProof="0" dirty="0">
                <a:ln>
                  <a:noFill/>
                </a:ln>
                <a:solidFill>
                  <a:srgbClr val="44546A"/>
                </a:solidFill>
                <a:effectLst/>
                <a:uLnTx/>
                <a:uFillTx/>
                <a:latin typeface="Times New Roman" panose="02020503050405090304" pitchFamily="18" charset="0"/>
                <a:ea typeface="黑体" panose="02010609060101010101" pitchFamily="2" charset="-122"/>
                <a:cs typeface="+mn-cs"/>
              </a:rPr>
              <a:t>广播域</a:t>
            </a:r>
          </a:p>
        </p:txBody>
      </p:sp>
      <p:sp>
        <p:nvSpPr>
          <p:cNvPr id="5" name="文本框 4"/>
          <p:cNvSpPr txBox="1"/>
          <p:nvPr/>
        </p:nvSpPr>
        <p:spPr>
          <a:xfrm>
            <a:off x="8610599" y="3336545"/>
            <a:ext cx="3282239" cy="941155"/>
          </a:xfrm>
          <a:prstGeom prst="rect">
            <a:avLst/>
          </a:prstGeom>
          <a:noFill/>
        </p:spPr>
        <p:txBody>
          <a:bodyPr wrap="square" rtlCol="0">
            <a:spAutoFit/>
          </a:bodyPr>
          <a:lstStyle/>
          <a:p>
            <a:pPr algn="ctr">
              <a:lnSpc>
                <a:spcPct val="120000"/>
              </a:lnSpc>
            </a:pPr>
            <a:r>
              <a:rPr kumimoji="1" lang="zh-CN" altLang="en-US" sz="2400" dirty="0">
                <a:latin typeface="微软雅黑" panose="020B0503020204020204" pitchFamily="34" charset="-122"/>
                <a:ea typeface="微软雅黑" panose="020B0503020204020204" pitchFamily="34" charset="-122"/>
              </a:rPr>
              <a:t>不同</a:t>
            </a:r>
            <a:r>
              <a:rPr kumimoji="1" lang="en-US" altLang="zh-CN" sz="2400" dirty="0">
                <a:latin typeface="微软雅黑" panose="020B0503020204020204" pitchFamily="34" charset="-122"/>
                <a:ea typeface="微软雅黑" panose="020B0503020204020204" pitchFamily="34" charset="-122"/>
              </a:rPr>
              <a:t>VLAN</a:t>
            </a:r>
            <a:r>
              <a:rPr kumimoji="1" lang="zh-CN" altLang="en-US" sz="2400" dirty="0">
                <a:latin typeface="微软雅黑" panose="020B0503020204020204" pitchFamily="34" charset="-122"/>
                <a:ea typeface="微软雅黑" panose="020B0503020204020204" pitchFamily="34" charset="-122"/>
              </a:rPr>
              <a:t>的成员</a:t>
            </a:r>
            <a:endParaRPr kumimoji="1" lang="en-US" altLang="zh-CN" sz="2400" dirty="0">
              <a:latin typeface="微软雅黑" panose="020B0503020204020204" pitchFamily="34" charset="-122"/>
              <a:ea typeface="微软雅黑" panose="020B0503020204020204" pitchFamily="34" charset="-122"/>
            </a:endParaRPr>
          </a:p>
          <a:p>
            <a:pPr algn="ctr">
              <a:lnSpc>
                <a:spcPct val="120000"/>
              </a:lnSpc>
            </a:pPr>
            <a:r>
              <a:rPr kumimoji="1" lang="zh-CN" altLang="en-US" sz="2400" dirty="0">
                <a:latin typeface="微软雅黑" panose="020B0503020204020204" pitchFamily="34" charset="-122"/>
                <a:ea typeface="微软雅黑" panose="020B0503020204020204" pitchFamily="34" charset="-122"/>
              </a:rPr>
              <a:t>不能直接进行二层通信</a:t>
            </a:r>
            <a:endParaRPr kumimoji="1" lang="en-US" altLang="zh-CN" sz="2400" dirty="0">
              <a:latin typeface="微软雅黑" panose="020B0503020204020204" pitchFamily="34" charset="-122"/>
              <a:ea typeface="微软雅黑" panose="020B0503020204020204" pitchFamily="34" charset="-122"/>
            </a:endParaRPr>
          </a:p>
        </p:txBody>
      </p:sp>
      <p:sp>
        <p:nvSpPr>
          <p:cNvPr id="215" name="AutoShape 67"/>
          <p:cNvSpPr>
            <a:spLocks noChangeAspect="1" noChangeArrowheads="1"/>
          </p:cNvSpPr>
          <p:nvPr/>
        </p:nvSpPr>
        <p:spPr bwMode="auto">
          <a:xfrm>
            <a:off x="6548040" y="3544132"/>
            <a:ext cx="380362" cy="382476"/>
          </a:xfrm>
          <a:custGeom>
            <a:avLst/>
            <a:gdLst>
              <a:gd name="T0" fmla="*/ 142875 w 21600"/>
              <a:gd name="T1" fmla="*/ 0 h 21600"/>
              <a:gd name="T2" fmla="*/ 41844 w 21600"/>
              <a:gd name="T3" fmla="*/ 42076 h 21600"/>
              <a:gd name="T4" fmla="*/ 0 w 21600"/>
              <a:gd name="T5" fmla="*/ 143669 h 21600"/>
              <a:gd name="T6" fmla="*/ 41844 w 21600"/>
              <a:gd name="T7" fmla="*/ 245261 h 21600"/>
              <a:gd name="T8" fmla="*/ 142875 w 21600"/>
              <a:gd name="T9" fmla="*/ 287337 h 21600"/>
              <a:gd name="T10" fmla="*/ 243906 w 21600"/>
              <a:gd name="T11" fmla="*/ 245261 h 21600"/>
              <a:gd name="T12" fmla="*/ 285750 w 21600"/>
              <a:gd name="T13" fmla="*/ 143669 h 21600"/>
              <a:gd name="T14" fmla="*/ 243906 w 21600"/>
              <a:gd name="T15" fmla="*/ 42076 h 21600"/>
              <a:gd name="T16" fmla="*/ 0 60000 65536"/>
              <a:gd name="T17" fmla="*/ 0 60000 65536"/>
              <a:gd name="T18" fmla="*/ 0 60000 65536"/>
              <a:gd name="T19" fmla="*/ 0 60000 65536"/>
              <a:gd name="T20" fmla="*/ 0 60000 65536"/>
              <a:gd name="T21" fmla="*/ 0 60000 65536"/>
              <a:gd name="T22" fmla="*/ 0 60000 65536"/>
              <a:gd name="T23" fmla="*/ 0 60000 65536"/>
              <a:gd name="T24" fmla="*/ 3163 w 21600"/>
              <a:gd name="T25" fmla="*/ 3163 h 21600"/>
              <a:gd name="T26" fmla="*/ 18437 w 21600"/>
              <a:gd name="T27" fmla="*/ 18437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7401" y="15493"/>
                </a:moveTo>
                <a:cubicBezTo>
                  <a:pt x="18376" y="14122"/>
                  <a:pt x="18900" y="12482"/>
                  <a:pt x="18900" y="10800"/>
                </a:cubicBezTo>
                <a:cubicBezTo>
                  <a:pt x="18900" y="6326"/>
                  <a:pt x="15273" y="2700"/>
                  <a:pt x="10800" y="2700"/>
                </a:cubicBezTo>
                <a:cubicBezTo>
                  <a:pt x="9117" y="2700"/>
                  <a:pt x="7477" y="3223"/>
                  <a:pt x="6106" y="4198"/>
                </a:cubicBezTo>
                <a:lnTo>
                  <a:pt x="17401" y="15493"/>
                </a:lnTo>
                <a:close/>
                <a:moveTo>
                  <a:pt x="4198" y="6106"/>
                </a:moveTo>
                <a:cubicBezTo>
                  <a:pt x="3223" y="7477"/>
                  <a:pt x="2700" y="9117"/>
                  <a:pt x="2700" y="10799"/>
                </a:cubicBezTo>
                <a:cubicBezTo>
                  <a:pt x="2700" y="15273"/>
                  <a:pt x="6326" y="18900"/>
                  <a:pt x="10800" y="18900"/>
                </a:cubicBezTo>
                <a:cubicBezTo>
                  <a:pt x="12482" y="18900"/>
                  <a:pt x="14122" y="18376"/>
                  <a:pt x="15493" y="17401"/>
                </a:cubicBezTo>
                <a:lnTo>
                  <a:pt x="4198" y="6106"/>
                </a:lnTo>
                <a:close/>
              </a:path>
            </a:pathLst>
          </a:custGeom>
          <a:solidFill>
            <a:srgbClr val="FF00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solidFill>
                <a:srgbClr val="C00000"/>
              </a:solidFill>
            </a:endParaRPr>
          </a:p>
        </p:txBody>
      </p:sp>
      <p:sp>
        <p:nvSpPr>
          <p:cNvPr id="216" name="日期占位符 36"/>
          <p:cNvSpPr>
            <a:spLocks noGrp="1"/>
          </p:cNvSpPr>
          <p:nvPr>
            <p:ph type="dt" sz="half" idx="10"/>
          </p:nvPr>
        </p:nvSpPr>
        <p:spPr>
          <a:xfrm>
            <a:off x="197335" y="6489303"/>
            <a:ext cx="2743200" cy="365125"/>
          </a:xfrm>
        </p:spPr>
        <p:txBody>
          <a:bodyPr/>
          <a:lstStyle/>
          <a:p>
            <a:r>
              <a:rPr lang="en-US" altLang="zh-CN" dirty="0">
                <a:latin typeface="微软雅黑" panose="020B0503020204020204" pitchFamily="34" charset="-122"/>
                <a:ea typeface="微软雅黑" panose="020B0503020204020204" pitchFamily="34" charset="-122"/>
              </a:rPr>
              <a:t>4.4 </a:t>
            </a:r>
            <a:r>
              <a:rPr lang="zh-CN" altLang="en-US" dirty="0">
                <a:latin typeface="微软雅黑" panose="020B0503020204020204" pitchFamily="34" charset="-122"/>
                <a:ea typeface="微软雅黑" panose="020B0503020204020204" pitchFamily="34" charset="-122"/>
              </a:rPr>
              <a:t>数据链路层交换</a:t>
            </a:r>
          </a:p>
        </p:txBody>
      </p:sp>
      <p:sp>
        <p:nvSpPr>
          <p:cNvPr id="217" name="灯片编号占位符 38"/>
          <p:cNvSpPr>
            <a:spLocks noGrp="1"/>
          </p:cNvSpPr>
          <p:nvPr>
            <p:ph type="sldNum" sz="quarter" idx="12"/>
          </p:nvPr>
        </p:nvSpPr>
        <p:spPr>
          <a:xfrm>
            <a:off x="8686810" y="6489303"/>
            <a:ext cx="3319670" cy="365125"/>
          </a:xfrm>
        </p:spPr>
        <p:txBody>
          <a:bodyPr/>
          <a:lstStyle/>
          <a:p>
            <a:fld id="{8D4D1E41-7A09-AB4A-A4E1-09765ADA2698}" type="slidenum">
              <a:rPr kumimoji="1" lang="zh-CN" altLang="en-US" smtClean="0"/>
              <a:t>104</a:t>
            </a:fld>
            <a:endParaRPr kumimoji="1"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par>
                          <p:cTn id="11" fill="hold">
                            <p:stCondLst>
                              <p:cond delay="500"/>
                            </p:stCondLst>
                            <p:childTnLst>
                              <p:par>
                                <p:cTn id="12" presetID="10" presetClass="entr" presetSubtype="0" fill="hold" grpId="0" nodeType="afterEffect">
                                  <p:stCondLst>
                                    <p:cond delay="0"/>
                                  </p:stCondLst>
                                  <p:childTnLst>
                                    <p:set>
                                      <p:cBhvr>
                                        <p:cTn id="13" dur="1" fill="hold">
                                          <p:stCondLst>
                                            <p:cond delay="0"/>
                                          </p:stCondLst>
                                        </p:cTn>
                                        <p:tgtEl>
                                          <p:spTgt spid="215"/>
                                        </p:tgtEl>
                                        <p:attrNameLst>
                                          <p:attrName>style.visibility</p:attrName>
                                        </p:attrNameLst>
                                      </p:cBhvr>
                                      <p:to>
                                        <p:strVal val="visible"/>
                                      </p:to>
                                    </p:set>
                                    <p:animEffect transition="in" filter="fade">
                                      <p:cBhvr>
                                        <p:cTn id="14" dur="500"/>
                                        <p:tgtEl>
                                          <p:spTgt spid="2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5" grpId="0"/>
      <p:bldP spid="215" grpId="0" animBg="1"/>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5" name="Rectangle 2"/>
          <p:cNvSpPr>
            <a:spLocks noChangeAspect="1" noChangeArrowheads="1"/>
          </p:cNvSpPr>
          <p:nvPr/>
        </p:nvSpPr>
        <p:spPr bwMode="auto">
          <a:xfrm>
            <a:off x="6999770" y="2749922"/>
            <a:ext cx="1354138" cy="3495510"/>
          </a:xfrm>
          <a:prstGeom prst="rect">
            <a:avLst/>
          </a:prstGeom>
          <a:solidFill>
            <a:srgbClr val="E7D1E7"/>
          </a:solidFill>
          <a:ln>
            <a:noFill/>
          </a:ln>
        </p:spPr>
        <p:txBody>
          <a:bodyPr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16" name="Rectangle 3"/>
          <p:cNvSpPr>
            <a:spLocks noChangeAspect="1" noChangeArrowheads="1"/>
          </p:cNvSpPr>
          <p:nvPr/>
        </p:nvSpPr>
        <p:spPr bwMode="auto">
          <a:xfrm>
            <a:off x="5131459" y="2770922"/>
            <a:ext cx="1354137" cy="3474510"/>
          </a:xfrm>
          <a:prstGeom prst="rect">
            <a:avLst/>
          </a:prstGeom>
          <a:solidFill>
            <a:schemeClr val="accent1">
              <a:lumMod val="20000"/>
              <a:lumOff val="80000"/>
            </a:schemeClr>
          </a:solidFill>
          <a:ln>
            <a:noFill/>
          </a:ln>
        </p:spPr>
        <p:txBody>
          <a:bodyPr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 name="标题 1"/>
          <p:cNvSpPr>
            <a:spLocks noGrp="1"/>
          </p:cNvSpPr>
          <p:nvPr>
            <p:ph type="title"/>
          </p:nvPr>
        </p:nvSpPr>
        <p:spPr/>
        <p:txBody>
          <a:bodyPr>
            <a:normAutofit/>
          </a:bodyPr>
          <a:lstStyle/>
          <a:p>
            <a:r>
              <a:rPr kumimoji="1" lang="en-US" altLang="zh-CN" dirty="0"/>
              <a:t> </a:t>
            </a:r>
            <a:r>
              <a:rPr kumimoji="1" lang="zh-CN" altLang="zh-CN" dirty="0"/>
              <a:t>虚拟局域网</a:t>
            </a:r>
            <a:endParaRPr kumimoji="1" lang="zh-CN" altLang="en-US" dirty="0"/>
          </a:p>
        </p:txBody>
      </p:sp>
      <p:sp>
        <p:nvSpPr>
          <p:cNvPr id="91" name="内容占位符 2"/>
          <p:cNvSpPr>
            <a:spLocks noGrp="1"/>
          </p:cNvSpPr>
          <p:nvPr>
            <p:ph idx="1"/>
          </p:nvPr>
        </p:nvSpPr>
        <p:spPr>
          <a:xfrm>
            <a:off x="838200" y="1417272"/>
            <a:ext cx="10515600" cy="5131205"/>
          </a:xfrm>
          <a:ln>
            <a:noFill/>
          </a:ln>
        </p:spPr>
        <p:txBody>
          <a:bodyPr>
            <a:normAutofit/>
          </a:bodyPr>
          <a:lstStyle/>
          <a:p>
            <a:pPr>
              <a:lnSpc>
                <a:spcPct val="120000"/>
              </a:lnSpc>
            </a:pPr>
            <a:r>
              <a:rPr kumimoji="1" lang="zh-CN" altLang="en-US" sz="2400" dirty="0">
                <a:latin typeface="微软雅黑" panose="020B0503020204020204" pitchFamily="34" charset="-122"/>
                <a:ea typeface="微软雅黑" panose="020B0503020204020204" pitchFamily="34" charset="-122"/>
              </a:rPr>
              <a:t>通过路由器或三层交换机进行</a:t>
            </a:r>
            <a:r>
              <a:rPr kumimoji="1" lang="en-US" altLang="zh-CN" sz="2400" dirty="0">
                <a:latin typeface="微软雅黑" panose="020B0503020204020204" pitchFamily="34" charset="-122"/>
                <a:ea typeface="微软雅黑" panose="020B0503020204020204" pitchFamily="34" charset="-122"/>
              </a:rPr>
              <a:t>VLAN</a:t>
            </a:r>
            <a:r>
              <a:rPr kumimoji="1" lang="zh-CN" altLang="en-US" sz="2400" dirty="0">
                <a:latin typeface="微软雅黑" panose="020B0503020204020204" pitchFamily="34" charset="-122"/>
                <a:ea typeface="微软雅黑" panose="020B0503020204020204" pitchFamily="34" charset="-122"/>
              </a:rPr>
              <a:t>间路由，实现</a:t>
            </a:r>
            <a:r>
              <a:rPr kumimoji="1" lang="en-US" altLang="zh-CN" sz="2400" dirty="0">
                <a:latin typeface="微软雅黑" panose="020B0503020204020204" pitchFamily="34" charset="-122"/>
                <a:ea typeface="微软雅黑" panose="020B0503020204020204" pitchFamily="34" charset="-122"/>
              </a:rPr>
              <a:t>VLAN</a:t>
            </a:r>
            <a:r>
              <a:rPr kumimoji="1" lang="zh-CN" altLang="en-US" sz="2400" dirty="0">
                <a:latin typeface="微软雅黑" panose="020B0503020204020204" pitchFamily="34" charset="-122"/>
                <a:ea typeface="微软雅黑" panose="020B0503020204020204" pitchFamily="34" charset="-122"/>
              </a:rPr>
              <a:t>间通信。</a:t>
            </a:r>
          </a:p>
          <a:p>
            <a:pPr>
              <a:lnSpc>
                <a:spcPct val="120000"/>
              </a:lnSpc>
            </a:pPr>
            <a:endParaRPr kumimoji="1" lang="zh-CN" altLang="en-US" dirty="0">
              <a:latin typeface="微软雅黑" panose="020B0503020204020204" pitchFamily="34" charset="-122"/>
              <a:ea typeface="微软雅黑" panose="020B0503020204020204" pitchFamily="34" charset="-122"/>
            </a:endParaRPr>
          </a:p>
          <a:p>
            <a:pPr>
              <a:lnSpc>
                <a:spcPct val="120000"/>
              </a:lnSpc>
            </a:pPr>
            <a:endParaRPr lang="en-US" altLang="zh-CN" sz="2800" dirty="0">
              <a:latin typeface="微软雅黑" panose="020B0503020204020204" pitchFamily="34" charset="-122"/>
              <a:ea typeface="微软雅黑" panose="020B0503020204020204" pitchFamily="34" charset="-122"/>
            </a:endParaRPr>
          </a:p>
        </p:txBody>
      </p:sp>
      <p:grpSp>
        <p:nvGrpSpPr>
          <p:cNvPr id="317" name="Group 6"/>
          <p:cNvGrpSpPr>
            <a:grpSpLocks noChangeAspect="1"/>
          </p:cNvGrpSpPr>
          <p:nvPr/>
        </p:nvGrpSpPr>
        <p:grpSpPr bwMode="auto">
          <a:xfrm>
            <a:off x="937108" y="2573545"/>
            <a:ext cx="3563937" cy="3660775"/>
            <a:chOff x="0" y="0"/>
            <a:chExt cx="681" cy="647"/>
          </a:xfrm>
        </p:grpSpPr>
        <p:sp>
          <p:nvSpPr>
            <p:cNvPr id="318" name="AutoShape 7"/>
            <p:cNvSpPr>
              <a:spLocks noChangeAspect="1" noChangeArrowheads="1" noTextEdit="1"/>
            </p:cNvSpPr>
            <p:nvPr/>
          </p:nvSpPr>
          <p:spPr bwMode="auto">
            <a:xfrm>
              <a:off x="0" y="0"/>
              <a:ext cx="681" cy="6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19" name="未知"/>
            <p:cNvSpPr>
              <a:spLocks noChangeAspect="1"/>
            </p:cNvSpPr>
            <p:nvPr/>
          </p:nvSpPr>
          <p:spPr bwMode="auto">
            <a:xfrm>
              <a:off x="-1" y="252"/>
              <a:ext cx="681" cy="394"/>
            </a:xfrm>
            <a:custGeom>
              <a:avLst/>
              <a:gdLst>
                <a:gd name="T0" fmla="*/ 681 w 681"/>
                <a:gd name="T1" fmla="*/ 221 h 394"/>
                <a:gd name="T2" fmla="*/ 383 w 681"/>
                <a:gd name="T3" fmla="*/ 394 h 394"/>
                <a:gd name="T4" fmla="*/ 0 w 681"/>
                <a:gd name="T5" fmla="*/ 173 h 394"/>
                <a:gd name="T6" fmla="*/ 299 w 681"/>
                <a:gd name="T7" fmla="*/ 0 h 394"/>
                <a:gd name="T8" fmla="*/ 681 w 681"/>
                <a:gd name="T9" fmla="*/ 221 h 394"/>
                <a:gd name="T10" fmla="*/ 681 w 681"/>
                <a:gd name="T11" fmla="*/ 221 h 394"/>
                <a:gd name="T12" fmla="*/ 681 w 681"/>
                <a:gd name="T13" fmla="*/ 221 h 394"/>
                <a:gd name="T14" fmla="*/ 681 w 681"/>
                <a:gd name="T15" fmla="*/ 221 h 39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81" h="394">
                  <a:moveTo>
                    <a:pt x="681" y="221"/>
                  </a:moveTo>
                  <a:lnTo>
                    <a:pt x="383" y="394"/>
                  </a:lnTo>
                  <a:lnTo>
                    <a:pt x="0" y="173"/>
                  </a:lnTo>
                  <a:lnTo>
                    <a:pt x="299" y="0"/>
                  </a:lnTo>
                  <a:lnTo>
                    <a:pt x="681" y="221"/>
                  </a:lnTo>
                  <a:lnTo>
                    <a:pt x="681" y="221"/>
                  </a:lnTo>
                  <a:lnTo>
                    <a:pt x="681" y="221"/>
                  </a:lnTo>
                  <a:lnTo>
                    <a:pt x="681" y="221"/>
                  </a:lnTo>
                  <a:close/>
                </a:path>
              </a:pathLst>
            </a:custGeom>
            <a:solidFill>
              <a:srgbClr val="BFBFB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20" name="未知"/>
            <p:cNvSpPr>
              <a:spLocks noChangeAspect="1"/>
            </p:cNvSpPr>
            <p:nvPr/>
          </p:nvSpPr>
          <p:spPr bwMode="auto">
            <a:xfrm>
              <a:off x="387" y="436"/>
              <a:ext cx="118" cy="115"/>
            </a:xfrm>
            <a:custGeom>
              <a:avLst/>
              <a:gdLst>
                <a:gd name="T0" fmla="*/ 118 w 118"/>
                <a:gd name="T1" fmla="*/ 0 h 115"/>
                <a:gd name="T2" fmla="*/ 118 w 118"/>
                <a:gd name="T3" fmla="*/ 47 h 115"/>
                <a:gd name="T4" fmla="*/ 0 w 118"/>
                <a:gd name="T5" fmla="*/ 115 h 115"/>
                <a:gd name="T6" fmla="*/ 0 w 118"/>
                <a:gd name="T7" fmla="*/ 68 h 115"/>
                <a:gd name="T8" fmla="*/ 118 w 118"/>
                <a:gd name="T9" fmla="*/ 0 h 115"/>
                <a:gd name="T10" fmla="*/ 118 w 118"/>
                <a:gd name="T11" fmla="*/ 0 h 115"/>
                <a:gd name="T12" fmla="*/ 118 w 118"/>
                <a:gd name="T13" fmla="*/ 0 h 115"/>
                <a:gd name="T14" fmla="*/ 118 w 118"/>
                <a:gd name="T15" fmla="*/ 0 h 11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8" h="115">
                  <a:moveTo>
                    <a:pt x="118" y="0"/>
                  </a:moveTo>
                  <a:lnTo>
                    <a:pt x="118" y="47"/>
                  </a:lnTo>
                  <a:lnTo>
                    <a:pt x="0" y="115"/>
                  </a:lnTo>
                  <a:lnTo>
                    <a:pt x="0" y="68"/>
                  </a:lnTo>
                  <a:lnTo>
                    <a:pt x="118" y="0"/>
                  </a:lnTo>
                  <a:lnTo>
                    <a:pt x="118" y="0"/>
                  </a:lnTo>
                  <a:lnTo>
                    <a:pt x="118" y="0"/>
                  </a:lnTo>
                  <a:lnTo>
                    <a:pt x="118" y="0"/>
                  </a:lnTo>
                  <a:close/>
                </a:path>
              </a:pathLst>
            </a:custGeom>
            <a:solidFill>
              <a:srgbClr val="4C4C4C"/>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21" name="未知"/>
            <p:cNvSpPr>
              <a:spLocks noChangeAspect="1"/>
            </p:cNvSpPr>
            <p:nvPr/>
          </p:nvSpPr>
          <p:spPr bwMode="auto">
            <a:xfrm>
              <a:off x="204" y="398"/>
              <a:ext cx="183" cy="153"/>
            </a:xfrm>
            <a:custGeom>
              <a:avLst/>
              <a:gdLst>
                <a:gd name="T0" fmla="*/ 183 w 183"/>
                <a:gd name="T1" fmla="*/ 106 h 153"/>
                <a:gd name="T2" fmla="*/ 183 w 183"/>
                <a:gd name="T3" fmla="*/ 153 h 153"/>
                <a:gd name="T4" fmla="*/ 0 w 183"/>
                <a:gd name="T5" fmla="*/ 48 h 153"/>
                <a:gd name="T6" fmla="*/ 0 w 183"/>
                <a:gd name="T7" fmla="*/ 0 h 153"/>
                <a:gd name="T8" fmla="*/ 183 w 183"/>
                <a:gd name="T9" fmla="*/ 106 h 153"/>
                <a:gd name="T10" fmla="*/ 183 w 183"/>
                <a:gd name="T11" fmla="*/ 106 h 153"/>
                <a:gd name="T12" fmla="*/ 183 w 183"/>
                <a:gd name="T13" fmla="*/ 106 h 153"/>
                <a:gd name="T14" fmla="*/ 183 w 183"/>
                <a:gd name="T15" fmla="*/ 106 h 15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83" h="153">
                  <a:moveTo>
                    <a:pt x="183" y="106"/>
                  </a:moveTo>
                  <a:lnTo>
                    <a:pt x="183" y="153"/>
                  </a:lnTo>
                  <a:lnTo>
                    <a:pt x="0" y="48"/>
                  </a:lnTo>
                  <a:lnTo>
                    <a:pt x="0" y="0"/>
                  </a:lnTo>
                  <a:lnTo>
                    <a:pt x="183" y="106"/>
                  </a:lnTo>
                  <a:lnTo>
                    <a:pt x="183" y="106"/>
                  </a:lnTo>
                  <a:lnTo>
                    <a:pt x="183" y="106"/>
                  </a:lnTo>
                  <a:lnTo>
                    <a:pt x="183" y="106"/>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22" name="未知"/>
            <p:cNvSpPr>
              <a:spLocks noChangeAspect="1"/>
            </p:cNvSpPr>
            <p:nvPr/>
          </p:nvSpPr>
          <p:spPr bwMode="auto">
            <a:xfrm>
              <a:off x="204" y="330"/>
              <a:ext cx="301" cy="174"/>
            </a:xfrm>
            <a:custGeom>
              <a:avLst/>
              <a:gdLst>
                <a:gd name="T0" fmla="*/ 301 w 301"/>
                <a:gd name="T1" fmla="*/ 106 h 174"/>
                <a:gd name="T2" fmla="*/ 183 w 301"/>
                <a:gd name="T3" fmla="*/ 174 h 174"/>
                <a:gd name="T4" fmla="*/ 0 w 301"/>
                <a:gd name="T5" fmla="*/ 68 h 174"/>
                <a:gd name="T6" fmla="*/ 118 w 301"/>
                <a:gd name="T7" fmla="*/ 0 h 174"/>
                <a:gd name="T8" fmla="*/ 301 w 301"/>
                <a:gd name="T9" fmla="*/ 106 h 174"/>
                <a:gd name="T10" fmla="*/ 301 w 301"/>
                <a:gd name="T11" fmla="*/ 106 h 174"/>
                <a:gd name="T12" fmla="*/ 301 w 301"/>
                <a:gd name="T13" fmla="*/ 106 h 174"/>
                <a:gd name="T14" fmla="*/ 301 w 301"/>
                <a:gd name="T15" fmla="*/ 106 h 17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01" h="174">
                  <a:moveTo>
                    <a:pt x="301" y="106"/>
                  </a:moveTo>
                  <a:lnTo>
                    <a:pt x="183" y="174"/>
                  </a:lnTo>
                  <a:lnTo>
                    <a:pt x="0" y="68"/>
                  </a:lnTo>
                  <a:lnTo>
                    <a:pt x="118" y="0"/>
                  </a:lnTo>
                  <a:lnTo>
                    <a:pt x="301" y="106"/>
                  </a:lnTo>
                  <a:lnTo>
                    <a:pt x="301" y="106"/>
                  </a:lnTo>
                  <a:lnTo>
                    <a:pt x="301" y="106"/>
                  </a:lnTo>
                  <a:lnTo>
                    <a:pt x="301" y="106"/>
                  </a:lnTo>
                  <a:close/>
                </a:path>
              </a:pathLst>
            </a:custGeom>
            <a:solidFill>
              <a:srgbClr val="BFBFB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23" name="未知"/>
            <p:cNvSpPr>
              <a:spLocks noChangeAspect="1"/>
            </p:cNvSpPr>
            <p:nvPr/>
          </p:nvSpPr>
          <p:spPr bwMode="auto">
            <a:xfrm>
              <a:off x="387" y="395"/>
              <a:ext cx="118" cy="103"/>
            </a:xfrm>
            <a:custGeom>
              <a:avLst/>
              <a:gdLst>
                <a:gd name="T0" fmla="*/ 118 w 118"/>
                <a:gd name="T1" fmla="*/ 0 h 103"/>
                <a:gd name="T2" fmla="*/ 118 w 118"/>
                <a:gd name="T3" fmla="*/ 34 h 103"/>
                <a:gd name="T4" fmla="*/ 0 w 118"/>
                <a:gd name="T5" fmla="*/ 103 h 103"/>
                <a:gd name="T6" fmla="*/ 0 w 118"/>
                <a:gd name="T7" fmla="*/ 69 h 103"/>
                <a:gd name="T8" fmla="*/ 118 w 118"/>
                <a:gd name="T9" fmla="*/ 0 h 103"/>
                <a:gd name="T10" fmla="*/ 118 w 118"/>
                <a:gd name="T11" fmla="*/ 0 h 103"/>
                <a:gd name="T12" fmla="*/ 118 w 118"/>
                <a:gd name="T13" fmla="*/ 0 h 103"/>
                <a:gd name="T14" fmla="*/ 118 w 118"/>
                <a:gd name="T15" fmla="*/ 0 h 10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8" h="103">
                  <a:moveTo>
                    <a:pt x="118" y="0"/>
                  </a:moveTo>
                  <a:lnTo>
                    <a:pt x="118" y="34"/>
                  </a:lnTo>
                  <a:lnTo>
                    <a:pt x="0" y="103"/>
                  </a:lnTo>
                  <a:lnTo>
                    <a:pt x="0" y="69"/>
                  </a:lnTo>
                  <a:lnTo>
                    <a:pt x="118" y="0"/>
                  </a:lnTo>
                  <a:lnTo>
                    <a:pt x="118" y="0"/>
                  </a:lnTo>
                  <a:lnTo>
                    <a:pt x="118" y="0"/>
                  </a:lnTo>
                  <a:lnTo>
                    <a:pt x="118" y="0"/>
                  </a:lnTo>
                  <a:close/>
                </a:path>
              </a:pathLst>
            </a:custGeom>
            <a:solidFill>
              <a:srgbClr val="4C4C4C"/>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24" name="未知"/>
            <p:cNvSpPr>
              <a:spLocks noChangeAspect="1"/>
            </p:cNvSpPr>
            <p:nvPr/>
          </p:nvSpPr>
          <p:spPr bwMode="auto">
            <a:xfrm>
              <a:off x="204" y="358"/>
              <a:ext cx="183" cy="140"/>
            </a:xfrm>
            <a:custGeom>
              <a:avLst/>
              <a:gdLst>
                <a:gd name="T0" fmla="*/ 183 w 183"/>
                <a:gd name="T1" fmla="*/ 106 h 140"/>
                <a:gd name="T2" fmla="*/ 183 w 183"/>
                <a:gd name="T3" fmla="*/ 140 h 140"/>
                <a:gd name="T4" fmla="*/ 0 w 183"/>
                <a:gd name="T5" fmla="*/ 34 h 140"/>
                <a:gd name="T6" fmla="*/ 0 w 183"/>
                <a:gd name="T7" fmla="*/ 0 h 140"/>
                <a:gd name="T8" fmla="*/ 183 w 183"/>
                <a:gd name="T9" fmla="*/ 106 h 140"/>
                <a:gd name="T10" fmla="*/ 183 w 183"/>
                <a:gd name="T11" fmla="*/ 106 h 140"/>
                <a:gd name="T12" fmla="*/ 183 w 183"/>
                <a:gd name="T13" fmla="*/ 106 h 140"/>
                <a:gd name="T14" fmla="*/ 183 w 183"/>
                <a:gd name="T15" fmla="*/ 106 h 1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83" h="140">
                  <a:moveTo>
                    <a:pt x="183" y="106"/>
                  </a:moveTo>
                  <a:lnTo>
                    <a:pt x="183" y="140"/>
                  </a:lnTo>
                  <a:lnTo>
                    <a:pt x="0" y="34"/>
                  </a:lnTo>
                  <a:lnTo>
                    <a:pt x="0" y="0"/>
                  </a:lnTo>
                  <a:lnTo>
                    <a:pt x="183" y="106"/>
                  </a:lnTo>
                  <a:lnTo>
                    <a:pt x="183" y="106"/>
                  </a:lnTo>
                  <a:lnTo>
                    <a:pt x="183" y="106"/>
                  </a:lnTo>
                  <a:lnTo>
                    <a:pt x="183" y="106"/>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25" name="未知"/>
            <p:cNvSpPr>
              <a:spLocks noChangeAspect="1"/>
            </p:cNvSpPr>
            <p:nvPr/>
          </p:nvSpPr>
          <p:spPr bwMode="auto">
            <a:xfrm>
              <a:off x="204" y="290"/>
              <a:ext cx="301" cy="174"/>
            </a:xfrm>
            <a:custGeom>
              <a:avLst/>
              <a:gdLst>
                <a:gd name="T0" fmla="*/ 301 w 301"/>
                <a:gd name="T1" fmla="*/ 105 h 174"/>
                <a:gd name="T2" fmla="*/ 183 w 301"/>
                <a:gd name="T3" fmla="*/ 174 h 174"/>
                <a:gd name="T4" fmla="*/ 0 w 301"/>
                <a:gd name="T5" fmla="*/ 68 h 174"/>
                <a:gd name="T6" fmla="*/ 118 w 301"/>
                <a:gd name="T7" fmla="*/ 0 h 174"/>
                <a:gd name="T8" fmla="*/ 301 w 301"/>
                <a:gd name="T9" fmla="*/ 105 h 174"/>
                <a:gd name="T10" fmla="*/ 301 w 301"/>
                <a:gd name="T11" fmla="*/ 105 h 174"/>
                <a:gd name="T12" fmla="*/ 301 w 301"/>
                <a:gd name="T13" fmla="*/ 105 h 174"/>
                <a:gd name="T14" fmla="*/ 301 w 301"/>
                <a:gd name="T15" fmla="*/ 105 h 17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01" h="174">
                  <a:moveTo>
                    <a:pt x="301" y="105"/>
                  </a:moveTo>
                  <a:lnTo>
                    <a:pt x="183" y="174"/>
                  </a:lnTo>
                  <a:lnTo>
                    <a:pt x="0" y="68"/>
                  </a:lnTo>
                  <a:lnTo>
                    <a:pt x="118" y="0"/>
                  </a:lnTo>
                  <a:lnTo>
                    <a:pt x="301" y="105"/>
                  </a:lnTo>
                  <a:lnTo>
                    <a:pt x="301" y="105"/>
                  </a:lnTo>
                  <a:lnTo>
                    <a:pt x="301" y="105"/>
                  </a:lnTo>
                  <a:lnTo>
                    <a:pt x="301" y="105"/>
                  </a:lnTo>
                  <a:close/>
                </a:path>
              </a:pathLst>
            </a:custGeom>
            <a:solidFill>
              <a:srgbClr val="BFBFB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26" name="未知"/>
            <p:cNvSpPr>
              <a:spLocks noChangeAspect="1"/>
            </p:cNvSpPr>
            <p:nvPr/>
          </p:nvSpPr>
          <p:spPr bwMode="auto">
            <a:xfrm>
              <a:off x="387" y="354"/>
              <a:ext cx="118" cy="102"/>
            </a:xfrm>
            <a:custGeom>
              <a:avLst/>
              <a:gdLst>
                <a:gd name="T0" fmla="*/ 118 w 118"/>
                <a:gd name="T1" fmla="*/ 0 h 102"/>
                <a:gd name="T2" fmla="*/ 118 w 118"/>
                <a:gd name="T3" fmla="*/ 34 h 102"/>
                <a:gd name="T4" fmla="*/ 0 w 118"/>
                <a:gd name="T5" fmla="*/ 102 h 102"/>
                <a:gd name="T6" fmla="*/ 0 w 118"/>
                <a:gd name="T7" fmla="*/ 68 h 102"/>
                <a:gd name="T8" fmla="*/ 118 w 118"/>
                <a:gd name="T9" fmla="*/ 0 h 102"/>
                <a:gd name="T10" fmla="*/ 118 w 118"/>
                <a:gd name="T11" fmla="*/ 0 h 102"/>
                <a:gd name="T12" fmla="*/ 118 w 118"/>
                <a:gd name="T13" fmla="*/ 0 h 102"/>
                <a:gd name="T14" fmla="*/ 118 w 118"/>
                <a:gd name="T15" fmla="*/ 0 h 1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8" h="102">
                  <a:moveTo>
                    <a:pt x="118" y="0"/>
                  </a:moveTo>
                  <a:lnTo>
                    <a:pt x="118" y="34"/>
                  </a:lnTo>
                  <a:lnTo>
                    <a:pt x="0" y="102"/>
                  </a:lnTo>
                  <a:lnTo>
                    <a:pt x="0" y="68"/>
                  </a:lnTo>
                  <a:lnTo>
                    <a:pt x="118" y="0"/>
                  </a:lnTo>
                  <a:lnTo>
                    <a:pt x="118" y="0"/>
                  </a:lnTo>
                  <a:lnTo>
                    <a:pt x="118" y="0"/>
                  </a:lnTo>
                  <a:lnTo>
                    <a:pt x="118" y="0"/>
                  </a:lnTo>
                  <a:close/>
                </a:path>
              </a:pathLst>
            </a:custGeom>
            <a:solidFill>
              <a:srgbClr val="4C4C4C"/>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27" name="未知"/>
            <p:cNvSpPr>
              <a:spLocks noChangeAspect="1"/>
            </p:cNvSpPr>
            <p:nvPr/>
          </p:nvSpPr>
          <p:spPr bwMode="auto">
            <a:xfrm>
              <a:off x="204" y="317"/>
              <a:ext cx="183" cy="139"/>
            </a:xfrm>
            <a:custGeom>
              <a:avLst/>
              <a:gdLst>
                <a:gd name="T0" fmla="*/ 183 w 183"/>
                <a:gd name="T1" fmla="*/ 105 h 139"/>
                <a:gd name="T2" fmla="*/ 183 w 183"/>
                <a:gd name="T3" fmla="*/ 139 h 139"/>
                <a:gd name="T4" fmla="*/ 0 w 183"/>
                <a:gd name="T5" fmla="*/ 34 h 139"/>
                <a:gd name="T6" fmla="*/ 0 w 183"/>
                <a:gd name="T7" fmla="*/ 0 h 139"/>
                <a:gd name="T8" fmla="*/ 183 w 183"/>
                <a:gd name="T9" fmla="*/ 105 h 139"/>
                <a:gd name="T10" fmla="*/ 183 w 183"/>
                <a:gd name="T11" fmla="*/ 105 h 139"/>
                <a:gd name="T12" fmla="*/ 183 w 183"/>
                <a:gd name="T13" fmla="*/ 105 h 139"/>
                <a:gd name="T14" fmla="*/ 183 w 183"/>
                <a:gd name="T15" fmla="*/ 105 h 13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83" h="139">
                  <a:moveTo>
                    <a:pt x="183" y="105"/>
                  </a:moveTo>
                  <a:lnTo>
                    <a:pt x="183" y="139"/>
                  </a:lnTo>
                  <a:lnTo>
                    <a:pt x="0" y="34"/>
                  </a:lnTo>
                  <a:lnTo>
                    <a:pt x="0" y="0"/>
                  </a:lnTo>
                  <a:lnTo>
                    <a:pt x="183" y="105"/>
                  </a:lnTo>
                  <a:lnTo>
                    <a:pt x="183" y="105"/>
                  </a:lnTo>
                  <a:lnTo>
                    <a:pt x="183" y="105"/>
                  </a:lnTo>
                  <a:lnTo>
                    <a:pt x="183" y="105"/>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28" name="未知"/>
            <p:cNvSpPr>
              <a:spLocks noChangeAspect="1"/>
            </p:cNvSpPr>
            <p:nvPr/>
          </p:nvSpPr>
          <p:spPr bwMode="auto">
            <a:xfrm>
              <a:off x="204" y="249"/>
              <a:ext cx="301" cy="173"/>
            </a:xfrm>
            <a:custGeom>
              <a:avLst/>
              <a:gdLst>
                <a:gd name="T0" fmla="*/ 301 w 301"/>
                <a:gd name="T1" fmla="*/ 105 h 173"/>
                <a:gd name="T2" fmla="*/ 183 w 301"/>
                <a:gd name="T3" fmla="*/ 173 h 173"/>
                <a:gd name="T4" fmla="*/ 0 w 301"/>
                <a:gd name="T5" fmla="*/ 68 h 173"/>
                <a:gd name="T6" fmla="*/ 118 w 301"/>
                <a:gd name="T7" fmla="*/ 0 h 173"/>
                <a:gd name="T8" fmla="*/ 301 w 301"/>
                <a:gd name="T9" fmla="*/ 105 h 173"/>
                <a:gd name="T10" fmla="*/ 301 w 301"/>
                <a:gd name="T11" fmla="*/ 105 h 173"/>
                <a:gd name="T12" fmla="*/ 301 w 301"/>
                <a:gd name="T13" fmla="*/ 105 h 173"/>
                <a:gd name="T14" fmla="*/ 301 w 301"/>
                <a:gd name="T15" fmla="*/ 105 h 17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01" h="173">
                  <a:moveTo>
                    <a:pt x="301" y="105"/>
                  </a:moveTo>
                  <a:lnTo>
                    <a:pt x="183" y="173"/>
                  </a:lnTo>
                  <a:lnTo>
                    <a:pt x="0" y="68"/>
                  </a:lnTo>
                  <a:lnTo>
                    <a:pt x="118" y="0"/>
                  </a:lnTo>
                  <a:lnTo>
                    <a:pt x="301" y="105"/>
                  </a:lnTo>
                  <a:lnTo>
                    <a:pt x="301" y="105"/>
                  </a:lnTo>
                  <a:lnTo>
                    <a:pt x="301" y="105"/>
                  </a:lnTo>
                  <a:lnTo>
                    <a:pt x="301" y="105"/>
                  </a:lnTo>
                  <a:close/>
                </a:path>
              </a:pathLst>
            </a:custGeom>
            <a:solidFill>
              <a:srgbClr val="BFBFB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29" name="未知"/>
            <p:cNvSpPr>
              <a:spLocks noChangeAspect="1"/>
            </p:cNvSpPr>
            <p:nvPr/>
          </p:nvSpPr>
          <p:spPr bwMode="auto">
            <a:xfrm>
              <a:off x="387" y="313"/>
              <a:ext cx="118" cy="102"/>
            </a:xfrm>
            <a:custGeom>
              <a:avLst/>
              <a:gdLst>
                <a:gd name="T0" fmla="*/ 118 w 118"/>
                <a:gd name="T1" fmla="*/ 0 h 102"/>
                <a:gd name="T2" fmla="*/ 118 w 118"/>
                <a:gd name="T3" fmla="*/ 34 h 102"/>
                <a:gd name="T4" fmla="*/ 0 w 118"/>
                <a:gd name="T5" fmla="*/ 102 h 102"/>
                <a:gd name="T6" fmla="*/ 0 w 118"/>
                <a:gd name="T7" fmla="*/ 68 h 102"/>
                <a:gd name="T8" fmla="*/ 118 w 118"/>
                <a:gd name="T9" fmla="*/ 0 h 102"/>
                <a:gd name="T10" fmla="*/ 118 w 118"/>
                <a:gd name="T11" fmla="*/ 0 h 102"/>
                <a:gd name="T12" fmla="*/ 118 w 118"/>
                <a:gd name="T13" fmla="*/ 0 h 102"/>
                <a:gd name="T14" fmla="*/ 118 w 118"/>
                <a:gd name="T15" fmla="*/ 0 h 1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8" h="102">
                  <a:moveTo>
                    <a:pt x="118" y="0"/>
                  </a:moveTo>
                  <a:lnTo>
                    <a:pt x="118" y="34"/>
                  </a:lnTo>
                  <a:lnTo>
                    <a:pt x="0" y="102"/>
                  </a:lnTo>
                  <a:lnTo>
                    <a:pt x="0" y="68"/>
                  </a:lnTo>
                  <a:lnTo>
                    <a:pt x="118" y="0"/>
                  </a:lnTo>
                  <a:lnTo>
                    <a:pt x="118" y="0"/>
                  </a:lnTo>
                  <a:lnTo>
                    <a:pt x="118" y="0"/>
                  </a:lnTo>
                  <a:lnTo>
                    <a:pt x="118" y="0"/>
                  </a:lnTo>
                  <a:close/>
                </a:path>
              </a:pathLst>
            </a:custGeom>
            <a:solidFill>
              <a:srgbClr val="4C4C4C"/>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30" name="未知"/>
            <p:cNvSpPr>
              <a:spLocks noChangeAspect="1"/>
            </p:cNvSpPr>
            <p:nvPr/>
          </p:nvSpPr>
          <p:spPr bwMode="auto">
            <a:xfrm>
              <a:off x="204" y="275"/>
              <a:ext cx="183" cy="140"/>
            </a:xfrm>
            <a:custGeom>
              <a:avLst/>
              <a:gdLst>
                <a:gd name="T0" fmla="*/ 183 w 183"/>
                <a:gd name="T1" fmla="*/ 106 h 140"/>
                <a:gd name="T2" fmla="*/ 183 w 183"/>
                <a:gd name="T3" fmla="*/ 140 h 140"/>
                <a:gd name="T4" fmla="*/ 0 w 183"/>
                <a:gd name="T5" fmla="*/ 34 h 140"/>
                <a:gd name="T6" fmla="*/ 0 w 183"/>
                <a:gd name="T7" fmla="*/ 0 h 140"/>
                <a:gd name="T8" fmla="*/ 183 w 183"/>
                <a:gd name="T9" fmla="*/ 106 h 140"/>
                <a:gd name="T10" fmla="*/ 183 w 183"/>
                <a:gd name="T11" fmla="*/ 106 h 140"/>
                <a:gd name="T12" fmla="*/ 183 w 183"/>
                <a:gd name="T13" fmla="*/ 106 h 140"/>
                <a:gd name="T14" fmla="*/ 183 w 183"/>
                <a:gd name="T15" fmla="*/ 106 h 1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83" h="140">
                  <a:moveTo>
                    <a:pt x="183" y="106"/>
                  </a:moveTo>
                  <a:lnTo>
                    <a:pt x="183" y="140"/>
                  </a:lnTo>
                  <a:lnTo>
                    <a:pt x="0" y="34"/>
                  </a:lnTo>
                  <a:lnTo>
                    <a:pt x="0" y="0"/>
                  </a:lnTo>
                  <a:lnTo>
                    <a:pt x="183" y="106"/>
                  </a:lnTo>
                  <a:lnTo>
                    <a:pt x="183" y="106"/>
                  </a:lnTo>
                  <a:lnTo>
                    <a:pt x="183" y="106"/>
                  </a:lnTo>
                  <a:lnTo>
                    <a:pt x="183" y="106"/>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31" name="未知"/>
            <p:cNvSpPr>
              <a:spLocks noChangeAspect="1"/>
            </p:cNvSpPr>
            <p:nvPr/>
          </p:nvSpPr>
          <p:spPr bwMode="auto">
            <a:xfrm>
              <a:off x="204" y="207"/>
              <a:ext cx="301" cy="174"/>
            </a:xfrm>
            <a:custGeom>
              <a:avLst/>
              <a:gdLst>
                <a:gd name="T0" fmla="*/ 301 w 301"/>
                <a:gd name="T1" fmla="*/ 106 h 174"/>
                <a:gd name="T2" fmla="*/ 183 w 301"/>
                <a:gd name="T3" fmla="*/ 174 h 174"/>
                <a:gd name="T4" fmla="*/ 0 w 301"/>
                <a:gd name="T5" fmla="*/ 68 h 174"/>
                <a:gd name="T6" fmla="*/ 118 w 301"/>
                <a:gd name="T7" fmla="*/ 0 h 174"/>
                <a:gd name="T8" fmla="*/ 301 w 301"/>
                <a:gd name="T9" fmla="*/ 106 h 174"/>
                <a:gd name="T10" fmla="*/ 301 w 301"/>
                <a:gd name="T11" fmla="*/ 106 h 174"/>
                <a:gd name="T12" fmla="*/ 301 w 301"/>
                <a:gd name="T13" fmla="*/ 106 h 174"/>
                <a:gd name="T14" fmla="*/ 301 w 301"/>
                <a:gd name="T15" fmla="*/ 106 h 17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01" h="174">
                  <a:moveTo>
                    <a:pt x="301" y="106"/>
                  </a:moveTo>
                  <a:lnTo>
                    <a:pt x="183" y="174"/>
                  </a:lnTo>
                  <a:lnTo>
                    <a:pt x="0" y="68"/>
                  </a:lnTo>
                  <a:lnTo>
                    <a:pt x="118" y="0"/>
                  </a:lnTo>
                  <a:lnTo>
                    <a:pt x="301" y="106"/>
                  </a:lnTo>
                  <a:lnTo>
                    <a:pt x="301" y="106"/>
                  </a:lnTo>
                  <a:lnTo>
                    <a:pt x="301" y="106"/>
                  </a:lnTo>
                  <a:lnTo>
                    <a:pt x="301" y="106"/>
                  </a:lnTo>
                  <a:close/>
                </a:path>
              </a:pathLst>
            </a:custGeom>
            <a:solidFill>
              <a:srgbClr val="BFBFB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32" name="未知"/>
            <p:cNvSpPr>
              <a:spLocks noChangeAspect="1"/>
            </p:cNvSpPr>
            <p:nvPr/>
          </p:nvSpPr>
          <p:spPr bwMode="auto">
            <a:xfrm>
              <a:off x="387" y="271"/>
              <a:ext cx="118" cy="102"/>
            </a:xfrm>
            <a:custGeom>
              <a:avLst/>
              <a:gdLst>
                <a:gd name="T0" fmla="*/ 118 w 118"/>
                <a:gd name="T1" fmla="*/ 0 h 102"/>
                <a:gd name="T2" fmla="*/ 118 w 118"/>
                <a:gd name="T3" fmla="*/ 34 h 102"/>
                <a:gd name="T4" fmla="*/ 0 w 118"/>
                <a:gd name="T5" fmla="*/ 102 h 102"/>
                <a:gd name="T6" fmla="*/ 0 w 118"/>
                <a:gd name="T7" fmla="*/ 68 h 102"/>
                <a:gd name="T8" fmla="*/ 118 w 118"/>
                <a:gd name="T9" fmla="*/ 0 h 102"/>
                <a:gd name="T10" fmla="*/ 118 w 118"/>
                <a:gd name="T11" fmla="*/ 0 h 102"/>
                <a:gd name="T12" fmla="*/ 118 w 118"/>
                <a:gd name="T13" fmla="*/ 0 h 102"/>
                <a:gd name="T14" fmla="*/ 118 w 118"/>
                <a:gd name="T15" fmla="*/ 0 h 1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8" h="102">
                  <a:moveTo>
                    <a:pt x="118" y="0"/>
                  </a:moveTo>
                  <a:lnTo>
                    <a:pt x="118" y="34"/>
                  </a:lnTo>
                  <a:lnTo>
                    <a:pt x="0" y="102"/>
                  </a:lnTo>
                  <a:lnTo>
                    <a:pt x="0" y="68"/>
                  </a:lnTo>
                  <a:lnTo>
                    <a:pt x="118" y="0"/>
                  </a:lnTo>
                  <a:lnTo>
                    <a:pt x="118" y="0"/>
                  </a:lnTo>
                  <a:lnTo>
                    <a:pt x="118" y="0"/>
                  </a:lnTo>
                  <a:lnTo>
                    <a:pt x="118" y="0"/>
                  </a:lnTo>
                  <a:close/>
                </a:path>
              </a:pathLst>
            </a:custGeom>
            <a:solidFill>
              <a:srgbClr val="4C4C4C"/>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33" name="未知"/>
            <p:cNvSpPr>
              <a:spLocks noChangeAspect="1"/>
            </p:cNvSpPr>
            <p:nvPr/>
          </p:nvSpPr>
          <p:spPr bwMode="auto">
            <a:xfrm>
              <a:off x="204" y="234"/>
              <a:ext cx="183" cy="139"/>
            </a:xfrm>
            <a:custGeom>
              <a:avLst/>
              <a:gdLst>
                <a:gd name="T0" fmla="*/ 183 w 183"/>
                <a:gd name="T1" fmla="*/ 105 h 139"/>
                <a:gd name="T2" fmla="*/ 183 w 183"/>
                <a:gd name="T3" fmla="*/ 139 h 139"/>
                <a:gd name="T4" fmla="*/ 0 w 183"/>
                <a:gd name="T5" fmla="*/ 34 h 139"/>
                <a:gd name="T6" fmla="*/ 0 w 183"/>
                <a:gd name="T7" fmla="*/ 0 h 139"/>
                <a:gd name="T8" fmla="*/ 183 w 183"/>
                <a:gd name="T9" fmla="*/ 105 h 139"/>
                <a:gd name="T10" fmla="*/ 183 w 183"/>
                <a:gd name="T11" fmla="*/ 105 h 139"/>
                <a:gd name="T12" fmla="*/ 183 w 183"/>
                <a:gd name="T13" fmla="*/ 105 h 139"/>
                <a:gd name="T14" fmla="*/ 183 w 183"/>
                <a:gd name="T15" fmla="*/ 105 h 13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83" h="139">
                  <a:moveTo>
                    <a:pt x="183" y="105"/>
                  </a:moveTo>
                  <a:lnTo>
                    <a:pt x="183" y="139"/>
                  </a:lnTo>
                  <a:lnTo>
                    <a:pt x="0" y="34"/>
                  </a:lnTo>
                  <a:lnTo>
                    <a:pt x="0" y="0"/>
                  </a:lnTo>
                  <a:lnTo>
                    <a:pt x="183" y="105"/>
                  </a:lnTo>
                  <a:lnTo>
                    <a:pt x="183" y="105"/>
                  </a:lnTo>
                  <a:lnTo>
                    <a:pt x="183" y="105"/>
                  </a:lnTo>
                  <a:lnTo>
                    <a:pt x="183" y="105"/>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34" name="未知"/>
            <p:cNvSpPr>
              <a:spLocks noChangeAspect="1"/>
            </p:cNvSpPr>
            <p:nvPr/>
          </p:nvSpPr>
          <p:spPr bwMode="auto">
            <a:xfrm>
              <a:off x="204" y="166"/>
              <a:ext cx="301" cy="173"/>
            </a:xfrm>
            <a:custGeom>
              <a:avLst/>
              <a:gdLst>
                <a:gd name="T0" fmla="*/ 301 w 301"/>
                <a:gd name="T1" fmla="*/ 105 h 173"/>
                <a:gd name="T2" fmla="*/ 183 w 301"/>
                <a:gd name="T3" fmla="*/ 173 h 173"/>
                <a:gd name="T4" fmla="*/ 0 w 301"/>
                <a:gd name="T5" fmla="*/ 68 h 173"/>
                <a:gd name="T6" fmla="*/ 118 w 301"/>
                <a:gd name="T7" fmla="*/ 0 h 173"/>
                <a:gd name="T8" fmla="*/ 301 w 301"/>
                <a:gd name="T9" fmla="*/ 105 h 173"/>
                <a:gd name="T10" fmla="*/ 301 w 301"/>
                <a:gd name="T11" fmla="*/ 105 h 173"/>
                <a:gd name="T12" fmla="*/ 301 w 301"/>
                <a:gd name="T13" fmla="*/ 105 h 173"/>
                <a:gd name="T14" fmla="*/ 301 w 301"/>
                <a:gd name="T15" fmla="*/ 105 h 17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01" h="173">
                  <a:moveTo>
                    <a:pt x="301" y="105"/>
                  </a:moveTo>
                  <a:lnTo>
                    <a:pt x="183" y="173"/>
                  </a:lnTo>
                  <a:lnTo>
                    <a:pt x="0" y="68"/>
                  </a:lnTo>
                  <a:lnTo>
                    <a:pt x="118" y="0"/>
                  </a:lnTo>
                  <a:lnTo>
                    <a:pt x="301" y="105"/>
                  </a:lnTo>
                  <a:lnTo>
                    <a:pt x="301" y="105"/>
                  </a:lnTo>
                  <a:lnTo>
                    <a:pt x="301" y="105"/>
                  </a:lnTo>
                  <a:lnTo>
                    <a:pt x="301" y="105"/>
                  </a:lnTo>
                  <a:close/>
                </a:path>
              </a:pathLst>
            </a:custGeom>
            <a:solidFill>
              <a:srgbClr val="BFBFB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35" name="未知"/>
            <p:cNvSpPr>
              <a:spLocks noChangeAspect="1"/>
            </p:cNvSpPr>
            <p:nvPr/>
          </p:nvSpPr>
          <p:spPr bwMode="auto">
            <a:xfrm>
              <a:off x="387" y="230"/>
              <a:ext cx="118" cy="102"/>
            </a:xfrm>
            <a:custGeom>
              <a:avLst/>
              <a:gdLst>
                <a:gd name="T0" fmla="*/ 118 w 118"/>
                <a:gd name="T1" fmla="*/ 0 h 102"/>
                <a:gd name="T2" fmla="*/ 118 w 118"/>
                <a:gd name="T3" fmla="*/ 34 h 102"/>
                <a:gd name="T4" fmla="*/ 0 w 118"/>
                <a:gd name="T5" fmla="*/ 102 h 102"/>
                <a:gd name="T6" fmla="*/ 0 w 118"/>
                <a:gd name="T7" fmla="*/ 68 h 102"/>
                <a:gd name="T8" fmla="*/ 118 w 118"/>
                <a:gd name="T9" fmla="*/ 0 h 102"/>
                <a:gd name="T10" fmla="*/ 118 w 118"/>
                <a:gd name="T11" fmla="*/ 0 h 102"/>
                <a:gd name="T12" fmla="*/ 118 w 118"/>
                <a:gd name="T13" fmla="*/ 0 h 102"/>
                <a:gd name="T14" fmla="*/ 118 w 118"/>
                <a:gd name="T15" fmla="*/ 0 h 1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8" h="102">
                  <a:moveTo>
                    <a:pt x="118" y="0"/>
                  </a:moveTo>
                  <a:lnTo>
                    <a:pt x="118" y="34"/>
                  </a:lnTo>
                  <a:lnTo>
                    <a:pt x="0" y="102"/>
                  </a:lnTo>
                  <a:lnTo>
                    <a:pt x="0" y="68"/>
                  </a:lnTo>
                  <a:lnTo>
                    <a:pt x="118" y="0"/>
                  </a:lnTo>
                  <a:lnTo>
                    <a:pt x="118" y="0"/>
                  </a:lnTo>
                  <a:lnTo>
                    <a:pt x="118" y="0"/>
                  </a:lnTo>
                  <a:lnTo>
                    <a:pt x="118" y="0"/>
                  </a:lnTo>
                  <a:close/>
                </a:path>
              </a:pathLst>
            </a:custGeom>
            <a:solidFill>
              <a:srgbClr val="4C4C4C"/>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36" name="未知"/>
            <p:cNvSpPr>
              <a:spLocks noChangeAspect="1"/>
            </p:cNvSpPr>
            <p:nvPr/>
          </p:nvSpPr>
          <p:spPr bwMode="auto">
            <a:xfrm>
              <a:off x="204" y="192"/>
              <a:ext cx="183" cy="140"/>
            </a:xfrm>
            <a:custGeom>
              <a:avLst/>
              <a:gdLst>
                <a:gd name="T0" fmla="*/ 183 w 183"/>
                <a:gd name="T1" fmla="*/ 106 h 140"/>
                <a:gd name="T2" fmla="*/ 183 w 183"/>
                <a:gd name="T3" fmla="*/ 140 h 140"/>
                <a:gd name="T4" fmla="*/ 0 w 183"/>
                <a:gd name="T5" fmla="*/ 35 h 140"/>
                <a:gd name="T6" fmla="*/ 0 w 183"/>
                <a:gd name="T7" fmla="*/ 0 h 140"/>
                <a:gd name="T8" fmla="*/ 183 w 183"/>
                <a:gd name="T9" fmla="*/ 106 h 140"/>
                <a:gd name="T10" fmla="*/ 183 w 183"/>
                <a:gd name="T11" fmla="*/ 106 h 140"/>
                <a:gd name="T12" fmla="*/ 183 w 183"/>
                <a:gd name="T13" fmla="*/ 106 h 140"/>
                <a:gd name="T14" fmla="*/ 183 w 183"/>
                <a:gd name="T15" fmla="*/ 106 h 1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83" h="140">
                  <a:moveTo>
                    <a:pt x="183" y="106"/>
                  </a:moveTo>
                  <a:lnTo>
                    <a:pt x="183" y="140"/>
                  </a:lnTo>
                  <a:lnTo>
                    <a:pt x="0" y="35"/>
                  </a:lnTo>
                  <a:lnTo>
                    <a:pt x="0" y="0"/>
                  </a:lnTo>
                  <a:lnTo>
                    <a:pt x="183" y="106"/>
                  </a:lnTo>
                  <a:lnTo>
                    <a:pt x="183" y="106"/>
                  </a:lnTo>
                  <a:lnTo>
                    <a:pt x="183" y="106"/>
                  </a:lnTo>
                  <a:lnTo>
                    <a:pt x="183" y="106"/>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37" name="未知"/>
            <p:cNvSpPr>
              <a:spLocks noChangeAspect="1"/>
            </p:cNvSpPr>
            <p:nvPr/>
          </p:nvSpPr>
          <p:spPr bwMode="auto">
            <a:xfrm>
              <a:off x="204" y="124"/>
              <a:ext cx="301" cy="174"/>
            </a:xfrm>
            <a:custGeom>
              <a:avLst/>
              <a:gdLst>
                <a:gd name="T0" fmla="*/ 301 w 301"/>
                <a:gd name="T1" fmla="*/ 106 h 174"/>
                <a:gd name="T2" fmla="*/ 183 w 301"/>
                <a:gd name="T3" fmla="*/ 174 h 174"/>
                <a:gd name="T4" fmla="*/ 0 w 301"/>
                <a:gd name="T5" fmla="*/ 68 h 174"/>
                <a:gd name="T6" fmla="*/ 118 w 301"/>
                <a:gd name="T7" fmla="*/ 0 h 174"/>
                <a:gd name="T8" fmla="*/ 301 w 301"/>
                <a:gd name="T9" fmla="*/ 106 h 174"/>
                <a:gd name="T10" fmla="*/ 301 w 301"/>
                <a:gd name="T11" fmla="*/ 106 h 174"/>
                <a:gd name="T12" fmla="*/ 301 w 301"/>
                <a:gd name="T13" fmla="*/ 106 h 174"/>
                <a:gd name="T14" fmla="*/ 301 w 301"/>
                <a:gd name="T15" fmla="*/ 106 h 17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01" h="174">
                  <a:moveTo>
                    <a:pt x="301" y="106"/>
                  </a:moveTo>
                  <a:lnTo>
                    <a:pt x="183" y="174"/>
                  </a:lnTo>
                  <a:lnTo>
                    <a:pt x="0" y="68"/>
                  </a:lnTo>
                  <a:lnTo>
                    <a:pt x="118" y="0"/>
                  </a:lnTo>
                  <a:lnTo>
                    <a:pt x="301" y="106"/>
                  </a:lnTo>
                  <a:lnTo>
                    <a:pt x="301" y="106"/>
                  </a:lnTo>
                  <a:lnTo>
                    <a:pt x="301" y="106"/>
                  </a:lnTo>
                  <a:lnTo>
                    <a:pt x="301" y="106"/>
                  </a:lnTo>
                  <a:close/>
                </a:path>
              </a:pathLst>
            </a:custGeom>
            <a:solidFill>
              <a:srgbClr val="BFBFB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38" name="未知"/>
            <p:cNvSpPr>
              <a:spLocks noChangeAspect="1"/>
            </p:cNvSpPr>
            <p:nvPr/>
          </p:nvSpPr>
          <p:spPr bwMode="auto">
            <a:xfrm>
              <a:off x="387" y="188"/>
              <a:ext cx="118" cy="103"/>
            </a:xfrm>
            <a:custGeom>
              <a:avLst/>
              <a:gdLst>
                <a:gd name="T0" fmla="*/ 118 w 118"/>
                <a:gd name="T1" fmla="*/ 0 h 103"/>
                <a:gd name="T2" fmla="*/ 118 w 118"/>
                <a:gd name="T3" fmla="*/ 34 h 103"/>
                <a:gd name="T4" fmla="*/ 0 w 118"/>
                <a:gd name="T5" fmla="*/ 103 h 103"/>
                <a:gd name="T6" fmla="*/ 0 w 118"/>
                <a:gd name="T7" fmla="*/ 68 h 103"/>
                <a:gd name="T8" fmla="*/ 118 w 118"/>
                <a:gd name="T9" fmla="*/ 0 h 103"/>
                <a:gd name="T10" fmla="*/ 118 w 118"/>
                <a:gd name="T11" fmla="*/ 0 h 103"/>
                <a:gd name="T12" fmla="*/ 118 w 118"/>
                <a:gd name="T13" fmla="*/ 0 h 103"/>
                <a:gd name="T14" fmla="*/ 118 w 118"/>
                <a:gd name="T15" fmla="*/ 0 h 10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8" h="103">
                  <a:moveTo>
                    <a:pt x="118" y="0"/>
                  </a:moveTo>
                  <a:lnTo>
                    <a:pt x="118" y="34"/>
                  </a:lnTo>
                  <a:lnTo>
                    <a:pt x="0" y="103"/>
                  </a:lnTo>
                  <a:lnTo>
                    <a:pt x="0" y="68"/>
                  </a:lnTo>
                  <a:lnTo>
                    <a:pt x="118" y="0"/>
                  </a:lnTo>
                  <a:lnTo>
                    <a:pt x="118" y="0"/>
                  </a:lnTo>
                  <a:lnTo>
                    <a:pt x="118" y="0"/>
                  </a:lnTo>
                  <a:lnTo>
                    <a:pt x="118" y="0"/>
                  </a:lnTo>
                  <a:close/>
                </a:path>
              </a:pathLst>
            </a:custGeom>
            <a:solidFill>
              <a:srgbClr val="4C4C4C"/>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39" name="未知"/>
            <p:cNvSpPr>
              <a:spLocks noChangeAspect="1"/>
            </p:cNvSpPr>
            <p:nvPr/>
          </p:nvSpPr>
          <p:spPr bwMode="auto">
            <a:xfrm>
              <a:off x="204" y="151"/>
              <a:ext cx="183" cy="140"/>
            </a:xfrm>
            <a:custGeom>
              <a:avLst/>
              <a:gdLst>
                <a:gd name="T0" fmla="*/ 183 w 183"/>
                <a:gd name="T1" fmla="*/ 105 h 140"/>
                <a:gd name="T2" fmla="*/ 183 w 183"/>
                <a:gd name="T3" fmla="*/ 140 h 140"/>
                <a:gd name="T4" fmla="*/ 0 w 183"/>
                <a:gd name="T5" fmla="*/ 34 h 140"/>
                <a:gd name="T6" fmla="*/ 0 w 183"/>
                <a:gd name="T7" fmla="*/ 0 h 140"/>
                <a:gd name="T8" fmla="*/ 183 w 183"/>
                <a:gd name="T9" fmla="*/ 105 h 140"/>
                <a:gd name="T10" fmla="*/ 183 w 183"/>
                <a:gd name="T11" fmla="*/ 105 h 140"/>
                <a:gd name="T12" fmla="*/ 183 w 183"/>
                <a:gd name="T13" fmla="*/ 105 h 140"/>
                <a:gd name="T14" fmla="*/ 183 w 183"/>
                <a:gd name="T15" fmla="*/ 105 h 1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83" h="140">
                  <a:moveTo>
                    <a:pt x="183" y="105"/>
                  </a:moveTo>
                  <a:lnTo>
                    <a:pt x="183" y="140"/>
                  </a:lnTo>
                  <a:lnTo>
                    <a:pt x="0" y="34"/>
                  </a:lnTo>
                  <a:lnTo>
                    <a:pt x="0" y="0"/>
                  </a:lnTo>
                  <a:lnTo>
                    <a:pt x="183" y="105"/>
                  </a:lnTo>
                  <a:lnTo>
                    <a:pt x="183" y="105"/>
                  </a:lnTo>
                  <a:lnTo>
                    <a:pt x="183" y="105"/>
                  </a:lnTo>
                  <a:lnTo>
                    <a:pt x="183" y="105"/>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40" name="未知"/>
            <p:cNvSpPr>
              <a:spLocks noChangeAspect="1"/>
            </p:cNvSpPr>
            <p:nvPr/>
          </p:nvSpPr>
          <p:spPr bwMode="auto">
            <a:xfrm>
              <a:off x="204" y="83"/>
              <a:ext cx="301" cy="173"/>
            </a:xfrm>
            <a:custGeom>
              <a:avLst/>
              <a:gdLst>
                <a:gd name="T0" fmla="*/ 301 w 301"/>
                <a:gd name="T1" fmla="*/ 105 h 173"/>
                <a:gd name="T2" fmla="*/ 183 w 301"/>
                <a:gd name="T3" fmla="*/ 173 h 173"/>
                <a:gd name="T4" fmla="*/ 0 w 301"/>
                <a:gd name="T5" fmla="*/ 68 h 173"/>
                <a:gd name="T6" fmla="*/ 118 w 301"/>
                <a:gd name="T7" fmla="*/ 0 h 173"/>
                <a:gd name="T8" fmla="*/ 301 w 301"/>
                <a:gd name="T9" fmla="*/ 105 h 173"/>
                <a:gd name="T10" fmla="*/ 301 w 301"/>
                <a:gd name="T11" fmla="*/ 105 h 173"/>
                <a:gd name="T12" fmla="*/ 301 w 301"/>
                <a:gd name="T13" fmla="*/ 105 h 173"/>
                <a:gd name="T14" fmla="*/ 301 w 301"/>
                <a:gd name="T15" fmla="*/ 105 h 17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01" h="173">
                  <a:moveTo>
                    <a:pt x="301" y="105"/>
                  </a:moveTo>
                  <a:lnTo>
                    <a:pt x="183" y="173"/>
                  </a:lnTo>
                  <a:lnTo>
                    <a:pt x="0" y="68"/>
                  </a:lnTo>
                  <a:lnTo>
                    <a:pt x="118" y="0"/>
                  </a:lnTo>
                  <a:lnTo>
                    <a:pt x="301" y="105"/>
                  </a:lnTo>
                  <a:lnTo>
                    <a:pt x="301" y="105"/>
                  </a:lnTo>
                  <a:lnTo>
                    <a:pt x="301" y="105"/>
                  </a:lnTo>
                  <a:lnTo>
                    <a:pt x="301" y="105"/>
                  </a:lnTo>
                  <a:close/>
                </a:path>
              </a:pathLst>
            </a:custGeom>
            <a:solidFill>
              <a:srgbClr val="BFBFB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41" name="未知"/>
            <p:cNvSpPr>
              <a:spLocks noChangeAspect="1"/>
            </p:cNvSpPr>
            <p:nvPr/>
          </p:nvSpPr>
          <p:spPr bwMode="auto">
            <a:xfrm>
              <a:off x="387" y="147"/>
              <a:ext cx="118" cy="102"/>
            </a:xfrm>
            <a:custGeom>
              <a:avLst/>
              <a:gdLst>
                <a:gd name="T0" fmla="*/ 118 w 118"/>
                <a:gd name="T1" fmla="*/ 0 h 102"/>
                <a:gd name="T2" fmla="*/ 118 w 118"/>
                <a:gd name="T3" fmla="*/ 34 h 102"/>
                <a:gd name="T4" fmla="*/ 0 w 118"/>
                <a:gd name="T5" fmla="*/ 102 h 102"/>
                <a:gd name="T6" fmla="*/ 0 w 118"/>
                <a:gd name="T7" fmla="*/ 69 h 102"/>
                <a:gd name="T8" fmla="*/ 118 w 118"/>
                <a:gd name="T9" fmla="*/ 0 h 102"/>
                <a:gd name="T10" fmla="*/ 118 w 118"/>
                <a:gd name="T11" fmla="*/ 0 h 102"/>
                <a:gd name="T12" fmla="*/ 118 w 118"/>
                <a:gd name="T13" fmla="*/ 0 h 102"/>
                <a:gd name="T14" fmla="*/ 118 w 118"/>
                <a:gd name="T15" fmla="*/ 0 h 1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8" h="102">
                  <a:moveTo>
                    <a:pt x="118" y="0"/>
                  </a:moveTo>
                  <a:lnTo>
                    <a:pt x="118" y="34"/>
                  </a:lnTo>
                  <a:lnTo>
                    <a:pt x="0" y="102"/>
                  </a:lnTo>
                  <a:lnTo>
                    <a:pt x="0" y="69"/>
                  </a:lnTo>
                  <a:lnTo>
                    <a:pt x="118" y="0"/>
                  </a:lnTo>
                  <a:lnTo>
                    <a:pt x="118" y="0"/>
                  </a:lnTo>
                  <a:lnTo>
                    <a:pt x="118" y="0"/>
                  </a:lnTo>
                  <a:lnTo>
                    <a:pt x="118" y="0"/>
                  </a:lnTo>
                  <a:close/>
                </a:path>
              </a:pathLst>
            </a:custGeom>
            <a:solidFill>
              <a:srgbClr val="4C4C4C"/>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42" name="未知"/>
            <p:cNvSpPr>
              <a:spLocks noChangeAspect="1"/>
            </p:cNvSpPr>
            <p:nvPr/>
          </p:nvSpPr>
          <p:spPr bwMode="auto">
            <a:xfrm>
              <a:off x="204" y="110"/>
              <a:ext cx="183" cy="139"/>
            </a:xfrm>
            <a:custGeom>
              <a:avLst/>
              <a:gdLst>
                <a:gd name="T0" fmla="*/ 183 w 183"/>
                <a:gd name="T1" fmla="*/ 106 h 139"/>
                <a:gd name="T2" fmla="*/ 183 w 183"/>
                <a:gd name="T3" fmla="*/ 139 h 139"/>
                <a:gd name="T4" fmla="*/ 0 w 183"/>
                <a:gd name="T5" fmla="*/ 34 h 139"/>
                <a:gd name="T6" fmla="*/ 0 w 183"/>
                <a:gd name="T7" fmla="*/ 0 h 139"/>
                <a:gd name="T8" fmla="*/ 183 w 183"/>
                <a:gd name="T9" fmla="*/ 106 h 139"/>
                <a:gd name="T10" fmla="*/ 183 w 183"/>
                <a:gd name="T11" fmla="*/ 106 h 139"/>
                <a:gd name="T12" fmla="*/ 183 w 183"/>
                <a:gd name="T13" fmla="*/ 106 h 139"/>
                <a:gd name="T14" fmla="*/ 183 w 183"/>
                <a:gd name="T15" fmla="*/ 106 h 13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83" h="139">
                  <a:moveTo>
                    <a:pt x="183" y="106"/>
                  </a:moveTo>
                  <a:lnTo>
                    <a:pt x="183" y="139"/>
                  </a:lnTo>
                  <a:lnTo>
                    <a:pt x="0" y="34"/>
                  </a:lnTo>
                  <a:lnTo>
                    <a:pt x="0" y="0"/>
                  </a:lnTo>
                  <a:lnTo>
                    <a:pt x="183" y="106"/>
                  </a:lnTo>
                  <a:lnTo>
                    <a:pt x="183" y="106"/>
                  </a:lnTo>
                  <a:lnTo>
                    <a:pt x="183" y="106"/>
                  </a:lnTo>
                  <a:lnTo>
                    <a:pt x="183" y="106"/>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43" name="未知"/>
            <p:cNvSpPr>
              <a:spLocks noChangeAspect="1"/>
            </p:cNvSpPr>
            <p:nvPr/>
          </p:nvSpPr>
          <p:spPr bwMode="auto">
            <a:xfrm>
              <a:off x="204" y="41"/>
              <a:ext cx="301" cy="175"/>
            </a:xfrm>
            <a:custGeom>
              <a:avLst/>
              <a:gdLst>
                <a:gd name="T0" fmla="*/ 301 w 301"/>
                <a:gd name="T1" fmla="*/ 106 h 175"/>
                <a:gd name="T2" fmla="*/ 183 w 301"/>
                <a:gd name="T3" fmla="*/ 175 h 175"/>
                <a:gd name="T4" fmla="*/ 0 w 301"/>
                <a:gd name="T5" fmla="*/ 69 h 175"/>
                <a:gd name="T6" fmla="*/ 118 w 301"/>
                <a:gd name="T7" fmla="*/ 0 h 175"/>
                <a:gd name="T8" fmla="*/ 301 w 301"/>
                <a:gd name="T9" fmla="*/ 106 h 175"/>
                <a:gd name="T10" fmla="*/ 301 w 301"/>
                <a:gd name="T11" fmla="*/ 106 h 175"/>
                <a:gd name="T12" fmla="*/ 301 w 301"/>
                <a:gd name="T13" fmla="*/ 106 h 175"/>
                <a:gd name="T14" fmla="*/ 301 w 301"/>
                <a:gd name="T15" fmla="*/ 106 h 17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01" h="175">
                  <a:moveTo>
                    <a:pt x="301" y="106"/>
                  </a:moveTo>
                  <a:lnTo>
                    <a:pt x="183" y="175"/>
                  </a:lnTo>
                  <a:lnTo>
                    <a:pt x="0" y="69"/>
                  </a:lnTo>
                  <a:lnTo>
                    <a:pt x="118" y="0"/>
                  </a:lnTo>
                  <a:lnTo>
                    <a:pt x="301" y="106"/>
                  </a:lnTo>
                  <a:lnTo>
                    <a:pt x="301" y="106"/>
                  </a:lnTo>
                  <a:lnTo>
                    <a:pt x="301" y="106"/>
                  </a:lnTo>
                  <a:lnTo>
                    <a:pt x="301" y="106"/>
                  </a:lnTo>
                  <a:close/>
                </a:path>
              </a:pathLst>
            </a:custGeom>
            <a:solidFill>
              <a:srgbClr val="BFBFB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44" name="未知"/>
            <p:cNvSpPr>
              <a:spLocks noChangeAspect="1"/>
            </p:cNvSpPr>
            <p:nvPr/>
          </p:nvSpPr>
          <p:spPr bwMode="auto">
            <a:xfrm>
              <a:off x="387" y="105"/>
              <a:ext cx="118" cy="103"/>
            </a:xfrm>
            <a:custGeom>
              <a:avLst/>
              <a:gdLst>
                <a:gd name="T0" fmla="*/ 118 w 118"/>
                <a:gd name="T1" fmla="*/ 0 h 103"/>
                <a:gd name="T2" fmla="*/ 118 w 118"/>
                <a:gd name="T3" fmla="*/ 34 h 103"/>
                <a:gd name="T4" fmla="*/ 0 w 118"/>
                <a:gd name="T5" fmla="*/ 103 h 103"/>
                <a:gd name="T6" fmla="*/ 0 w 118"/>
                <a:gd name="T7" fmla="*/ 69 h 103"/>
                <a:gd name="T8" fmla="*/ 118 w 118"/>
                <a:gd name="T9" fmla="*/ 0 h 103"/>
                <a:gd name="T10" fmla="*/ 118 w 118"/>
                <a:gd name="T11" fmla="*/ 0 h 103"/>
                <a:gd name="T12" fmla="*/ 118 w 118"/>
                <a:gd name="T13" fmla="*/ 0 h 103"/>
                <a:gd name="T14" fmla="*/ 118 w 118"/>
                <a:gd name="T15" fmla="*/ 0 h 10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8" h="103">
                  <a:moveTo>
                    <a:pt x="118" y="0"/>
                  </a:moveTo>
                  <a:lnTo>
                    <a:pt x="118" y="34"/>
                  </a:lnTo>
                  <a:lnTo>
                    <a:pt x="0" y="103"/>
                  </a:lnTo>
                  <a:lnTo>
                    <a:pt x="0" y="69"/>
                  </a:lnTo>
                  <a:lnTo>
                    <a:pt x="118" y="0"/>
                  </a:lnTo>
                  <a:lnTo>
                    <a:pt x="118" y="0"/>
                  </a:lnTo>
                  <a:lnTo>
                    <a:pt x="118" y="0"/>
                  </a:lnTo>
                  <a:lnTo>
                    <a:pt x="118" y="0"/>
                  </a:lnTo>
                  <a:close/>
                </a:path>
              </a:pathLst>
            </a:custGeom>
            <a:solidFill>
              <a:srgbClr val="4C4C4C"/>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45" name="未知"/>
            <p:cNvSpPr>
              <a:spLocks noChangeAspect="1"/>
            </p:cNvSpPr>
            <p:nvPr/>
          </p:nvSpPr>
          <p:spPr bwMode="auto">
            <a:xfrm>
              <a:off x="204" y="68"/>
              <a:ext cx="183" cy="140"/>
            </a:xfrm>
            <a:custGeom>
              <a:avLst/>
              <a:gdLst>
                <a:gd name="T0" fmla="*/ 183 w 183"/>
                <a:gd name="T1" fmla="*/ 106 h 140"/>
                <a:gd name="T2" fmla="*/ 183 w 183"/>
                <a:gd name="T3" fmla="*/ 140 h 140"/>
                <a:gd name="T4" fmla="*/ 0 w 183"/>
                <a:gd name="T5" fmla="*/ 34 h 140"/>
                <a:gd name="T6" fmla="*/ 0 w 183"/>
                <a:gd name="T7" fmla="*/ 0 h 140"/>
                <a:gd name="T8" fmla="*/ 183 w 183"/>
                <a:gd name="T9" fmla="*/ 106 h 140"/>
                <a:gd name="T10" fmla="*/ 183 w 183"/>
                <a:gd name="T11" fmla="*/ 106 h 140"/>
                <a:gd name="T12" fmla="*/ 183 w 183"/>
                <a:gd name="T13" fmla="*/ 106 h 140"/>
                <a:gd name="T14" fmla="*/ 183 w 183"/>
                <a:gd name="T15" fmla="*/ 106 h 1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83" h="140">
                  <a:moveTo>
                    <a:pt x="183" y="106"/>
                  </a:moveTo>
                  <a:lnTo>
                    <a:pt x="183" y="140"/>
                  </a:lnTo>
                  <a:lnTo>
                    <a:pt x="0" y="34"/>
                  </a:lnTo>
                  <a:lnTo>
                    <a:pt x="0" y="0"/>
                  </a:lnTo>
                  <a:lnTo>
                    <a:pt x="183" y="106"/>
                  </a:lnTo>
                  <a:lnTo>
                    <a:pt x="183" y="106"/>
                  </a:lnTo>
                  <a:lnTo>
                    <a:pt x="183" y="106"/>
                  </a:lnTo>
                  <a:lnTo>
                    <a:pt x="183" y="106"/>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46" name="未知"/>
            <p:cNvSpPr>
              <a:spLocks noChangeAspect="1"/>
            </p:cNvSpPr>
            <p:nvPr/>
          </p:nvSpPr>
          <p:spPr bwMode="auto">
            <a:xfrm>
              <a:off x="204" y="0"/>
              <a:ext cx="301" cy="174"/>
            </a:xfrm>
            <a:custGeom>
              <a:avLst/>
              <a:gdLst>
                <a:gd name="T0" fmla="*/ 301 w 301"/>
                <a:gd name="T1" fmla="*/ 105 h 174"/>
                <a:gd name="T2" fmla="*/ 183 w 301"/>
                <a:gd name="T3" fmla="*/ 174 h 174"/>
                <a:gd name="T4" fmla="*/ 0 w 301"/>
                <a:gd name="T5" fmla="*/ 68 h 174"/>
                <a:gd name="T6" fmla="*/ 118 w 301"/>
                <a:gd name="T7" fmla="*/ 0 h 174"/>
                <a:gd name="T8" fmla="*/ 301 w 301"/>
                <a:gd name="T9" fmla="*/ 105 h 174"/>
                <a:gd name="T10" fmla="*/ 301 w 301"/>
                <a:gd name="T11" fmla="*/ 105 h 174"/>
                <a:gd name="T12" fmla="*/ 301 w 301"/>
                <a:gd name="T13" fmla="*/ 105 h 174"/>
                <a:gd name="T14" fmla="*/ 301 w 301"/>
                <a:gd name="T15" fmla="*/ 105 h 17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01" h="174">
                  <a:moveTo>
                    <a:pt x="301" y="105"/>
                  </a:moveTo>
                  <a:lnTo>
                    <a:pt x="183" y="174"/>
                  </a:lnTo>
                  <a:lnTo>
                    <a:pt x="0" y="68"/>
                  </a:lnTo>
                  <a:lnTo>
                    <a:pt x="118" y="0"/>
                  </a:lnTo>
                  <a:lnTo>
                    <a:pt x="301" y="105"/>
                  </a:lnTo>
                  <a:lnTo>
                    <a:pt x="301" y="105"/>
                  </a:lnTo>
                  <a:lnTo>
                    <a:pt x="301" y="105"/>
                  </a:lnTo>
                  <a:lnTo>
                    <a:pt x="301" y="105"/>
                  </a:lnTo>
                  <a:close/>
                </a:path>
              </a:pathLst>
            </a:custGeom>
            <a:solidFill>
              <a:srgbClr val="BFBFB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47" name="未知"/>
            <p:cNvSpPr>
              <a:spLocks noChangeAspect="1"/>
            </p:cNvSpPr>
            <p:nvPr/>
          </p:nvSpPr>
          <p:spPr bwMode="auto">
            <a:xfrm>
              <a:off x="210" y="80"/>
              <a:ext cx="10" cy="21"/>
            </a:xfrm>
            <a:custGeom>
              <a:avLst/>
              <a:gdLst>
                <a:gd name="T0" fmla="*/ 13 w 17"/>
                <a:gd name="T1" fmla="*/ 7 h 35"/>
                <a:gd name="T2" fmla="*/ 17 w 17"/>
                <a:gd name="T3" fmla="*/ 14 h 35"/>
                <a:gd name="T4" fmla="*/ 17 w 17"/>
                <a:gd name="T5" fmla="*/ 30 h 35"/>
                <a:gd name="T6" fmla="*/ 13 w 17"/>
                <a:gd name="T7" fmla="*/ 34 h 35"/>
                <a:gd name="T8" fmla="*/ 4 w 17"/>
                <a:gd name="T9" fmla="*/ 28 h 35"/>
                <a:gd name="T10" fmla="*/ 0 w 17"/>
                <a:gd name="T11" fmla="*/ 21 h 35"/>
                <a:gd name="T12" fmla="*/ 0 w 17"/>
                <a:gd name="T13" fmla="*/ 5 h 35"/>
                <a:gd name="T14" fmla="*/ 4 w 17"/>
                <a:gd name="T15" fmla="*/ 1 h 35"/>
                <a:gd name="T16" fmla="*/ 13 w 17"/>
                <a:gd name="T17" fmla="*/ 7 h 35"/>
                <a:gd name="T18" fmla="*/ 13 w 17"/>
                <a:gd name="T19" fmla="*/ 7 h 35"/>
                <a:gd name="T20" fmla="*/ 13 w 17"/>
                <a:gd name="T21" fmla="*/ 7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35">
                  <a:moveTo>
                    <a:pt x="13" y="7"/>
                  </a:moveTo>
                  <a:cubicBezTo>
                    <a:pt x="15" y="8"/>
                    <a:pt x="17" y="11"/>
                    <a:pt x="17" y="14"/>
                  </a:cubicBezTo>
                  <a:cubicBezTo>
                    <a:pt x="17" y="30"/>
                    <a:pt x="17" y="30"/>
                    <a:pt x="17" y="30"/>
                  </a:cubicBezTo>
                  <a:cubicBezTo>
                    <a:pt x="17" y="33"/>
                    <a:pt x="15" y="35"/>
                    <a:pt x="13" y="34"/>
                  </a:cubicBezTo>
                  <a:cubicBezTo>
                    <a:pt x="4" y="28"/>
                    <a:pt x="4" y="28"/>
                    <a:pt x="4" y="28"/>
                  </a:cubicBezTo>
                  <a:cubicBezTo>
                    <a:pt x="1" y="27"/>
                    <a:pt x="0" y="24"/>
                    <a:pt x="0" y="21"/>
                  </a:cubicBezTo>
                  <a:cubicBezTo>
                    <a:pt x="0" y="5"/>
                    <a:pt x="0" y="5"/>
                    <a:pt x="0" y="5"/>
                  </a:cubicBezTo>
                  <a:cubicBezTo>
                    <a:pt x="0" y="1"/>
                    <a:pt x="2" y="0"/>
                    <a:pt x="4" y="1"/>
                  </a:cubicBezTo>
                  <a:cubicBezTo>
                    <a:pt x="13" y="7"/>
                    <a:pt x="13" y="7"/>
                    <a:pt x="13" y="7"/>
                  </a:cubicBezTo>
                  <a:cubicBezTo>
                    <a:pt x="13" y="7"/>
                    <a:pt x="13" y="7"/>
                    <a:pt x="13" y="7"/>
                  </a:cubicBezTo>
                  <a:cubicBezTo>
                    <a:pt x="13" y="7"/>
                    <a:pt x="13" y="7"/>
                    <a:pt x="13" y="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48" name="未知"/>
            <p:cNvSpPr>
              <a:spLocks noChangeAspect="1"/>
            </p:cNvSpPr>
            <p:nvPr/>
          </p:nvSpPr>
          <p:spPr bwMode="auto">
            <a:xfrm>
              <a:off x="226" y="89"/>
              <a:ext cx="10" cy="21"/>
            </a:xfrm>
            <a:custGeom>
              <a:avLst/>
              <a:gdLst>
                <a:gd name="T0" fmla="*/ 13 w 17"/>
                <a:gd name="T1" fmla="*/ 7 h 35"/>
                <a:gd name="T2" fmla="*/ 17 w 17"/>
                <a:gd name="T3" fmla="*/ 15 h 35"/>
                <a:gd name="T4" fmla="*/ 17 w 17"/>
                <a:gd name="T5" fmla="*/ 31 h 35"/>
                <a:gd name="T6" fmla="*/ 13 w 17"/>
                <a:gd name="T7" fmla="*/ 34 h 35"/>
                <a:gd name="T8" fmla="*/ 4 w 17"/>
                <a:gd name="T9" fmla="*/ 29 h 35"/>
                <a:gd name="T10" fmla="*/ 0 w 17"/>
                <a:gd name="T11" fmla="*/ 21 h 35"/>
                <a:gd name="T12" fmla="*/ 0 w 17"/>
                <a:gd name="T13" fmla="*/ 5 h 35"/>
                <a:gd name="T14" fmla="*/ 4 w 17"/>
                <a:gd name="T15" fmla="*/ 2 h 35"/>
                <a:gd name="T16" fmla="*/ 13 w 17"/>
                <a:gd name="T17" fmla="*/ 7 h 35"/>
                <a:gd name="T18" fmla="*/ 13 w 17"/>
                <a:gd name="T19" fmla="*/ 7 h 35"/>
                <a:gd name="T20" fmla="*/ 13 w 17"/>
                <a:gd name="T21" fmla="*/ 7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35">
                  <a:moveTo>
                    <a:pt x="13" y="7"/>
                  </a:moveTo>
                  <a:cubicBezTo>
                    <a:pt x="15" y="8"/>
                    <a:pt x="17" y="12"/>
                    <a:pt x="17" y="15"/>
                  </a:cubicBezTo>
                  <a:cubicBezTo>
                    <a:pt x="17" y="31"/>
                    <a:pt x="17" y="31"/>
                    <a:pt x="17" y="31"/>
                  </a:cubicBezTo>
                  <a:cubicBezTo>
                    <a:pt x="17" y="34"/>
                    <a:pt x="15" y="35"/>
                    <a:pt x="13" y="34"/>
                  </a:cubicBezTo>
                  <a:cubicBezTo>
                    <a:pt x="4" y="29"/>
                    <a:pt x="4" y="29"/>
                    <a:pt x="4" y="29"/>
                  </a:cubicBezTo>
                  <a:cubicBezTo>
                    <a:pt x="1" y="27"/>
                    <a:pt x="0" y="24"/>
                    <a:pt x="0" y="21"/>
                  </a:cubicBezTo>
                  <a:cubicBezTo>
                    <a:pt x="0" y="5"/>
                    <a:pt x="0" y="5"/>
                    <a:pt x="0" y="5"/>
                  </a:cubicBezTo>
                  <a:cubicBezTo>
                    <a:pt x="0" y="2"/>
                    <a:pt x="2" y="0"/>
                    <a:pt x="4" y="2"/>
                  </a:cubicBezTo>
                  <a:cubicBezTo>
                    <a:pt x="13" y="7"/>
                    <a:pt x="13" y="7"/>
                    <a:pt x="13" y="7"/>
                  </a:cubicBezTo>
                  <a:cubicBezTo>
                    <a:pt x="13" y="7"/>
                    <a:pt x="13" y="7"/>
                    <a:pt x="13" y="7"/>
                  </a:cubicBezTo>
                  <a:cubicBezTo>
                    <a:pt x="13" y="7"/>
                    <a:pt x="13" y="7"/>
                    <a:pt x="13" y="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49" name="未知"/>
            <p:cNvSpPr>
              <a:spLocks noChangeAspect="1"/>
            </p:cNvSpPr>
            <p:nvPr/>
          </p:nvSpPr>
          <p:spPr bwMode="auto">
            <a:xfrm>
              <a:off x="242" y="99"/>
              <a:ext cx="10" cy="21"/>
            </a:xfrm>
            <a:custGeom>
              <a:avLst/>
              <a:gdLst>
                <a:gd name="T0" fmla="*/ 13 w 17"/>
                <a:gd name="T1" fmla="*/ 6 h 35"/>
                <a:gd name="T2" fmla="*/ 17 w 17"/>
                <a:gd name="T3" fmla="*/ 14 h 35"/>
                <a:gd name="T4" fmla="*/ 17 w 17"/>
                <a:gd name="T5" fmla="*/ 30 h 35"/>
                <a:gd name="T6" fmla="*/ 13 w 17"/>
                <a:gd name="T7" fmla="*/ 33 h 35"/>
                <a:gd name="T8" fmla="*/ 4 w 17"/>
                <a:gd name="T9" fmla="*/ 28 h 35"/>
                <a:gd name="T10" fmla="*/ 0 w 17"/>
                <a:gd name="T11" fmla="*/ 20 h 35"/>
                <a:gd name="T12" fmla="*/ 0 w 17"/>
                <a:gd name="T13" fmla="*/ 4 h 35"/>
                <a:gd name="T14" fmla="*/ 4 w 17"/>
                <a:gd name="T15" fmla="*/ 1 h 35"/>
                <a:gd name="T16" fmla="*/ 13 w 17"/>
                <a:gd name="T17" fmla="*/ 6 h 35"/>
                <a:gd name="T18" fmla="*/ 13 w 17"/>
                <a:gd name="T19" fmla="*/ 6 h 35"/>
                <a:gd name="T20" fmla="*/ 13 w 17"/>
                <a:gd name="T21" fmla="*/ 6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35">
                  <a:moveTo>
                    <a:pt x="13" y="6"/>
                  </a:moveTo>
                  <a:cubicBezTo>
                    <a:pt x="15" y="7"/>
                    <a:pt x="17" y="11"/>
                    <a:pt x="17" y="14"/>
                  </a:cubicBezTo>
                  <a:cubicBezTo>
                    <a:pt x="17" y="30"/>
                    <a:pt x="17" y="30"/>
                    <a:pt x="17" y="30"/>
                  </a:cubicBezTo>
                  <a:cubicBezTo>
                    <a:pt x="17" y="33"/>
                    <a:pt x="15" y="35"/>
                    <a:pt x="13" y="33"/>
                  </a:cubicBezTo>
                  <a:cubicBezTo>
                    <a:pt x="4" y="28"/>
                    <a:pt x="4" y="28"/>
                    <a:pt x="4" y="28"/>
                  </a:cubicBezTo>
                  <a:cubicBezTo>
                    <a:pt x="1" y="27"/>
                    <a:pt x="0" y="23"/>
                    <a:pt x="0" y="20"/>
                  </a:cubicBezTo>
                  <a:cubicBezTo>
                    <a:pt x="0" y="4"/>
                    <a:pt x="0" y="4"/>
                    <a:pt x="0" y="4"/>
                  </a:cubicBezTo>
                  <a:cubicBezTo>
                    <a:pt x="0" y="1"/>
                    <a:pt x="2" y="0"/>
                    <a:pt x="4" y="1"/>
                  </a:cubicBezTo>
                  <a:cubicBezTo>
                    <a:pt x="13" y="6"/>
                    <a:pt x="13" y="6"/>
                    <a:pt x="13" y="6"/>
                  </a:cubicBezTo>
                  <a:cubicBezTo>
                    <a:pt x="13" y="6"/>
                    <a:pt x="13" y="6"/>
                    <a:pt x="13" y="6"/>
                  </a:cubicBezTo>
                  <a:cubicBezTo>
                    <a:pt x="13" y="6"/>
                    <a:pt x="13" y="6"/>
                    <a:pt x="13" y="6"/>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50" name="未知"/>
            <p:cNvSpPr>
              <a:spLocks noChangeAspect="1"/>
            </p:cNvSpPr>
            <p:nvPr/>
          </p:nvSpPr>
          <p:spPr bwMode="auto">
            <a:xfrm>
              <a:off x="257" y="108"/>
              <a:ext cx="11" cy="21"/>
            </a:xfrm>
            <a:custGeom>
              <a:avLst/>
              <a:gdLst>
                <a:gd name="T0" fmla="*/ 13 w 17"/>
                <a:gd name="T1" fmla="*/ 6 h 35"/>
                <a:gd name="T2" fmla="*/ 17 w 17"/>
                <a:gd name="T3" fmla="*/ 14 h 35"/>
                <a:gd name="T4" fmla="*/ 17 w 17"/>
                <a:gd name="T5" fmla="*/ 30 h 35"/>
                <a:gd name="T6" fmla="*/ 13 w 17"/>
                <a:gd name="T7" fmla="*/ 34 h 35"/>
                <a:gd name="T8" fmla="*/ 4 w 17"/>
                <a:gd name="T9" fmla="*/ 28 h 35"/>
                <a:gd name="T10" fmla="*/ 0 w 17"/>
                <a:gd name="T11" fmla="*/ 21 h 35"/>
                <a:gd name="T12" fmla="*/ 0 w 17"/>
                <a:gd name="T13" fmla="*/ 4 h 35"/>
                <a:gd name="T14" fmla="*/ 4 w 17"/>
                <a:gd name="T15" fmla="*/ 1 h 35"/>
                <a:gd name="T16" fmla="*/ 13 w 17"/>
                <a:gd name="T17" fmla="*/ 6 h 35"/>
                <a:gd name="T18" fmla="*/ 13 w 17"/>
                <a:gd name="T19" fmla="*/ 6 h 35"/>
                <a:gd name="T20" fmla="*/ 13 w 17"/>
                <a:gd name="T21" fmla="*/ 6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35">
                  <a:moveTo>
                    <a:pt x="13" y="6"/>
                  </a:moveTo>
                  <a:cubicBezTo>
                    <a:pt x="15" y="8"/>
                    <a:pt x="17" y="11"/>
                    <a:pt x="17" y="14"/>
                  </a:cubicBezTo>
                  <a:cubicBezTo>
                    <a:pt x="17" y="30"/>
                    <a:pt x="17" y="30"/>
                    <a:pt x="17" y="30"/>
                  </a:cubicBezTo>
                  <a:cubicBezTo>
                    <a:pt x="17" y="33"/>
                    <a:pt x="15" y="35"/>
                    <a:pt x="13" y="34"/>
                  </a:cubicBezTo>
                  <a:cubicBezTo>
                    <a:pt x="4" y="28"/>
                    <a:pt x="4" y="28"/>
                    <a:pt x="4" y="28"/>
                  </a:cubicBezTo>
                  <a:cubicBezTo>
                    <a:pt x="1" y="27"/>
                    <a:pt x="0" y="24"/>
                    <a:pt x="0" y="21"/>
                  </a:cubicBezTo>
                  <a:cubicBezTo>
                    <a:pt x="0" y="4"/>
                    <a:pt x="0" y="4"/>
                    <a:pt x="0" y="4"/>
                  </a:cubicBezTo>
                  <a:cubicBezTo>
                    <a:pt x="0" y="1"/>
                    <a:pt x="1" y="0"/>
                    <a:pt x="4" y="1"/>
                  </a:cubicBezTo>
                  <a:cubicBezTo>
                    <a:pt x="13" y="6"/>
                    <a:pt x="13" y="6"/>
                    <a:pt x="13" y="6"/>
                  </a:cubicBezTo>
                  <a:cubicBezTo>
                    <a:pt x="13" y="6"/>
                    <a:pt x="13" y="6"/>
                    <a:pt x="13" y="6"/>
                  </a:cubicBezTo>
                  <a:cubicBezTo>
                    <a:pt x="13" y="6"/>
                    <a:pt x="13" y="6"/>
                    <a:pt x="13" y="6"/>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51" name="未知"/>
            <p:cNvSpPr>
              <a:spLocks noChangeAspect="1"/>
            </p:cNvSpPr>
            <p:nvPr/>
          </p:nvSpPr>
          <p:spPr bwMode="auto">
            <a:xfrm>
              <a:off x="273" y="117"/>
              <a:ext cx="11" cy="21"/>
            </a:xfrm>
            <a:custGeom>
              <a:avLst/>
              <a:gdLst>
                <a:gd name="T0" fmla="*/ 13 w 17"/>
                <a:gd name="T1" fmla="*/ 7 h 35"/>
                <a:gd name="T2" fmla="*/ 17 w 17"/>
                <a:gd name="T3" fmla="*/ 14 h 35"/>
                <a:gd name="T4" fmla="*/ 17 w 17"/>
                <a:gd name="T5" fmla="*/ 31 h 35"/>
                <a:gd name="T6" fmla="*/ 13 w 17"/>
                <a:gd name="T7" fmla="*/ 34 h 35"/>
                <a:gd name="T8" fmla="*/ 3 w 17"/>
                <a:gd name="T9" fmla="*/ 29 h 35"/>
                <a:gd name="T10" fmla="*/ 0 w 17"/>
                <a:gd name="T11" fmla="*/ 21 h 35"/>
                <a:gd name="T12" fmla="*/ 0 w 17"/>
                <a:gd name="T13" fmla="*/ 5 h 35"/>
                <a:gd name="T14" fmla="*/ 4 w 17"/>
                <a:gd name="T15" fmla="*/ 1 h 35"/>
                <a:gd name="T16" fmla="*/ 13 w 17"/>
                <a:gd name="T17" fmla="*/ 7 h 35"/>
                <a:gd name="T18" fmla="*/ 13 w 17"/>
                <a:gd name="T19" fmla="*/ 7 h 35"/>
                <a:gd name="T20" fmla="*/ 13 w 17"/>
                <a:gd name="T21" fmla="*/ 7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35">
                  <a:moveTo>
                    <a:pt x="13" y="7"/>
                  </a:moveTo>
                  <a:cubicBezTo>
                    <a:pt x="15" y="8"/>
                    <a:pt x="17" y="11"/>
                    <a:pt x="17" y="14"/>
                  </a:cubicBezTo>
                  <a:cubicBezTo>
                    <a:pt x="17" y="31"/>
                    <a:pt x="17" y="31"/>
                    <a:pt x="17" y="31"/>
                  </a:cubicBezTo>
                  <a:cubicBezTo>
                    <a:pt x="17" y="34"/>
                    <a:pt x="15" y="35"/>
                    <a:pt x="13" y="34"/>
                  </a:cubicBezTo>
                  <a:cubicBezTo>
                    <a:pt x="3" y="29"/>
                    <a:pt x="3" y="29"/>
                    <a:pt x="3" y="29"/>
                  </a:cubicBezTo>
                  <a:cubicBezTo>
                    <a:pt x="1" y="27"/>
                    <a:pt x="0" y="24"/>
                    <a:pt x="0" y="21"/>
                  </a:cubicBezTo>
                  <a:cubicBezTo>
                    <a:pt x="0" y="5"/>
                    <a:pt x="0" y="5"/>
                    <a:pt x="0" y="5"/>
                  </a:cubicBezTo>
                  <a:cubicBezTo>
                    <a:pt x="0" y="2"/>
                    <a:pt x="1" y="0"/>
                    <a:pt x="4" y="1"/>
                  </a:cubicBezTo>
                  <a:cubicBezTo>
                    <a:pt x="13" y="7"/>
                    <a:pt x="13" y="7"/>
                    <a:pt x="13" y="7"/>
                  </a:cubicBezTo>
                  <a:cubicBezTo>
                    <a:pt x="13" y="7"/>
                    <a:pt x="13" y="7"/>
                    <a:pt x="13" y="7"/>
                  </a:cubicBezTo>
                  <a:cubicBezTo>
                    <a:pt x="13" y="7"/>
                    <a:pt x="13" y="7"/>
                    <a:pt x="13" y="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52" name="未知"/>
            <p:cNvSpPr>
              <a:spLocks noChangeAspect="1"/>
            </p:cNvSpPr>
            <p:nvPr/>
          </p:nvSpPr>
          <p:spPr bwMode="auto">
            <a:xfrm>
              <a:off x="289" y="127"/>
              <a:ext cx="10" cy="20"/>
            </a:xfrm>
            <a:custGeom>
              <a:avLst/>
              <a:gdLst>
                <a:gd name="T0" fmla="*/ 13 w 17"/>
                <a:gd name="T1" fmla="*/ 6 h 34"/>
                <a:gd name="T2" fmla="*/ 17 w 17"/>
                <a:gd name="T3" fmla="*/ 14 h 34"/>
                <a:gd name="T4" fmla="*/ 17 w 17"/>
                <a:gd name="T5" fmla="*/ 30 h 34"/>
                <a:gd name="T6" fmla="*/ 13 w 17"/>
                <a:gd name="T7" fmla="*/ 33 h 34"/>
                <a:gd name="T8" fmla="*/ 3 w 17"/>
                <a:gd name="T9" fmla="*/ 28 h 34"/>
                <a:gd name="T10" fmla="*/ 0 w 17"/>
                <a:gd name="T11" fmla="*/ 20 h 34"/>
                <a:gd name="T12" fmla="*/ 0 w 17"/>
                <a:gd name="T13" fmla="*/ 4 h 34"/>
                <a:gd name="T14" fmla="*/ 4 w 17"/>
                <a:gd name="T15" fmla="*/ 1 h 34"/>
                <a:gd name="T16" fmla="*/ 13 w 17"/>
                <a:gd name="T17" fmla="*/ 6 h 34"/>
                <a:gd name="T18" fmla="*/ 13 w 17"/>
                <a:gd name="T19" fmla="*/ 6 h 34"/>
                <a:gd name="T20" fmla="*/ 13 w 17"/>
                <a:gd name="T21" fmla="*/ 6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34">
                  <a:moveTo>
                    <a:pt x="13" y="6"/>
                  </a:moveTo>
                  <a:cubicBezTo>
                    <a:pt x="15" y="7"/>
                    <a:pt x="17" y="11"/>
                    <a:pt x="17" y="14"/>
                  </a:cubicBezTo>
                  <a:cubicBezTo>
                    <a:pt x="17" y="30"/>
                    <a:pt x="17" y="30"/>
                    <a:pt x="17" y="30"/>
                  </a:cubicBezTo>
                  <a:cubicBezTo>
                    <a:pt x="17" y="33"/>
                    <a:pt x="15" y="34"/>
                    <a:pt x="13" y="33"/>
                  </a:cubicBezTo>
                  <a:cubicBezTo>
                    <a:pt x="3" y="28"/>
                    <a:pt x="3" y="28"/>
                    <a:pt x="3" y="28"/>
                  </a:cubicBezTo>
                  <a:cubicBezTo>
                    <a:pt x="1" y="27"/>
                    <a:pt x="0" y="23"/>
                    <a:pt x="0" y="20"/>
                  </a:cubicBezTo>
                  <a:cubicBezTo>
                    <a:pt x="0" y="4"/>
                    <a:pt x="0" y="4"/>
                    <a:pt x="0" y="4"/>
                  </a:cubicBezTo>
                  <a:cubicBezTo>
                    <a:pt x="0" y="1"/>
                    <a:pt x="1" y="0"/>
                    <a:pt x="4" y="1"/>
                  </a:cubicBezTo>
                  <a:cubicBezTo>
                    <a:pt x="13" y="6"/>
                    <a:pt x="13" y="6"/>
                    <a:pt x="13" y="6"/>
                  </a:cubicBezTo>
                  <a:cubicBezTo>
                    <a:pt x="13" y="6"/>
                    <a:pt x="13" y="6"/>
                    <a:pt x="13" y="6"/>
                  </a:cubicBezTo>
                  <a:cubicBezTo>
                    <a:pt x="13" y="6"/>
                    <a:pt x="13" y="6"/>
                    <a:pt x="13" y="6"/>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53" name="未知"/>
            <p:cNvSpPr>
              <a:spLocks noChangeAspect="1"/>
            </p:cNvSpPr>
            <p:nvPr/>
          </p:nvSpPr>
          <p:spPr bwMode="auto">
            <a:xfrm>
              <a:off x="305" y="136"/>
              <a:ext cx="10" cy="21"/>
            </a:xfrm>
            <a:custGeom>
              <a:avLst/>
              <a:gdLst>
                <a:gd name="T0" fmla="*/ 13 w 17"/>
                <a:gd name="T1" fmla="*/ 6 h 35"/>
                <a:gd name="T2" fmla="*/ 17 w 17"/>
                <a:gd name="T3" fmla="*/ 14 h 35"/>
                <a:gd name="T4" fmla="*/ 16 w 17"/>
                <a:gd name="T5" fmla="*/ 30 h 35"/>
                <a:gd name="T6" fmla="*/ 13 w 17"/>
                <a:gd name="T7" fmla="*/ 33 h 35"/>
                <a:gd name="T8" fmla="*/ 3 w 17"/>
                <a:gd name="T9" fmla="*/ 28 h 35"/>
                <a:gd name="T10" fmla="*/ 0 w 17"/>
                <a:gd name="T11" fmla="*/ 20 h 35"/>
                <a:gd name="T12" fmla="*/ 0 w 17"/>
                <a:gd name="T13" fmla="*/ 4 h 35"/>
                <a:gd name="T14" fmla="*/ 4 w 17"/>
                <a:gd name="T15" fmla="*/ 1 h 35"/>
                <a:gd name="T16" fmla="*/ 13 w 17"/>
                <a:gd name="T17" fmla="*/ 6 h 35"/>
                <a:gd name="T18" fmla="*/ 13 w 17"/>
                <a:gd name="T19" fmla="*/ 6 h 35"/>
                <a:gd name="T20" fmla="*/ 13 w 17"/>
                <a:gd name="T21" fmla="*/ 6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35">
                  <a:moveTo>
                    <a:pt x="13" y="6"/>
                  </a:moveTo>
                  <a:cubicBezTo>
                    <a:pt x="15" y="8"/>
                    <a:pt x="17" y="11"/>
                    <a:pt x="17" y="14"/>
                  </a:cubicBezTo>
                  <a:cubicBezTo>
                    <a:pt x="16" y="30"/>
                    <a:pt x="16" y="30"/>
                    <a:pt x="16" y="30"/>
                  </a:cubicBezTo>
                  <a:cubicBezTo>
                    <a:pt x="16" y="33"/>
                    <a:pt x="15" y="35"/>
                    <a:pt x="13" y="33"/>
                  </a:cubicBezTo>
                  <a:cubicBezTo>
                    <a:pt x="3" y="28"/>
                    <a:pt x="3" y="28"/>
                    <a:pt x="3" y="28"/>
                  </a:cubicBezTo>
                  <a:cubicBezTo>
                    <a:pt x="1" y="27"/>
                    <a:pt x="0" y="24"/>
                    <a:pt x="0" y="20"/>
                  </a:cubicBezTo>
                  <a:cubicBezTo>
                    <a:pt x="0" y="4"/>
                    <a:pt x="0" y="4"/>
                    <a:pt x="0" y="4"/>
                  </a:cubicBezTo>
                  <a:cubicBezTo>
                    <a:pt x="0" y="1"/>
                    <a:pt x="1" y="0"/>
                    <a:pt x="4" y="1"/>
                  </a:cubicBezTo>
                  <a:cubicBezTo>
                    <a:pt x="13" y="6"/>
                    <a:pt x="13" y="6"/>
                    <a:pt x="13" y="6"/>
                  </a:cubicBezTo>
                  <a:cubicBezTo>
                    <a:pt x="13" y="6"/>
                    <a:pt x="13" y="6"/>
                    <a:pt x="13" y="6"/>
                  </a:cubicBezTo>
                  <a:cubicBezTo>
                    <a:pt x="13" y="6"/>
                    <a:pt x="13" y="6"/>
                    <a:pt x="13" y="6"/>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54" name="未知"/>
            <p:cNvSpPr>
              <a:spLocks noChangeAspect="1"/>
            </p:cNvSpPr>
            <p:nvPr/>
          </p:nvSpPr>
          <p:spPr bwMode="auto">
            <a:xfrm>
              <a:off x="321" y="145"/>
              <a:ext cx="10" cy="21"/>
            </a:xfrm>
            <a:custGeom>
              <a:avLst/>
              <a:gdLst>
                <a:gd name="T0" fmla="*/ 13 w 17"/>
                <a:gd name="T1" fmla="*/ 7 h 35"/>
                <a:gd name="T2" fmla="*/ 16 w 17"/>
                <a:gd name="T3" fmla="*/ 14 h 35"/>
                <a:gd name="T4" fmla="*/ 16 w 17"/>
                <a:gd name="T5" fmla="*/ 31 h 35"/>
                <a:gd name="T6" fmla="*/ 13 w 17"/>
                <a:gd name="T7" fmla="*/ 34 h 35"/>
                <a:gd name="T8" fmla="*/ 3 w 17"/>
                <a:gd name="T9" fmla="*/ 28 h 35"/>
                <a:gd name="T10" fmla="*/ 0 w 17"/>
                <a:gd name="T11" fmla="*/ 21 h 35"/>
                <a:gd name="T12" fmla="*/ 0 w 17"/>
                <a:gd name="T13" fmla="*/ 5 h 35"/>
                <a:gd name="T14" fmla="*/ 3 w 17"/>
                <a:gd name="T15" fmla="*/ 1 h 35"/>
                <a:gd name="T16" fmla="*/ 13 w 17"/>
                <a:gd name="T17" fmla="*/ 7 h 35"/>
                <a:gd name="T18" fmla="*/ 13 w 17"/>
                <a:gd name="T19" fmla="*/ 7 h 35"/>
                <a:gd name="T20" fmla="*/ 13 w 17"/>
                <a:gd name="T21" fmla="*/ 7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35">
                  <a:moveTo>
                    <a:pt x="13" y="7"/>
                  </a:moveTo>
                  <a:cubicBezTo>
                    <a:pt x="15" y="8"/>
                    <a:pt x="17" y="11"/>
                    <a:pt x="16" y="14"/>
                  </a:cubicBezTo>
                  <a:cubicBezTo>
                    <a:pt x="16" y="31"/>
                    <a:pt x="16" y="31"/>
                    <a:pt x="16" y="31"/>
                  </a:cubicBezTo>
                  <a:cubicBezTo>
                    <a:pt x="16" y="34"/>
                    <a:pt x="15" y="35"/>
                    <a:pt x="13" y="34"/>
                  </a:cubicBezTo>
                  <a:cubicBezTo>
                    <a:pt x="3" y="28"/>
                    <a:pt x="3" y="28"/>
                    <a:pt x="3" y="28"/>
                  </a:cubicBezTo>
                  <a:cubicBezTo>
                    <a:pt x="1" y="27"/>
                    <a:pt x="0" y="24"/>
                    <a:pt x="0" y="21"/>
                  </a:cubicBezTo>
                  <a:cubicBezTo>
                    <a:pt x="0" y="5"/>
                    <a:pt x="0" y="5"/>
                    <a:pt x="0" y="5"/>
                  </a:cubicBezTo>
                  <a:cubicBezTo>
                    <a:pt x="0" y="2"/>
                    <a:pt x="1" y="0"/>
                    <a:pt x="3" y="1"/>
                  </a:cubicBezTo>
                  <a:cubicBezTo>
                    <a:pt x="13" y="7"/>
                    <a:pt x="13" y="7"/>
                    <a:pt x="13" y="7"/>
                  </a:cubicBezTo>
                  <a:cubicBezTo>
                    <a:pt x="13" y="7"/>
                    <a:pt x="13" y="7"/>
                    <a:pt x="13" y="7"/>
                  </a:cubicBezTo>
                  <a:cubicBezTo>
                    <a:pt x="13" y="7"/>
                    <a:pt x="13" y="7"/>
                    <a:pt x="13" y="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55" name="未知"/>
            <p:cNvSpPr>
              <a:spLocks noChangeAspect="1"/>
            </p:cNvSpPr>
            <p:nvPr/>
          </p:nvSpPr>
          <p:spPr bwMode="auto">
            <a:xfrm>
              <a:off x="337" y="154"/>
              <a:ext cx="9" cy="21"/>
            </a:xfrm>
            <a:custGeom>
              <a:avLst/>
              <a:gdLst>
                <a:gd name="T0" fmla="*/ 13 w 16"/>
                <a:gd name="T1" fmla="*/ 7 h 35"/>
                <a:gd name="T2" fmla="*/ 16 w 16"/>
                <a:gd name="T3" fmla="*/ 15 h 35"/>
                <a:gd name="T4" fmla="*/ 16 w 16"/>
                <a:gd name="T5" fmla="*/ 31 h 35"/>
                <a:gd name="T6" fmla="*/ 13 w 16"/>
                <a:gd name="T7" fmla="*/ 34 h 35"/>
                <a:gd name="T8" fmla="*/ 3 w 16"/>
                <a:gd name="T9" fmla="*/ 29 h 35"/>
                <a:gd name="T10" fmla="*/ 0 w 16"/>
                <a:gd name="T11" fmla="*/ 21 h 35"/>
                <a:gd name="T12" fmla="*/ 0 w 16"/>
                <a:gd name="T13" fmla="*/ 5 h 35"/>
                <a:gd name="T14" fmla="*/ 3 w 16"/>
                <a:gd name="T15" fmla="*/ 2 h 35"/>
                <a:gd name="T16" fmla="*/ 13 w 16"/>
                <a:gd name="T17" fmla="*/ 7 h 35"/>
                <a:gd name="T18" fmla="*/ 13 w 16"/>
                <a:gd name="T19" fmla="*/ 7 h 35"/>
                <a:gd name="T20" fmla="*/ 13 w 16"/>
                <a:gd name="T21" fmla="*/ 7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 h="35">
                  <a:moveTo>
                    <a:pt x="13" y="7"/>
                  </a:moveTo>
                  <a:cubicBezTo>
                    <a:pt x="15" y="8"/>
                    <a:pt x="16" y="12"/>
                    <a:pt x="16" y="15"/>
                  </a:cubicBezTo>
                  <a:cubicBezTo>
                    <a:pt x="16" y="31"/>
                    <a:pt x="16" y="31"/>
                    <a:pt x="16" y="31"/>
                  </a:cubicBezTo>
                  <a:cubicBezTo>
                    <a:pt x="16" y="34"/>
                    <a:pt x="15" y="35"/>
                    <a:pt x="13" y="34"/>
                  </a:cubicBezTo>
                  <a:cubicBezTo>
                    <a:pt x="3" y="29"/>
                    <a:pt x="3" y="29"/>
                    <a:pt x="3" y="29"/>
                  </a:cubicBezTo>
                  <a:cubicBezTo>
                    <a:pt x="1" y="28"/>
                    <a:pt x="0" y="24"/>
                    <a:pt x="0" y="21"/>
                  </a:cubicBezTo>
                  <a:cubicBezTo>
                    <a:pt x="0" y="5"/>
                    <a:pt x="0" y="5"/>
                    <a:pt x="0" y="5"/>
                  </a:cubicBezTo>
                  <a:cubicBezTo>
                    <a:pt x="0" y="2"/>
                    <a:pt x="1" y="0"/>
                    <a:pt x="3" y="2"/>
                  </a:cubicBezTo>
                  <a:cubicBezTo>
                    <a:pt x="13" y="7"/>
                    <a:pt x="13" y="7"/>
                    <a:pt x="13" y="7"/>
                  </a:cubicBezTo>
                  <a:cubicBezTo>
                    <a:pt x="13" y="7"/>
                    <a:pt x="13" y="7"/>
                    <a:pt x="13" y="7"/>
                  </a:cubicBezTo>
                  <a:cubicBezTo>
                    <a:pt x="13" y="7"/>
                    <a:pt x="13" y="7"/>
                    <a:pt x="13" y="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56" name="未知"/>
            <p:cNvSpPr>
              <a:spLocks noChangeAspect="1"/>
            </p:cNvSpPr>
            <p:nvPr/>
          </p:nvSpPr>
          <p:spPr bwMode="auto">
            <a:xfrm>
              <a:off x="352" y="164"/>
              <a:ext cx="10" cy="21"/>
            </a:xfrm>
            <a:custGeom>
              <a:avLst/>
              <a:gdLst>
                <a:gd name="T0" fmla="*/ 13 w 16"/>
                <a:gd name="T1" fmla="*/ 6 h 35"/>
                <a:gd name="T2" fmla="*/ 16 w 16"/>
                <a:gd name="T3" fmla="*/ 14 h 35"/>
                <a:gd name="T4" fmla="*/ 16 w 16"/>
                <a:gd name="T5" fmla="*/ 30 h 35"/>
                <a:gd name="T6" fmla="*/ 13 w 16"/>
                <a:gd name="T7" fmla="*/ 33 h 35"/>
                <a:gd name="T8" fmla="*/ 3 w 16"/>
                <a:gd name="T9" fmla="*/ 28 h 35"/>
                <a:gd name="T10" fmla="*/ 0 w 16"/>
                <a:gd name="T11" fmla="*/ 20 h 35"/>
                <a:gd name="T12" fmla="*/ 0 w 16"/>
                <a:gd name="T13" fmla="*/ 4 h 35"/>
                <a:gd name="T14" fmla="*/ 3 w 16"/>
                <a:gd name="T15" fmla="*/ 1 h 35"/>
                <a:gd name="T16" fmla="*/ 13 w 16"/>
                <a:gd name="T17" fmla="*/ 6 h 35"/>
                <a:gd name="T18" fmla="*/ 13 w 16"/>
                <a:gd name="T19" fmla="*/ 6 h 35"/>
                <a:gd name="T20" fmla="*/ 13 w 16"/>
                <a:gd name="T21" fmla="*/ 6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 h="35">
                  <a:moveTo>
                    <a:pt x="13" y="6"/>
                  </a:moveTo>
                  <a:cubicBezTo>
                    <a:pt x="15" y="7"/>
                    <a:pt x="16" y="11"/>
                    <a:pt x="16" y="14"/>
                  </a:cubicBezTo>
                  <a:cubicBezTo>
                    <a:pt x="16" y="30"/>
                    <a:pt x="16" y="30"/>
                    <a:pt x="16" y="30"/>
                  </a:cubicBezTo>
                  <a:cubicBezTo>
                    <a:pt x="16" y="33"/>
                    <a:pt x="15" y="35"/>
                    <a:pt x="13" y="33"/>
                  </a:cubicBezTo>
                  <a:cubicBezTo>
                    <a:pt x="3" y="28"/>
                    <a:pt x="3" y="28"/>
                    <a:pt x="3" y="28"/>
                  </a:cubicBezTo>
                  <a:cubicBezTo>
                    <a:pt x="1" y="27"/>
                    <a:pt x="0" y="23"/>
                    <a:pt x="0" y="20"/>
                  </a:cubicBezTo>
                  <a:cubicBezTo>
                    <a:pt x="0" y="4"/>
                    <a:pt x="0" y="4"/>
                    <a:pt x="0" y="4"/>
                  </a:cubicBezTo>
                  <a:cubicBezTo>
                    <a:pt x="0" y="1"/>
                    <a:pt x="1" y="0"/>
                    <a:pt x="3" y="1"/>
                  </a:cubicBezTo>
                  <a:cubicBezTo>
                    <a:pt x="13" y="6"/>
                    <a:pt x="13" y="6"/>
                    <a:pt x="13" y="6"/>
                  </a:cubicBezTo>
                  <a:cubicBezTo>
                    <a:pt x="13" y="6"/>
                    <a:pt x="13" y="6"/>
                    <a:pt x="13" y="6"/>
                  </a:cubicBezTo>
                  <a:cubicBezTo>
                    <a:pt x="13" y="6"/>
                    <a:pt x="13" y="6"/>
                    <a:pt x="13" y="6"/>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57" name="未知"/>
            <p:cNvSpPr>
              <a:spLocks noChangeAspect="1"/>
            </p:cNvSpPr>
            <p:nvPr/>
          </p:nvSpPr>
          <p:spPr bwMode="auto">
            <a:xfrm>
              <a:off x="368" y="173"/>
              <a:ext cx="10" cy="21"/>
            </a:xfrm>
            <a:custGeom>
              <a:avLst/>
              <a:gdLst>
                <a:gd name="T0" fmla="*/ 14 w 17"/>
                <a:gd name="T1" fmla="*/ 7 h 35"/>
                <a:gd name="T2" fmla="*/ 17 w 17"/>
                <a:gd name="T3" fmla="*/ 14 h 35"/>
                <a:gd name="T4" fmla="*/ 17 w 17"/>
                <a:gd name="T5" fmla="*/ 30 h 35"/>
                <a:gd name="T6" fmla="*/ 14 w 17"/>
                <a:gd name="T7" fmla="*/ 34 h 35"/>
                <a:gd name="T8" fmla="*/ 4 w 17"/>
                <a:gd name="T9" fmla="*/ 28 h 35"/>
                <a:gd name="T10" fmla="*/ 1 w 17"/>
                <a:gd name="T11" fmla="*/ 21 h 35"/>
                <a:gd name="T12" fmla="*/ 1 w 17"/>
                <a:gd name="T13" fmla="*/ 4 h 35"/>
                <a:gd name="T14" fmla="*/ 4 w 17"/>
                <a:gd name="T15" fmla="*/ 1 h 35"/>
                <a:gd name="T16" fmla="*/ 14 w 17"/>
                <a:gd name="T17" fmla="*/ 7 h 35"/>
                <a:gd name="T18" fmla="*/ 14 w 17"/>
                <a:gd name="T19" fmla="*/ 7 h 35"/>
                <a:gd name="T20" fmla="*/ 14 w 17"/>
                <a:gd name="T21" fmla="*/ 7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35">
                  <a:moveTo>
                    <a:pt x="14" y="7"/>
                  </a:moveTo>
                  <a:cubicBezTo>
                    <a:pt x="16" y="8"/>
                    <a:pt x="17" y="11"/>
                    <a:pt x="17" y="14"/>
                  </a:cubicBezTo>
                  <a:cubicBezTo>
                    <a:pt x="17" y="30"/>
                    <a:pt x="17" y="30"/>
                    <a:pt x="17" y="30"/>
                  </a:cubicBezTo>
                  <a:cubicBezTo>
                    <a:pt x="17" y="33"/>
                    <a:pt x="16" y="35"/>
                    <a:pt x="14" y="34"/>
                  </a:cubicBezTo>
                  <a:cubicBezTo>
                    <a:pt x="4" y="28"/>
                    <a:pt x="4" y="28"/>
                    <a:pt x="4" y="28"/>
                  </a:cubicBezTo>
                  <a:cubicBezTo>
                    <a:pt x="2" y="27"/>
                    <a:pt x="0" y="24"/>
                    <a:pt x="1" y="21"/>
                  </a:cubicBezTo>
                  <a:cubicBezTo>
                    <a:pt x="1" y="4"/>
                    <a:pt x="1" y="4"/>
                    <a:pt x="1" y="4"/>
                  </a:cubicBezTo>
                  <a:cubicBezTo>
                    <a:pt x="1" y="1"/>
                    <a:pt x="2" y="0"/>
                    <a:pt x="4" y="1"/>
                  </a:cubicBezTo>
                  <a:cubicBezTo>
                    <a:pt x="14" y="7"/>
                    <a:pt x="14" y="7"/>
                    <a:pt x="14" y="7"/>
                  </a:cubicBezTo>
                  <a:cubicBezTo>
                    <a:pt x="14" y="7"/>
                    <a:pt x="14" y="7"/>
                    <a:pt x="14" y="7"/>
                  </a:cubicBezTo>
                  <a:cubicBezTo>
                    <a:pt x="14" y="7"/>
                    <a:pt x="14" y="7"/>
                    <a:pt x="14" y="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58" name="未知"/>
            <p:cNvSpPr>
              <a:spLocks noChangeAspect="1"/>
            </p:cNvSpPr>
            <p:nvPr/>
          </p:nvSpPr>
          <p:spPr bwMode="auto">
            <a:xfrm>
              <a:off x="210" y="121"/>
              <a:ext cx="10" cy="22"/>
            </a:xfrm>
            <a:custGeom>
              <a:avLst/>
              <a:gdLst>
                <a:gd name="T0" fmla="*/ 13 w 17"/>
                <a:gd name="T1" fmla="*/ 7 h 35"/>
                <a:gd name="T2" fmla="*/ 17 w 17"/>
                <a:gd name="T3" fmla="*/ 14 h 35"/>
                <a:gd name="T4" fmla="*/ 17 w 17"/>
                <a:gd name="T5" fmla="*/ 31 h 35"/>
                <a:gd name="T6" fmla="*/ 13 w 17"/>
                <a:gd name="T7" fmla="*/ 34 h 35"/>
                <a:gd name="T8" fmla="*/ 4 w 17"/>
                <a:gd name="T9" fmla="*/ 29 h 35"/>
                <a:gd name="T10" fmla="*/ 0 w 17"/>
                <a:gd name="T11" fmla="*/ 21 h 35"/>
                <a:gd name="T12" fmla="*/ 0 w 17"/>
                <a:gd name="T13" fmla="*/ 5 h 35"/>
                <a:gd name="T14" fmla="*/ 4 w 17"/>
                <a:gd name="T15" fmla="*/ 1 h 35"/>
                <a:gd name="T16" fmla="*/ 13 w 17"/>
                <a:gd name="T17" fmla="*/ 7 h 35"/>
                <a:gd name="T18" fmla="*/ 13 w 17"/>
                <a:gd name="T19" fmla="*/ 7 h 35"/>
                <a:gd name="T20" fmla="*/ 13 w 17"/>
                <a:gd name="T21" fmla="*/ 7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35">
                  <a:moveTo>
                    <a:pt x="13" y="7"/>
                  </a:moveTo>
                  <a:cubicBezTo>
                    <a:pt x="15" y="8"/>
                    <a:pt x="17" y="11"/>
                    <a:pt x="17" y="14"/>
                  </a:cubicBezTo>
                  <a:cubicBezTo>
                    <a:pt x="17" y="31"/>
                    <a:pt x="17" y="31"/>
                    <a:pt x="17" y="31"/>
                  </a:cubicBezTo>
                  <a:cubicBezTo>
                    <a:pt x="17" y="34"/>
                    <a:pt x="15" y="35"/>
                    <a:pt x="13" y="34"/>
                  </a:cubicBezTo>
                  <a:cubicBezTo>
                    <a:pt x="4" y="29"/>
                    <a:pt x="4" y="29"/>
                    <a:pt x="4" y="29"/>
                  </a:cubicBezTo>
                  <a:cubicBezTo>
                    <a:pt x="1" y="27"/>
                    <a:pt x="0" y="24"/>
                    <a:pt x="0" y="21"/>
                  </a:cubicBezTo>
                  <a:cubicBezTo>
                    <a:pt x="0" y="5"/>
                    <a:pt x="0" y="5"/>
                    <a:pt x="0" y="5"/>
                  </a:cubicBezTo>
                  <a:cubicBezTo>
                    <a:pt x="0" y="2"/>
                    <a:pt x="2" y="0"/>
                    <a:pt x="4" y="1"/>
                  </a:cubicBezTo>
                  <a:cubicBezTo>
                    <a:pt x="13" y="7"/>
                    <a:pt x="13" y="7"/>
                    <a:pt x="13" y="7"/>
                  </a:cubicBezTo>
                  <a:cubicBezTo>
                    <a:pt x="13" y="7"/>
                    <a:pt x="13" y="7"/>
                    <a:pt x="13" y="7"/>
                  </a:cubicBezTo>
                  <a:cubicBezTo>
                    <a:pt x="13" y="7"/>
                    <a:pt x="13" y="7"/>
                    <a:pt x="13" y="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59" name="未知"/>
            <p:cNvSpPr>
              <a:spLocks noChangeAspect="1"/>
            </p:cNvSpPr>
            <p:nvPr/>
          </p:nvSpPr>
          <p:spPr bwMode="auto">
            <a:xfrm>
              <a:off x="226" y="131"/>
              <a:ext cx="10" cy="21"/>
            </a:xfrm>
            <a:custGeom>
              <a:avLst/>
              <a:gdLst>
                <a:gd name="T0" fmla="*/ 13 w 17"/>
                <a:gd name="T1" fmla="*/ 6 h 34"/>
                <a:gd name="T2" fmla="*/ 17 w 17"/>
                <a:gd name="T3" fmla="*/ 14 h 34"/>
                <a:gd name="T4" fmla="*/ 17 w 17"/>
                <a:gd name="T5" fmla="*/ 30 h 34"/>
                <a:gd name="T6" fmla="*/ 13 w 17"/>
                <a:gd name="T7" fmla="*/ 33 h 34"/>
                <a:gd name="T8" fmla="*/ 4 w 17"/>
                <a:gd name="T9" fmla="*/ 28 h 34"/>
                <a:gd name="T10" fmla="*/ 0 w 17"/>
                <a:gd name="T11" fmla="*/ 20 h 34"/>
                <a:gd name="T12" fmla="*/ 0 w 17"/>
                <a:gd name="T13" fmla="*/ 4 h 34"/>
                <a:gd name="T14" fmla="*/ 4 w 17"/>
                <a:gd name="T15" fmla="*/ 1 h 34"/>
                <a:gd name="T16" fmla="*/ 13 w 17"/>
                <a:gd name="T17" fmla="*/ 6 h 34"/>
                <a:gd name="T18" fmla="*/ 13 w 17"/>
                <a:gd name="T19" fmla="*/ 6 h 34"/>
                <a:gd name="T20" fmla="*/ 13 w 17"/>
                <a:gd name="T21" fmla="*/ 6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34">
                  <a:moveTo>
                    <a:pt x="13" y="6"/>
                  </a:moveTo>
                  <a:cubicBezTo>
                    <a:pt x="15" y="7"/>
                    <a:pt x="17" y="11"/>
                    <a:pt x="17" y="14"/>
                  </a:cubicBezTo>
                  <a:cubicBezTo>
                    <a:pt x="17" y="30"/>
                    <a:pt x="17" y="30"/>
                    <a:pt x="17" y="30"/>
                  </a:cubicBezTo>
                  <a:cubicBezTo>
                    <a:pt x="17" y="33"/>
                    <a:pt x="15" y="34"/>
                    <a:pt x="13" y="33"/>
                  </a:cubicBezTo>
                  <a:cubicBezTo>
                    <a:pt x="4" y="28"/>
                    <a:pt x="4" y="28"/>
                    <a:pt x="4" y="28"/>
                  </a:cubicBezTo>
                  <a:cubicBezTo>
                    <a:pt x="1" y="27"/>
                    <a:pt x="0" y="23"/>
                    <a:pt x="0" y="20"/>
                  </a:cubicBezTo>
                  <a:cubicBezTo>
                    <a:pt x="0" y="4"/>
                    <a:pt x="0" y="4"/>
                    <a:pt x="0" y="4"/>
                  </a:cubicBezTo>
                  <a:cubicBezTo>
                    <a:pt x="0" y="1"/>
                    <a:pt x="2" y="0"/>
                    <a:pt x="4" y="1"/>
                  </a:cubicBezTo>
                  <a:cubicBezTo>
                    <a:pt x="13" y="6"/>
                    <a:pt x="13" y="6"/>
                    <a:pt x="13" y="6"/>
                  </a:cubicBezTo>
                  <a:cubicBezTo>
                    <a:pt x="13" y="6"/>
                    <a:pt x="13" y="6"/>
                    <a:pt x="13" y="6"/>
                  </a:cubicBezTo>
                  <a:cubicBezTo>
                    <a:pt x="13" y="6"/>
                    <a:pt x="13" y="6"/>
                    <a:pt x="13" y="6"/>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60" name="未知"/>
            <p:cNvSpPr>
              <a:spLocks noChangeAspect="1"/>
            </p:cNvSpPr>
            <p:nvPr/>
          </p:nvSpPr>
          <p:spPr bwMode="auto">
            <a:xfrm>
              <a:off x="242" y="140"/>
              <a:ext cx="10" cy="21"/>
            </a:xfrm>
            <a:custGeom>
              <a:avLst/>
              <a:gdLst>
                <a:gd name="T0" fmla="*/ 13 w 17"/>
                <a:gd name="T1" fmla="*/ 6 h 35"/>
                <a:gd name="T2" fmla="*/ 17 w 17"/>
                <a:gd name="T3" fmla="*/ 14 h 35"/>
                <a:gd name="T4" fmla="*/ 17 w 17"/>
                <a:gd name="T5" fmla="*/ 30 h 35"/>
                <a:gd name="T6" fmla="*/ 13 w 17"/>
                <a:gd name="T7" fmla="*/ 34 h 35"/>
                <a:gd name="T8" fmla="*/ 4 w 17"/>
                <a:gd name="T9" fmla="*/ 28 h 35"/>
                <a:gd name="T10" fmla="*/ 0 w 17"/>
                <a:gd name="T11" fmla="*/ 20 h 35"/>
                <a:gd name="T12" fmla="*/ 0 w 17"/>
                <a:gd name="T13" fmla="*/ 4 h 35"/>
                <a:gd name="T14" fmla="*/ 4 w 17"/>
                <a:gd name="T15" fmla="*/ 1 h 35"/>
                <a:gd name="T16" fmla="*/ 13 w 17"/>
                <a:gd name="T17" fmla="*/ 6 h 35"/>
                <a:gd name="T18" fmla="*/ 13 w 17"/>
                <a:gd name="T19" fmla="*/ 6 h 35"/>
                <a:gd name="T20" fmla="*/ 13 w 17"/>
                <a:gd name="T21" fmla="*/ 6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35">
                  <a:moveTo>
                    <a:pt x="13" y="6"/>
                  </a:moveTo>
                  <a:cubicBezTo>
                    <a:pt x="15" y="8"/>
                    <a:pt x="17" y="11"/>
                    <a:pt x="17" y="14"/>
                  </a:cubicBezTo>
                  <a:cubicBezTo>
                    <a:pt x="17" y="30"/>
                    <a:pt x="17" y="30"/>
                    <a:pt x="17" y="30"/>
                  </a:cubicBezTo>
                  <a:cubicBezTo>
                    <a:pt x="17" y="33"/>
                    <a:pt x="15" y="35"/>
                    <a:pt x="13" y="34"/>
                  </a:cubicBezTo>
                  <a:cubicBezTo>
                    <a:pt x="4" y="28"/>
                    <a:pt x="4" y="28"/>
                    <a:pt x="4" y="28"/>
                  </a:cubicBezTo>
                  <a:cubicBezTo>
                    <a:pt x="1" y="27"/>
                    <a:pt x="0" y="24"/>
                    <a:pt x="0" y="20"/>
                  </a:cubicBezTo>
                  <a:cubicBezTo>
                    <a:pt x="0" y="4"/>
                    <a:pt x="0" y="4"/>
                    <a:pt x="0" y="4"/>
                  </a:cubicBezTo>
                  <a:cubicBezTo>
                    <a:pt x="0" y="1"/>
                    <a:pt x="2" y="0"/>
                    <a:pt x="4" y="1"/>
                  </a:cubicBezTo>
                  <a:cubicBezTo>
                    <a:pt x="13" y="6"/>
                    <a:pt x="13" y="6"/>
                    <a:pt x="13" y="6"/>
                  </a:cubicBezTo>
                  <a:cubicBezTo>
                    <a:pt x="13" y="6"/>
                    <a:pt x="13" y="6"/>
                    <a:pt x="13" y="6"/>
                  </a:cubicBezTo>
                  <a:cubicBezTo>
                    <a:pt x="13" y="6"/>
                    <a:pt x="13" y="6"/>
                    <a:pt x="13" y="6"/>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61" name="未知"/>
            <p:cNvSpPr>
              <a:spLocks noChangeAspect="1"/>
            </p:cNvSpPr>
            <p:nvPr/>
          </p:nvSpPr>
          <p:spPr bwMode="auto">
            <a:xfrm>
              <a:off x="257" y="149"/>
              <a:ext cx="11" cy="22"/>
            </a:xfrm>
            <a:custGeom>
              <a:avLst/>
              <a:gdLst>
                <a:gd name="T0" fmla="*/ 13 w 17"/>
                <a:gd name="T1" fmla="*/ 7 h 35"/>
                <a:gd name="T2" fmla="*/ 17 w 17"/>
                <a:gd name="T3" fmla="*/ 14 h 35"/>
                <a:gd name="T4" fmla="*/ 17 w 17"/>
                <a:gd name="T5" fmla="*/ 31 h 35"/>
                <a:gd name="T6" fmla="*/ 13 w 17"/>
                <a:gd name="T7" fmla="*/ 34 h 35"/>
                <a:gd name="T8" fmla="*/ 4 w 17"/>
                <a:gd name="T9" fmla="*/ 28 h 35"/>
                <a:gd name="T10" fmla="*/ 0 w 17"/>
                <a:gd name="T11" fmla="*/ 21 h 35"/>
                <a:gd name="T12" fmla="*/ 0 w 17"/>
                <a:gd name="T13" fmla="*/ 5 h 35"/>
                <a:gd name="T14" fmla="*/ 4 w 17"/>
                <a:gd name="T15" fmla="*/ 1 h 35"/>
                <a:gd name="T16" fmla="*/ 13 w 17"/>
                <a:gd name="T17" fmla="*/ 7 h 35"/>
                <a:gd name="T18" fmla="*/ 13 w 17"/>
                <a:gd name="T19" fmla="*/ 7 h 35"/>
                <a:gd name="T20" fmla="*/ 13 w 17"/>
                <a:gd name="T21" fmla="*/ 7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35">
                  <a:moveTo>
                    <a:pt x="13" y="7"/>
                  </a:moveTo>
                  <a:cubicBezTo>
                    <a:pt x="15" y="8"/>
                    <a:pt x="17" y="11"/>
                    <a:pt x="17" y="14"/>
                  </a:cubicBezTo>
                  <a:cubicBezTo>
                    <a:pt x="17" y="31"/>
                    <a:pt x="17" y="31"/>
                    <a:pt x="17" y="31"/>
                  </a:cubicBezTo>
                  <a:cubicBezTo>
                    <a:pt x="17" y="34"/>
                    <a:pt x="15" y="35"/>
                    <a:pt x="13" y="34"/>
                  </a:cubicBezTo>
                  <a:cubicBezTo>
                    <a:pt x="4" y="28"/>
                    <a:pt x="4" y="28"/>
                    <a:pt x="4" y="28"/>
                  </a:cubicBezTo>
                  <a:cubicBezTo>
                    <a:pt x="1" y="27"/>
                    <a:pt x="0" y="24"/>
                    <a:pt x="0" y="21"/>
                  </a:cubicBezTo>
                  <a:cubicBezTo>
                    <a:pt x="0" y="5"/>
                    <a:pt x="0" y="5"/>
                    <a:pt x="0" y="5"/>
                  </a:cubicBezTo>
                  <a:cubicBezTo>
                    <a:pt x="0" y="2"/>
                    <a:pt x="1" y="0"/>
                    <a:pt x="4" y="1"/>
                  </a:cubicBezTo>
                  <a:cubicBezTo>
                    <a:pt x="13" y="7"/>
                    <a:pt x="13" y="7"/>
                    <a:pt x="13" y="7"/>
                  </a:cubicBezTo>
                  <a:cubicBezTo>
                    <a:pt x="13" y="7"/>
                    <a:pt x="13" y="7"/>
                    <a:pt x="13" y="7"/>
                  </a:cubicBezTo>
                  <a:cubicBezTo>
                    <a:pt x="13" y="7"/>
                    <a:pt x="13" y="7"/>
                    <a:pt x="13" y="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62" name="未知"/>
            <p:cNvSpPr>
              <a:spLocks noChangeAspect="1"/>
            </p:cNvSpPr>
            <p:nvPr/>
          </p:nvSpPr>
          <p:spPr bwMode="auto">
            <a:xfrm>
              <a:off x="273" y="158"/>
              <a:ext cx="11" cy="22"/>
            </a:xfrm>
            <a:custGeom>
              <a:avLst/>
              <a:gdLst>
                <a:gd name="T0" fmla="*/ 13 w 17"/>
                <a:gd name="T1" fmla="*/ 7 h 35"/>
                <a:gd name="T2" fmla="*/ 17 w 17"/>
                <a:gd name="T3" fmla="*/ 15 h 35"/>
                <a:gd name="T4" fmla="*/ 17 w 17"/>
                <a:gd name="T5" fmla="*/ 31 h 35"/>
                <a:gd name="T6" fmla="*/ 13 w 17"/>
                <a:gd name="T7" fmla="*/ 34 h 35"/>
                <a:gd name="T8" fmla="*/ 3 w 17"/>
                <a:gd name="T9" fmla="*/ 29 h 35"/>
                <a:gd name="T10" fmla="*/ 0 w 17"/>
                <a:gd name="T11" fmla="*/ 21 h 35"/>
                <a:gd name="T12" fmla="*/ 0 w 17"/>
                <a:gd name="T13" fmla="*/ 5 h 35"/>
                <a:gd name="T14" fmla="*/ 4 w 17"/>
                <a:gd name="T15" fmla="*/ 2 h 35"/>
                <a:gd name="T16" fmla="*/ 13 w 17"/>
                <a:gd name="T17" fmla="*/ 7 h 35"/>
                <a:gd name="T18" fmla="*/ 13 w 17"/>
                <a:gd name="T19" fmla="*/ 7 h 35"/>
                <a:gd name="T20" fmla="*/ 13 w 17"/>
                <a:gd name="T21" fmla="*/ 7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35">
                  <a:moveTo>
                    <a:pt x="13" y="7"/>
                  </a:moveTo>
                  <a:cubicBezTo>
                    <a:pt x="15" y="8"/>
                    <a:pt x="17" y="12"/>
                    <a:pt x="17" y="15"/>
                  </a:cubicBezTo>
                  <a:cubicBezTo>
                    <a:pt x="17" y="31"/>
                    <a:pt x="17" y="31"/>
                    <a:pt x="17" y="31"/>
                  </a:cubicBezTo>
                  <a:cubicBezTo>
                    <a:pt x="17" y="34"/>
                    <a:pt x="15" y="35"/>
                    <a:pt x="13" y="34"/>
                  </a:cubicBezTo>
                  <a:cubicBezTo>
                    <a:pt x="3" y="29"/>
                    <a:pt x="3" y="29"/>
                    <a:pt x="3" y="29"/>
                  </a:cubicBezTo>
                  <a:cubicBezTo>
                    <a:pt x="1" y="28"/>
                    <a:pt x="0" y="24"/>
                    <a:pt x="0" y="21"/>
                  </a:cubicBezTo>
                  <a:cubicBezTo>
                    <a:pt x="0" y="5"/>
                    <a:pt x="0" y="5"/>
                    <a:pt x="0" y="5"/>
                  </a:cubicBezTo>
                  <a:cubicBezTo>
                    <a:pt x="0" y="2"/>
                    <a:pt x="1" y="0"/>
                    <a:pt x="4" y="2"/>
                  </a:cubicBezTo>
                  <a:cubicBezTo>
                    <a:pt x="13" y="7"/>
                    <a:pt x="13" y="7"/>
                    <a:pt x="13" y="7"/>
                  </a:cubicBezTo>
                  <a:cubicBezTo>
                    <a:pt x="13" y="7"/>
                    <a:pt x="13" y="7"/>
                    <a:pt x="13" y="7"/>
                  </a:cubicBezTo>
                  <a:cubicBezTo>
                    <a:pt x="13" y="7"/>
                    <a:pt x="13" y="7"/>
                    <a:pt x="13" y="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63" name="未知"/>
            <p:cNvSpPr>
              <a:spLocks noChangeAspect="1"/>
            </p:cNvSpPr>
            <p:nvPr/>
          </p:nvSpPr>
          <p:spPr bwMode="auto">
            <a:xfrm>
              <a:off x="289" y="168"/>
              <a:ext cx="10" cy="21"/>
            </a:xfrm>
            <a:custGeom>
              <a:avLst/>
              <a:gdLst>
                <a:gd name="T0" fmla="*/ 13 w 17"/>
                <a:gd name="T1" fmla="*/ 6 h 35"/>
                <a:gd name="T2" fmla="*/ 17 w 17"/>
                <a:gd name="T3" fmla="*/ 14 h 35"/>
                <a:gd name="T4" fmla="*/ 17 w 17"/>
                <a:gd name="T5" fmla="*/ 30 h 35"/>
                <a:gd name="T6" fmla="*/ 13 w 17"/>
                <a:gd name="T7" fmla="*/ 33 h 35"/>
                <a:gd name="T8" fmla="*/ 3 w 17"/>
                <a:gd name="T9" fmla="*/ 28 h 35"/>
                <a:gd name="T10" fmla="*/ 0 w 17"/>
                <a:gd name="T11" fmla="*/ 20 h 35"/>
                <a:gd name="T12" fmla="*/ 0 w 17"/>
                <a:gd name="T13" fmla="*/ 4 h 35"/>
                <a:gd name="T14" fmla="*/ 4 w 17"/>
                <a:gd name="T15" fmla="*/ 1 h 35"/>
                <a:gd name="T16" fmla="*/ 13 w 17"/>
                <a:gd name="T17" fmla="*/ 6 h 35"/>
                <a:gd name="T18" fmla="*/ 13 w 17"/>
                <a:gd name="T19" fmla="*/ 6 h 35"/>
                <a:gd name="T20" fmla="*/ 13 w 17"/>
                <a:gd name="T21" fmla="*/ 6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35">
                  <a:moveTo>
                    <a:pt x="13" y="6"/>
                  </a:moveTo>
                  <a:cubicBezTo>
                    <a:pt x="15" y="7"/>
                    <a:pt x="17" y="11"/>
                    <a:pt x="17" y="14"/>
                  </a:cubicBezTo>
                  <a:cubicBezTo>
                    <a:pt x="17" y="30"/>
                    <a:pt x="17" y="30"/>
                    <a:pt x="17" y="30"/>
                  </a:cubicBezTo>
                  <a:cubicBezTo>
                    <a:pt x="17" y="33"/>
                    <a:pt x="15" y="35"/>
                    <a:pt x="13" y="33"/>
                  </a:cubicBezTo>
                  <a:cubicBezTo>
                    <a:pt x="3" y="28"/>
                    <a:pt x="3" y="28"/>
                    <a:pt x="3" y="28"/>
                  </a:cubicBezTo>
                  <a:cubicBezTo>
                    <a:pt x="1" y="27"/>
                    <a:pt x="0" y="23"/>
                    <a:pt x="0" y="20"/>
                  </a:cubicBezTo>
                  <a:cubicBezTo>
                    <a:pt x="0" y="4"/>
                    <a:pt x="0" y="4"/>
                    <a:pt x="0" y="4"/>
                  </a:cubicBezTo>
                  <a:cubicBezTo>
                    <a:pt x="0" y="1"/>
                    <a:pt x="1" y="0"/>
                    <a:pt x="4" y="1"/>
                  </a:cubicBezTo>
                  <a:cubicBezTo>
                    <a:pt x="13" y="6"/>
                    <a:pt x="13" y="6"/>
                    <a:pt x="13" y="6"/>
                  </a:cubicBezTo>
                  <a:cubicBezTo>
                    <a:pt x="13" y="6"/>
                    <a:pt x="13" y="6"/>
                    <a:pt x="13" y="6"/>
                  </a:cubicBezTo>
                  <a:cubicBezTo>
                    <a:pt x="13" y="6"/>
                    <a:pt x="13" y="6"/>
                    <a:pt x="13" y="6"/>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64" name="未知"/>
            <p:cNvSpPr>
              <a:spLocks noChangeAspect="1"/>
            </p:cNvSpPr>
            <p:nvPr/>
          </p:nvSpPr>
          <p:spPr bwMode="auto">
            <a:xfrm>
              <a:off x="305" y="177"/>
              <a:ext cx="10" cy="22"/>
            </a:xfrm>
            <a:custGeom>
              <a:avLst/>
              <a:gdLst>
                <a:gd name="T0" fmla="*/ 13 w 17"/>
                <a:gd name="T1" fmla="*/ 7 h 35"/>
                <a:gd name="T2" fmla="*/ 17 w 17"/>
                <a:gd name="T3" fmla="*/ 14 h 35"/>
                <a:gd name="T4" fmla="*/ 16 w 17"/>
                <a:gd name="T5" fmla="*/ 30 h 35"/>
                <a:gd name="T6" fmla="*/ 13 w 17"/>
                <a:gd name="T7" fmla="*/ 34 h 35"/>
                <a:gd name="T8" fmla="*/ 3 w 17"/>
                <a:gd name="T9" fmla="*/ 28 h 35"/>
                <a:gd name="T10" fmla="*/ 0 w 17"/>
                <a:gd name="T11" fmla="*/ 21 h 35"/>
                <a:gd name="T12" fmla="*/ 0 w 17"/>
                <a:gd name="T13" fmla="*/ 5 h 35"/>
                <a:gd name="T14" fmla="*/ 4 w 17"/>
                <a:gd name="T15" fmla="*/ 1 h 35"/>
                <a:gd name="T16" fmla="*/ 13 w 17"/>
                <a:gd name="T17" fmla="*/ 7 h 35"/>
                <a:gd name="T18" fmla="*/ 13 w 17"/>
                <a:gd name="T19" fmla="*/ 7 h 35"/>
                <a:gd name="T20" fmla="*/ 13 w 17"/>
                <a:gd name="T21" fmla="*/ 7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35">
                  <a:moveTo>
                    <a:pt x="13" y="7"/>
                  </a:moveTo>
                  <a:cubicBezTo>
                    <a:pt x="15" y="8"/>
                    <a:pt x="17" y="11"/>
                    <a:pt x="17" y="14"/>
                  </a:cubicBezTo>
                  <a:cubicBezTo>
                    <a:pt x="16" y="30"/>
                    <a:pt x="16" y="30"/>
                    <a:pt x="16" y="30"/>
                  </a:cubicBezTo>
                  <a:cubicBezTo>
                    <a:pt x="16" y="33"/>
                    <a:pt x="15" y="35"/>
                    <a:pt x="13" y="34"/>
                  </a:cubicBezTo>
                  <a:cubicBezTo>
                    <a:pt x="3" y="28"/>
                    <a:pt x="3" y="28"/>
                    <a:pt x="3" y="28"/>
                  </a:cubicBezTo>
                  <a:cubicBezTo>
                    <a:pt x="1" y="27"/>
                    <a:pt x="0" y="24"/>
                    <a:pt x="0" y="21"/>
                  </a:cubicBezTo>
                  <a:cubicBezTo>
                    <a:pt x="0" y="5"/>
                    <a:pt x="0" y="5"/>
                    <a:pt x="0" y="5"/>
                  </a:cubicBezTo>
                  <a:cubicBezTo>
                    <a:pt x="0" y="1"/>
                    <a:pt x="1" y="0"/>
                    <a:pt x="4" y="1"/>
                  </a:cubicBezTo>
                  <a:cubicBezTo>
                    <a:pt x="13" y="7"/>
                    <a:pt x="13" y="7"/>
                    <a:pt x="13" y="7"/>
                  </a:cubicBezTo>
                  <a:cubicBezTo>
                    <a:pt x="13" y="7"/>
                    <a:pt x="13" y="7"/>
                    <a:pt x="13" y="7"/>
                  </a:cubicBezTo>
                  <a:cubicBezTo>
                    <a:pt x="13" y="7"/>
                    <a:pt x="13" y="7"/>
                    <a:pt x="13" y="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65" name="未知"/>
            <p:cNvSpPr>
              <a:spLocks noChangeAspect="1"/>
            </p:cNvSpPr>
            <p:nvPr/>
          </p:nvSpPr>
          <p:spPr bwMode="auto">
            <a:xfrm>
              <a:off x="321" y="186"/>
              <a:ext cx="10" cy="22"/>
            </a:xfrm>
            <a:custGeom>
              <a:avLst/>
              <a:gdLst>
                <a:gd name="T0" fmla="*/ 13 w 17"/>
                <a:gd name="T1" fmla="*/ 7 h 35"/>
                <a:gd name="T2" fmla="*/ 16 w 17"/>
                <a:gd name="T3" fmla="*/ 15 h 35"/>
                <a:gd name="T4" fmla="*/ 16 w 17"/>
                <a:gd name="T5" fmla="*/ 31 h 35"/>
                <a:gd name="T6" fmla="*/ 13 w 17"/>
                <a:gd name="T7" fmla="*/ 34 h 35"/>
                <a:gd name="T8" fmla="*/ 3 w 17"/>
                <a:gd name="T9" fmla="*/ 29 h 35"/>
                <a:gd name="T10" fmla="*/ 0 w 17"/>
                <a:gd name="T11" fmla="*/ 21 h 35"/>
                <a:gd name="T12" fmla="*/ 0 w 17"/>
                <a:gd name="T13" fmla="*/ 5 h 35"/>
                <a:gd name="T14" fmla="*/ 3 w 17"/>
                <a:gd name="T15" fmla="*/ 2 h 35"/>
                <a:gd name="T16" fmla="*/ 13 w 17"/>
                <a:gd name="T17" fmla="*/ 7 h 35"/>
                <a:gd name="T18" fmla="*/ 13 w 17"/>
                <a:gd name="T19" fmla="*/ 7 h 35"/>
                <a:gd name="T20" fmla="*/ 13 w 17"/>
                <a:gd name="T21" fmla="*/ 7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35">
                  <a:moveTo>
                    <a:pt x="13" y="7"/>
                  </a:moveTo>
                  <a:cubicBezTo>
                    <a:pt x="15" y="8"/>
                    <a:pt x="17" y="12"/>
                    <a:pt x="16" y="15"/>
                  </a:cubicBezTo>
                  <a:cubicBezTo>
                    <a:pt x="16" y="31"/>
                    <a:pt x="16" y="31"/>
                    <a:pt x="16" y="31"/>
                  </a:cubicBezTo>
                  <a:cubicBezTo>
                    <a:pt x="16" y="34"/>
                    <a:pt x="15" y="35"/>
                    <a:pt x="13" y="34"/>
                  </a:cubicBezTo>
                  <a:cubicBezTo>
                    <a:pt x="3" y="29"/>
                    <a:pt x="3" y="29"/>
                    <a:pt x="3" y="29"/>
                  </a:cubicBezTo>
                  <a:cubicBezTo>
                    <a:pt x="1" y="27"/>
                    <a:pt x="0" y="24"/>
                    <a:pt x="0" y="21"/>
                  </a:cubicBezTo>
                  <a:cubicBezTo>
                    <a:pt x="0" y="5"/>
                    <a:pt x="0" y="5"/>
                    <a:pt x="0" y="5"/>
                  </a:cubicBezTo>
                  <a:cubicBezTo>
                    <a:pt x="0" y="2"/>
                    <a:pt x="1" y="0"/>
                    <a:pt x="3" y="2"/>
                  </a:cubicBezTo>
                  <a:cubicBezTo>
                    <a:pt x="13" y="7"/>
                    <a:pt x="13" y="7"/>
                    <a:pt x="13" y="7"/>
                  </a:cubicBezTo>
                  <a:cubicBezTo>
                    <a:pt x="13" y="7"/>
                    <a:pt x="13" y="7"/>
                    <a:pt x="13" y="7"/>
                  </a:cubicBezTo>
                  <a:cubicBezTo>
                    <a:pt x="13" y="7"/>
                    <a:pt x="13" y="7"/>
                    <a:pt x="13" y="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66" name="未知"/>
            <p:cNvSpPr>
              <a:spLocks noChangeAspect="1"/>
            </p:cNvSpPr>
            <p:nvPr/>
          </p:nvSpPr>
          <p:spPr bwMode="auto">
            <a:xfrm>
              <a:off x="337" y="196"/>
              <a:ext cx="9" cy="21"/>
            </a:xfrm>
            <a:custGeom>
              <a:avLst/>
              <a:gdLst>
                <a:gd name="T0" fmla="*/ 13 w 16"/>
                <a:gd name="T1" fmla="*/ 6 h 35"/>
                <a:gd name="T2" fmla="*/ 16 w 16"/>
                <a:gd name="T3" fmla="*/ 14 h 35"/>
                <a:gd name="T4" fmla="*/ 16 w 16"/>
                <a:gd name="T5" fmla="*/ 30 h 35"/>
                <a:gd name="T6" fmla="*/ 13 w 16"/>
                <a:gd name="T7" fmla="*/ 33 h 35"/>
                <a:gd name="T8" fmla="*/ 3 w 16"/>
                <a:gd name="T9" fmla="*/ 28 h 35"/>
                <a:gd name="T10" fmla="*/ 0 w 16"/>
                <a:gd name="T11" fmla="*/ 20 h 35"/>
                <a:gd name="T12" fmla="*/ 0 w 16"/>
                <a:gd name="T13" fmla="*/ 4 h 35"/>
                <a:gd name="T14" fmla="*/ 3 w 16"/>
                <a:gd name="T15" fmla="*/ 1 h 35"/>
                <a:gd name="T16" fmla="*/ 13 w 16"/>
                <a:gd name="T17" fmla="*/ 6 h 35"/>
                <a:gd name="T18" fmla="*/ 13 w 16"/>
                <a:gd name="T19" fmla="*/ 6 h 35"/>
                <a:gd name="T20" fmla="*/ 13 w 16"/>
                <a:gd name="T21" fmla="*/ 6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 h="35">
                  <a:moveTo>
                    <a:pt x="13" y="6"/>
                  </a:moveTo>
                  <a:cubicBezTo>
                    <a:pt x="15" y="7"/>
                    <a:pt x="16" y="11"/>
                    <a:pt x="16" y="14"/>
                  </a:cubicBezTo>
                  <a:cubicBezTo>
                    <a:pt x="16" y="30"/>
                    <a:pt x="16" y="30"/>
                    <a:pt x="16" y="30"/>
                  </a:cubicBezTo>
                  <a:cubicBezTo>
                    <a:pt x="16" y="33"/>
                    <a:pt x="15" y="35"/>
                    <a:pt x="13" y="33"/>
                  </a:cubicBezTo>
                  <a:cubicBezTo>
                    <a:pt x="3" y="28"/>
                    <a:pt x="3" y="28"/>
                    <a:pt x="3" y="28"/>
                  </a:cubicBezTo>
                  <a:cubicBezTo>
                    <a:pt x="1" y="27"/>
                    <a:pt x="0" y="23"/>
                    <a:pt x="0" y="20"/>
                  </a:cubicBezTo>
                  <a:cubicBezTo>
                    <a:pt x="0" y="4"/>
                    <a:pt x="0" y="4"/>
                    <a:pt x="0" y="4"/>
                  </a:cubicBezTo>
                  <a:cubicBezTo>
                    <a:pt x="0" y="1"/>
                    <a:pt x="1" y="0"/>
                    <a:pt x="3" y="1"/>
                  </a:cubicBezTo>
                  <a:cubicBezTo>
                    <a:pt x="13" y="6"/>
                    <a:pt x="13" y="6"/>
                    <a:pt x="13" y="6"/>
                  </a:cubicBezTo>
                  <a:cubicBezTo>
                    <a:pt x="13" y="6"/>
                    <a:pt x="13" y="6"/>
                    <a:pt x="13" y="6"/>
                  </a:cubicBezTo>
                  <a:cubicBezTo>
                    <a:pt x="13" y="6"/>
                    <a:pt x="13" y="6"/>
                    <a:pt x="13" y="6"/>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67" name="未知"/>
            <p:cNvSpPr>
              <a:spLocks noChangeAspect="1"/>
            </p:cNvSpPr>
            <p:nvPr/>
          </p:nvSpPr>
          <p:spPr bwMode="auto">
            <a:xfrm>
              <a:off x="352" y="205"/>
              <a:ext cx="10" cy="22"/>
            </a:xfrm>
            <a:custGeom>
              <a:avLst/>
              <a:gdLst>
                <a:gd name="T0" fmla="*/ 13 w 16"/>
                <a:gd name="T1" fmla="*/ 6 h 35"/>
                <a:gd name="T2" fmla="*/ 16 w 16"/>
                <a:gd name="T3" fmla="*/ 14 h 35"/>
                <a:gd name="T4" fmla="*/ 16 w 16"/>
                <a:gd name="T5" fmla="*/ 30 h 35"/>
                <a:gd name="T6" fmla="*/ 13 w 16"/>
                <a:gd name="T7" fmla="*/ 34 h 35"/>
                <a:gd name="T8" fmla="*/ 3 w 16"/>
                <a:gd name="T9" fmla="*/ 28 h 35"/>
                <a:gd name="T10" fmla="*/ 0 w 16"/>
                <a:gd name="T11" fmla="*/ 21 h 35"/>
                <a:gd name="T12" fmla="*/ 0 w 16"/>
                <a:gd name="T13" fmla="*/ 4 h 35"/>
                <a:gd name="T14" fmla="*/ 3 w 16"/>
                <a:gd name="T15" fmla="*/ 1 h 35"/>
                <a:gd name="T16" fmla="*/ 13 w 16"/>
                <a:gd name="T17" fmla="*/ 6 h 35"/>
                <a:gd name="T18" fmla="*/ 13 w 16"/>
                <a:gd name="T19" fmla="*/ 6 h 35"/>
                <a:gd name="T20" fmla="*/ 13 w 16"/>
                <a:gd name="T21" fmla="*/ 6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 h="35">
                  <a:moveTo>
                    <a:pt x="13" y="6"/>
                  </a:moveTo>
                  <a:cubicBezTo>
                    <a:pt x="15" y="8"/>
                    <a:pt x="16" y="11"/>
                    <a:pt x="16" y="14"/>
                  </a:cubicBezTo>
                  <a:cubicBezTo>
                    <a:pt x="16" y="30"/>
                    <a:pt x="16" y="30"/>
                    <a:pt x="16" y="30"/>
                  </a:cubicBezTo>
                  <a:cubicBezTo>
                    <a:pt x="16" y="33"/>
                    <a:pt x="15" y="35"/>
                    <a:pt x="13" y="34"/>
                  </a:cubicBezTo>
                  <a:cubicBezTo>
                    <a:pt x="3" y="28"/>
                    <a:pt x="3" y="28"/>
                    <a:pt x="3" y="28"/>
                  </a:cubicBezTo>
                  <a:cubicBezTo>
                    <a:pt x="1" y="27"/>
                    <a:pt x="0" y="24"/>
                    <a:pt x="0" y="21"/>
                  </a:cubicBezTo>
                  <a:cubicBezTo>
                    <a:pt x="0" y="4"/>
                    <a:pt x="0" y="4"/>
                    <a:pt x="0" y="4"/>
                  </a:cubicBezTo>
                  <a:cubicBezTo>
                    <a:pt x="0" y="1"/>
                    <a:pt x="1" y="0"/>
                    <a:pt x="3" y="1"/>
                  </a:cubicBezTo>
                  <a:cubicBezTo>
                    <a:pt x="13" y="6"/>
                    <a:pt x="13" y="6"/>
                    <a:pt x="13" y="6"/>
                  </a:cubicBezTo>
                  <a:cubicBezTo>
                    <a:pt x="13" y="6"/>
                    <a:pt x="13" y="6"/>
                    <a:pt x="13" y="6"/>
                  </a:cubicBezTo>
                  <a:cubicBezTo>
                    <a:pt x="13" y="6"/>
                    <a:pt x="13" y="6"/>
                    <a:pt x="13" y="6"/>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68" name="未知"/>
            <p:cNvSpPr>
              <a:spLocks noChangeAspect="1"/>
            </p:cNvSpPr>
            <p:nvPr/>
          </p:nvSpPr>
          <p:spPr bwMode="auto">
            <a:xfrm>
              <a:off x="368" y="214"/>
              <a:ext cx="10" cy="22"/>
            </a:xfrm>
            <a:custGeom>
              <a:avLst/>
              <a:gdLst>
                <a:gd name="T0" fmla="*/ 14 w 17"/>
                <a:gd name="T1" fmla="*/ 7 h 35"/>
                <a:gd name="T2" fmla="*/ 17 w 17"/>
                <a:gd name="T3" fmla="*/ 14 h 35"/>
                <a:gd name="T4" fmla="*/ 17 w 17"/>
                <a:gd name="T5" fmla="*/ 31 h 35"/>
                <a:gd name="T6" fmla="*/ 14 w 17"/>
                <a:gd name="T7" fmla="*/ 34 h 35"/>
                <a:gd name="T8" fmla="*/ 4 w 17"/>
                <a:gd name="T9" fmla="*/ 29 h 35"/>
                <a:gd name="T10" fmla="*/ 1 w 17"/>
                <a:gd name="T11" fmla="*/ 21 h 35"/>
                <a:gd name="T12" fmla="*/ 1 w 17"/>
                <a:gd name="T13" fmla="*/ 5 h 35"/>
                <a:gd name="T14" fmla="*/ 4 w 17"/>
                <a:gd name="T15" fmla="*/ 1 h 35"/>
                <a:gd name="T16" fmla="*/ 14 w 17"/>
                <a:gd name="T17" fmla="*/ 7 h 35"/>
                <a:gd name="T18" fmla="*/ 14 w 17"/>
                <a:gd name="T19" fmla="*/ 7 h 35"/>
                <a:gd name="T20" fmla="*/ 14 w 17"/>
                <a:gd name="T21" fmla="*/ 7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35">
                  <a:moveTo>
                    <a:pt x="14" y="7"/>
                  </a:moveTo>
                  <a:cubicBezTo>
                    <a:pt x="16" y="8"/>
                    <a:pt x="17" y="11"/>
                    <a:pt x="17" y="14"/>
                  </a:cubicBezTo>
                  <a:cubicBezTo>
                    <a:pt x="17" y="31"/>
                    <a:pt x="17" y="31"/>
                    <a:pt x="17" y="31"/>
                  </a:cubicBezTo>
                  <a:cubicBezTo>
                    <a:pt x="17" y="34"/>
                    <a:pt x="16" y="35"/>
                    <a:pt x="14" y="34"/>
                  </a:cubicBezTo>
                  <a:cubicBezTo>
                    <a:pt x="4" y="29"/>
                    <a:pt x="4" y="29"/>
                    <a:pt x="4" y="29"/>
                  </a:cubicBezTo>
                  <a:cubicBezTo>
                    <a:pt x="2" y="27"/>
                    <a:pt x="0" y="24"/>
                    <a:pt x="1" y="21"/>
                  </a:cubicBezTo>
                  <a:cubicBezTo>
                    <a:pt x="1" y="5"/>
                    <a:pt x="1" y="5"/>
                    <a:pt x="1" y="5"/>
                  </a:cubicBezTo>
                  <a:cubicBezTo>
                    <a:pt x="1" y="2"/>
                    <a:pt x="2" y="0"/>
                    <a:pt x="4" y="1"/>
                  </a:cubicBezTo>
                  <a:cubicBezTo>
                    <a:pt x="14" y="7"/>
                    <a:pt x="14" y="7"/>
                    <a:pt x="14" y="7"/>
                  </a:cubicBezTo>
                  <a:cubicBezTo>
                    <a:pt x="14" y="7"/>
                    <a:pt x="14" y="7"/>
                    <a:pt x="14" y="7"/>
                  </a:cubicBezTo>
                  <a:cubicBezTo>
                    <a:pt x="14" y="7"/>
                    <a:pt x="14" y="7"/>
                    <a:pt x="14" y="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69" name="未知"/>
            <p:cNvSpPr>
              <a:spLocks noChangeAspect="1"/>
            </p:cNvSpPr>
            <p:nvPr/>
          </p:nvSpPr>
          <p:spPr bwMode="auto">
            <a:xfrm>
              <a:off x="210" y="161"/>
              <a:ext cx="10" cy="21"/>
            </a:xfrm>
            <a:custGeom>
              <a:avLst/>
              <a:gdLst>
                <a:gd name="T0" fmla="*/ 13 w 17"/>
                <a:gd name="T1" fmla="*/ 7 h 35"/>
                <a:gd name="T2" fmla="*/ 17 w 17"/>
                <a:gd name="T3" fmla="*/ 14 h 35"/>
                <a:gd name="T4" fmla="*/ 17 w 17"/>
                <a:gd name="T5" fmla="*/ 30 h 35"/>
                <a:gd name="T6" fmla="*/ 13 w 17"/>
                <a:gd name="T7" fmla="*/ 34 h 35"/>
                <a:gd name="T8" fmla="*/ 4 w 17"/>
                <a:gd name="T9" fmla="*/ 28 h 35"/>
                <a:gd name="T10" fmla="*/ 0 w 17"/>
                <a:gd name="T11" fmla="*/ 21 h 35"/>
                <a:gd name="T12" fmla="*/ 0 w 17"/>
                <a:gd name="T13" fmla="*/ 4 h 35"/>
                <a:gd name="T14" fmla="*/ 4 w 17"/>
                <a:gd name="T15" fmla="*/ 1 h 35"/>
                <a:gd name="T16" fmla="*/ 13 w 17"/>
                <a:gd name="T17" fmla="*/ 7 h 35"/>
                <a:gd name="T18" fmla="*/ 13 w 17"/>
                <a:gd name="T19" fmla="*/ 7 h 35"/>
                <a:gd name="T20" fmla="*/ 13 w 17"/>
                <a:gd name="T21" fmla="*/ 7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35">
                  <a:moveTo>
                    <a:pt x="13" y="7"/>
                  </a:moveTo>
                  <a:cubicBezTo>
                    <a:pt x="15" y="8"/>
                    <a:pt x="17" y="11"/>
                    <a:pt x="17" y="14"/>
                  </a:cubicBezTo>
                  <a:cubicBezTo>
                    <a:pt x="17" y="30"/>
                    <a:pt x="17" y="30"/>
                    <a:pt x="17" y="30"/>
                  </a:cubicBezTo>
                  <a:cubicBezTo>
                    <a:pt x="17" y="33"/>
                    <a:pt x="15" y="35"/>
                    <a:pt x="13" y="34"/>
                  </a:cubicBezTo>
                  <a:cubicBezTo>
                    <a:pt x="4" y="28"/>
                    <a:pt x="4" y="28"/>
                    <a:pt x="4" y="28"/>
                  </a:cubicBezTo>
                  <a:cubicBezTo>
                    <a:pt x="1" y="27"/>
                    <a:pt x="0" y="24"/>
                    <a:pt x="0" y="21"/>
                  </a:cubicBezTo>
                  <a:cubicBezTo>
                    <a:pt x="0" y="4"/>
                    <a:pt x="0" y="4"/>
                    <a:pt x="0" y="4"/>
                  </a:cubicBezTo>
                  <a:cubicBezTo>
                    <a:pt x="0" y="1"/>
                    <a:pt x="2" y="0"/>
                    <a:pt x="4" y="1"/>
                  </a:cubicBezTo>
                  <a:cubicBezTo>
                    <a:pt x="13" y="7"/>
                    <a:pt x="13" y="7"/>
                    <a:pt x="13" y="7"/>
                  </a:cubicBezTo>
                  <a:cubicBezTo>
                    <a:pt x="13" y="7"/>
                    <a:pt x="13" y="7"/>
                    <a:pt x="13" y="7"/>
                  </a:cubicBezTo>
                  <a:cubicBezTo>
                    <a:pt x="13" y="7"/>
                    <a:pt x="13" y="7"/>
                    <a:pt x="13" y="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70" name="未知"/>
            <p:cNvSpPr>
              <a:spLocks noChangeAspect="1"/>
            </p:cNvSpPr>
            <p:nvPr/>
          </p:nvSpPr>
          <p:spPr bwMode="auto">
            <a:xfrm>
              <a:off x="226" y="170"/>
              <a:ext cx="10" cy="21"/>
            </a:xfrm>
            <a:custGeom>
              <a:avLst/>
              <a:gdLst>
                <a:gd name="T0" fmla="*/ 13 w 17"/>
                <a:gd name="T1" fmla="*/ 7 h 35"/>
                <a:gd name="T2" fmla="*/ 17 w 17"/>
                <a:gd name="T3" fmla="*/ 15 h 35"/>
                <a:gd name="T4" fmla="*/ 17 w 17"/>
                <a:gd name="T5" fmla="*/ 31 h 35"/>
                <a:gd name="T6" fmla="*/ 13 w 17"/>
                <a:gd name="T7" fmla="*/ 34 h 35"/>
                <a:gd name="T8" fmla="*/ 4 w 17"/>
                <a:gd name="T9" fmla="*/ 29 h 35"/>
                <a:gd name="T10" fmla="*/ 0 w 17"/>
                <a:gd name="T11" fmla="*/ 21 h 35"/>
                <a:gd name="T12" fmla="*/ 0 w 17"/>
                <a:gd name="T13" fmla="*/ 5 h 35"/>
                <a:gd name="T14" fmla="*/ 4 w 17"/>
                <a:gd name="T15" fmla="*/ 1 h 35"/>
                <a:gd name="T16" fmla="*/ 13 w 17"/>
                <a:gd name="T17" fmla="*/ 7 h 35"/>
                <a:gd name="T18" fmla="*/ 13 w 17"/>
                <a:gd name="T19" fmla="*/ 7 h 35"/>
                <a:gd name="T20" fmla="*/ 13 w 17"/>
                <a:gd name="T21" fmla="*/ 7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35">
                  <a:moveTo>
                    <a:pt x="13" y="7"/>
                  </a:moveTo>
                  <a:cubicBezTo>
                    <a:pt x="15" y="8"/>
                    <a:pt x="17" y="11"/>
                    <a:pt x="17" y="15"/>
                  </a:cubicBezTo>
                  <a:cubicBezTo>
                    <a:pt x="17" y="31"/>
                    <a:pt x="17" y="31"/>
                    <a:pt x="17" y="31"/>
                  </a:cubicBezTo>
                  <a:cubicBezTo>
                    <a:pt x="17" y="34"/>
                    <a:pt x="15" y="35"/>
                    <a:pt x="13" y="34"/>
                  </a:cubicBezTo>
                  <a:cubicBezTo>
                    <a:pt x="4" y="29"/>
                    <a:pt x="4" y="29"/>
                    <a:pt x="4" y="29"/>
                  </a:cubicBezTo>
                  <a:cubicBezTo>
                    <a:pt x="1" y="27"/>
                    <a:pt x="0" y="24"/>
                    <a:pt x="0" y="21"/>
                  </a:cubicBezTo>
                  <a:cubicBezTo>
                    <a:pt x="0" y="5"/>
                    <a:pt x="0" y="5"/>
                    <a:pt x="0" y="5"/>
                  </a:cubicBezTo>
                  <a:cubicBezTo>
                    <a:pt x="0" y="2"/>
                    <a:pt x="2" y="0"/>
                    <a:pt x="4" y="1"/>
                  </a:cubicBezTo>
                  <a:cubicBezTo>
                    <a:pt x="13" y="7"/>
                    <a:pt x="13" y="7"/>
                    <a:pt x="13" y="7"/>
                  </a:cubicBezTo>
                  <a:cubicBezTo>
                    <a:pt x="13" y="7"/>
                    <a:pt x="13" y="7"/>
                    <a:pt x="13" y="7"/>
                  </a:cubicBezTo>
                  <a:cubicBezTo>
                    <a:pt x="13" y="7"/>
                    <a:pt x="13" y="7"/>
                    <a:pt x="13" y="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71" name="未知"/>
            <p:cNvSpPr>
              <a:spLocks noChangeAspect="1"/>
            </p:cNvSpPr>
            <p:nvPr/>
          </p:nvSpPr>
          <p:spPr bwMode="auto">
            <a:xfrm>
              <a:off x="242" y="180"/>
              <a:ext cx="10" cy="20"/>
            </a:xfrm>
            <a:custGeom>
              <a:avLst/>
              <a:gdLst>
                <a:gd name="T0" fmla="*/ 13 w 17"/>
                <a:gd name="T1" fmla="*/ 6 h 34"/>
                <a:gd name="T2" fmla="*/ 17 w 17"/>
                <a:gd name="T3" fmla="*/ 14 h 34"/>
                <a:gd name="T4" fmla="*/ 17 w 17"/>
                <a:gd name="T5" fmla="*/ 30 h 34"/>
                <a:gd name="T6" fmla="*/ 13 w 17"/>
                <a:gd name="T7" fmla="*/ 33 h 34"/>
                <a:gd name="T8" fmla="*/ 4 w 17"/>
                <a:gd name="T9" fmla="*/ 28 h 34"/>
                <a:gd name="T10" fmla="*/ 0 w 17"/>
                <a:gd name="T11" fmla="*/ 20 h 34"/>
                <a:gd name="T12" fmla="*/ 0 w 17"/>
                <a:gd name="T13" fmla="*/ 4 h 34"/>
                <a:gd name="T14" fmla="*/ 4 w 17"/>
                <a:gd name="T15" fmla="*/ 1 h 34"/>
                <a:gd name="T16" fmla="*/ 13 w 17"/>
                <a:gd name="T17" fmla="*/ 6 h 34"/>
                <a:gd name="T18" fmla="*/ 13 w 17"/>
                <a:gd name="T19" fmla="*/ 6 h 34"/>
                <a:gd name="T20" fmla="*/ 13 w 17"/>
                <a:gd name="T21" fmla="*/ 6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34">
                  <a:moveTo>
                    <a:pt x="13" y="6"/>
                  </a:moveTo>
                  <a:cubicBezTo>
                    <a:pt x="15" y="7"/>
                    <a:pt x="17" y="11"/>
                    <a:pt x="17" y="14"/>
                  </a:cubicBezTo>
                  <a:cubicBezTo>
                    <a:pt x="17" y="30"/>
                    <a:pt x="17" y="30"/>
                    <a:pt x="17" y="30"/>
                  </a:cubicBezTo>
                  <a:cubicBezTo>
                    <a:pt x="17" y="33"/>
                    <a:pt x="15" y="34"/>
                    <a:pt x="13" y="33"/>
                  </a:cubicBezTo>
                  <a:cubicBezTo>
                    <a:pt x="4" y="28"/>
                    <a:pt x="4" y="28"/>
                    <a:pt x="4" y="28"/>
                  </a:cubicBezTo>
                  <a:cubicBezTo>
                    <a:pt x="1" y="27"/>
                    <a:pt x="0" y="23"/>
                    <a:pt x="0" y="20"/>
                  </a:cubicBezTo>
                  <a:cubicBezTo>
                    <a:pt x="0" y="4"/>
                    <a:pt x="0" y="4"/>
                    <a:pt x="0" y="4"/>
                  </a:cubicBezTo>
                  <a:cubicBezTo>
                    <a:pt x="0" y="1"/>
                    <a:pt x="2" y="0"/>
                    <a:pt x="4" y="1"/>
                  </a:cubicBezTo>
                  <a:cubicBezTo>
                    <a:pt x="13" y="6"/>
                    <a:pt x="13" y="6"/>
                    <a:pt x="13" y="6"/>
                  </a:cubicBezTo>
                  <a:cubicBezTo>
                    <a:pt x="13" y="6"/>
                    <a:pt x="13" y="6"/>
                    <a:pt x="13" y="6"/>
                  </a:cubicBezTo>
                  <a:cubicBezTo>
                    <a:pt x="13" y="6"/>
                    <a:pt x="13" y="6"/>
                    <a:pt x="13" y="6"/>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72" name="未知"/>
            <p:cNvSpPr>
              <a:spLocks noChangeAspect="1"/>
            </p:cNvSpPr>
            <p:nvPr/>
          </p:nvSpPr>
          <p:spPr bwMode="auto">
            <a:xfrm>
              <a:off x="257" y="189"/>
              <a:ext cx="11" cy="21"/>
            </a:xfrm>
            <a:custGeom>
              <a:avLst/>
              <a:gdLst>
                <a:gd name="T0" fmla="*/ 13 w 17"/>
                <a:gd name="T1" fmla="*/ 6 h 35"/>
                <a:gd name="T2" fmla="*/ 17 w 17"/>
                <a:gd name="T3" fmla="*/ 14 h 35"/>
                <a:gd name="T4" fmla="*/ 17 w 17"/>
                <a:gd name="T5" fmla="*/ 30 h 35"/>
                <a:gd name="T6" fmla="*/ 13 w 17"/>
                <a:gd name="T7" fmla="*/ 34 h 35"/>
                <a:gd name="T8" fmla="*/ 4 w 17"/>
                <a:gd name="T9" fmla="*/ 28 h 35"/>
                <a:gd name="T10" fmla="*/ 0 w 17"/>
                <a:gd name="T11" fmla="*/ 21 h 35"/>
                <a:gd name="T12" fmla="*/ 0 w 17"/>
                <a:gd name="T13" fmla="*/ 4 h 35"/>
                <a:gd name="T14" fmla="*/ 4 w 17"/>
                <a:gd name="T15" fmla="*/ 1 h 35"/>
                <a:gd name="T16" fmla="*/ 13 w 17"/>
                <a:gd name="T17" fmla="*/ 6 h 35"/>
                <a:gd name="T18" fmla="*/ 13 w 17"/>
                <a:gd name="T19" fmla="*/ 6 h 35"/>
                <a:gd name="T20" fmla="*/ 13 w 17"/>
                <a:gd name="T21" fmla="*/ 6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35">
                  <a:moveTo>
                    <a:pt x="13" y="6"/>
                  </a:moveTo>
                  <a:cubicBezTo>
                    <a:pt x="15" y="8"/>
                    <a:pt x="17" y="11"/>
                    <a:pt x="17" y="14"/>
                  </a:cubicBezTo>
                  <a:cubicBezTo>
                    <a:pt x="17" y="30"/>
                    <a:pt x="17" y="30"/>
                    <a:pt x="17" y="30"/>
                  </a:cubicBezTo>
                  <a:cubicBezTo>
                    <a:pt x="17" y="33"/>
                    <a:pt x="15" y="35"/>
                    <a:pt x="13" y="34"/>
                  </a:cubicBezTo>
                  <a:cubicBezTo>
                    <a:pt x="4" y="28"/>
                    <a:pt x="4" y="28"/>
                    <a:pt x="4" y="28"/>
                  </a:cubicBezTo>
                  <a:cubicBezTo>
                    <a:pt x="1" y="27"/>
                    <a:pt x="0" y="24"/>
                    <a:pt x="0" y="21"/>
                  </a:cubicBezTo>
                  <a:cubicBezTo>
                    <a:pt x="0" y="4"/>
                    <a:pt x="0" y="4"/>
                    <a:pt x="0" y="4"/>
                  </a:cubicBezTo>
                  <a:cubicBezTo>
                    <a:pt x="0" y="1"/>
                    <a:pt x="1" y="0"/>
                    <a:pt x="4" y="1"/>
                  </a:cubicBezTo>
                  <a:cubicBezTo>
                    <a:pt x="13" y="6"/>
                    <a:pt x="13" y="6"/>
                    <a:pt x="13" y="6"/>
                  </a:cubicBezTo>
                  <a:cubicBezTo>
                    <a:pt x="13" y="6"/>
                    <a:pt x="13" y="6"/>
                    <a:pt x="13" y="6"/>
                  </a:cubicBezTo>
                  <a:cubicBezTo>
                    <a:pt x="13" y="6"/>
                    <a:pt x="13" y="6"/>
                    <a:pt x="13" y="6"/>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73" name="未知"/>
            <p:cNvSpPr>
              <a:spLocks noChangeAspect="1"/>
            </p:cNvSpPr>
            <p:nvPr/>
          </p:nvSpPr>
          <p:spPr bwMode="auto">
            <a:xfrm>
              <a:off x="273" y="198"/>
              <a:ext cx="11" cy="21"/>
            </a:xfrm>
            <a:custGeom>
              <a:avLst/>
              <a:gdLst>
                <a:gd name="T0" fmla="*/ 13 w 17"/>
                <a:gd name="T1" fmla="*/ 7 h 35"/>
                <a:gd name="T2" fmla="*/ 17 w 17"/>
                <a:gd name="T3" fmla="*/ 14 h 35"/>
                <a:gd name="T4" fmla="*/ 17 w 17"/>
                <a:gd name="T5" fmla="*/ 31 h 35"/>
                <a:gd name="T6" fmla="*/ 13 w 17"/>
                <a:gd name="T7" fmla="*/ 34 h 35"/>
                <a:gd name="T8" fmla="*/ 3 w 17"/>
                <a:gd name="T9" fmla="*/ 29 h 35"/>
                <a:gd name="T10" fmla="*/ 0 w 17"/>
                <a:gd name="T11" fmla="*/ 21 h 35"/>
                <a:gd name="T12" fmla="*/ 0 w 17"/>
                <a:gd name="T13" fmla="*/ 5 h 35"/>
                <a:gd name="T14" fmla="*/ 4 w 17"/>
                <a:gd name="T15" fmla="*/ 1 h 35"/>
                <a:gd name="T16" fmla="*/ 13 w 17"/>
                <a:gd name="T17" fmla="*/ 7 h 35"/>
                <a:gd name="T18" fmla="*/ 13 w 17"/>
                <a:gd name="T19" fmla="*/ 7 h 35"/>
                <a:gd name="T20" fmla="*/ 13 w 17"/>
                <a:gd name="T21" fmla="*/ 7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35">
                  <a:moveTo>
                    <a:pt x="13" y="7"/>
                  </a:moveTo>
                  <a:cubicBezTo>
                    <a:pt x="15" y="8"/>
                    <a:pt x="17" y="11"/>
                    <a:pt x="17" y="14"/>
                  </a:cubicBezTo>
                  <a:cubicBezTo>
                    <a:pt x="17" y="31"/>
                    <a:pt x="17" y="31"/>
                    <a:pt x="17" y="31"/>
                  </a:cubicBezTo>
                  <a:cubicBezTo>
                    <a:pt x="17" y="34"/>
                    <a:pt x="15" y="35"/>
                    <a:pt x="13" y="34"/>
                  </a:cubicBezTo>
                  <a:cubicBezTo>
                    <a:pt x="3" y="29"/>
                    <a:pt x="3" y="29"/>
                    <a:pt x="3" y="29"/>
                  </a:cubicBezTo>
                  <a:cubicBezTo>
                    <a:pt x="1" y="27"/>
                    <a:pt x="0" y="24"/>
                    <a:pt x="0" y="21"/>
                  </a:cubicBezTo>
                  <a:cubicBezTo>
                    <a:pt x="0" y="5"/>
                    <a:pt x="0" y="5"/>
                    <a:pt x="0" y="5"/>
                  </a:cubicBezTo>
                  <a:cubicBezTo>
                    <a:pt x="0" y="2"/>
                    <a:pt x="1" y="0"/>
                    <a:pt x="4" y="1"/>
                  </a:cubicBezTo>
                  <a:cubicBezTo>
                    <a:pt x="13" y="7"/>
                    <a:pt x="13" y="7"/>
                    <a:pt x="13" y="7"/>
                  </a:cubicBezTo>
                  <a:cubicBezTo>
                    <a:pt x="13" y="7"/>
                    <a:pt x="13" y="7"/>
                    <a:pt x="13" y="7"/>
                  </a:cubicBezTo>
                  <a:cubicBezTo>
                    <a:pt x="13" y="7"/>
                    <a:pt x="13" y="7"/>
                    <a:pt x="13" y="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74" name="未知"/>
            <p:cNvSpPr>
              <a:spLocks noChangeAspect="1"/>
            </p:cNvSpPr>
            <p:nvPr/>
          </p:nvSpPr>
          <p:spPr bwMode="auto">
            <a:xfrm>
              <a:off x="289" y="207"/>
              <a:ext cx="10" cy="21"/>
            </a:xfrm>
            <a:custGeom>
              <a:avLst/>
              <a:gdLst>
                <a:gd name="T0" fmla="*/ 13 w 17"/>
                <a:gd name="T1" fmla="*/ 7 h 35"/>
                <a:gd name="T2" fmla="*/ 17 w 17"/>
                <a:gd name="T3" fmla="*/ 15 h 35"/>
                <a:gd name="T4" fmla="*/ 17 w 17"/>
                <a:gd name="T5" fmla="*/ 31 h 35"/>
                <a:gd name="T6" fmla="*/ 13 w 17"/>
                <a:gd name="T7" fmla="*/ 34 h 35"/>
                <a:gd name="T8" fmla="*/ 3 w 17"/>
                <a:gd name="T9" fmla="*/ 29 h 35"/>
                <a:gd name="T10" fmla="*/ 0 w 17"/>
                <a:gd name="T11" fmla="*/ 21 h 35"/>
                <a:gd name="T12" fmla="*/ 0 w 17"/>
                <a:gd name="T13" fmla="*/ 5 h 35"/>
                <a:gd name="T14" fmla="*/ 4 w 17"/>
                <a:gd name="T15" fmla="*/ 2 h 35"/>
                <a:gd name="T16" fmla="*/ 13 w 17"/>
                <a:gd name="T17" fmla="*/ 7 h 35"/>
                <a:gd name="T18" fmla="*/ 13 w 17"/>
                <a:gd name="T19" fmla="*/ 7 h 35"/>
                <a:gd name="T20" fmla="*/ 13 w 17"/>
                <a:gd name="T21" fmla="*/ 7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35">
                  <a:moveTo>
                    <a:pt x="13" y="7"/>
                  </a:moveTo>
                  <a:cubicBezTo>
                    <a:pt x="15" y="8"/>
                    <a:pt x="17" y="12"/>
                    <a:pt x="17" y="15"/>
                  </a:cubicBezTo>
                  <a:cubicBezTo>
                    <a:pt x="17" y="31"/>
                    <a:pt x="17" y="31"/>
                    <a:pt x="17" y="31"/>
                  </a:cubicBezTo>
                  <a:cubicBezTo>
                    <a:pt x="17" y="34"/>
                    <a:pt x="15" y="35"/>
                    <a:pt x="13" y="34"/>
                  </a:cubicBezTo>
                  <a:cubicBezTo>
                    <a:pt x="3" y="29"/>
                    <a:pt x="3" y="29"/>
                    <a:pt x="3" y="29"/>
                  </a:cubicBezTo>
                  <a:cubicBezTo>
                    <a:pt x="1" y="28"/>
                    <a:pt x="0" y="24"/>
                    <a:pt x="0" y="21"/>
                  </a:cubicBezTo>
                  <a:cubicBezTo>
                    <a:pt x="0" y="5"/>
                    <a:pt x="0" y="5"/>
                    <a:pt x="0" y="5"/>
                  </a:cubicBezTo>
                  <a:cubicBezTo>
                    <a:pt x="0" y="2"/>
                    <a:pt x="1" y="0"/>
                    <a:pt x="4" y="2"/>
                  </a:cubicBezTo>
                  <a:cubicBezTo>
                    <a:pt x="13" y="7"/>
                    <a:pt x="13" y="7"/>
                    <a:pt x="13" y="7"/>
                  </a:cubicBezTo>
                  <a:cubicBezTo>
                    <a:pt x="13" y="7"/>
                    <a:pt x="13" y="7"/>
                    <a:pt x="13" y="7"/>
                  </a:cubicBezTo>
                  <a:cubicBezTo>
                    <a:pt x="13" y="7"/>
                    <a:pt x="13" y="7"/>
                    <a:pt x="13" y="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75" name="未知"/>
            <p:cNvSpPr>
              <a:spLocks noChangeAspect="1"/>
            </p:cNvSpPr>
            <p:nvPr/>
          </p:nvSpPr>
          <p:spPr bwMode="auto">
            <a:xfrm>
              <a:off x="305" y="217"/>
              <a:ext cx="10" cy="21"/>
            </a:xfrm>
            <a:custGeom>
              <a:avLst/>
              <a:gdLst>
                <a:gd name="T0" fmla="*/ 13 w 17"/>
                <a:gd name="T1" fmla="*/ 6 h 35"/>
                <a:gd name="T2" fmla="*/ 17 w 17"/>
                <a:gd name="T3" fmla="*/ 14 h 35"/>
                <a:gd name="T4" fmla="*/ 16 w 17"/>
                <a:gd name="T5" fmla="*/ 30 h 35"/>
                <a:gd name="T6" fmla="*/ 13 w 17"/>
                <a:gd name="T7" fmla="*/ 33 h 35"/>
                <a:gd name="T8" fmla="*/ 3 w 17"/>
                <a:gd name="T9" fmla="*/ 28 h 35"/>
                <a:gd name="T10" fmla="*/ 0 w 17"/>
                <a:gd name="T11" fmla="*/ 20 h 35"/>
                <a:gd name="T12" fmla="*/ 0 w 17"/>
                <a:gd name="T13" fmla="*/ 4 h 35"/>
                <a:gd name="T14" fmla="*/ 4 w 17"/>
                <a:gd name="T15" fmla="*/ 1 h 35"/>
                <a:gd name="T16" fmla="*/ 13 w 17"/>
                <a:gd name="T17" fmla="*/ 6 h 35"/>
                <a:gd name="T18" fmla="*/ 13 w 17"/>
                <a:gd name="T19" fmla="*/ 6 h 35"/>
                <a:gd name="T20" fmla="*/ 13 w 17"/>
                <a:gd name="T21" fmla="*/ 6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35">
                  <a:moveTo>
                    <a:pt x="13" y="6"/>
                  </a:moveTo>
                  <a:cubicBezTo>
                    <a:pt x="15" y="8"/>
                    <a:pt x="17" y="11"/>
                    <a:pt x="17" y="14"/>
                  </a:cubicBezTo>
                  <a:cubicBezTo>
                    <a:pt x="16" y="30"/>
                    <a:pt x="16" y="30"/>
                    <a:pt x="16" y="30"/>
                  </a:cubicBezTo>
                  <a:cubicBezTo>
                    <a:pt x="16" y="33"/>
                    <a:pt x="15" y="35"/>
                    <a:pt x="13" y="33"/>
                  </a:cubicBezTo>
                  <a:cubicBezTo>
                    <a:pt x="3" y="28"/>
                    <a:pt x="3" y="28"/>
                    <a:pt x="3" y="28"/>
                  </a:cubicBezTo>
                  <a:cubicBezTo>
                    <a:pt x="1" y="27"/>
                    <a:pt x="0" y="23"/>
                    <a:pt x="0" y="20"/>
                  </a:cubicBezTo>
                  <a:cubicBezTo>
                    <a:pt x="0" y="4"/>
                    <a:pt x="0" y="4"/>
                    <a:pt x="0" y="4"/>
                  </a:cubicBezTo>
                  <a:cubicBezTo>
                    <a:pt x="0" y="1"/>
                    <a:pt x="1" y="0"/>
                    <a:pt x="4" y="1"/>
                  </a:cubicBezTo>
                  <a:cubicBezTo>
                    <a:pt x="13" y="6"/>
                    <a:pt x="13" y="6"/>
                    <a:pt x="13" y="6"/>
                  </a:cubicBezTo>
                  <a:cubicBezTo>
                    <a:pt x="13" y="6"/>
                    <a:pt x="13" y="6"/>
                    <a:pt x="13" y="6"/>
                  </a:cubicBezTo>
                  <a:cubicBezTo>
                    <a:pt x="13" y="6"/>
                    <a:pt x="13" y="6"/>
                    <a:pt x="13" y="6"/>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76" name="未知"/>
            <p:cNvSpPr>
              <a:spLocks noChangeAspect="1"/>
            </p:cNvSpPr>
            <p:nvPr/>
          </p:nvSpPr>
          <p:spPr bwMode="auto">
            <a:xfrm>
              <a:off x="321" y="226"/>
              <a:ext cx="10" cy="21"/>
            </a:xfrm>
            <a:custGeom>
              <a:avLst/>
              <a:gdLst>
                <a:gd name="T0" fmla="*/ 13 w 17"/>
                <a:gd name="T1" fmla="*/ 7 h 35"/>
                <a:gd name="T2" fmla="*/ 16 w 17"/>
                <a:gd name="T3" fmla="*/ 14 h 35"/>
                <a:gd name="T4" fmla="*/ 16 w 17"/>
                <a:gd name="T5" fmla="*/ 30 h 35"/>
                <a:gd name="T6" fmla="*/ 13 w 17"/>
                <a:gd name="T7" fmla="*/ 34 h 35"/>
                <a:gd name="T8" fmla="*/ 3 w 17"/>
                <a:gd name="T9" fmla="*/ 28 h 35"/>
                <a:gd name="T10" fmla="*/ 0 w 17"/>
                <a:gd name="T11" fmla="*/ 21 h 35"/>
                <a:gd name="T12" fmla="*/ 0 w 17"/>
                <a:gd name="T13" fmla="*/ 5 h 35"/>
                <a:gd name="T14" fmla="*/ 3 w 17"/>
                <a:gd name="T15" fmla="*/ 1 h 35"/>
                <a:gd name="T16" fmla="*/ 13 w 17"/>
                <a:gd name="T17" fmla="*/ 7 h 35"/>
                <a:gd name="T18" fmla="*/ 13 w 17"/>
                <a:gd name="T19" fmla="*/ 7 h 35"/>
                <a:gd name="T20" fmla="*/ 13 w 17"/>
                <a:gd name="T21" fmla="*/ 7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35">
                  <a:moveTo>
                    <a:pt x="13" y="7"/>
                  </a:moveTo>
                  <a:cubicBezTo>
                    <a:pt x="15" y="8"/>
                    <a:pt x="17" y="11"/>
                    <a:pt x="16" y="14"/>
                  </a:cubicBezTo>
                  <a:cubicBezTo>
                    <a:pt x="16" y="30"/>
                    <a:pt x="16" y="30"/>
                    <a:pt x="16" y="30"/>
                  </a:cubicBezTo>
                  <a:cubicBezTo>
                    <a:pt x="16" y="33"/>
                    <a:pt x="15" y="35"/>
                    <a:pt x="13" y="34"/>
                  </a:cubicBezTo>
                  <a:cubicBezTo>
                    <a:pt x="3" y="28"/>
                    <a:pt x="3" y="28"/>
                    <a:pt x="3" y="28"/>
                  </a:cubicBezTo>
                  <a:cubicBezTo>
                    <a:pt x="1" y="27"/>
                    <a:pt x="0" y="24"/>
                    <a:pt x="0" y="21"/>
                  </a:cubicBezTo>
                  <a:cubicBezTo>
                    <a:pt x="0" y="5"/>
                    <a:pt x="0" y="5"/>
                    <a:pt x="0" y="5"/>
                  </a:cubicBezTo>
                  <a:cubicBezTo>
                    <a:pt x="0" y="2"/>
                    <a:pt x="1" y="0"/>
                    <a:pt x="3" y="1"/>
                  </a:cubicBezTo>
                  <a:cubicBezTo>
                    <a:pt x="13" y="7"/>
                    <a:pt x="13" y="7"/>
                    <a:pt x="13" y="7"/>
                  </a:cubicBezTo>
                  <a:cubicBezTo>
                    <a:pt x="13" y="7"/>
                    <a:pt x="13" y="7"/>
                    <a:pt x="13" y="7"/>
                  </a:cubicBezTo>
                  <a:cubicBezTo>
                    <a:pt x="13" y="7"/>
                    <a:pt x="13" y="7"/>
                    <a:pt x="13" y="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77" name="未知"/>
            <p:cNvSpPr>
              <a:spLocks noChangeAspect="1"/>
            </p:cNvSpPr>
            <p:nvPr/>
          </p:nvSpPr>
          <p:spPr bwMode="auto">
            <a:xfrm>
              <a:off x="337" y="235"/>
              <a:ext cx="9" cy="21"/>
            </a:xfrm>
            <a:custGeom>
              <a:avLst/>
              <a:gdLst>
                <a:gd name="T0" fmla="*/ 13 w 16"/>
                <a:gd name="T1" fmla="*/ 7 h 35"/>
                <a:gd name="T2" fmla="*/ 16 w 16"/>
                <a:gd name="T3" fmla="*/ 15 h 35"/>
                <a:gd name="T4" fmla="*/ 16 w 16"/>
                <a:gd name="T5" fmla="*/ 31 h 35"/>
                <a:gd name="T6" fmla="*/ 13 w 16"/>
                <a:gd name="T7" fmla="*/ 34 h 35"/>
                <a:gd name="T8" fmla="*/ 3 w 16"/>
                <a:gd name="T9" fmla="*/ 29 h 35"/>
                <a:gd name="T10" fmla="*/ 0 w 16"/>
                <a:gd name="T11" fmla="*/ 21 h 35"/>
                <a:gd name="T12" fmla="*/ 0 w 16"/>
                <a:gd name="T13" fmla="*/ 5 h 35"/>
                <a:gd name="T14" fmla="*/ 3 w 16"/>
                <a:gd name="T15" fmla="*/ 2 h 35"/>
                <a:gd name="T16" fmla="*/ 13 w 16"/>
                <a:gd name="T17" fmla="*/ 7 h 35"/>
                <a:gd name="T18" fmla="*/ 13 w 16"/>
                <a:gd name="T19" fmla="*/ 7 h 35"/>
                <a:gd name="T20" fmla="*/ 13 w 16"/>
                <a:gd name="T21" fmla="*/ 7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 h="35">
                  <a:moveTo>
                    <a:pt x="13" y="7"/>
                  </a:moveTo>
                  <a:cubicBezTo>
                    <a:pt x="15" y="8"/>
                    <a:pt x="16" y="12"/>
                    <a:pt x="16" y="15"/>
                  </a:cubicBezTo>
                  <a:cubicBezTo>
                    <a:pt x="16" y="31"/>
                    <a:pt x="16" y="31"/>
                    <a:pt x="16" y="31"/>
                  </a:cubicBezTo>
                  <a:cubicBezTo>
                    <a:pt x="16" y="34"/>
                    <a:pt x="15" y="35"/>
                    <a:pt x="13" y="34"/>
                  </a:cubicBezTo>
                  <a:cubicBezTo>
                    <a:pt x="3" y="29"/>
                    <a:pt x="3" y="29"/>
                    <a:pt x="3" y="29"/>
                  </a:cubicBezTo>
                  <a:cubicBezTo>
                    <a:pt x="1" y="28"/>
                    <a:pt x="0" y="24"/>
                    <a:pt x="0" y="21"/>
                  </a:cubicBezTo>
                  <a:cubicBezTo>
                    <a:pt x="0" y="5"/>
                    <a:pt x="0" y="5"/>
                    <a:pt x="0" y="5"/>
                  </a:cubicBezTo>
                  <a:cubicBezTo>
                    <a:pt x="0" y="2"/>
                    <a:pt x="1" y="0"/>
                    <a:pt x="3" y="2"/>
                  </a:cubicBezTo>
                  <a:cubicBezTo>
                    <a:pt x="13" y="7"/>
                    <a:pt x="13" y="7"/>
                    <a:pt x="13" y="7"/>
                  </a:cubicBezTo>
                  <a:cubicBezTo>
                    <a:pt x="13" y="7"/>
                    <a:pt x="13" y="7"/>
                    <a:pt x="13" y="7"/>
                  </a:cubicBezTo>
                  <a:cubicBezTo>
                    <a:pt x="13" y="7"/>
                    <a:pt x="13" y="7"/>
                    <a:pt x="13" y="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78" name="未知"/>
            <p:cNvSpPr>
              <a:spLocks noChangeAspect="1"/>
            </p:cNvSpPr>
            <p:nvPr/>
          </p:nvSpPr>
          <p:spPr bwMode="auto">
            <a:xfrm>
              <a:off x="352" y="245"/>
              <a:ext cx="10" cy="21"/>
            </a:xfrm>
            <a:custGeom>
              <a:avLst/>
              <a:gdLst>
                <a:gd name="T0" fmla="*/ 13 w 16"/>
                <a:gd name="T1" fmla="*/ 6 h 35"/>
                <a:gd name="T2" fmla="*/ 16 w 16"/>
                <a:gd name="T3" fmla="*/ 14 h 35"/>
                <a:gd name="T4" fmla="*/ 16 w 16"/>
                <a:gd name="T5" fmla="*/ 30 h 35"/>
                <a:gd name="T6" fmla="*/ 13 w 16"/>
                <a:gd name="T7" fmla="*/ 33 h 35"/>
                <a:gd name="T8" fmla="*/ 3 w 16"/>
                <a:gd name="T9" fmla="*/ 28 h 35"/>
                <a:gd name="T10" fmla="*/ 0 w 16"/>
                <a:gd name="T11" fmla="*/ 20 h 35"/>
                <a:gd name="T12" fmla="*/ 0 w 16"/>
                <a:gd name="T13" fmla="*/ 4 h 35"/>
                <a:gd name="T14" fmla="*/ 3 w 16"/>
                <a:gd name="T15" fmla="*/ 1 h 35"/>
                <a:gd name="T16" fmla="*/ 13 w 16"/>
                <a:gd name="T17" fmla="*/ 6 h 35"/>
                <a:gd name="T18" fmla="*/ 13 w 16"/>
                <a:gd name="T19" fmla="*/ 6 h 35"/>
                <a:gd name="T20" fmla="*/ 13 w 16"/>
                <a:gd name="T21" fmla="*/ 6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 h="35">
                  <a:moveTo>
                    <a:pt x="13" y="6"/>
                  </a:moveTo>
                  <a:cubicBezTo>
                    <a:pt x="15" y="7"/>
                    <a:pt x="16" y="11"/>
                    <a:pt x="16" y="14"/>
                  </a:cubicBezTo>
                  <a:cubicBezTo>
                    <a:pt x="16" y="30"/>
                    <a:pt x="16" y="30"/>
                    <a:pt x="16" y="30"/>
                  </a:cubicBezTo>
                  <a:cubicBezTo>
                    <a:pt x="16" y="33"/>
                    <a:pt x="15" y="35"/>
                    <a:pt x="13" y="33"/>
                  </a:cubicBezTo>
                  <a:cubicBezTo>
                    <a:pt x="3" y="28"/>
                    <a:pt x="3" y="28"/>
                    <a:pt x="3" y="28"/>
                  </a:cubicBezTo>
                  <a:cubicBezTo>
                    <a:pt x="1" y="27"/>
                    <a:pt x="0" y="23"/>
                    <a:pt x="0" y="20"/>
                  </a:cubicBezTo>
                  <a:cubicBezTo>
                    <a:pt x="0" y="4"/>
                    <a:pt x="0" y="4"/>
                    <a:pt x="0" y="4"/>
                  </a:cubicBezTo>
                  <a:cubicBezTo>
                    <a:pt x="0" y="1"/>
                    <a:pt x="1" y="0"/>
                    <a:pt x="3" y="1"/>
                  </a:cubicBezTo>
                  <a:cubicBezTo>
                    <a:pt x="13" y="6"/>
                    <a:pt x="13" y="6"/>
                    <a:pt x="13" y="6"/>
                  </a:cubicBezTo>
                  <a:cubicBezTo>
                    <a:pt x="13" y="6"/>
                    <a:pt x="13" y="6"/>
                    <a:pt x="13" y="6"/>
                  </a:cubicBezTo>
                  <a:cubicBezTo>
                    <a:pt x="13" y="6"/>
                    <a:pt x="13" y="6"/>
                    <a:pt x="13" y="6"/>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79" name="未知"/>
            <p:cNvSpPr>
              <a:spLocks noChangeAspect="1"/>
            </p:cNvSpPr>
            <p:nvPr/>
          </p:nvSpPr>
          <p:spPr bwMode="auto">
            <a:xfrm>
              <a:off x="368" y="254"/>
              <a:ext cx="10" cy="21"/>
            </a:xfrm>
            <a:custGeom>
              <a:avLst/>
              <a:gdLst>
                <a:gd name="T0" fmla="*/ 14 w 17"/>
                <a:gd name="T1" fmla="*/ 7 h 35"/>
                <a:gd name="T2" fmla="*/ 17 w 17"/>
                <a:gd name="T3" fmla="*/ 14 h 35"/>
                <a:gd name="T4" fmla="*/ 17 w 17"/>
                <a:gd name="T5" fmla="*/ 30 h 35"/>
                <a:gd name="T6" fmla="*/ 14 w 17"/>
                <a:gd name="T7" fmla="*/ 34 h 35"/>
                <a:gd name="T8" fmla="*/ 4 w 17"/>
                <a:gd name="T9" fmla="*/ 28 h 35"/>
                <a:gd name="T10" fmla="*/ 1 w 17"/>
                <a:gd name="T11" fmla="*/ 21 h 35"/>
                <a:gd name="T12" fmla="*/ 1 w 17"/>
                <a:gd name="T13" fmla="*/ 4 h 35"/>
                <a:gd name="T14" fmla="*/ 4 w 17"/>
                <a:gd name="T15" fmla="*/ 1 h 35"/>
                <a:gd name="T16" fmla="*/ 14 w 17"/>
                <a:gd name="T17" fmla="*/ 7 h 35"/>
                <a:gd name="T18" fmla="*/ 14 w 17"/>
                <a:gd name="T19" fmla="*/ 7 h 35"/>
                <a:gd name="T20" fmla="*/ 14 w 17"/>
                <a:gd name="T21" fmla="*/ 7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35">
                  <a:moveTo>
                    <a:pt x="14" y="7"/>
                  </a:moveTo>
                  <a:cubicBezTo>
                    <a:pt x="16" y="8"/>
                    <a:pt x="17" y="11"/>
                    <a:pt x="17" y="14"/>
                  </a:cubicBezTo>
                  <a:cubicBezTo>
                    <a:pt x="17" y="30"/>
                    <a:pt x="17" y="30"/>
                    <a:pt x="17" y="30"/>
                  </a:cubicBezTo>
                  <a:cubicBezTo>
                    <a:pt x="17" y="33"/>
                    <a:pt x="16" y="35"/>
                    <a:pt x="14" y="34"/>
                  </a:cubicBezTo>
                  <a:cubicBezTo>
                    <a:pt x="4" y="28"/>
                    <a:pt x="4" y="28"/>
                    <a:pt x="4" y="28"/>
                  </a:cubicBezTo>
                  <a:cubicBezTo>
                    <a:pt x="2" y="27"/>
                    <a:pt x="0" y="24"/>
                    <a:pt x="1" y="21"/>
                  </a:cubicBezTo>
                  <a:cubicBezTo>
                    <a:pt x="1" y="4"/>
                    <a:pt x="1" y="4"/>
                    <a:pt x="1" y="4"/>
                  </a:cubicBezTo>
                  <a:cubicBezTo>
                    <a:pt x="1" y="1"/>
                    <a:pt x="2" y="0"/>
                    <a:pt x="4" y="1"/>
                  </a:cubicBezTo>
                  <a:cubicBezTo>
                    <a:pt x="14" y="7"/>
                    <a:pt x="14" y="7"/>
                    <a:pt x="14" y="7"/>
                  </a:cubicBezTo>
                  <a:cubicBezTo>
                    <a:pt x="14" y="7"/>
                    <a:pt x="14" y="7"/>
                    <a:pt x="14" y="7"/>
                  </a:cubicBezTo>
                  <a:cubicBezTo>
                    <a:pt x="14" y="7"/>
                    <a:pt x="14" y="7"/>
                    <a:pt x="14" y="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80" name="未知"/>
            <p:cNvSpPr>
              <a:spLocks noChangeAspect="1"/>
            </p:cNvSpPr>
            <p:nvPr/>
          </p:nvSpPr>
          <p:spPr bwMode="auto">
            <a:xfrm>
              <a:off x="210" y="203"/>
              <a:ext cx="10" cy="22"/>
            </a:xfrm>
            <a:custGeom>
              <a:avLst/>
              <a:gdLst>
                <a:gd name="T0" fmla="*/ 13 w 17"/>
                <a:gd name="T1" fmla="*/ 6 h 35"/>
                <a:gd name="T2" fmla="*/ 17 w 17"/>
                <a:gd name="T3" fmla="*/ 14 h 35"/>
                <a:gd name="T4" fmla="*/ 17 w 17"/>
                <a:gd name="T5" fmla="*/ 30 h 35"/>
                <a:gd name="T6" fmla="*/ 13 w 17"/>
                <a:gd name="T7" fmla="*/ 34 h 35"/>
                <a:gd name="T8" fmla="*/ 4 w 17"/>
                <a:gd name="T9" fmla="*/ 28 h 35"/>
                <a:gd name="T10" fmla="*/ 0 w 17"/>
                <a:gd name="T11" fmla="*/ 20 h 35"/>
                <a:gd name="T12" fmla="*/ 0 w 17"/>
                <a:gd name="T13" fmla="*/ 4 h 35"/>
                <a:gd name="T14" fmla="*/ 4 w 17"/>
                <a:gd name="T15" fmla="*/ 1 h 35"/>
                <a:gd name="T16" fmla="*/ 13 w 17"/>
                <a:gd name="T17" fmla="*/ 6 h 35"/>
                <a:gd name="T18" fmla="*/ 13 w 17"/>
                <a:gd name="T19" fmla="*/ 6 h 35"/>
                <a:gd name="T20" fmla="*/ 13 w 17"/>
                <a:gd name="T21" fmla="*/ 6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35">
                  <a:moveTo>
                    <a:pt x="13" y="6"/>
                  </a:moveTo>
                  <a:cubicBezTo>
                    <a:pt x="15" y="8"/>
                    <a:pt x="17" y="11"/>
                    <a:pt x="17" y="14"/>
                  </a:cubicBezTo>
                  <a:cubicBezTo>
                    <a:pt x="17" y="30"/>
                    <a:pt x="17" y="30"/>
                    <a:pt x="17" y="30"/>
                  </a:cubicBezTo>
                  <a:cubicBezTo>
                    <a:pt x="17" y="33"/>
                    <a:pt x="15" y="35"/>
                    <a:pt x="13" y="34"/>
                  </a:cubicBezTo>
                  <a:cubicBezTo>
                    <a:pt x="4" y="28"/>
                    <a:pt x="4" y="28"/>
                    <a:pt x="4" y="28"/>
                  </a:cubicBezTo>
                  <a:cubicBezTo>
                    <a:pt x="1" y="27"/>
                    <a:pt x="0" y="24"/>
                    <a:pt x="0" y="20"/>
                  </a:cubicBezTo>
                  <a:cubicBezTo>
                    <a:pt x="0" y="4"/>
                    <a:pt x="0" y="4"/>
                    <a:pt x="0" y="4"/>
                  </a:cubicBezTo>
                  <a:cubicBezTo>
                    <a:pt x="0" y="1"/>
                    <a:pt x="2" y="0"/>
                    <a:pt x="4" y="1"/>
                  </a:cubicBezTo>
                  <a:cubicBezTo>
                    <a:pt x="13" y="6"/>
                    <a:pt x="13" y="6"/>
                    <a:pt x="13" y="6"/>
                  </a:cubicBezTo>
                  <a:cubicBezTo>
                    <a:pt x="13" y="6"/>
                    <a:pt x="13" y="6"/>
                    <a:pt x="13" y="6"/>
                  </a:cubicBezTo>
                  <a:cubicBezTo>
                    <a:pt x="13" y="6"/>
                    <a:pt x="13" y="6"/>
                    <a:pt x="13" y="6"/>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81" name="未知"/>
            <p:cNvSpPr>
              <a:spLocks noChangeAspect="1"/>
            </p:cNvSpPr>
            <p:nvPr/>
          </p:nvSpPr>
          <p:spPr bwMode="auto">
            <a:xfrm>
              <a:off x="226" y="213"/>
              <a:ext cx="10" cy="21"/>
            </a:xfrm>
            <a:custGeom>
              <a:avLst/>
              <a:gdLst>
                <a:gd name="T0" fmla="*/ 13 w 17"/>
                <a:gd name="T1" fmla="*/ 7 h 35"/>
                <a:gd name="T2" fmla="*/ 17 w 17"/>
                <a:gd name="T3" fmla="*/ 14 h 35"/>
                <a:gd name="T4" fmla="*/ 17 w 17"/>
                <a:gd name="T5" fmla="*/ 30 h 35"/>
                <a:gd name="T6" fmla="*/ 13 w 17"/>
                <a:gd name="T7" fmla="*/ 34 h 35"/>
                <a:gd name="T8" fmla="*/ 4 w 17"/>
                <a:gd name="T9" fmla="*/ 28 h 35"/>
                <a:gd name="T10" fmla="*/ 0 w 17"/>
                <a:gd name="T11" fmla="*/ 21 h 35"/>
                <a:gd name="T12" fmla="*/ 0 w 17"/>
                <a:gd name="T13" fmla="*/ 5 h 35"/>
                <a:gd name="T14" fmla="*/ 4 w 17"/>
                <a:gd name="T15" fmla="*/ 1 h 35"/>
                <a:gd name="T16" fmla="*/ 13 w 17"/>
                <a:gd name="T17" fmla="*/ 7 h 35"/>
                <a:gd name="T18" fmla="*/ 13 w 17"/>
                <a:gd name="T19" fmla="*/ 7 h 35"/>
                <a:gd name="T20" fmla="*/ 13 w 17"/>
                <a:gd name="T21" fmla="*/ 7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35">
                  <a:moveTo>
                    <a:pt x="13" y="7"/>
                  </a:moveTo>
                  <a:cubicBezTo>
                    <a:pt x="15" y="8"/>
                    <a:pt x="17" y="11"/>
                    <a:pt x="17" y="14"/>
                  </a:cubicBezTo>
                  <a:cubicBezTo>
                    <a:pt x="17" y="30"/>
                    <a:pt x="17" y="30"/>
                    <a:pt x="17" y="30"/>
                  </a:cubicBezTo>
                  <a:cubicBezTo>
                    <a:pt x="17" y="34"/>
                    <a:pt x="15" y="35"/>
                    <a:pt x="13" y="34"/>
                  </a:cubicBezTo>
                  <a:cubicBezTo>
                    <a:pt x="4" y="28"/>
                    <a:pt x="4" y="28"/>
                    <a:pt x="4" y="28"/>
                  </a:cubicBezTo>
                  <a:cubicBezTo>
                    <a:pt x="1" y="27"/>
                    <a:pt x="0" y="24"/>
                    <a:pt x="0" y="21"/>
                  </a:cubicBezTo>
                  <a:cubicBezTo>
                    <a:pt x="0" y="5"/>
                    <a:pt x="0" y="5"/>
                    <a:pt x="0" y="5"/>
                  </a:cubicBezTo>
                  <a:cubicBezTo>
                    <a:pt x="0" y="2"/>
                    <a:pt x="2" y="0"/>
                    <a:pt x="4" y="1"/>
                  </a:cubicBezTo>
                  <a:cubicBezTo>
                    <a:pt x="13" y="7"/>
                    <a:pt x="13" y="7"/>
                    <a:pt x="13" y="7"/>
                  </a:cubicBezTo>
                  <a:cubicBezTo>
                    <a:pt x="13" y="7"/>
                    <a:pt x="13" y="7"/>
                    <a:pt x="13" y="7"/>
                  </a:cubicBezTo>
                  <a:cubicBezTo>
                    <a:pt x="13" y="7"/>
                    <a:pt x="13" y="7"/>
                    <a:pt x="13" y="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82" name="未知"/>
            <p:cNvSpPr>
              <a:spLocks noChangeAspect="1"/>
            </p:cNvSpPr>
            <p:nvPr/>
          </p:nvSpPr>
          <p:spPr bwMode="auto">
            <a:xfrm>
              <a:off x="242" y="222"/>
              <a:ext cx="10" cy="21"/>
            </a:xfrm>
            <a:custGeom>
              <a:avLst/>
              <a:gdLst>
                <a:gd name="T0" fmla="*/ 13 w 17"/>
                <a:gd name="T1" fmla="*/ 7 h 35"/>
                <a:gd name="T2" fmla="*/ 17 w 17"/>
                <a:gd name="T3" fmla="*/ 15 h 35"/>
                <a:gd name="T4" fmla="*/ 17 w 17"/>
                <a:gd name="T5" fmla="*/ 31 h 35"/>
                <a:gd name="T6" fmla="*/ 13 w 17"/>
                <a:gd name="T7" fmla="*/ 34 h 35"/>
                <a:gd name="T8" fmla="*/ 4 w 17"/>
                <a:gd name="T9" fmla="*/ 29 h 35"/>
                <a:gd name="T10" fmla="*/ 0 w 17"/>
                <a:gd name="T11" fmla="*/ 21 h 35"/>
                <a:gd name="T12" fmla="*/ 0 w 17"/>
                <a:gd name="T13" fmla="*/ 5 h 35"/>
                <a:gd name="T14" fmla="*/ 4 w 17"/>
                <a:gd name="T15" fmla="*/ 2 h 35"/>
                <a:gd name="T16" fmla="*/ 13 w 17"/>
                <a:gd name="T17" fmla="*/ 7 h 35"/>
                <a:gd name="T18" fmla="*/ 13 w 17"/>
                <a:gd name="T19" fmla="*/ 7 h 35"/>
                <a:gd name="T20" fmla="*/ 13 w 17"/>
                <a:gd name="T21" fmla="*/ 7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35">
                  <a:moveTo>
                    <a:pt x="13" y="7"/>
                  </a:moveTo>
                  <a:cubicBezTo>
                    <a:pt x="15" y="8"/>
                    <a:pt x="17" y="12"/>
                    <a:pt x="17" y="15"/>
                  </a:cubicBezTo>
                  <a:cubicBezTo>
                    <a:pt x="17" y="31"/>
                    <a:pt x="17" y="31"/>
                    <a:pt x="17" y="31"/>
                  </a:cubicBezTo>
                  <a:cubicBezTo>
                    <a:pt x="17" y="34"/>
                    <a:pt x="15" y="35"/>
                    <a:pt x="13" y="34"/>
                  </a:cubicBezTo>
                  <a:cubicBezTo>
                    <a:pt x="4" y="29"/>
                    <a:pt x="4" y="29"/>
                    <a:pt x="4" y="29"/>
                  </a:cubicBezTo>
                  <a:cubicBezTo>
                    <a:pt x="1" y="28"/>
                    <a:pt x="0" y="24"/>
                    <a:pt x="0" y="21"/>
                  </a:cubicBezTo>
                  <a:cubicBezTo>
                    <a:pt x="0" y="5"/>
                    <a:pt x="0" y="5"/>
                    <a:pt x="0" y="5"/>
                  </a:cubicBezTo>
                  <a:cubicBezTo>
                    <a:pt x="0" y="2"/>
                    <a:pt x="2" y="0"/>
                    <a:pt x="4" y="2"/>
                  </a:cubicBezTo>
                  <a:cubicBezTo>
                    <a:pt x="13" y="7"/>
                    <a:pt x="13" y="7"/>
                    <a:pt x="13" y="7"/>
                  </a:cubicBezTo>
                  <a:cubicBezTo>
                    <a:pt x="13" y="7"/>
                    <a:pt x="13" y="7"/>
                    <a:pt x="13" y="7"/>
                  </a:cubicBezTo>
                  <a:cubicBezTo>
                    <a:pt x="13" y="7"/>
                    <a:pt x="13" y="7"/>
                    <a:pt x="13" y="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83" name="未知"/>
            <p:cNvSpPr>
              <a:spLocks noChangeAspect="1"/>
            </p:cNvSpPr>
            <p:nvPr/>
          </p:nvSpPr>
          <p:spPr bwMode="auto">
            <a:xfrm>
              <a:off x="257" y="231"/>
              <a:ext cx="11" cy="22"/>
            </a:xfrm>
            <a:custGeom>
              <a:avLst/>
              <a:gdLst>
                <a:gd name="T0" fmla="*/ 13 w 17"/>
                <a:gd name="T1" fmla="*/ 6 h 35"/>
                <a:gd name="T2" fmla="*/ 17 w 17"/>
                <a:gd name="T3" fmla="*/ 14 h 35"/>
                <a:gd name="T4" fmla="*/ 17 w 17"/>
                <a:gd name="T5" fmla="*/ 30 h 35"/>
                <a:gd name="T6" fmla="*/ 13 w 17"/>
                <a:gd name="T7" fmla="*/ 33 h 35"/>
                <a:gd name="T8" fmla="*/ 4 w 17"/>
                <a:gd name="T9" fmla="*/ 28 h 35"/>
                <a:gd name="T10" fmla="*/ 0 w 17"/>
                <a:gd name="T11" fmla="*/ 20 h 35"/>
                <a:gd name="T12" fmla="*/ 0 w 17"/>
                <a:gd name="T13" fmla="*/ 4 h 35"/>
                <a:gd name="T14" fmla="*/ 4 w 17"/>
                <a:gd name="T15" fmla="*/ 1 h 35"/>
                <a:gd name="T16" fmla="*/ 13 w 17"/>
                <a:gd name="T17" fmla="*/ 6 h 35"/>
                <a:gd name="T18" fmla="*/ 13 w 17"/>
                <a:gd name="T19" fmla="*/ 6 h 35"/>
                <a:gd name="T20" fmla="*/ 13 w 17"/>
                <a:gd name="T21" fmla="*/ 6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35">
                  <a:moveTo>
                    <a:pt x="13" y="6"/>
                  </a:moveTo>
                  <a:cubicBezTo>
                    <a:pt x="15" y="7"/>
                    <a:pt x="17" y="11"/>
                    <a:pt x="17" y="14"/>
                  </a:cubicBezTo>
                  <a:cubicBezTo>
                    <a:pt x="17" y="30"/>
                    <a:pt x="17" y="30"/>
                    <a:pt x="17" y="30"/>
                  </a:cubicBezTo>
                  <a:cubicBezTo>
                    <a:pt x="17" y="33"/>
                    <a:pt x="15" y="35"/>
                    <a:pt x="13" y="33"/>
                  </a:cubicBezTo>
                  <a:cubicBezTo>
                    <a:pt x="4" y="28"/>
                    <a:pt x="4" y="28"/>
                    <a:pt x="4" y="28"/>
                  </a:cubicBezTo>
                  <a:cubicBezTo>
                    <a:pt x="1" y="27"/>
                    <a:pt x="0" y="23"/>
                    <a:pt x="0" y="20"/>
                  </a:cubicBezTo>
                  <a:cubicBezTo>
                    <a:pt x="0" y="4"/>
                    <a:pt x="0" y="4"/>
                    <a:pt x="0" y="4"/>
                  </a:cubicBezTo>
                  <a:cubicBezTo>
                    <a:pt x="0" y="1"/>
                    <a:pt x="1" y="0"/>
                    <a:pt x="4" y="1"/>
                  </a:cubicBezTo>
                  <a:cubicBezTo>
                    <a:pt x="13" y="6"/>
                    <a:pt x="13" y="6"/>
                    <a:pt x="13" y="6"/>
                  </a:cubicBezTo>
                  <a:cubicBezTo>
                    <a:pt x="13" y="6"/>
                    <a:pt x="13" y="6"/>
                    <a:pt x="13" y="6"/>
                  </a:cubicBezTo>
                  <a:cubicBezTo>
                    <a:pt x="13" y="6"/>
                    <a:pt x="13" y="6"/>
                    <a:pt x="13" y="6"/>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84" name="未知"/>
            <p:cNvSpPr>
              <a:spLocks noChangeAspect="1"/>
            </p:cNvSpPr>
            <p:nvPr/>
          </p:nvSpPr>
          <p:spPr bwMode="auto">
            <a:xfrm>
              <a:off x="273" y="241"/>
              <a:ext cx="11" cy="21"/>
            </a:xfrm>
            <a:custGeom>
              <a:avLst/>
              <a:gdLst>
                <a:gd name="T0" fmla="*/ 13 w 17"/>
                <a:gd name="T1" fmla="*/ 7 h 35"/>
                <a:gd name="T2" fmla="*/ 17 w 17"/>
                <a:gd name="T3" fmla="*/ 14 h 35"/>
                <a:gd name="T4" fmla="*/ 17 w 17"/>
                <a:gd name="T5" fmla="*/ 30 h 35"/>
                <a:gd name="T6" fmla="*/ 13 w 17"/>
                <a:gd name="T7" fmla="*/ 34 h 35"/>
                <a:gd name="T8" fmla="*/ 3 w 17"/>
                <a:gd name="T9" fmla="*/ 28 h 35"/>
                <a:gd name="T10" fmla="*/ 0 w 17"/>
                <a:gd name="T11" fmla="*/ 21 h 35"/>
                <a:gd name="T12" fmla="*/ 0 w 17"/>
                <a:gd name="T13" fmla="*/ 5 h 35"/>
                <a:gd name="T14" fmla="*/ 4 w 17"/>
                <a:gd name="T15" fmla="*/ 1 h 35"/>
                <a:gd name="T16" fmla="*/ 13 w 17"/>
                <a:gd name="T17" fmla="*/ 7 h 35"/>
                <a:gd name="T18" fmla="*/ 13 w 17"/>
                <a:gd name="T19" fmla="*/ 7 h 35"/>
                <a:gd name="T20" fmla="*/ 13 w 17"/>
                <a:gd name="T21" fmla="*/ 7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35">
                  <a:moveTo>
                    <a:pt x="13" y="7"/>
                  </a:moveTo>
                  <a:cubicBezTo>
                    <a:pt x="15" y="8"/>
                    <a:pt x="17" y="11"/>
                    <a:pt x="17" y="14"/>
                  </a:cubicBezTo>
                  <a:cubicBezTo>
                    <a:pt x="17" y="30"/>
                    <a:pt x="17" y="30"/>
                    <a:pt x="17" y="30"/>
                  </a:cubicBezTo>
                  <a:cubicBezTo>
                    <a:pt x="17" y="33"/>
                    <a:pt x="15" y="35"/>
                    <a:pt x="13" y="34"/>
                  </a:cubicBezTo>
                  <a:cubicBezTo>
                    <a:pt x="3" y="28"/>
                    <a:pt x="3" y="28"/>
                    <a:pt x="3" y="28"/>
                  </a:cubicBezTo>
                  <a:cubicBezTo>
                    <a:pt x="1" y="27"/>
                    <a:pt x="0" y="24"/>
                    <a:pt x="0" y="21"/>
                  </a:cubicBezTo>
                  <a:cubicBezTo>
                    <a:pt x="0" y="5"/>
                    <a:pt x="0" y="5"/>
                    <a:pt x="0" y="5"/>
                  </a:cubicBezTo>
                  <a:cubicBezTo>
                    <a:pt x="0" y="1"/>
                    <a:pt x="1" y="0"/>
                    <a:pt x="4" y="1"/>
                  </a:cubicBezTo>
                  <a:cubicBezTo>
                    <a:pt x="13" y="7"/>
                    <a:pt x="13" y="7"/>
                    <a:pt x="13" y="7"/>
                  </a:cubicBezTo>
                  <a:cubicBezTo>
                    <a:pt x="13" y="7"/>
                    <a:pt x="13" y="7"/>
                    <a:pt x="13" y="7"/>
                  </a:cubicBezTo>
                  <a:cubicBezTo>
                    <a:pt x="13" y="7"/>
                    <a:pt x="13" y="7"/>
                    <a:pt x="13" y="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85" name="未知"/>
            <p:cNvSpPr>
              <a:spLocks noChangeAspect="1"/>
            </p:cNvSpPr>
            <p:nvPr/>
          </p:nvSpPr>
          <p:spPr bwMode="auto">
            <a:xfrm>
              <a:off x="289" y="250"/>
              <a:ext cx="10" cy="21"/>
            </a:xfrm>
            <a:custGeom>
              <a:avLst/>
              <a:gdLst>
                <a:gd name="T0" fmla="*/ 13 w 17"/>
                <a:gd name="T1" fmla="*/ 7 h 35"/>
                <a:gd name="T2" fmla="*/ 17 w 17"/>
                <a:gd name="T3" fmla="*/ 15 h 35"/>
                <a:gd name="T4" fmla="*/ 17 w 17"/>
                <a:gd name="T5" fmla="*/ 31 h 35"/>
                <a:gd name="T6" fmla="*/ 13 w 17"/>
                <a:gd name="T7" fmla="*/ 34 h 35"/>
                <a:gd name="T8" fmla="*/ 3 w 17"/>
                <a:gd name="T9" fmla="*/ 29 h 35"/>
                <a:gd name="T10" fmla="*/ 0 w 17"/>
                <a:gd name="T11" fmla="*/ 21 h 35"/>
                <a:gd name="T12" fmla="*/ 0 w 17"/>
                <a:gd name="T13" fmla="*/ 5 h 35"/>
                <a:gd name="T14" fmla="*/ 4 w 17"/>
                <a:gd name="T15" fmla="*/ 2 h 35"/>
                <a:gd name="T16" fmla="*/ 13 w 17"/>
                <a:gd name="T17" fmla="*/ 7 h 35"/>
                <a:gd name="T18" fmla="*/ 13 w 17"/>
                <a:gd name="T19" fmla="*/ 7 h 35"/>
                <a:gd name="T20" fmla="*/ 13 w 17"/>
                <a:gd name="T21" fmla="*/ 7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35">
                  <a:moveTo>
                    <a:pt x="13" y="7"/>
                  </a:moveTo>
                  <a:cubicBezTo>
                    <a:pt x="15" y="8"/>
                    <a:pt x="17" y="12"/>
                    <a:pt x="17" y="15"/>
                  </a:cubicBezTo>
                  <a:cubicBezTo>
                    <a:pt x="17" y="31"/>
                    <a:pt x="17" y="31"/>
                    <a:pt x="17" y="31"/>
                  </a:cubicBezTo>
                  <a:cubicBezTo>
                    <a:pt x="17" y="34"/>
                    <a:pt x="15" y="35"/>
                    <a:pt x="13" y="34"/>
                  </a:cubicBezTo>
                  <a:cubicBezTo>
                    <a:pt x="3" y="29"/>
                    <a:pt x="3" y="29"/>
                    <a:pt x="3" y="29"/>
                  </a:cubicBezTo>
                  <a:cubicBezTo>
                    <a:pt x="1" y="27"/>
                    <a:pt x="0" y="24"/>
                    <a:pt x="0" y="21"/>
                  </a:cubicBezTo>
                  <a:cubicBezTo>
                    <a:pt x="0" y="5"/>
                    <a:pt x="0" y="5"/>
                    <a:pt x="0" y="5"/>
                  </a:cubicBezTo>
                  <a:cubicBezTo>
                    <a:pt x="0" y="2"/>
                    <a:pt x="1" y="0"/>
                    <a:pt x="4" y="2"/>
                  </a:cubicBezTo>
                  <a:cubicBezTo>
                    <a:pt x="13" y="7"/>
                    <a:pt x="13" y="7"/>
                    <a:pt x="13" y="7"/>
                  </a:cubicBezTo>
                  <a:cubicBezTo>
                    <a:pt x="13" y="7"/>
                    <a:pt x="13" y="7"/>
                    <a:pt x="13" y="7"/>
                  </a:cubicBezTo>
                  <a:cubicBezTo>
                    <a:pt x="13" y="7"/>
                    <a:pt x="13" y="7"/>
                    <a:pt x="13" y="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86" name="未知"/>
            <p:cNvSpPr>
              <a:spLocks noChangeAspect="1"/>
            </p:cNvSpPr>
            <p:nvPr/>
          </p:nvSpPr>
          <p:spPr bwMode="auto">
            <a:xfrm>
              <a:off x="305" y="260"/>
              <a:ext cx="10" cy="21"/>
            </a:xfrm>
            <a:custGeom>
              <a:avLst/>
              <a:gdLst>
                <a:gd name="T0" fmla="*/ 13 w 17"/>
                <a:gd name="T1" fmla="*/ 6 h 35"/>
                <a:gd name="T2" fmla="*/ 17 w 17"/>
                <a:gd name="T3" fmla="*/ 14 h 35"/>
                <a:gd name="T4" fmla="*/ 16 w 17"/>
                <a:gd name="T5" fmla="*/ 30 h 35"/>
                <a:gd name="T6" fmla="*/ 13 w 17"/>
                <a:gd name="T7" fmla="*/ 33 h 35"/>
                <a:gd name="T8" fmla="*/ 3 w 17"/>
                <a:gd name="T9" fmla="*/ 28 h 35"/>
                <a:gd name="T10" fmla="*/ 0 w 17"/>
                <a:gd name="T11" fmla="*/ 20 h 35"/>
                <a:gd name="T12" fmla="*/ 0 w 17"/>
                <a:gd name="T13" fmla="*/ 4 h 35"/>
                <a:gd name="T14" fmla="*/ 4 w 17"/>
                <a:gd name="T15" fmla="*/ 1 h 35"/>
                <a:gd name="T16" fmla="*/ 13 w 17"/>
                <a:gd name="T17" fmla="*/ 6 h 35"/>
                <a:gd name="T18" fmla="*/ 13 w 17"/>
                <a:gd name="T19" fmla="*/ 6 h 35"/>
                <a:gd name="T20" fmla="*/ 13 w 17"/>
                <a:gd name="T21" fmla="*/ 6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35">
                  <a:moveTo>
                    <a:pt x="13" y="6"/>
                  </a:moveTo>
                  <a:cubicBezTo>
                    <a:pt x="15" y="7"/>
                    <a:pt x="17" y="11"/>
                    <a:pt x="17" y="14"/>
                  </a:cubicBezTo>
                  <a:cubicBezTo>
                    <a:pt x="16" y="30"/>
                    <a:pt x="16" y="30"/>
                    <a:pt x="16" y="30"/>
                  </a:cubicBezTo>
                  <a:cubicBezTo>
                    <a:pt x="16" y="33"/>
                    <a:pt x="15" y="35"/>
                    <a:pt x="13" y="33"/>
                  </a:cubicBezTo>
                  <a:cubicBezTo>
                    <a:pt x="3" y="28"/>
                    <a:pt x="3" y="28"/>
                    <a:pt x="3" y="28"/>
                  </a:cubicBezTo>
                  <a:cubicBezTo>
                    <a:pt x="1" y="27"/>
                    <a:pt x="0" y="23"/>
                    <a:pt x="0" y="20"/>
                  </a:cubicBezTo>
                  <a:cubicBezTo>
                    <a:pt x="0" y="4"/>
                    <a:pt x="0" y="4"/>
                    <a:pt x="0" y="4"/>
                  </a:cubicBezTo>
                  <a:cubicBezTo>
                    <a:pt x="0" y="1"/>
                    <a:pt x="1" y="0"/>
                    <a:pt x="4" y="1"/>
                  </a:cubicBezTo>
                  <a:cubicBezTo>
                    <a:pt x="13" y="6"/>
                    <a:pt x="13" y="6"/>
                    <a:pt x="13" y="6"/>
                  </a:cubicBezTo>
                  <a:cubicBezTo>
                    <a:pt x="13" y="6"/>
                    <a:pt x="13" y="6"/>
                    <a:pt x="13" y="6"/>
                  </a:cubicBezTo>
                  <a:cubicBezTo>
                    <a:pt x="13" y="6"/>
                    <a:pt x="13" y="6"/>
                    <a:pt x="13" y="6"/>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87" name="未知"/>
            <p:cNvSpPr>
              <a:spLocks noChangeAspect="1"/>
            </p:cNvSpPr>
            <p:nvPr/>
          </p:nvSpPr>
          <p:spPr bwMode="auto">
            <a:xfrm>
              <a:off x="321" y="269"/>
              <a:ext cx="10" cy="21"/>
            </a:xfrm>
            <a:custGeom>
              <a:avLst/>
              <a:gdLst>
                <a:gd name="T0" fmla="*/ 13 w 17"/>
                <a:gd name="T1" fmla="*/ 6 h 35"/>
                <a:gd name="T2" fmla="*/ 16 w 17"/>
                <a:gd name="T3" fmla="*/ 14 h 35"/>
                <a:gd name="T4" fmla="*/ 16 w 17"/>
                <a:gd name="T5" fmla="*/ 30 h 35"/>
                <a:gd name="T6" fmla="*/ 13 w 17"/>
                <a:gd name="T7" fmla="*/ 34 h 35"/>
                <a:gd name="T8" fmla="*/ 3 w 17"/>
                <a:gd name="T9" fmla="*/ 28 h 35"/>
                <a:gd name="T10" fmla="*/ 0 w 17"/>
                <a:gd name="T11" fmla="*/ 21 h 35"/>
                <a:gd name="T12" fmla="*/ 0 w 17"/>
                <a:gd name="T13" fmla="*/ 4 h 35"/>
                <a:gd name="T14" fmla="*/ 3 w 17"/>
                <a:gd name="T15" fmla="*/ 1 h 35"/>
                <a:gd name="T16" fmla="*/ 13 w 17"/>
                <a:gd name="T17" fmla="*/ 6 h 35"/>
                <a:gd name="T18" fmla="*/ 13 w 17"/>
                <a:gd name="T19" fmla="*/ 6 h 35"/>
                <a:gd name="T20" fmla="*/ 13 w 17"/>
                <a:gd name="T21" fmla="*/ 6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35">
                  <a:moveTo>
                    <a:pt x="13" y="6"/>
                  </a:moveTo>
                  <a:cubicBezTo>
                    <a:pt x="15" y="8"/>
                    <a:pt x="17" y="11"/>
                    <a:pt x="16" y="14"/>
                  </a:cubicBezTo>
                  <a:cubicBezTo>
                    <a:pt x="16" y="30"/>
                    <a:pt x="16" y="30"/>
                    <a:pt x="16" y="30"/>
                  </a:cubicBezTo>
                  <a:cubicBezTo>
                    <a:pt x="16" y="33"/>
                    <a:pt x="15" y="35"/>
                    <a:pt x="13" y="34"/>
                  </a:cubicBezTo>
                  <a:cubicBezTo>
                    <a:pt x="3" y="28"/>
                    <a:pt x="3" y="28"/>
                    <a:pt x="3" y="28"/>
                  </a:cubicBezTo>
                  <a:cubicBezTo>
                    <a:pt x="1" y="27"/>
                    <a:pt x="0" y="24"/>
                    <a:pt x="0" y="21"/>
                  </a:cubicBezTo>
                  <a:cubicBezTo>
                    <a:pt x="0" y="4"/>
                    <a:pt x="0" y="4"/>
                    <a:pt x="0" y="4"/>
                  </a:cubicBezTo>
                  <a:cubicBezTo>
                    <a:pt x="0" y="1"/>
                    <a:pt x="1" y="0"/>
                    <a:pt x="3" y="1"/>
                  </a:cubicBezTo>
                  <a:cubicBezTo>
                    <a:pt x="13" y="6"/>
                    <a:pt x="13" y="6"/>
                    <a:pt x="13" y="6"/>
                  </a:cubicBezTo>
                  <a:cubicBezTo>
                    <a:pt x="13" y="6"/>
                    <a:pt x="13" y="6"/>
                    <a:pt x="13" y="6"/>
                  </a:cubicBezTo>
                  <a:cubicBezTo>
                    <a:pt x="13" y="6"/>
                    <a:pt x="13" y="6"/>
                    <a:pt x="13" y="6"/>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88" name="未知"/>
            <p:cNvSpPr>
              <a:spLocks noChangeAspect="1"/>
            </p:cNvSpPr>
            <p:nvPr/>
          </p:nvSpPr>
          <p:spPr bwMode="auto">
            <a:xfrm>
              <a:off x="337" y="278"/>
              <a:ext cx="9" cy="21"/>
            </a:xfrm>
            <a:custGeom>
              <a:avLst/>
              <a:gdLst>
                <a:gd name="T0" fmla="*/ 13 w 16"/>
                <a:gd name="T1" fmla="*/ 7 h 35"/>
                <a:gd name="T2" fmla="*/ 16 w 16"/>
                <a:gd name="T3" fmla="*/ 14 h 35"/>
                <a:gd name="T4" fmla="*/ 16 w 16"/>
                <a:gd name="T5" fmla="*/ 31 h 35"/>
                <a:gd name="T6" fmla="*/ 13 w 16"/>
                <a:gd name="T7" fmla="*/ 34 h 35"/>
                <a:gd name="T8" fmla="*/ 3 w 16"/>
                <a:gd name="T9" fmla="*/ 29 h 35"/>
                <a:gd name="T10" fmla="*/ 0 w 16"/>
                <a:gd name="T11" fmla="*/ 21 h 35"/>
                <a:gd name="T12" fmla="*/ 0 w 16"/>
                <a:gd name="T13" fmla="*/ 5 h 35"/>
                <a:gd name="T14" fmla="*/ 3 w 16"/>
                <a:gd name="T15" fmla="*/ 1 h 35"/>
                <a:gd name="T16" fmla="*/ 13 w 16"/>
                <a:gd name="T17" fmla="*/ 7 h 35"/>
                <a:gd name="T18" fmla="*/ 13 w 16"/>
                <a:gd name="T19" fmla="*/ 7 h 35"/>
                <a:gd name="T20" fmla="*/ 13 w 16"/>
                <a:gd name="T21" fmla="*/ 7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 h="35">
                  <a:moveTo>
                    <a:pt x="13" y="7"/>
                  </a:moveTo>
                  <a:cubicBezTo>
                    <a:pt x="15" y="8"/>
                    <a:pt x="16" y="11"/>
                    <a:pt x="16" y="14"/>
                  </a:cubicBezTo>
                  <a:cubicBezTo>
                    <a:pt x="16" y="31"/>
                    <a:pt x="16" y="31"/>
                    <a:pt x="16" y="31"/>
                  </a:cubicBezTo>
                  <a:cubicBezTo>
                    <a:pt x="16" y="34"/>
                    <a:pt x="15" y="35"/>
                    <a:pt x="13" y="34"/>
                  </a:cubicBezTo>
                  <a:cubicBezTo>
                    <a:pt x="3" y="29"/>
                    <a:pt x="3" y="29"/>
                    <a:pt x="3" y="29"/>
                  </a:cubicBezTo>
                  <a:cubicBezTo>
                    <a:pt x="1" y="27"/>
                    <a:pt x="0" y="24"/>
                    <a:pt x="0" y="21"/>
                  </a:cubicBezTo>
                  <a:cubicBezTo>
                    <a:pt x="0" y="5"/>
                    <a:pt x="0" y="5"/>
                    <a:pt x="0" y="5"/>
                  </a:cubicBezTo>
                  <a:cubicBezTo>
                    <a:pt x="0" y="2"/>
                    <a:pt x="1" y="0"/>
                    <a:pt x="3" y="1"/>
                  </a:cubicBezTo>
                  <a:cubicBezTo>
                    <a:pt x="13" y="7"/>
                    <a:pt x="13" y="7"/>
                    <a:pt x="13" y="7"/>
                  </a:cubicBezTo>
                  <a:cubicBezTo>
                    <a:pt x="13" y="7"/>
                    <a:pt x="13" y="7"/>
                    <a:pt x="13" y="7"/>
                  </a:cubicBezTo>
                  <a:cubicBezTo>
                    <a:pt x="13" y="7"/>
                    <a:pt x="13" y="7"/>
                    <a:pt x="13" y="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89" name="未知"/>
            <p:cNvSpPr>
              <a:spLocks noChangeAspect="1"/>
            </p:cNvSpPr>
            <p:nvPr/>
          </p:nvSpPr>
          <p:spPr bwMode="auto">
            <a:xfrm>
              <a:off x="352" y="287"/>
              <a:ext cx="10" cy="21"/>
            </a:xfrm>
            <a:custGeom>
              <a:avLst/>
              <a:gdLst>
                <a:gd name="T0" fmla="*/ 13 w 16"/>
                <a:gd name="T1" fmla="*/ 7 h 35"/>
                <a:gd name="T2" fmla="*/ 16 w 16"/>
                <a:gd name="T3" fmla="*/ 15 h 35"/>
                <a:gd name="T4" fmla="*/ 16 w 16"/>
                <a:gd name="T5" fmla="*/ 31 h 35"/>
                <a:gd name="T6" fmla="*/ 13 w 16"/>
                <a:gd name="T7" fmla="*/ 34 h 35"/>
                <a:gd name="T8" fmla="*/ 3 w 16"/>
                <a:gd name="T9" fmla="*/ 29 h 35"/>
                <a:gd name="T10" fmla="*/ 0 w 16"/>
                <a:gd name="T11" fmla="*/ 21 h 35"/>
                <a:gd name="T12" fmla="*/ 0 w 16"/>
                <a:gd name="T13" fmla="*/ 5 h 35"/>
                <a:gd name="T14" fmla="*/ 3 w 16"/>
                <a:gd name="T15" fmla="*/ 2 h 35"/>
                <a:gd name="T16" fmla="*/ 13 w 16"/>
                <a:gd name="T17" fmla="*/ 7 h 35"/>
                <a:gd name="T18" fmla="*/ 13 w 16"/>
                <a:gd name="T19" fmla="*/ 7 h 35"/>
                <a:gd name="T20" fmla="*/ 13 w 16"/>
                <a:gd name="T21" fmla="*/ 7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 h="35">
                  <a:moveTo>
                    <a:pt x="13" y="7"/>
                  </a:moveTo>
                  <a:cubicBezTo>
                    <a:pt x="15" y="8"/>
                    <a:pt x="16" y="12"/>
                    <a:pt x="16" y="15"/>
                  </a:cubicBezTo>
                  <a:cubicBezTo>
                    <a:pt x="16" y="31"/>
                    <a:pt x="16" y="31"/>
                    <a:pt x="16" y="31"/>
                  </a:cubicBezTo>
                  <a:cubicBezTo>
                    <a:pt x="16" y="34"/>
                    <a:pt x="15" y="35"/>
                    <a:pt x="13" y="34"/>
                  </a:cubicBezTo>
                  <a:cubicBezTo>
                    <a:pt x="3" y="29"/>
                    <a:pt x="3" y="29"/>
                    <a:pt x="3" y="29"/>
                  </a:cubicBezTo>
                  <a:cubicBezTo>
                    <a:pt x="1" y="28"/>
                    <a:pt x="0" y="24"/>
                    <a:pt x="0" y="21"/>
                  </a:cubicBezTo>
                  <a:cubicBezTo>
                    <a:pt x="0" y="5"/>
                    <a:pt x="0" y="5"/>
                    <a:pt x="0" y="5"/>
                  </a:cubicBezTo>
                  <a:cubicBezTo>
                    <a:pt x="0" y="2"/>
                    <a:pt x="1" y="0"/>
                    <a:pt x="3" y="2"/>
                  </a:cubicBezTo>
                  <a:cubicBezTo>
                    <a:pt x="13" y="7"/>
                    <a:pt x="13" y="7"/>
                    <a:pt x="13" y="7"/>
                  </a:cubicBezTo>
                  <a:cubicBezTo>
                    <a:pt x="13" y="7"/>
                    <a:pt x="13" y="7"/>
                    <a:pt x="13" y="7"/>
                  </a:cubicBezTo>
                  <a:cubicBezTo>
                    <a:pt x="13" y="7"/>
                    <a:pt x="13" y="7"/>
                    <a:pt x="13" y="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90" name="未知"/>
            <p:cNvSpPr>
              <a:spLocks noChangeAspect="1"/>
            </p:cNvSpPr>
            <p:nvPr/>
          </p:nvSpPr>
          <p:spPr bwMode="auto">
            <a:xfrm>
              <a:off x="368" y="297"/>
              <a:ext cx="10" cy="21"/>
            </a:xfrm>
            <a:custGeom>
              <a:avLst/>
              <a:gdLst>
                <a:gd name="T0" fmla="*/ 14 w 17"/>
                <a:gd name="T1" fmla="*/ 6 h 35"/>
                <a:gd name="T2" fmla="*/ 17 w 17"/>
                <a:gd name="T3" fmla="*/ 14 h 35"/>
                <a:gd name="T4" fmla="*/ 17 w 17"/>
                <a:gd name="T5" fmla="*/ 30 h 35"/>
                <a:gd name="T6" fmla="*/ 14 w 17"/>
                <a:gd name="T7" fmla="*/ 33 h 35"/>
                <a:gd name="T8" fmla="*/ 4 w 17"/>
                <a:gd name="T9" fmla="*/ 28 h 35"/>
                <a:gd name="T10" fmla="*/ 1 w 17"/>
                <a:gd name="T11" fmla="*/ 20 h 35"/>
                <a:gd name="T12" fmla="*/ 1 w 17"/>
                <a:gd name="T13" fmla="*/ 4 h 35"/>
                <a:gd name="T14" fmla="*/ 4 w 17"/>
                <a:gd name="T15" fmla="*/ 1 h 35"/>
                <a:gd name="T16" fmla="*/ 14 w 17"/>
                <a:gd name="T17" fmla="*/ 6 h 35"/>
                <a:gd name="T18" fmla="*/ 14 w 17"/>
                <a:gd name="T19" fmla="*/ 6 h 35"/>
                <a:gd name="T20" fmla="*/ 14 w 17"/>
                <a:gd name="T21" fmla="*/ 6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35">
                  <a:moveTo>
                    <a:pt x="14" y="6"/>
                  </a:moveTo>
                  <a:cubicBezTo>
                    <a:pt x="16" y="8"/>
                    <a:pt x="17" y="11"/>
                    <a:pt x="17" y="14"/>
                  </a:cubicBezTo>
                  <a:cubicBezTo>
                    <a:pt x="17" y="30"/>
                    <a:pt x="17" y="30"/>
                    <a:pt x="17" y="30"/>
                  </a:cubicBezTo>
                  <a:cubicBezTo>
                    <a:pt x="17" y="33"/>
                    <a:pt x="16" y="35"/>
                    <a:pt x="14" y="33"/>
                  </a:cubicBezTo>
                  <a:cubicBezTo>
                    <a:pt x="4" y="28"/>
                    <a:pt x="4" y="28"/>
                    <a:pt x="4" y="28"/>
                  </a:cubicBezTo>
                  <a:cubicBezTo>
                    <a:pt x="2" y="27"/>
                    <a:pt x="0" y="23"/>
                    <a:pt x="1" y="20"/>
                  </a:cubicBezTo>
                  <a:cubicBezTo>
                    <a:pt x="1" y="4"/>
                    <a:pt x="1" y="4"/>
                    <a:pt x="1" y="4"/>
                  </a:cubicBezTo>
                  <a:cubicBezTo>
                    <a:pt x="1" y="1"/>
                    <a:pt x="2" y="0"/>
                    <a:pt x="4" y="1"/>
                  </a:cubicBezTo>
                  <a:cubicBezTo>
                    <a:pt x="14" y="6"/>
                    <a:pt x="14" y="6"/>
                    <a:pt x="14" y="6"/>
                  </a:cubicBezTo>
                  <a:cubicBezTo>
                    <a:pt x="14" y="6"/>
                    <a:pt x="14" y="6"/>
                    <a:pt x="14" y="6"/>
                  </a:cubicBezTo>
                  <a:cubicBezTo>
                    <a:pt x="14" y="6"/>
                    <a:pt x="14" y="6"/>
                    <a:pt x="14" y="6"/>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91" name="未知"/>
            <p:cNvSpPr>
              <a:spLocks noChangeAspect="1"/>
            </p:cNvSpPr>
            <p:nvPr/>
          </p:nvSpPr>
          <p:spPr bwMode="auto">
            <a:xfrm>
              <a:off x="210" y="246"/>
              <a:ext cx="10" cy="21"/>
            </a:xfrm>
            <a:custGeom>
              <a:avLst/>
              <a:gdLst>
                <a:gd name="T0" fmla="*/ 13 w 17"/>
                <a:gd name="T1" fmla="*/ 6 h 35"/>
                <a:gd name="T2" fmla="*/ 17 w 17"/>
                <a:gd name="T3" fmla="*/ 14 h 35"/>
                <a:gd name="T4" fmla="*/ 17 w 17"/>
                <a:gd name="T5" fmla="*/ 30 h 35"/>
                <a:gd name="T6" fmla="*/ 13 w 17"/>
                <a:gd name="T7" fmla="*/ 33 h 35"/>
                <a:gd name="T8" fmla="*/ 4 w 17"/>
                <a:gd name="T9" fmla="*/ 28 h 35"/>
                <a:gd name="T10" fmla="*/ 0 w 17"/>
                <a:gd name="T11" fmla="*/ 20 h 35"/>
                <a:gd name="T12" fmla="*/ 0 w 17"/>
                <a:gd name="T13" fmla="*/ 4 h 35"/>
                <a:gd name="T14" fmla="*/ 4 w 17"/>
                <a:gd name="T15" fmla="*/ 1 h 35"/>
                <a:gd name="T16" fmla="*/ 13 w 17"/>
                <a:gd name="T17" fmla="*/ 6 h 35"/>
                <a:gd name="T18" fmla="*/ 13 w 17"/>
                <a:gd name="T19" fmla="*/ 6 h 35"/>
                <a:gd name="T20" fmla="*/ 13 w 17"/>
                <a:gd name="T21" fmla="*/ 6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35">
                  <a:moveTo>
                    <a:pt x="13" y="6"/>
                  </a:moveTo>
                  <a:cubicBezTo>
                    <a:pt x="15" y="7"/>
                    <a:pt x="17" y="11"/>
                    <a:pt x="17" y="14"/>
                  </a:cubicBezTo>
                  <a:cubicBezTo>
                    <a:pt x="17" y="30"/>
                    <a:pt x="17" y="30"/>
                    <a:pt x="17" y="30"/>
                  </a:cubicBezTo>
                  <a:cubicBezTo>
                    <a:pt x="17" y="33"/>
                    <a:pt x="15" y="35"/>
                    <a:pt x="13" y="33"/>
                  </a:cubicBezTo>
                  <a:cubicBezTo>
                    <a:pt x="4" y="28"/>
                    <a:pt x="4" y="28"/>
                    <a:pt x="4" y="28"/>
                  </a:cubicBezTo>
                  <a:cubicBezTo>
                    <a:pt x="1" y="27"/>
                    <a:pt x="0" y="23"/>
                    <a:pt x="0" y="20"/>
                  </a:cubicBezTo>
                  <a:cubicBezTo>
                    <a:pt x="0" y="4"/>
                    <a:pt x="0" y="4"/>
                    <a:pt x="0" y="4"/>
                  </a:cubicBezTo>
                  <a:cubicBezTo>
                    <a:pt x="0" y="1"/>
                    <a:pt x="2" y="0"/>
                    <a:pt x="4" y="1"/>
                  </a:cubicBezTo>
                  <a:cubicBezTo>
                    <a:pt x="13" y="6"/>
                    <a:pt x="13" y="6"/>
                    <a:pt x="13" y="6"/>
                  </a:cubicBezTo>
                  <a:cubicBezTo>
                    <a:pt x="13" y="6"/>
                    <a:pt x="13" y="6"/>
                    <a:pt x="13" y="6"/>
                  </a:cubicBezTo>
                  <a:cubicBezTo>
                    <a:pt x="13" y="6"/>
                    <a:pt x="13" y="6"/>
                    <a:pt x="13" y="6"/>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92" name="未知"/>
            <p:cNvSpPr>
              <a:spLocks noChangeAspect="1"/>
            </p:cNvSpPr>
            <p:nvPr/>
          </p:nvSpPr>
          <p:spPr bwMode="auto">
            <a:xfrm>
              <a:off x="226" y="255"/>
              <a:ext cx="10" cy="22"/>
            </a:xfrm>
            <a:custGeom>
              <a:avLst/>
              <a:gdLst>
                <a:gd name="T0" fmla="*/ 13 w 17"/>
                <a:gd name="T1" fmla="*/ 6 h 35"/>
                <a:gd name="T2" fmla="*/ 17 w 17"/>
                <a:gd name="T3" fmla="*/ 14 h 35"/>
                <a:gd name="T4" fmla="*/ 17 w 17"/>
                <a:gd name="T5" fmla="*/ 30 h 35"/>
                <a:gd name="T6" fmla="*/ 13 w 17"/>
                <a:gd name="T7" fmla="*/ 34 h 35"/>
                <a:gd name="T8" fmla="*/ 4 w 17"/>
                <a:gd name="T9" fmla="*/ 28 h 35"/>
                <a:gd name="T10" fmla="*/ 0 w 17"/>
                <a:gd name="T11" fmla="*/ 21 h 35"/>
                <a:gd name="T12" fmla="*/ 0 w 17"/>
                <a:gd name="T13" fmla="*/ 4 h 35"/>
                <a:gd name="T14" fmla="*/ 4 w 17"/>
                <a:gd name="T15" fmla="*/ 1 h 35"/>
                <a:gd name="T16" fmla="*/ 13 w 17"/>
                <a:gd name="T17" fmla="*/ 6 h 35"/>
                <a:gd name="T18" fmla="*/ 13 w 17"/>
                <a:gd name="T19" fmla="*/ 6 h 35"/>
                <a:gd name="T20" fmla="*/ 13 w 17"/>
                <a:gd name="T21" fmla="*/ 6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35">
                  <a:moveTo>
                    <a:pt x="13" y="6"/>
                  </a:moveTo>
                  <a:cubicBezTo>
                    <a:pt x="15" y="8"/>
                    <a:pt x="17" y="11"/>
                    <a:pt x="17" y="14"/>
                  </a:cubicBezTo>
                  <a:cubicBezTo>
                    <a:pt x="17" y="30"/>
                    <a:pt x="17" y="30"/>
                    <a:pt x="17" y="30"/>
                  </a:cubicBezTo>
                  <a:cubicBezTo>
                    <a:pt x="17" y="33"/>
                    <a:pt x="15" y="35"/>
                    <a:pt x="13" y="34"/>
                  </a:cubicBezTo>
                  <a:cubicBezTo>
                    <a:pt x="4" y="28"/>
                    <a:pt x="4" y="28"/>
                    <a:pt x="4" y="28"/>
                  </a:cubicBezTo>
                  <a:cubicBezTo>
                    <a:pt x="1" y="27"/>
                    <a:pt x="0" y="24"/>
                    <a:pt x="0" y="21"/>
                  </a:cubicBezTo>
                  <a:cubicBezTo>
                    <a:pt x="0" y="4"/>
                    <a:pt x="0" y="4"/>
                    <a:pt x="0" y="4"/>
                  </a:cubicBezTo>
                  <a:cubicBezTo>
                    <a:pt x="0" y="1"/>
                    <a:pt x="2" y="0"/>
                    <a:pt x="4" y="1"/>
                  </a:cubicBezTo>
                  <a:cubicBezTo>
                    <a:pt x="13" y="6"/>
                    <a:pt x="13" y="6"/>
                    <a:pt x="13" y="6"/>
                  </a:cubicBezTo>
                  <a:cubicBezTo>
                    <a:pt x="13" y="6"/>
                    <a:pt x="13" y="6"/>
                    <a:pt x="13" y="6"/>
                  </a:cubicBezTo>
                  <a:cubicBezTo>
                    <a:pt x="13" y="6"/>
                    <a:pt x="13" y="6"/>
                    <a:pt x="13" y="6"/>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93" name="未知"/>
            <p:cNvSpPr>
              <a:spLocks noChangeAspect="1"/>
            </p:cNvSpPr>
            <p:nvPr/>
          </p:nvSpPr>
          <p:spPr bwMode="auto">
            <a:xfrm>
              <a:off x="242" y="264"/>
              <a:ext cx="10" cy="22"/>
            </a:xfrm>
            <a:custGeom>
              <a:avLst/>
              <a:gdLst>
                <a:gd name="T0" fmla="*/ 13 w 17"/>
                <a:gd name="T1" fmla="*/ 7 h 35"/>
                <a:gd name="T2" fmla="*/ 17 w 17"/>
                <a:gd name="T3" fmla="*/ 15 h 35"/>
                <a:gd name="T4" fmla="*/ 17 w 17"/>
                <a:gd name="T5" fmla="*/ 31 h 35"/>
                <a:gd name="T6" fmla="*/ 13 w 17"/>
                <a:gd name="T7" fmla="*/ 34 h 35"/>
                <a:gd name="T8" fmla="*/ 4 w 17"/>
                <a:gd name="T9" fmla="*/ 29 h 35"/>
                <a:gd name="T10" fmla="*/ 0 w 17"/>
                <a:gd name="T11" fmla="*/ 21 h 35"/>
                <a:gd name="T12" fmla="*/ 0 w 17"/>
                <a:gd name="T13" fmla="*/ 5 h 35"/>
                <a:gd name="T14" fmla="*/ 4 w 17"/>
                <a:gd name="T15" fmla="*/ 1 h 35"/>
                <a:gd name="T16" fmla="*/ 13 w 17"/>
                <a:gd name="T17" fmla="*/ 7 h 35"/>
                <a:gd name="T18" fmla="*/ 13 w 17"/>
                <a:gd name="T19" fmla="*/ 7 h 35"/>
                <a:gd name="T20" fmla="*/ 13 w 17"/>
                <a:gd name="T21" fmla="*/ 7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35">
                  <a:moveTo>
                    <a:pt x="13" y="7"/>
                  </a:moveTo>
                  <a:cubicBezTo>
                    <a:pt x="15" y="8"/>
                    <a:pt x="17" y="11"/>
                    <a:pt x="17" y="15"/>
                  </a:cubicBezTo>
                  <a:cubicBezTo>
                    <a:pt x="17" y="31"/>
                    <a:pt x="17" y="31"/>
                    <a:pt x="17" y="31"/>
                  </a:cubicBezTo>
                  <a:cubicBezTo>
                    <a:pt x="17" y="34"/>
                    <a:pt x="15" y="35"/>
                    <a:pt x="13" y="34"/>
                  </a:cubicBezTo>
                  <a:cubicBezTo>
                    <a:pt x="4" y="29"/>
                    <a:pt x="4" y="29"/>
                    <a:pt x="4" y="29"/>
                  </a:cubicBezTo>
                  <a:cubicBezTo>
                    <a:pt x="1" y="27"/>
                    <a:pt x="0" y="24"/>
                    <a:pt x="0" y="21"/>
                  </a:cubicBezTo>
                  <a:cubicBezTo>
                    <a:pt x="0" y="5"/>
                    <a:pt x="0" y="5"/>
                    <a:pt x="0" y="5"/>
                  </a:cubicBezTo>
                  <a:cubicBezTo>
                    <a:pt x="0" y="2"/>
                    <a:pt x="2" y="0"/>
                    <a:pt x="4" y="1"/>
                  </a:cubicBezTo>
                  <a:cubicBezTo>
                    <a:pt x="13" y="7"/>
                    <a:pt x="13" y="7"/>
                    <a:pt x="13" y="7"/>
                  </a:cubicBezTo>
                  <a:cubicBezTo>
                    <a:pt x="13" y="7"/>
                    <a:pt x="13" y="7"/>
                    <a:pt x="13" y="7"/>
                  </a:cubicBezTo>
                  <a:cubicBezTo>
                    <a:pt x="13" y="7"/>
                    <a:pt x="13" y="7"/>
                    <a:pt x="13" y="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94" name="未知"/>
            <p:cNvSpPr>
              <a:spLocks noChangeAspect="1"/>
            </p:cNvSpPr>
            <p:nvPr/>
          </p:nvSpPr>
          <p:spPr bwMode="auto">
            <a:xfrm>
              <a:off x="257" y="274"/>
              <a:ext cx="11" cy="21"/>
            </a:xfrm>
            <a:custGeom>
              <a:avLst/>
              <a:gdLst>
                <a:gd name="T0" fmla="*/ 13 w 17"/>
                <a:gd name="T1" fmla="*/ 6 h 34"/>
                <a:gd name="T2" fmla="*/ 17 w 17"/>
                <a:gd name="T3" fmla="*/ 14 h 34"/>
                <a:gd name="T4" fmla="*/ 17 w 17"/>
                <a:gd name="T5" fmla="*/ 30 h 34"/>
                <a:gd name="T6" fmla="*/ 13 w 17"/>
                <a:gd name="T7" fmla="*/ 33 h 34"/>
                <a:gd name="T8" fmla="*/ 4 w 17"/>
                <a:gd name="T9" fmla="*/ 28 h 34"/>
                <a:gd name="T10" fmla="*/ 0 w 17"/>
                <a:gd name="T11" fmla="*/ 20 h 34"/>
                <a:gd name="T12" fmla="*/ 0 w 17"/>
                <a:gd name="T13" fmla="*/ 4 h 34"/>
                <a:gd name="T14" fmla="*/ 4 w 17"/>
                <a:gd name="T15" fmla="*/ 1 h 34"/>
                <a:gd name="T16" fmla="*/ 13 w 17"/>
                <a:gd name="T17" fmla="*/ 6 h 34"/>
                <a:gd name="T18" fmla="*/ 13 w 17"/>
                <a:gd name="T19" fmla="*/ 6 h 34"/>
                <a:gd name="T20" fmla="*/ 13 w 17"/>
                <a:gd name="T21" fmla="*/ 6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34">
                  <a:moveTo>
                    <a:pt x="13" y="6"/>
                  </a:moveTo>
                  <a:cubicBezTo>
                    <a:pt x="15" y="7"/>
                    <a:pt x="17" y="11"/>
                    <a:pt x="17" y="14"/>
                  </a:cubicBezTo>
                  <a:cubicBezTo>
                    <a:pt x="17" y="30"/>
                    <a:pt x="17" y="30"/>
                    <a:pt x="17" y="30"/>
                  </a:cubicBezTo>
                  <a:cubicBezTo>
                    <a:pt x="17" y="33"/>
                    <a:pt x="15" y="34"/>
                    <a:pt x="13" y="33"/>
                  </a:cubicBezTo>
                  <a:cubicBezTo>
                    <a:pt x="4" y="28"/>
                    <a:pt x="4" y="28"/>
                    <a:pt x="4" y="28"/>
                  </a:cubicBezTo>
                  <a:cubicBezTo>
                    <a:pt x="1" y="27"/>
                    <a:pt x="0" y="23"/>
                    <a:pt x="0" y="20"/>
                  </a:cubicBezTo>
                  <a:cubicBezTo>
                    <a:pt x="0" y="4"/>
                    <a:pt x="0" y="4"/>
                    <a:pt x="0" y="4"/>
                  </a:cubicBezTo>
                  <a:cubicBezTo>
                    <a:pt x="0" y="1"/>
                    <a:pt x="1" y="0"/>
                    <a:pt x="4" y="1"/>
                  </a:cubicBezTo>
                  <a:cubicBezTo>
                    <a:pt x="13" y="6"/>
                    <a:pt x="13" y="6"/>
                    <a:pt x="13" y="6"/>
                  </a:cubicBezTo>
                  <a:cubicBezTo>
                    <a:pt x="13" y="6"/>
                    <a:pt x="13" y="6"/>
                    <a:pt x="13" y="6"/>
                  </a:cubicBezTo>
                  <a:cubicBezTo>
                    <a:pt x="13" y="6"/>
                    <a:pt x="13" y="6"/>
                    <a:pt x="13" y="6"/>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95" name="未知"/>
            <p:cNvSpPr>
              <a:spLocks noChangeAspect="1"/>
            </p:cNvSpPr>
            <p:nvPr/>
          </p:nvSpPr>
          <p:spPr bwMode="auto">
            <a:xfrm>
              <a:off x="273" y="283"/>
              <a:ext cx="11" cy="22"/>
            </a:xfrm>
            <a:custGeom>
              <a:avLst/>
              <a:gdLst>
                <a:gd name="T0" fmla="*/ 13 w 17"/>
                <a:gd name="T1" fmla="*/ 6 h 35"/>
                <a:gd name="T2" fmla="*/ 17 w 17"/>
                <a:gd name="T3" fmla="*/ 14 h 35"/>
                <a:gd name="T4" fmla="*/ 17 w 17"/>
                <a:gd name="T5" fmla="*/ 30 h 35"/>
                <a:gd name="T6" fmla="*/ 13 w 17"/>
                <a:gd name="T7" fmla="*/ 34 h 35"/>
                <a:gd name="T8" fmla="*/ 3 w 17"/>
                <a:gd name="T9" fmla="*/ 28 h 35"/>
                <a:gd name="T10" fmla="*/ 0 w 17"/>
                <a:gd name="T11" fmla="*/ 20 h 35"/>
                <a:gd name="T12" fmla="*/ 0 w 17"/>
                <a:gd name="T13" fmla="*/ 4 h 35"/>
                <a:gd name="T14" fmla="*/ 4 w 17"/>
                <a:gd name="T15" fmla="*/ 1 h 35"/>
                <a:gd name="T16" fmla="*/ 13 w 17"/>
                <a:gd name="T17" fmla="*/ 6 h 35"/>
                <a:gd name="T18" fmla="*/ 13 w 17"/>
                <a:gd name="T19" fmla="*/ 6 h 35"/>
                <a:gd name="T20" fmla="*/ 13 w 17"/>
                <a:gd name="T21" fmla="*/ 6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35">
                  <a:moveTo>
                    <a:pt x="13" y="6"/>
                  </a:moveTo>
                  <a:cubicBezTo>
                    <a:pt x="15" y="8"/>
                    <a:pt x="17" y="11"/>
                    <a:pt x="17" y="14"/>
                  </a:cubicBezTo>
                  <a:cubicBezTo>
                    <a:pt x="17" y="30"/>
                    <a:pt x="17" y="30"/>
                    <a:pt x="17" y="30"/>
                  </a:cubicBezTo>
                  <a:cubicBezTo>
                    <a:pt x="17" y="33"/>
                    <a:pt x="15" y="35"/>
                    <a:pt x="13" y="34"/>
                  </a:cubicBezTo>
                  <a:cubicBezTo>
                    <a:pt x="3" y="28"/>
                    <a:pt x="3" y="28"/>
                    <a:pt x="3" y="28"/>
                  </a:cubicBezTo>
                  <a:cubicBezTo>
                    <a:pt x="1" y="27"/>
                    <a:pt x="0" y="24"/>
                    <a:pt x="0" y="20"/>
                  </a:cubicBezTo>
                  <a:cubicBezTo>
                    <a:pt x="0" y="4"/>
                    <a:pt x="0" y="4"/>
                    <a:pt x="0" y="4"/>
                  </a:cubicBezTo>
                  <a:cubicBezTo>
                    <a:pt x="0" y="1"/>
                    <a:pt x="1" y="0"/>
                    <a:pt x="4" y="1"/>
                  </a:cubicBezTo>
                  <a:cubicBezTo>
                    <a:pt x="13" y="6"/>
                    <a:pt x="13" y="6"/>
                    <a:pt x="13" y="6"/>
                  </a:cubicBezTo>
                  <a:cubicBezTo>
                    <a:pt x="13" y="6"/>
                    <a:pt x="13" y="6"/>
                    <a:pt x="13" y="6"/>
                  </a:cubicBezTo>
                  <a:cubicBezTo>
                    <a:pt x="13" y="6"/>
                    <a:pt x="13" y="6"/>
                    <a:pt x="13" y="6"/>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96" name="未知"/>
            <p:cNvSpPr>
              <a:spLocks noChangeAspect="1"/>
            </p:cNvSpPr>
            <p:nvPr/>
          </p:nvSpPr>
          <p:spPr bwMode="auto">
            <a:xfrm>
              <a:off x="289" y="292"/>
              <a:ext cx="10" cy="22"/>
            </a:xfrm>
            <a:custGeom>
              <a:avLst/>
              <a:gdLst>
                <a:gd name="T0" fmla="*/ 13 w 17"/>
                <a:gd name="T1" fmla="*/ 7 h 35"/>
                <a:gd name="T2" fmla="*/ 17 w 17"/>
                <a:gd name="T3" fmla="*/ 14 h 35"/>
                <a:gd name="T4" fmla="*/ 17 w 17"/>
                <a:gd name="T5" fmla="*/ 31 h 35"/>
                <a:gd name="T6" fmla="*/ 13 w 17"/>
                <a:gd name="T7" fmla="*/ 34 h 35"/>
                <a:gd name="T8" fmla="*/ 3 w 17"/>
                <a:gd name="T9" fmla="*/ 29 h 35"/>
                <a:gd name="T10" fmla="*/ 0 w 17"/>
                <a:gd name="T11" fmla="*/ 21 h 35"/>
                <a:gd name="T12" fmla="*/ 0 w 17"/>
                <a:gd name="T13" fmla="*/ 5 h 35"/>
                <a:gd name="T14" fmla="*/ 4 w 17"/>
                <a:gd name="T15" fmla="*/ 1 h 35"/>
                <a:gd name="T16" fmla="*/ 13 w 17"/>
                <a:gd name="T17" fmla="*/ 7 h 35"/>
                <a:gd name="T18" fmla="*/ 13 w 17"/>
                <a:gd name="T19" fmla="*/ 7 h 35"/>
                <a:gd name="T20" fmla="*/ 13 w 17"/>
                <a:gd name="T21" fmla="*/ 7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35">
                  <a:moveTo>
                    <a:pt x="13" y="7"/>
                  </a:moveTo>
                  <a:cubicBezTo>
                    <a:pt x="15" y="8"/>
                    <a:pt x="17" y="11"/>
                    <a:pt x="17" y="14"/>
                  </a:cubicBezTo>
                  <a:cubicBezTo>
                    <a:pt x="17" y="31"/>
                    <a:pt x="17" y="31"/>
                    <a:pt x="17" y="31"/>
                  </a:cubicBezTo>
                  <a:cubicBezTo>
                    <a:pt x="17" y="34"/>
                    <a:pt x="15" y="35"/>
                    <a:pt x="13" y="34"/>
                  </a:cubicBezTo>
                  <a:cubicBezTo>
                    <a:pt x="3" y="29"/>
                    <a:pt x="3" y="29"/>
                    <a:pt x="3" y="29"/>
                  </a:cubicBezTo>
                  <a:cubicBezTo>
                    <a:pt x="1" y="27"/>
                    <a:pt x="0" y="24"/>
                    <a:pt x="0" y="21"/>
                  </a:cubicBezTo>
                  <a:cubicBezTo>
                    <a:pt x="0" y="5"/>
                    <a:pt x="0" y="5"/>
                    <a:pt x="0" y="5"/>
                  </a:cubicBezTo>
                  <a:cubicBezTo>
                    <a:pt x="0" y="2"/>
                    <a:pt x="1" y="0"/>
                    <a:pt x="4" y="1"/>
                  </a:cubicBezTo>
                  <a:cubicBezTo>
                    <a:pt x="13" y="7"/>
                    <a:pt x="13" y="7"/>
                    <a:pt x="13" y="7"/>
                  </a:cubicBezTo>
                  <a:cubicBezTo>
                    <a:pt x="13" y="7"/>
                    <a:pt x="13" y="7"/>
                    <a:pt x="13" y="7"/>
                  </a:cubicBezTo>
                  <a:cubicBezTo>
                    <a:pt x="13" y="7"/>
                    <a:pt x="13" y="7"/>
                    <a:pt x="13" y="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97" name="未知"/>
            <p:cNvSpPr>
              <a:spLocks noChangeAspect="1"/>
            </p:cNvSpPr>
            <p:nvPr/>
          </p:nvSpPr>
          <p:spPr bwMode="auto">
            <a:xfrm>
              <a:off x="305" y="302"/>
              <a:ext cx="10" cy="21"/>
            </a:xfrm>
            <a:custGeom>
              <a:avLst/>
              <a:gdLst>
                <a:gd name="T0" fmla="*/ 13 w 17"/>
                <a:gd name="T1" fmla="*/ 7 h 35"/>
                <a:gd name="T2" fmla="*/ 17 w 17"/>
                <a:gd name="T3" fmla="*/ 15 h 35"/>
                <a:gd name="T4" fmla="*/ 16 w 17"/>
                <a:gd name="T5" fmla="*/ 31 h 35"/>
                <a:gd name="T6" fmla="*/ 13 w 17"/>
                <a:gd name="T7" fmla="*/ 34 h 35"/>
                <a:gd name="T8" fmla="*/ 3 w 17"/>
                <a:gd name="T9" fmla="*/ 29 h 35"/>
                <a:gd name="T10" fmla="*/ 0 w 17"/>
                <a:gd name="T11" fmla="*/ 21 h 35"/>
                <a:gd name="T12" fmla="*/ 0 w 17"/>
                <a:gd name="T13" fmla="*/ 5 h 35"/>
                <a:gd name="T14" fmla="*/ 4 w 17"/>
                <a:gd name="T15" fmla="*/ 2 h 35"/>
                <a:gd name="T16" fmla="*/ 13 w 17"/>
                <a:gd name="T17" fmla="*/ 7 h 35"/>
                <a:gd name="T18" fmla="*/ 13 w 17"/>
                <a:gd name="T19" fmla="*/ 7 h 35"/>
                <a:gd name="T20" fmla="*/ 13 w 17"/>
                <a:gd name="T21" fmla="*/ 7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35">
                  <a:moveTo>
                    <a:pt x="13" y="7"/>
                  </a:moveTo>
                  <a:cubicBezTo>
                    <a:pt x="15" y="8"/>
                    <a:pt x="17" y="12"/>
                    <a:pt x="17" y="15"/>
                  </a:cubicBezTo>
                  <a:cubicBezTo>
                    <a:pt x="16" y="31"/>
                    <a:pt x="16" y="31"/>
                    <a:pt x="16" y="31"/>
                  </a:cubicBezTo>
                  <a:cubicBezTo>
                    <a:pt x="16" y="34"/>
                    <a:pt x="15" y="35"/>
                    <a:pt x="13" y="34"/>
                  </a:cubicBezTo>
                  <a:cubicBezTo>
                    <a:pt x="3" y="29"/>
                    <a:pt x="3" y="29"/>
                    <a:pt x="3" y="29"/>
                  </a:cubicBezTo>
                  <a:cubicBezTo>
                    <a:pt x="1" y="28"/>
                    <a:pt x="0" y="24"/>
                    <a:pt x="0" y="21"/>
                  </a:cubicBezTo>
                  <a:cubicBezTo>
                    <a:pt x="0" y="5"/>
                    <a:pt x="0" y="5"/>
                    <a:pt x="0" y="5"/>
                  </a:cubicBezTo>
                  <a:cubicBezTo>
                    <a:pt x="0" y="2"/>
                    <a:pt x="1" y="0"/>
                    <a:pt x="4" y="2"/>
                  </a:cubicBezTo>
                  <a:cubicBezTo>
                    <a:pt x="13" y="7"/>
                    <a:pt x="13" y="7"/>
                    <a:pt x="13" y="7"/>
                  </a:cubicBezTo>
                  <a:cubicBezTo>
                    <a:pt x="13" y="7"/>
                    <a:pt x="13" y="7"/>
                    <a:pt x="13" y="7"/>
                  </a:cubicBezTo>
                  <a:cubicBezTo>
                    <a:pt x="13" y="7"/>
                    <a:pt x="13" y="7"/>
                    <a:pt x="13" y="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98" name="未知"/>
            <p:cNvSpPr>
              <a:spLocks noChangeAspect="1"/>
            </p:cNvSpPr>
            <p:nvPr/>
          </p:nvSpPr>
          <p:spPr bwMode="auto">
            <a:xfrm>
              <a:off x="321" y="311"/>
              <a:ext cx="10" cy="22"/>
            </a:xfrm>
            <a:custGeom>
              <a:avLst/>
              <a:gdLst>
                <a:gd name="T0" fmla="*/ 13 w 17"/>
                <a:gd name="T1" fmla="*/ 6 h 35"/>
                <a:gd name="T2" fmla="*/ 16 w 17"/>
                <a:gd name="T3" fmla="*/ 14 h 35"/>
                <a:gd name="T4" fmla="*/ 16 w 17"/>
                <a:gd name="T5" fmla="*/ 30 h 35"/>
                <a:gd name="T6" fmla="*/ 13 w 17"/>
                <a:gd name="T7" fmla="*/ 33 h 35"/>
                <a:gd name="T8" fmla="*/ 3 w 17"/>
                <a:gd name="T9" fmla="*/ 28 h 35"/>
                <a:gd name="T10" fmla="*/ 0 w 17"/>
                <a:gd name="T11" fmla="*/ 20 h 35"/>
                <a:gd name="T12" fmla="*/ 0 w 17"/>
                <a:gd name="T13" fmla="*/ 4 h 35"/>
                <a:gd name="T14" fmla="*/ 3 w 17"/>
                <a:gd name="T15" fmla="*/ 1 h 35"/>
                <a:gd name="T16" fmla="*/ 13 w 17"/>
                <a:gd name="T17" fmla="*/ 6 h 35"/>
                <a:gd name="T18" fmla="*/ 13 w 17"/>
                <a:gd name="T19" fmla="*/ 6 h 35"/>
                <a:gd name="T20" fmla="*/ 13 w 17"/>
                <a:gd name="T21" fmla="*/ 6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35">
                  <a:moveTo>
                    <a:pt x="13" y="6"/>
                  </a:moveTo>
                  <a:cubicBezTo>
                    <a:pt x="15" y="7"/>
                    <a:pt x="17" y="11"/>
                    <a:pt x="16" y="14"/>
                  </a:cubicBezTo>
                  <a:cubicBezTo>
                    <a:pt x="16" y="30"/>
                    <a:pt x="16" y="30"/>
                    <a:pt x="16" y="30"/>
                  </a:cubicBezTo>
                  <a:cubicBezTo>
                    <a:pt x="16" y="33"/>
                    <a:pt x="15" y="35"/>
                    <a:pt x="13" y="33"/>
                  </a:cubicBezTo>
                  <a:cubicBezTo>
                    <a:pt x="3" y="28"/>
                    <a:pt x="3" y="28"/>
                    <a:pt x="3" y="28"/>
                  </a:cubicBezTo>
                  <a:cubicBezTo>
                    <a:pt x="1" y="27"/>
                    <a:pt x="0" y="23"/>
                    <a:pt x="0" y="20"/>
                  </a:cubicBezTo>
                  <a:cubicBezTo>
                    <a:pt x="0" y="4"/>
                    <a:pt x="0" y="4"/>
                    <a:pt x="0" y="4"/>
                  </a:cubicBezTo>
                  <a:cubicBezTo>
                    <a:pt x="0" y="1"/>
                    <a:pt x="1" y="0"/>
                    <a:pt x="3" y="1"/>
                  </a:cubicBezTo>
                  <a:cubicBezTo>
                    <a:pt x="13" y="6"/>
                    <a:pt x="13" y="6"/>
                    <a:pt x="13" y="6"/>
                  </a:cubicBezTo>
                  <a:cubicBezTo>
                    <a:pt x="13" y="6"/>
                    <a:pt x="13" y="6"/>
                    <a:pt x="13" y="6"/>
                  </a:cubicBezTo>
                  <a:cubicBezTo>
                    <a:pt x="13" y="6"/>
                    <a:pt x="13" y="6"/>
                    <a:pt x="13" y="6"/>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99" name="未知"/>
            <p:cNvSpPr>
              <a:spLocks noChangeAspect="1"/>
            </p:cNvSpPr>
            <p:nvPr/>
          </p:nvSpPr>
          <p:spPr bwMode="auto">
            <a:xfrm>
              <a:off x="337" y="320"/>
              <a:ext cx="9" cy="22"/>
            </a:xfrm>
            <a:custGeom>
              <a:avLst/>
              <a:gdLst>
                <a:gd name="T0" fmla="*/ 13 w 16"/>
                <a:gd name="T1" fmla="*/ 7 h 35"/>
                <a:gd name="T2" fmla="*/ 16 w 16"/>
                <a:gd name="T3" fmla="*/ 14 h 35"/>
                <a:gd name="T4" fmla="*/ 16 w 16"/>
                <a:gd name="T5" fmla="*/ 30 h 35"/>
                <a:gd name="T6" fmla="*/ 13 w 16"/>
                <a:gd name="T7" fmla="*/ 34 h 35"/>
                <a:gd name="T8" fmla="*/ 3 w 16"/>
                <a:gd name="T9" fmla="*/ 28 h 35"/>
                <a:gd name="T10" fmla="*/ 0 w 16"/>
                <a:gd name="T11" fmla="*/ 21 h 35"/>
                <a:gd name="T12" fmla="*/ 0 w 16"/>
                <a:gd name="T13" fmla="*/ 5 h 35"/>
                <a:gd name="T14" fmla="*/ 3 w 16"/>
                <a:gd name="T15" fmla="*/ 1 h 35"/>
                <a:gd name="T16" fmla="*/ 13 w 16"/>
                <a:gd name="T17" fmla="*/ 7 h 35"/>
                <a:gd name="T18" fmla="*/ 13 w 16"/>
                <a:gd name="T19" fmla="*/ 7 h 35"/>
                <a:gd name="T20" fmla="*/ 13 w 16"/>
                <a:gd name="T21" fmla="*/ 7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 h="35">
                  <a:moveTo>
                    <a:pt x="13" y="7"/>
                  </a:moveTo>
                  <a:cubicBezTo>
                    <a:pt x="15" y="8"/>
                    <a:pt x="16" y="11"/>
                    <a:pt x="16" y="14"/>
                  </a:cubicBezTo>
                  <a:cubicBezTo>
                    <a:pt x="16" y="30"/>
                    <a:pt x="16" y="30"/>
                    <a:pt x="16" y="30"/>
                  </a:cubicBezTo>
                  <a:cubicBezTo>
                    <a:pt x="16" y="33"/>
                    <a:pt x="15" y="35"/>
                    <a:pt x="13" y="34"/>
                  </a:cubicBezTo>
                  <a:cubicBezTo>
                    <a:pt x="3" y="28"/>
                    <a:pt x="3" y="28"/>
                    <a:pt x="3" y="28"/>
                  </a:cubicBezTo>
                  <a:cubicBezTo>
                    <a:pt x="1" y="27"/>
                    <a:pt x="0" y="24"/>
                    <a:pt x="0" y="21"/>
                  </a:cubicBezTo>
                  <a:cubicBezTo>
                    <a:pt x="0" y="5"/>
                    <a:pt x="0" y="5"/>
                    <a:pt x="0" y="5"/>
                  </a:cubicBezTo>
                  <a:cubicBezTo>
                    <a:pt x="0" y="1"/>
                    <a:pt x="1" y="0"/>
                    <a:pt x="3" y="1"/>
                  </a:cubicBezTo>
                  <a:cubicBezTo>
                    <a:pt x="13" y="7"/>
                    <a:pt x="13" y="7"/>
                    <a:pt x="13" y="7"/>
                  </a:cubicBezTo>
                  <a:cubicBezTo>
                    <a:pt x="13" y="7"/>
                    <a:pt x="13" y="7"/>
                    <a:pt x="13" y="7"/>
                  </a:cubicBezTo>
                  <a:cubicBezTo>
                    <a:pt x="13" y="7"/>
                    <a:pt x="13" y="7"/>
                    <a:pt x="13" y="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00" name="未知"/>
            <p:cNvSpPr>
              <a:spLocks noChangeAspect="1"/>
            </p:cNvSpPr>
            <p:nvPr/>
          </p:nvSpPr>
          <p:spPr bwMode="auto">
            <a:xfrm>
              <a:off x="352" y="330"/>
              <a:ext cx="10" cy="21"/>
            </a:xfrm>
            <a:custGeom>
              <a:avLst/>
              <a:gdLst>
                <a:gd name="T0" fmla="*/ 13 w 16"/>
                <a:gd name="T1" fmla="*/ 7 h 35"/>
                <a:gd name="T2" fmla="*/ 16 w 16"/>
                <a:gd name="T3" fmla="*/ 15 h 35"/>
                <a:gd name="T4" fmla="*/ 16 w 16"/>
                <a:gd name="T5" fmla="*/ 31 h 35"/>
                <a:gd name="T6" fmla="*/ 13 w 16"/>
                <a:gd name="T7" fmla="*/ 34 h 35"/>
                <a:gd name="T8" fmla="*/ 3 w 16"/>
                <a:gd name="T9" fmla="*/ 29 h 35"/>
                <a:gd name="T10" fmla="*/ 0 w 16"/>
                <a:gd name="T11" fmla="*/ 21 h 35"/>
                <a:gd name="T12" fmla="*/ 0 w 16"/>
                <a:gd name="T13" fmla="*/ 5 h 35"/>
                <a:gd name="T14" fmla="*/ 3 w 16"/>
                <a:gd name="T15" fmla="*/ 2 h 35"/>
                <a:gd name="T16" fmla="*/ 13 w 16"/>
                <a:gd name="T17" fmla="*/ 7 h 35"/>
                <a:gd name="T18" fmla="*/ 13 w 16"/>
                <a:gd name="T19" fmla="*/ 7 h 35"/>
                <a:gd name="T20" fmla="*/ 13 w 16"/>
                <a:gd name="T21" fmla="*/ 7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 h="35">
                  <a:moveTo>
                    <a:pt x="13" y="7"/>
                  </a:moveTo>
                  <a:cubicBezTo>
                    <a:pt x="15" y="8"/>
                    <a:pt x="16" y="12"/>
                    <a:pt x="16" y="15"/>
                  </a:cubicBezTo>
                  <a:cubicBezTo>
                    <a:pt x="16" y="31"/>
                    <a:pt x="16" y="31"/>
                    <a:pt x="16" y="31"/>
                  </a:cubicBezTo>
                  <a:cubicBezTo>
                    <a:pt x="16" y="34"/>
                    <a:pt x="15" y="35"/>
                    <a:pt x="13" y="34"/>
                  </a:cubicBezTo>
                  <a:cubicBezTo>
                    <a:pt x="3" y="29"/>
                    <a:pt x="3" y="29"/>
                    <a:pt x="3" y="29"/>
                  </a:cubicBezTo>
                  <a:cubicBezTo>
                    <a:pt x="1" y="27"/>
                    <a:pt x="0" y="24"/>
                    <a:pt x="0" y="21"/>
                  </a:cubicBezTo>
                  <a:cubicBezTo>
                    <a:pt x="0" y="5"/>
                    <a:pt x="0" y="5"/>
                    <a:pt x="0" y="5"/>
                  </a:cubicBezTo>
                  <a:cubicBezTo>
                    <a:pt x="0" y="2"/>
                    <a:pt x="1" y="0"/>
                    <a:pt x="3" y="2"/>
                  </a:cubicBezTo>
                  <a:cubicBezTo>
                    <a:pt x="13" y="7"/>
                    <a:pt x="13" y="7"/>
                    <a:pt x="13" y="7"/>
                  </a:cubicBezTo>
                  <a:cubicBezTo>
                    <a:pt x="13" y="7"/>
                    <a:pt x="13" y="7"/>
                    <a:pt x="13" y="7"/>
                  </a:cubicBezTo>
                  <a:cubicBezTo>
                    <a:pt x="13" y="7"/>
                    <a:pt x="13" y="7"/>
                    <a:pt x="13" y="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01" name="未知"/>
            <p:cNvSpPr>
              <a:spLocks noChangeAspect="1"/>
            </p:cNvSpPr>
            <p:nvPr/>
          </p:nvSpPr>
          <p:spPr bwMode="auto">
            <a:xfrm>
              <a:off x="368" y="339"/>
              <a:ext cx="10" cy="22"/>
            </a:xfrm>
            <a:custGeom>
              <a:avLst/>
              <a:gdLst>
                <a:gd name="T0" fmla="*/ 14 w 17"/>
                <a:gd name="T1" fmla="*/ 6 h 35"/>
                <a:gd name="T2" fmla="*/ 17 w 17"/>
                <a:gd name="T3" fmla="*/ 14 h 35"/>
                <a:gd name="T4" fmla="*/ 17 w 17"/>
                <a:gd name="T5" fmla="*/ 30 h 35"/>
                <a:gd name="T6" fmla="*/ 14 w 17"/>
                <a:gd name="T7" fmla="*/ 33 h 35"/>
                <a:gd name="T8" fmla="*/ 4 w 17"/>
                <a:gd name="T9" fmla="*/ 28 h 35"/>
                <a:gd name="T10" fmla="*/ 1 w 17"/>
                <a:gd name="T11" fmla="*/ 20 h 35"/>
                <a:gd name="T12" fmla="*/ 1 w 17"/>
                <a:gd name="T13" fmla="*/ 4 h 35"/>
                <a:gd name="T14" fmla="*/ 4 w 17"/>
                <a:gd name="T15" fmla="*/ 1 h 35"/>
                <a:gd name="T16" fmla="*/ 14 w 17"/>
                <a:gd name="T17" fmla="*/ 6 h 35"/>
                <a:gd name="T18" fmla="*/ 14 w 17"/>
                <a:gd name="T19" fmla="*/ 6 h 35"/>
                <a:gd name="T20" fmla="*/ 14 w 17"/>
                <a:gd name="T21" fmla="*/ 6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35">
                  <a:moveTo>
                    <a:pt x="14" y="6"/>
                  </a:moveTo>
                  <a:cubicBezTo>
                    <a:pt x="16" y="7"/>
                    <a:pt x="17" y="11"/>
                    <a:pt x="17" y="14"/>
                  </a:cubicBezTo>
                  <a:cubicBezTo>
                    <a:pt x="17" y="30"/>
                    <a:pt x="17" y="30"/>
                    <a:pt x="17" y="30"/>
                  </a:cubicBezTo>
                  <a:cubicBezTo>
                    <a:pt x="17" y="33"/>
                    <a:pt x="16" y="35"/>
                    <a:pt x="14" y="33"/>
                  </a:cubicBezTo>
                  <a:cubicBezTo>
                    <a:pt x="4" y="28"/>
                    <a:pt x="4" y="28"/>
                    <a:pt x="4" y="28"/>
                  </a:cubicBezTo>
                  <a:cubicBezTo>
                    <a:pt x="2" y="27"/>
                    <a:pt x="0" y="23"/>
                    <a:pt x="1" y="20"/>
                  </a:cubicBezTo>
                  <a:cubicBezTo>
                    <a:pt x="1" y="4"/>
                    <a:pt x="1" y="4"/>
                    <a:pt x="1" y="4"/>
                  </a:cubicBezTo>
                  <a:cubicBezTo>
                    <a:pt x="1" y="1"/>
                    <a:pt x="2" y="0"/>
                    <a:pt x="4" y="1"/>
                  </a:cubicBezTo>
                  <a:cubicBezTo>
                    <a:pt x="14" y="6"/>
                    <a:pt x="14" y="6"/>
                    <a:pt x="14" y="6"/>
                  </a:cubicBezTo>
                  <a:cubicBezTo>
                    <a:pt x="14" y="6"/>
                    <a:pt x="14" y="6"/>
                    <a:pt x="14" y="6"/>
                  </a:cubicBezTo>
                  <a:cubicBezTo>
                    <a:pt x="14" y="6"/>
                    <a:pt x="14" y="6"/>
                    <a:pt x="14" y="6"/>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02" name="未知"/>
            <p:cNvSpPr>
              <a:spLocks noChangeAspect="1"/>
            </p:cNvSpPr>
            <p:nvPr/>
          </p:nvSpPr>
          <p:spPr bwMode="auto">
            <a:xfrm>
              <a:off x="210" y="286"/>
              <a:ext cx="10" cy="21"/>
            </a:xfrm>
            <a:custGeom>
              <a:avLst/>
              <a:gdLst>
                <a:gd name="T0" fmla="*/ 13 w 17"/>
                <a:gd name="T1" fmla="*/ 7 h 35"/>
                <a:gd name="T2" fmla="*/ 17 w 17"/>
                <a:gd name="T3" fmla="*/ 15 h 35"/>
                <a:gd name="T4" fmla="*/ 17 w 17"/>
                <a:gd name="T5" fmla="*/ 31 h 35"/>
                <a:gd name="T6" fmla="*/ 13 w 17"/>
                <a:gd name="T7" fmla="*/ 34 h 35"/>
                <a:gd name="T8" fmla="*/ 4 w 17"/>
                <a:gd name="T9" fmla="*/ 29 h 35"/>
                <a:gd name="T10" fmla="*/ 0 w 17"/>
                <a:gd name="T11" fmla="*/ 21 h 35"/>
                <a:gd name="T12" fmla="*/ 0 w 17"/>
                <a:gd name="T13" fmla="*/ 5 h 35"/>
                <a:gd name="T14" fmla="*/ 4 w 17"/>
                <a:gd name="T15" fmla="*/ 2 h 35"/>
                <a:gd name="T16" fmla="*/ 13 w 17"/>
                <a:gd name="T17" fmla="*/ 7 h 35"/>
                <a:gd name="T18" fmla="*/ 13 w 17"/>
                <a:gd name="T19" fmla="*/ 7 h 35"/>
                <a:gd name="T20" fmla="*/ 13 w 17"/>
                <a:gd name="T21" fmla="*/ 7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35">
                  <a:moveTo>
                    <a:pt x="13" y="7"/>
                  </a:moveTo>
                  <a:cubicBezTo>
                    <a:pt x="15" y="8"/>
                    <a:pt x="17" y="12"/>
                    <a:pt x="17" y="15"/>
                  </a:cubicBezTo>
                  <a:cubicBezTo>
                    <a:pt x="17" y="31"/>
                    <a:pt x="17" y="31"/>
                    <a:pt x="17" y="31"/>
                  </a:cubicBezTo>
                  <a:cubicBezTo>
                    <a:pt x="17" y="34"/>
                    <a:pt x="15" y="35"/>
                    <a:pt x="13" y="34"/>
                  </a:cubicBezTo>
                  <a:cubicBezTo>
                    <a:pt x="4" y="29"/>
                    <a:pt x="4" y="29"/>
                    <a:pt x="4" y="29"/>
                  </a:cubicBezTo>
                  <a:cubicBezTo>
                    <a:pt x="1" y="28"/>
                    <a:pt x="0" y="24"/>
                    <a:pt x="0" y="21"/>
                  </a:cubicBezTo>
                  <a:cubicBezTo>
                    <a:pt x="0" y="5"/>
                    <a:pt x="0" y="5"/>
                    <a:pt x="0" y="5"/>
                  </a:cubicBezTo>
                  <a:cubicBezTo>
                    <a:pt x="0" y="2"/>
                    <a:pt x="2" y="0"/>
                    <a:pt x="4" y="2"/>
                  </a:cubicBezTo>
                  <a:cubicBezTo>
                    <a:pt x="13" y="7"/>
                    <a:pt x="13" y="7"/>
                    <a:pt x="13" y="7"/>
                  </a:cubicBezTo>
                  <a:cubicBezTo>
                    <a:pt x="13" y="7"/>
                    <a:pt x="13" y="7"/>
                    <a:pt x="13" y="7"/>
                  </a:cubicBezTo>
                  <a:cubicBezTo>
                    <a:pt x="13" y="7"/>
                    <a:pt x="13" y="7"/>
                    <a:pt x="13" y="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03" name="未知"/>
            <p:cNvSpPr>
              <a:spLocks noChangeAspect="1"/>
            </p:cNvSpPr>
            <p:nvPr/>
          </p:nvSpPr>
          <p:spPr bwMode="auto">
            <a:xfrm>
              <a:off x="226" y="295"/>
              <a:ext cx="10" cy="22"/>
            </a:xfrm>
            <a:custGeom>
              <a:avLst/>
              <a:gdLst>
                <a:gd name="T0" fmla="*/ 13 w 17"/>
                <a:gd name="T1" fmla="*/ 6 h 35"/>
                <a:gd name="T2" fmla="*/ 17 w 17"/>
                <a:gd name="T3" fmla="*/ 14 h 35"/>
                <a:gd name="T4" fmla="*/ 17 w 17"/>
                <a:gd name="T5" fmla="*/ 30 h 35"/>
                <a:gd name="T6" fmla="*/ 13 w 17"/>
                <a:gd name="T7" fmla="*/ 33 h 35"/>
                <a:gd name="T8" fmla="*/ 4 w 17"/>
                <a:gd name="T9" fmla="*/ 28 h 35"/>
                <a:gd name="T10" fmla="*/ 0 w 17"/>
                <a:gd name="T11" fmla="*/ 20 h 35"/>
                <a:gd name="T12" fmla="*/ 0 w 17"/>
                <a:gd name="T13" fmla="*/ 4 h 35"/>
                <a:gd name="T14" fmla="*/ 4 w 17"/>
                <a:gd name="T15" fmla="*/ 1 h 35"/>
                <a:gd name="T16" fmla="*/ 13 w 17"/>
                <a:gd name="T17" fmla="*/ 6 h 35"/>
                <a:gd name="T18" fmla="*/ 13 w 17"/>
                <a:gd name="T19" fmla="*/ 6 h 35"/>
                <a:gd name="T20" fmla="*/ 13 w 17"/>
                <a:gd name="T21" fmla="*/ 6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35">
                  <a:moveTo>
                    <a:pt x="13" y="6"/>
                  </a:moveTo>
                  <a:cubicBezTo>
                    <a:pt x="15" y="7"/>
                    <a:pt x="17" y="11"/>
                    <a:pt x="17" y="14"/>
                  </a:cubicBezTo>
                  <a:cubicBezTo>
                    <a:pt x="17" y="30"/>
                    <a:pt x="17" y="30"/>
                    <a:pt x="17" y="30"/>
                  </a:cubicBezTo>
                  <a:cubicBezTo>
                    <a:pt x="17" y="33"/>
                    <a:pt x="15" y="35"/>
                    <a:pt x="13" y="33"/>
                  </a:cubicBezTo>
                  <a:cubicBezTo>
                    <a:pt x="4" y="28"/>
                    <a:pt x="4" y="28"/>
                    <a:pt x="4" y="28"/>
                  </a:cubicBezTo>
                  <a:cubicBezTo>
                    <a:pt x="1" y="27"/>
                    <a:pt x="0" y="23"/>
                    <a:pt x="0" y="20"/>
                  </a:cubicBezTo>
                  <a:cubicBezTo>
                    <a:pt x="0" y="4"/>
                    <a:pt x="0" y="4"/>
                    <a:pt x="0" y="4"/>
                  </a:cubicBezTo>
                  <a:cubicBezTo>
                    <a:pt x="0" y="1"/>
                    <a:pt x="2" y="0"/>
                    <a:pt x="4" y="1"/>
                  </a:cubicBezTo>
                  <a:cubicBezTo>
                    <a:pt x="13" y="6"/>
                    <a:pt x="13" y="6"/>
                    <a:pt x="13" y="6"/>
                  </a:cubicBezTo>
                  <a:cubicBezTo>
                    <a:pt x="13" y="6"/>
                    <a:pt x="13" y="6"/>
                    <a:pt x="13" y="6"/>
                  </a:cubicBezTo>
                  <a:cubicBezTo>
                    <a:pt x="13" y="6"/>
                    <a:pt x="13" y="6"/>
                    <a:pt x="13" y="6"/>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04" name="未知"/>
            <p:cNvSpPr>
              <a:spLocks noChangeAspect="1"/>
            </p:cNvSpPr>
            <p:nvPr/>
          </p:nvSpPr>
          <p:spPr bwMode="auto">
            <a:xfrm>
              <a:off x="242" y="305"/>
              <a:ext cx="10" cy="21"/>
            </a:xfrm>
            <a:custGeom>
              <a:avLst/>
              <a:gdLst>
                <a:gd name="T0" fmla="*/ 13 w 17"/>
                <a:gd name="T1" fmla="*/ 7 h 35"/>
                <a:gd name="T2" fmla="*/ 17 w 17"/>
                <a:gd name="T3" fmla="*/ 14 h 35"/>
                <a:gd name="T4" fmla="*/ 17 w 17"/>
                <a:gd name="T5" fmla="*/ 30 h 35"/>
                <a:gd name="T6" fmla="*/ 13 w 17"/>
                <a:gd name="T7" fmla="*/ 34 h 35"/>
                <a:gd name="T8" fmla="*/ 4 w 17"/>
                <a:gd name="T9" fmla="*/ 28 h 35"/>
                <a:gd name="T10" fmla="*/ 0 w 17"/>
                <a:gd name="T11" fmla="*/ 21 h 35"/>
                <a:gd name="T12" fmla="*/ 0 w 17"/>
                <a:gd name="T13" fmla="*/ 4 h 35"/>
                <a:gd name="T14" fmla="*/ 4 w 17"/>
                <a:gd name="T15" fmla="*/ 1 h 35"/>
                <a:gd name="T16" fmla="*/ 13 w 17"/>
                <a:gd name="T17" fmla="*/ 7 h 35"/>
                <a:gd name="T18" fmla="*/ 13 w 17"/>
                <a:gd name="T19" fmla="*/ 7 h 35"/>
                <a:gd name="T20" fmla="*/ 13 w 17"/>
                <a:gd name="T21" fmla="*/ 7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35">
                  <a:moveTo>
                    <a:pt x="13" y="7"/>
                  </a:moveTo>
                  <a:cubicBezTo>
                    <a:pt x="15" y="8"/>
                    <a:pt x="17" y="11"/>
                    <a:pt x="17" y="14"/>
                  </a:cubicBezTo>
                  <a:cubicBezTo>
                    <a:pt x="17" y="30"/>
                    <a:pt x="17" y="30"/>
                    <a:pt x="17" y="30"/>
                  </a:cubicBezTo>
                  <a:cubicBezTo>
                    <a:pt x="17" y="33"/>
                    <a:pt x="15" y="35"/>
                    <a:pt x="13" y="34"/>
                  </a:cubicBezTo>
                  <a:cubicBezTo>
                    <a:pt x="4" y="28"/>
                    <a:pt x="4" y="28"/>
                    <a:pt x="4" y="28"/>
                  </a:cubicBezTo>
                  <a:cubicBezTo>
                    <a:pt x="1" y="27"/>
                    <a:pt x="0" y="24"/>
                    <a:pt x="0" y="21"/>
                  </a:cubicBezTo>
                  <a:cubicBezTo>
                    <a:pt x="0" y="4"/>
                    <a:pt x="0" y="4"/>
                    <a:pt x="0" y="4"/>
                  </a:cubicBezTo>
                  <a:cubicBezTo>
                    <a:pt x="0" y="1"/>
                    <a:pt x="2" y="0"/>
                    <a:pt x="4" y="1"/>
                  </a:cubicBezTo>
                  <a:cubicBezTo>
                    <a:pt x="13" y="7"/>
                    <a:pt x="13" y="7"/>
                    <a:pt x="13" y="7"/>
                  </a:cubicBezTo>
                  <a:cubicBezTo>
                    <a:pt x="13" y="7"/>
                    <a:pt x="13" y="7"/>
                    <a:pt x="13" y="7"/>
                  </a:cubicBezTo>
                  <a:cubicBezTo>
                    <a:pt x="13" y="7"/>
                    <a:pt x="13" y="7"/>
                    <a:pt x="13" y="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05" name="未知"/>
            <p:cNvSpPr>
              <a:spLocks noChangeAspect="1"/>
            </p:cNvSpPr>
            <p:nvPr/>
          </p:nvSpPr>
          <p:spPr bwMode="auto">
            <a:xfrm>
              <a:off x="257" y="314"/>
              <a:ext cx="11" cy="21"/>
            </a:xfrm>
            <a:custGeom>
              <a:avLst/>
              <a:gdLst>
                <a:gd name="T0" fmla="*/ 13 w 17"/>
                <a:gd name="T1" fmla="*/ 7 h 35"/>
                <a:gd name="T2" fmla="*/ 17 w 17"/>
                <a:gd name="T3" fmla="*/ 15 h 35"/>
                <a:gd name="T4" fmla="*/ 17 w 17"/>
                <a:gd name="T5" fmla="*/ 31 h 35"/>
                <a:gd name="T6" fmla="*/ 13 w 17"/>
                <a:gd name="T7" fmla="*/ 34 h 35"/>
                <a:gd name="T8" fmla="*/ 4 w 17"/>
                <a:gd name="T9" fmla="*/ 29 h 35"/>
                <a:gd name="T10" fmla="*/ 0 w 17"/>
                <a:gd name="T11" fmla="*/ 21 h 35"/>
                <a:gd name="T12" fmla="*/ 0 w 17"/>
                <a:gd name="T13" fmla="*/ 5 h 35"/>
                <a:gd name="T14" fmla="*/ 4 w 17"/>
                <a:gd name="T15" fmla="*/ 2 h 35"/>
                <a:gd name="T16" fmla="*/ 13 w 17"/>
                <a:gd name="T17" fmla="*/ 7 h 35"/>
                <a:gd name="T18" fmla="*/ 13 w 17"/>
                <a:gd name="T19" fmla="*/ 7 h 35"/>
                <a:gd name="T20" fmla="*/ 13 w 17"/>
                <a:gd name="T21" fmla="*/ 7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35">
                  <a:moveTo>
                    <a:pt x="13" y="7"/>
                  </a:moveTo>
                  <a:cubicBezTo>
                    <a:pt x="15" y="8"/>
                    <a:pt x="17" y="11"/>
                    <a:pt x="17" y="15"/>
                  </a:cubicBezTo>
                  <a:cubicBezTo>
                    <a:pt x="17" y="31"/>
                    <a:pt x="17" y="31"/>
                    <a:pt x="17" y="31"/>
                  </a:cubicBezTo>
                  <a:cubicBezTo>
                    <a:pt x="17" y="34"/>
                    <a:pt x="15" y="35"/>
                    <a:pt x="13" y="34"/>
                  </a:cubicBezTo>
                  <a:cubicBezTo>
                    <a:pt x="4" y="29"/>
                    <a:pt x="4" y="29"/>
                    <a:pt x="4" y="29"/>
                  </a:cubicBezTo>
                  <a:cubicBezTo>
                    <a:pt x="1" y="27"/>
                    <a:pt x="0" y="24"/>
                    <a:pt x="0" y="21"/>
                  </a:cubicBezTo>
                  <a:cubicBezTo>
                    <a:pt x="0" y="5"/>
                    <a:pt x="0" y="5"/>
                    <a:pt x="0" y="5"/>
                  </a:cubicBezTo>
                  <a:cubicBezTo>
                    <a:pt x="0" y="2"/>
                    <a:pt x="1" y="0"/>
                    <a:pt x="4" y="2"/>
                  </a:cubicBezTo>
                  <a:cubicBezTo>
                    <a:pt x="13" y="7"/>
                    <a:pt x="13" y="7"/>
                    <a:pt x="13" y="7"/>
                  </a:cubicBezTo>
                  <a:cubicBezTo>
                    <a:pt x="13" y="7"/>
                    <a:pt x="13" y="7"/>
                    <a:pt x="13" y="7"/>
                  </a:cubicBezTo>
                  <a:cubicBezTo>
                    <a:pt x="13" y="7"/>
                    <a:pt x="13" y="7"/>
                    <a:pt x="13" y="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06" name="未知"/>
            <p:cNvSpPr>
              <a:spLocks noChangeAspect="1"/>
            </p:cNvSpPr>
            <p:nvPr/>
          </p:nvSpPr>
          <p:spPr bwMode="auto">
            <a:xfrm>
              <a:off x="273" y="323"/>
              <a:ext cx="11" cy="21"/>
            </a:xfrm>
            <a:custGeom>
              <a:avLst/>
              <a:gdLst>
                <a:gd name="T0" fmla="*/ 13 w 17"/>
                <a:gd name="T1" fmla="*/ 6 h 34"/>
                <a:gd name="T2" fmla="*/ 17 w 17"/>
                <a:gd name="T3" fmla="*/ 14 h 34"/>
                <a:gd name="T4" fmla="*/ 17 w 17"/>
                <a:gd name="T5" fmla="*/ 30 h 34"/>
                <a:gd name="T6" fmla="*/ 13 w 17"/>
                <a:gd name="T7" fmla="*/ 33 h 34"/>
                <a:gd name="T8" fmla="*/ 3 w 17"/>
                <a:gd name="T9" fmla="*/ 28 h 34"/>
                <a:gd name="T10" fmla="*/ 0 w 17"/>
                <a:gd name="T11" fmla="*/ 20 h 34"/>
                <a:gd name="T12" fmla="*/ 0 w 17"/>
                <a:gd name="T13" fmla="*/ 4 h 34"/>
                <a:gd name="T14" fmla="*/ 4 w 17"/>
                <a:gd name="T15" fmla="*/ 1 h 34"/>
                <a:gd name="T16" fmla="*/ 13 w 17"/>
                <a:gd name="T17" fmla="*/ 6 h 34"/>
                <a:gd name="T18" fmla="*/ 13 w 17"/>
                <a:gd name="T19" fmla="*/ 6 h 34"/>
                <a:gd name="T20" fmla="*/ 13 w 17"/>
                <a:gd name="T21" fmla="*/ 6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34">
                  <a:moveTo>
                    <a:pt x="13" y="6"/>
                  </a:moveTo>
                  <a:cubicBezTo>
                    <a:pt x="15" y="7"/>
                    <a:pt x="17" y="11"/>
                    <a:pt x="17" y="14"/>
                  </a:cubicBezTo>
                  <a:cubicBezTo>
                    <a:pt x="17" y="30"/>
                    <a:pt x="17" y="30"/>
                    <a:pt x="17" y="30"/>
                  </a:cubicBezTo>
                  <a:cubicBezTo>
                    <a:pt x="17" y="33"/>
                    <a:pt x="15" y="34"/>
                    <a:pt x="13" y="33"/>
                  </a:cubicBezTo>
                  <a:cubicBezTo>
                    <a:pt x="3" y="28"/>
                    <a:pt x="3" y="28"/>
                    <a:pt x="3" y="28"/>
                  </a:cubicBezTo>
                  <a:cubicBezTo>
                    <a:pt x="1" y="27"/>
                    <a:pt x="0" y="23"/>
                    <a:pt x="0" y="20"/>
                  </a:cubicBezTo>
                  <a:cubicBezTo>
                    <a:pt x="0" y="4"/>
                    <a:pt x="0" y="4"/>
                    <a:pt x="0" y="4"/>
                  </a:cubicBezTo>
                  <a:cubicBezTo>
                    <a:pt x="0" y="1"/>
                    <a:pt x="1" y="0"/>
                    <a:pt x="4" y="1"/>
                  </a:cubicBezTo>
                  <a:cubicBezTo>
                    <a:pt x="13" y="6"/>
                    <a:pt x="13" y="6"/>
                    <a:pt x="13" y="6"/>
                  </a:cubicBezTo>
                  <a:cubicBezTo>
                    <a:pt x="13" y="6"/>
                    <a:pt x="13" y="6"/>
                    <a:pt x="13" y="6"/>
                  </a:cubicBezTo>
                  <a:cubicBezTo>
                    <a:pt x="13" y="6"/>
                    <a:pt x="13" y="6"/>
                    <a:pt x="13" y="6"/>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07" name="未知"/>
            <p:cNvSpPr>
              <a:spLocks noChangeAspect="1"/>
            </p:cNvSpPr>
            <p:nvPr/>
          </p:nvSpPr>
          <p:spPr bwMode="auto">
            <a:xfrm>
              <a:off x="289" y="333"/>
              <a:ext cx="10" cy="21"/>
            </a:xfrm>
            <a:custGeom>
              <a:avLst/>
              <a:gdLst>
                <a:gd name="T0" fmla="*/ 13 w 17"/>
                <a:gd name="T1" fmla="*/ 6 h 35"/>
                <a:gd name="T2" fmla="*/ 17 w 17"/>
                <a:gd name="T3" fmla="*/ 14 h 35"/>
                <a:gd name="T4" fmla="*/ 17 w 17"/>
                <a:gd name="T5" fmla="*/ 30 h 35"/>
                <a:gd name="T6" fmla="*/ 13 w 17"/>
                <a:gd name="T7" fmla="*/ 34 h 35"/>
                <a:gd name="T8" fmla="*/ 3 w 17"/>
                <a:gd name="T9" fmla="*/ 28 h 35"/>
                <a:gd name="T10" fmla="*/ 0 w 17"/>
                <a:gd name="T11" fmla="*/ 21 h 35"/>
                <a:gd name="T12" fmla="*/ 0 w 17"/>
                <a:gd name="T13" fmla="*/ 4 h 35"/>
                <a:gd name="T14" fmla="*/ 4 w 17"/>
                <a:gd name="T15" fmla="*/ 1 h 35"/>
                <a:gd name="T16" fmla="*/ 13 w 17"/>
                <a:gd name="T17" fmla="*/ 6 h 35"/>
                <a:gd name="T18" fmla="*/ 13 w 17"/>
                <a:gd name="T19" fmla="*/ 6 h 35"/>
                <a:gd name="T20" fmla="*/ 13 w 17"/>
                <a:gd name="T21" fmla="*/ 6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35">
                  <a:moveTo>
                    <a:pt x="13" y="6"/>
                  </a:moveTo>
                  <a:cubicBezTo>
                    <a:pt x="15" y="8"/>
                    <a:pt x="17" y="11"/>
                    <a:pt x="17" y="14"/>
                  </a:cubicBezTo>
                  <a:cubicBezTo>
                    <a:pt x="17" y="30"/>
                    <a:pt x="17" y="30"/>
                    <a:pt x="17" y="30"/>
                  </a:cubicBezTo>
                  <a:cubicBezTo>
                    <a:pt x="17" y="33"/>
                    <a:pt x="15" y="35"/>
                    <a:pt x="13" y="34"/>
                  </a:cubicBezTo>
                  <a:cubicBezTo>
                    <a:pt x="3" y="28"/>
                    <a:pt x="3" y="28"/>
                    <a:pt x="3" y="28"/>
                  </a:cubicBezTo>
                  <a:cubicBezTo>
                    <a:pt x="1" y="27"/>
                    <a:pt x="0" y="24"/>
                    <a:pt x="0" y="21"/>
                  </a:cubicBezTo>
                  <a:cubicBezTo>
                    <a:pt x="0" y="4"/>
                    <a:pt x="0" y="4"/>
                    <a:pt x="0" y="4"/>
                  </a:cubicBezTo>
                  <a:cubicBezTo>
                    <a:pt x="0" y="1"/>
                    <a:pt x="1" y="0"/>
                    <a:pt x="4" y="1"/>
                  </a:cubicBezTo>
                  <a:cubicBezTo>
                    <a:pt x="13" y="6"/>
                    <a:pt x="13" y="6"/>
                    <a:pt x="13" y="6"/>
                  </a:cubicBezTo>
                  <a:cubicBezTo>
                    <a:pt x="13" y="6"/>
                    <a:pt x="13" y="6"/>
                    <a:pt x="13" y="6"/>
                  </a:cubicBezTo>
                  <a:cubicBezTo>
                    <a:pt x="13" y="6"/>
                    <a:pt x="13" y="6"/>
                    <a:pt x="13" y="6"/>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08" name="未知"/>
            <p:cNvSpPr>
              <a:spLocks noChangeAspect="1"/>
            </p:cNvSpPr>
            <p:nvPr/>
          </p:nvSpPr>
          <p:spPr bwMode="auto">
            <a:xfrm>
              <a:off x="305" y="342"/>
              <a:ext cx="10" cy="21"/>
            </a:xfrm>
            <a:custGeom>
              <a:avLst/>
              <a:gdLst>
                <a:gd name="T0" fmla="*/ 13 w 17"/>
                <a:gd name="T1" fmla="*/ 7 h 35"/>
                <a:gd name="T2" fmla="*/ 17 w 17"/>
                <a:gd name="T3" fmla="*/ 14 h 35"/>
                <a:gd name="T4" fmla="*/ 16 w 17"/>
                <a:gd name="T5" fmla="*/ 31 h 35"/>
                <a:gd name="T6" fmla="*/ 13 w 17"/>
                <a:gd name="T7" fmla="*/ 34 h 35"/>
                <a:gd name="T8" fmla="*/ 3 w 17"/>
                <a:gd name="T9" fmla="*/ 29 h 35"/>
                <a:gd name="T10" fmla="*/ 0 w 17"/>
                <a:gd name="T11" fmla="*/ 21 h 35"/>
                <a:gd name="T12" fmla="*/ 0 w 17"/>
                <a:gd name="T13" fmla="*/ 5 h 35"/>
                <a:gd name="T14" fmla="*/ 4 w 17"/>
                <a:gd name="T15" fmla="*/ 1 h 35"/>
                <a:gd name="T16" fmla="*/ 13 w 17"/>
                <a:gd name="T17" fmla="*/ 7 h 35"/>
                <a:gd name="T18" fmla="*/ 13 w 17"/>
                <a:gd name="T19" fmla="*/ 7 h 35"/>
                <a:gd name="T20" fmla="*/ 13 w 17"/>
                <a:gd name="T21" fmla="*/ 7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35">
                  <a:moveTo>
                    <a:pt x="13" y="7"/>
                  </a:moveTo>
                  <a:cubicBezTo>
                    <a:pt x="15" y="8"/>
                    <a:pt x="17" y="11"/>
                    <a:pt x="17" y="14"/>
                  </a:cubicBezTo>
                  <a:cubicBezTo>
                    <a:pt x="16" y="31"/>
                    <a:pt x="16" y="31"/>
                    <a:pt x="16" y="31"/>
                  </a:cubicBezTo>
                  <a:cubicBezTo>
                    <a:pt x="16" y="34"/>
                    <a:pt x="15" y="35"/>
                    <a:pt x="13" y="34"/>
                  </a:cubicBezTo>
                  <a:cubicBezTo>
                    <a:pt x="3" y="29"/>
                    <a:pt x="3" y="29"/>
                    <a:pt x="3" y="29"/>
                  </a:cubicBezTo>
                  <a:cubicBezTo>
                    <a:pt x="1" y="27"/>
                    <a:pt x="0" y="24"/>
                    <a:pt x="0" y="21"/>
                  </a:cubicBezTo>
                  <a:cubicBezTo>
                    <a:pt x="0" y="5"/>
                    <a:pt x="0" y="5"/>
                    <a:pt x="0" y="5"/>
                  </a:cubicBezTo>
                  <a:cubicBezTo>
                    <a:pt x="0" y="2"/>
                    <a:pt x="1" y="0"/>
                    <a:pt x="4" y="1"/>
                  </a:cubicBezTo>
                  <a:cubicBezTo>
                    <a:pt x="13" y="7"/>
                    <a:pt x="13" y="7"/>
                    <a:pt x="13" y="7"/>
                  </a:cubicBezTo>
                  <a:cubicBezTo>
                    <a:pt x="13" y="7"/>
                    <a:pt x="13" y="7"/>
                    <a:pt x="13" y="7"/>
                  </a:cubicBezTo>
                  <a:cubicBezTo>
                    <a:pt x="13" y="7"/>
                    <a:pt x="13" y="7"/>
                    <a:pt x="13" y="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09" name="未知"/>
            <p:cNvSpPr>
              <a:spLocks noChangeAspect="1"/>
            </p:cNvSpPr>
            <p:nvPr/>
          </p:nvSpPr>
          <p:spPr bwMode="auto">
            <a:xfrm>
              <a:off x="321" y="351"/>
              <a:ext cx="10" cy="21"/>
            </a:xfrm>
            <a:custGeom>
              <a:avLst/>
              <a:gdLst>
                <a:gd name="T0" fmla="*/ 13 w 17"/>
                <a:gd name="T1" fmla="*/ 7 h 35"/>
                <a:gd name="T2" fmla="*/ 16 w 17"/>
                <a:gd name="T3" fmla="*/ 15 h 35"/>
                <a:gd name="T4" fmla="*/ 16 w 17"/>
                <a:gd name="T5" fmla="*/ 31 h 35"/>
                <a:gd name="T6" fmla="*/ 13 w 17"/>
                <a:gd name="T7" fmla="*/ 34 h 35"/>
                <a:gd name="T8" fmla="*/ 3 w 17"/>
                <a:gd name="T9" fmla="*/ 29 h 35"/>
                <a:gd name="T10" fmla="*/ 0 w 17"/>
                <a:gd name="T11" fmla="*/ 21 h 35"/>
                <a:gd name="T12" fmla="*/ 0 w 17"/>
                <a:gd name="T13" fmla="*/ 5 h 35"/>
                <a:gd name="T14" fmla="*/ 3 w 17"/>
                <a:gd name="T15" fmla="*/ 2 h 35"/>
                <a:gd name="T16" fmla="*/ 13 w 17"/>
                <a:gd name="T17" fmla="*/ 7 h 35"/>
                <a:gd name="T18" fmla="*/ 13 w 17"/>
                <a:gd name="T19" fmla="*/ 7 h 35"/>
                <a:gd name="T20" fmla="*/ 13 w 17"/>
                <a:gd name="T21" fmla="*/ 7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35">
                  <a:moveTo>
                    <a:pt x="13" y="7"/>
                  </a:moveTo>
                  <a:cubicBezTo>
                    <a:pt x="15" y="8"/>
                    <a:pt x="17" y="12"/>
                    <a:pt x="16" y="15"/>
                  </a:cubicBezTo>
                  <a:cubicBezTo>
                    <a:pt x="16" y="31"/>
                    <a:pt x="16" y="31"/>
                    <a:pt x="16" y="31"/>
                  </a:cubicBezTo>
                  <a:cubicBezTo>
                    <a:pt x="16" y="34"/>
                    <a:pt x="15" y="35"/>
                    <a:pt x="13" y="34"/>
                  </a:cubicBezTo>
                  <a:cubicBezTo>
                    <a:pt x="3" y="29"/>
                    <a:pt x="3" y="29"/>
                    <a:pt x="3" y="29"/>
                  </a:cubicBezTo>
                  <a:cubicBezTo>
                    <a:pt x="1" y="28"/>
                    <a:pt x="0" y="24"/>
                    <a:pt x="0" y="21"/>
                  </a:cubicBezTo>
                  <a:cubicBezTo>
                    <a:pt x="0" y="5"/>
                    <a:pt x="0" y="5"/>
                    <a:pt x="0" y="5"/>
                  </a:cubicBezTo>
                  <a:cubicBezTo>
                    <a:pt x="0" y="2"/>
                    <a:pt x="1" y="0"/>
                    <a:pt x="3" y="2"/>
                  </a:cubicBezTo>
                  <a:cubicBezTo>
                    <a:pt x="13" y="7"/>
                    <a:pt x="13" y="7"/>
                    <a:pt x="13" y="7"/>
                  </a:cubicBezTo>
                  <a:cubicBezTo>
                    <a:pt x="13" y="7"/>
                    <a:pt x="13" y="7"/>
                    <a:pt x="13" y="7"/>
                  </a:cubicBezTo>
                  <a:cubicBezTo>
                    <a:pt x="13" y="7"/>
                    <a:pt x="13" y="7"/>
                    <a:pt x="13" y="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10" name="未知"/>
            <p:cNvSpPr>
              <a:spLocks noChangeAspect="1"/>
            </p:cNvSpPr>
            <p:nvPr/>
          </p:nvSpPr>
          <p:spPr bwMode="auto">
            <a:xfrm>
              <a:off x="337" y="361"/>
              <a:ext cx="9" cy="21"/>
            </a:xfrm>
            <a:custGeom>
              <a:avLst/>
              <a:gdLst>
                <a:gd name="T0" fmla="*/ 13 w 16"/>
                <a:gd name="T1" fmla="*/ 6 h 35"/>
                <a:gd name="T2" fmla="*/ 16 w 16"/>
                <a:gd name="T3" fmla="*/ 14 h 35"/>
                <a:gd name="T4" fmla="*/ 16 w 16"/>
                <a:gd name="T5" fmla="*/ 30 h 35"/>
                <a:gd name="T6" fmla="*/ 13 w 16"/>
                <a:gd name="T7" fmla="*/ 33 h 35"/>
                <a:gd name="T8" fmla="*/ 3 w 16"/>
                <a:gd name="T9" fmla="*/ 28 h 35"/>
                <a:gd name="T10" fmla="*/ 0 w 16"/>
                <a:gd name="T11" fmla="*/ 20 h 35"/>
                <a:gd name="T12" fmla="*/ 0 w 16"/>
                <a:gd name="T13" fmla="*/ 4 h 35"/>
                <a:gd name="T14" fmla="*/ 3 w 16"/>
                <a:gd name="T15" fmla="*/ 1 h 35"/>
                <a:gd name="T16" fmla="*/ 13 w 16"/>
                <a:gd name="T17" fmla="*/ 6 h 35"/>
                <a:gd name="T18" fmla="*/ 13 w 16"/>
                <a:gd name="T19" fmla="*/ 6 h 35"/>
                <a:gd name="T20" fmla="*/ 13 w 16"/>
                <a:gd name="T21" fmla="*/ 6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 h="35">
                  <a:moveTo>
                    <a:pt x="13" y="6"/>
                  </a:moveTo>
                  <a:cubicBezTo>
                    <a:pt x="15" y="8"/>
                    <a:pt x="16" y="11"/>
                    <a:pt x="16" y="14"/>
                  </a:cubicBezTo>
                  <a:cubicBezTo>
                    <a:pt x="16" y="30"/>
                    <a:pt x="16" y="30"/>
                    <a:pt x="16" y="30"/>
                  </a:cubicBezTo>
                  <a:cubicBezTo>
                    <a:pt x="16" y="33"/>
                    <a:pt x="15" y="35"/>
                    <a:pt x="13" y="33"/>
                  </a:cubicBezTo>
                  <a:cubicBezTo>
                    <a:pt x="3" y="28"/>
                    <a:pt x="3" y="28"/>
                    <a:pt x="3" y="28"/>
                  </a:cubicBezTo>
                  <a:cubicBezTo>
                    <a:pt x="1" y="27"/>
                    <a:pt x="0" y="23"/>
                    <a:pt x="0" y="20"/>
                  </a:cubicBezTo>
                  <a:cubicBezTo>
                    <a:pt x="0" y="4"/>
                    <a:pt x="0" y="4"/>
                    <a:pt x="0" y="4"/>
                  </a:cubicBezTo>
                  <a:cubicBezTo>
                    <a:pt x="0" y="1"/>
                    <a:pt x="1" y="0"/>
                    <a:pt x="3" y="1"/>
                  </a:cubicBezTo>
                  <a:cubicBezTo>
                    <a:pt x="13" y="6"/>
                    <a:pt x="13" y="6"/>
                    <a:pt x="13" y="6"/>
                  </a:cubicBezTo>
                  <a:cubicBezTo>
                    <a:pt x="13" y="6"/>
                    <a:pt x="13" y="6"/>
                    <a:pt x="13" y="6"/>
                  </a:cubicBezTo>
                  <a:cubicBezTo>
                    <a:pt x="13" y="6"/>
                    <a:pt x="13" y="6"/>
                    <a:pt x="13" y="6"/>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11" name="未知"/>
            <p:cNvSpPr>
              <a:spLocks noChangeAspect="1"/>
            </p:cNvSpPr>
            <p:nvPr/>
          </p:nvSpPr>
          <p:spPr bwMode="auto">
            <a:xfrm>
              <a:off x="352" y="370"/>
              <a:ext cx="10" cy="21"/>
            </a:xfrm>
            <a:custGeom>
              <a:avLst/>
              <a:gdLst>
                <a:gd name="T0" fmla="*/ 13 w 16"/>
                <a:gd name="T1" fmla="*/ 7 h 35"/>
                <a:gd name="T2" fmla="*/ 16 w 16"/>
                <a:gd name="T3" fmla="*/ 14 h 35"/>
                <a:gd name="T4" fmla="*/ 16 w 16"/>
                <a:gd name="T5" fmla="*/ 30 h 35"/>
                <a:gd name="T6" fmla="*/ 13 w 16"/>
                <a:gd name="T7" fmla="*/ 34 h 35"/>
                <a:gd name="T8" fmla="*/ 3 w 16"/>
                <a:gd name="T9" fmla="*/ 28 h 35"/>
                <a:gd name="T10" fmla="*/ 0 w 16"/>
                <a:gd name="T11" fmla="*/ 21 h 35"/>
                <a:gd name="T12" fmla="*/ 0 w 16"/>
                <a:gd name="T13" fmla="*/ 5 h 35"/>
                <a:gd name="T14" fmla="*/ 3 w 16"/>
                <a:gd name="T15" fmla="*/ 1 h 35"/>
                <a:gd name="T16" fmla="*/ 13 w 16"/>
                <a:gd name="T17" fmla="*/ 7 h 35"/>
                <a:gd name="T18" fmla="*/ 13 w 16"/>
                <a:gd name="T19" fmla="*/ 7 h 35"/>
                <a:gd name="T20" fmla="*/ 13 w 16"/>
                <a:gd name="T21" fmla="*/ 7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 h="35">
                  <a:moveTo>
                    <a:pt x="13" y="7"/>
                  </a:moveTo>
                  <a:cubicBezTo>
                    <a:pt x="15" y="8"/>
                    <a:pt x="16" y="11"/>
                    <a:pt x="16" y="14"/>
                  </a:cubicBezTo>
                  <a:cubicBezTo>
                    <a:pt x="16" y="30"/>
                    <a:pt x="16" y="30"/>
                    <a:pt x="16" y="30"/>
                  </a:cubicBezTo>
                  <a:cubicBezTo>
                    <a:pt x="16" y="33"/>
                    <a:pt x="15" y="35"/>
                    <a:pt x="13" y="34"/>
                  </a:cubicBezTo>
                  <a:cubicBezTo>
                    <a:pt x="3" y="28"/>
                    <a:pt x="3" y="28"/>
                    <a:pt x="3" y="28"/>
                  </a:cubicBezTo>
                  <a:cubicBezTo>
                    <a:pt x="1" y="27"/>
                    <a:pt x="0" y="24"/>
                    <a:pt x="0" y="21"/>
                  </a:cubicBezTo>
                  <a:cubicBezTo>
                    <a:pt x="0" y="5"/>
                    <a:pt x="0" y="5"/>
                    <a:pt x="0" y="5"/>
                  </a:cubicBezTo>
                  <a:cubicBezTo>
                    <a:pt x="0" y="2"/>
                    <a:pt x="1" y="0"/>
                    <a:pt x="3" y="1"/>
                  </a:cubicBezTo>
                  <a:cubicBezTo>
                    <a:pt x="13" y="7"/>
                    <a:pt x="13" y="7"/>
                    <a:pt x="13" y="7"/>
                  </a:cubicBezTo>
                  <a:cubicBezTo>
                    <a:pt x="13" y="7"/>
                    <a:pt x="13" y="7"/>
                    <a:pt x="13" y="7"/>
                  </a:cubicBezTo>
                  <a:cubicBezTo>
                    <a:pt x="13" y="7"/>
                    <a:pt x="13" y="7"/>
                    <a:pt x="13" y="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12" name="未知"/>
            <p:cNvSpPr>
              <a:spLocks noChangeAspect="1"/>
            </p:cNvSpPr>
            <p:nvPr/>
          </p:nvSpPr>
          <p:spPr bwMode="auto">
            <a:xfrm>
              <a:off x="368" y="379"/>
              <a:ext cx="10" cy="21"/>
            </a:xfrm>
            <a:custGeom>
              <a:avLst/>
              <a:gdLst>
                <a:gd name="T0" fmla="*/ 14 w 17"/>
                <a:gd name="T1" fmla="*/ 7 h 35"/>
                <a:gd name="T2" fmla="*/ 17 w 17"/>
                <a:gd name="T3" fmla="*/ 15 h 35"/>
                <a:gd name="T4" fmla="*/ 17 w 17"/>
                <a:gd name="T5" fmla="*/ 31 h 35"/>
                <a:gd name="T6" fmla="*/ 14 w 17"/>
                <a:gd name="T7" fmla="*/ 34 h 35"/>
                <a:gd name="T8" fmla="*/ 4 w 17"/>
                <a:gd name="T9" fmla="*/ 29 h 35"/>
                <a:gd name="T10" fmla="*/ 1 w 17"/>
                <a:gd name="T11" fmla="*/ 21 h 35"/>
                <a:gd name="T12" fmla="*/ 1 w 17"/>
                <a:gd name="T13" fmla="*/ 5 h 35"/>
                <a:gd name="T14" fmla="*/ 4 w 17"/>
                <a:gd name="T15" fmla="*/ 2 h 35"/>
                <a:gd name="T16" fmla="*/ 14 w 17"/>
                <a:gd name="T17" fmla="*/ 7 h 35"/>
                <a:gd name="T18" fmla="*/ 14 w 17"/>
                <a:gd name="T19" fmla="*/ 7 h 35"/>
                <a:gd name="T20" fmla="*/ 14 w 17"/>
                <a:gd name="T21" fmla="*/ 7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35">
                  <a:moveTo>
                    <a:pt x="14" y="7"/>
                  </a:moveTo>
                  <a:cubicBezTo>
                    <a:pt x="16" y="8"/>
                    <a:pt x="17" y="12"/>
                    <a:pt x="17" y="15"/>
                  </a:cubicBezTo>
                  <a:cubicBezTo>
                    <a:pt x="17" y="31"/>
                    <a:pt x="17" y="31"/>
                    <a:pt x="17" y="31"/>
                  </a:cubicBezTo>
                  <a:cubicBezTo>
                    <a:pt x="17" y="34"/>
                    <a:pt x="16" y="35"/>
                    <a:pt x="14" y="34"/>
                  </a:cubicBezTo>
                  <a:cubicBezTo>
                    <a:pt x="4" y="29"/>
                    <a:pt x="4" y="29"/>
                    <a:pt x="4" y="29"/>
                  </a:cubicBezTo>
                  <a:cubicBezTo>
                    <a:pt x="2" y="27"/>
                    <a:pt x="0" y="24"/>
                    <a:pt x="1" y="21"/>
                  </a:cubicBezTo>
                  <a:cubicBezTo>
                    <a:pt x="1" y="5"/>
                    <a:pt x="1" y="5"/>
                    <a:pt x="1" y="5"/>
                  </a:cubicBezTo>
                  <a:cubicBezTo>
                    <a:pt x="1" y="2"/>
                    <a:pt x="2" y="0"/>
                    <a:pt x="4" y="2"/>
                  </a:cubicBezTo>
                  <a:cubicBezTo>
                    <a:pt x="14" y="7"/>
                    <a:pt x="14" y="7"/>
                    <a:pt x="14" y="7"/>
                  </a:cubicBezTo>
                  <a:cubicBezTo>
                    <a:pt x="14" y="7"/>
                    <a:pt x="14" y="7"/>
                    <a:pt x="14" y="7"/>
                  </a:cubicBezTo>
                  <a:cubicBezTo>
                    <a:pt x="14" y="7"/>
                    <a:pt x="14" y="7"/>
                    <a:pt x="14" y="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13" name="未知"/>
            <p:cNvSpPr>
              <a:spLocks noChangeAspect="1"/>
            </p:cNvSpPr>
            <p:nvPr/>
          </p:nvSpPr>
          <p:spPr bwMode="auto">
            <a:xfrm>
              <a:off x="210" y="328"/>
              <a:ext cx="10" cy="21"/>
            </a:xfrm>
            <a:custGeom>
              <a:avLst/>
              <a:gdLst>
                <a:gd name="T0" fmla="*/ 13 w 17"/>
                <a:gd name="T1" fmla="*/ 6 h 35"/>
                <a:gd name="T2" fmla="*/ 17 w 17"/>
                <a:gd name="T3" fmla="*/ 14 h 35"/>
                <a:gd name="T4" fmla="*/ 17 w 17"/>
                <a:gd name="T5" fmla="*/ 30 h 35"/>
                <a:gd name="T6" fmla="*/ 13 w 17"/>
                <a:gd name="T7" fmla="*/ 33 h 35"/>
                <a:gd name="T8" fmla="*/ 4 w 17"/>
                <a:gd name="T9" fmla="*/ 28 h 35"/>
                <a:gd name="T10" fmla="*/ 0 w 17"/>
                <a:gd name="T11" fmla="*/ 20 h 35"/>
                <a:gd name="T12" fmla="*/ 0 w 17"/>
                <a:gd name="T13" fmla="*/ 4 h 35"/>
                <a:gd name="T14" fmla="*/ 4 w 17"/>
                <a:gd name="T15" fmla="*/ 1 h 35"/>
                <a:gd name="T16" fmla="*/ 13 w 17"/>
                <a:gd name="T17" fmla="*/ 6 h 35"/>
                <a:gd name="T18" fmla="*/ 13 w 17"/>
                <a:gd name="T19" fmla="*/ 6 h 35"/>
                <a:gd name="T20" fmla="*/ 13 w 17"/>
                <a:gd name="T21" fmla="*/ 6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35">
                  <a:moveTo>
                    <a:pt x="13" y="6"/>
                  </a:moveTo>
                  <a:cubicBezTo>
                    <a:pt x="15" y="7"/>
                    <a:pt x="17" y="11"/>
                    <a:pt x="17" y="14"/>
                  </a:cubicBezTo>
                  <a:cubicBezTo>
                    <a:pt x="17" y="30"/>
                    <a:pt x="17" y="30"/>
                    <a:pt x="17" y="30"/>
                  </a:cubicBezTo>
                  <a:cubicBezTo>
                    <a:pt x="17" y="33"/>
                    <a:pt x="15" y="35"/>
                    <a:pt x="13" y="33"/>
                  </a:cubicBezTo>
                  <a:cubicBezTo>
                    <a:pt x="4" y="28"/>
                    <a:pt x="4" y="28"/>
                    <a:pt x="4" y="28"/>
                  </a:cubicBezTo>
                  <a:cubicBezTo>
                    <a:pt x="1" y="27"/>
                    <a:pt x="0" y="23"/>
                    <a:pt x="0" y="20"/>
                  </a:cubicBezTo>
                  <a:cubicBezTo>
                    <a:pt x="0" y="4"/>
                    <a:pt x="0" y="4"/>
                    <a:pt x="0" y="4"/>
                  </a:cubicBezTo>
                  <a:cubicBezTo>
                    <a:pt x="0" y="1"/>
                    <a:pt x="2" y="0"/>
                    <a:pt x="4" y="1"/>
                  </a:cubicBezTo>
                  <a:cubicBezTo>
                    <a:pt x="13" y="6"/>
                    <a:pt x="13" y="6"/>
                    <a:pt x="13" y="6"/>
                  </a:cubicBezTo>
                  <a:cubicBezTo>
                    <a:pt x="13" y="6"/>
                    <a:pt x="13" y="6"/>
                    <a:pt x="13" y="6"/>
                  </a:cubicBezTo>
                  <a:cubicBezTo>
                    <a:pt x="13" y="6"/>
                    <a:pt x="13" y="6"/>
                    <a:pt x="13" y="6"/>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14" name="未知"/>
            <p:cNvSpPr>
              <a:spLocks noChangeAspect="1"/>
            </p:cNvSpPr>
            <p:nvPr/>
          </p:nvSpPr>
          <p:spPr bwMode="auto">
            <a:xfrm>
              <a:off x="226" y="337"/>
              <a:ext cx="10" cy="21"/>
            </a:xfrm>
            <a:custGeom>
              <a:avLst/>
              <a:gdLst>
                <a:gd name="T0" fmla="*/ 13 w 17"/>
                <a:gd name="T1" fmla="*/ 7 h 35"/>
                <a:gd name="T2" fmla="*/ 17 w 17"/>
                <a:gd name="T3" fmla="*/ 14 h 35"/>
                <a:gd name="T4" fmla="*/ 17 w 17"/>
                <a:gd name="T5" fmla="*/ 30 h 35"/>
                <a:gd name="T6" fmla="*/ 13 w 17"/>
                <a:gd name="T7" fmla="*/ 34 h 35"/>
                <a:gd name="T8" fmla="*/ 4 w 17"/>
                <a:gd name="T9" fmla="*/ 28 h 35"/>
                <a:gd name="T10" fmla="*/ 0 w 17"/>
                <a:gd name="T11" fmla="*/ 21 h 35"/>
                <a:gd name="T12" fmla="*/ 0 w 17"/>
                <a:gd name="T13" fmla="*/ 5 h 35"/>
                <a:gd name="T14" fmla="*/ 4 w 17"/>
                <a:gd name="T15" fmla="*/ 1 h 35"/>
                <a:gd name="T16" fmla="*/ 13 w 17"/>
                <a:gd name="T17" fmla="*/ 7 h 35"/>
                <a:gd name="T18" fmla="*/ 13 w 17"/>
                <a:gd name="T19" fmla="*/ 7 h 35"/>
                <a:gd name="T20" fmla="*/ 13 w 17"/>
                <a:gd name="T21" fmla="*/ 7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35">
                  <a:moveTo>
                    <a:pt x="13" y="7"/>
                  </a:moveTo>
                  <a:cubicBezTo>
                    <a:pt x="15" y="8"/>
                    <a:pt x="17" y="11"/>
                    <a:pt x="17" y="14"/>
                  </a:cubicBezTo>
                  <a:cubicBezTo>
                    <a:pt x="17" y="30"/>
                    <a:pt x="17" y="30"/>
                    <a:pt x="17" y="30"/>
                  </a:cubicBezTo>
                  <a:cubicBezTo>
                    <a:pt x="17" y="33"/>
                    <a:pt x="15" y="35"/>
                    <a:pt x="13" y="34"/>
                  </a:cubicBezTo>
                  <a:cubicBezTo>
                    <a:pt x="4" y="28"/>
                    <a:pt x="4" y="28"/>
                    <a:pt x="4" y="28"/>
                  </a:cubicBezTo>
                  <a:cubicBezTo>
                    <a:pt x="1" y="27"/>
                    <a:pt x="0" y="24"/>
                    <a:pt x="0" y="21"/>
                  </a:cubicBezTo>
                  <a:cubicBezTo>
                    <a:pt x="0" y="5"/>
                    <a:pt x="0" y="5"/>
                    <a:pt x="0" y="5"/>
                  </a:cubicBezTo>
                  <a:cubicBezTo>
                    <a:pt x="0" y="1"/>
                    <a:pt x="2" y="0"/>
                    <a:pt x="4" y="1"/>
                  </a:cubicBezTo>
                  <a:cubicBezTo>
                    <a:pt x="13" y="7"/>
                    <a:pt x="13" y="7"/>
                    <a:pt x="13" y="7"/>
                  </a:cubicBezTo>
                  <a:cubicBezTo>
                    <a:pt x="13" y="7"/>
                    <a:pt x="13" y="7"/>
                    <a:pt x="13" y="7"/>
                  </a:cubicBezTo>
                  <a:cubicBezTo>
                    <a:pt x="13" y="7"/>
                    <a:pt x="13" y="7"/>
                    <a:pt x="13" y="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15" name="未知"/>
            <p:cNvSpPr>
              <a:spLocks noChangeAspect="1"/>
            </p:cNvSpPr>
            <p:nvPr/>
          </p:nvSpPr>
          <p:spPr bwMode="auto">
            <a:xfrm>
              <a:off x="242" y="346"/>
              <a:ext cx="10" cy="21"/>
            </a:xfrm>
            <a:custGeom>
              <a:avLst/>
              <a:gdLst>
                <a:gd name="T0" fmla="*/ 13 w 17"/>
                <a:gd name="T1" fmla="*/ 7 h 35"/>
                <a:gd name="T2" fmla="*/ 17 w 17"/>
                <a:gd name="T3" fmla="*/ 15 h 35"/>
                <a:gd name="T4" fmla="*/ 17 w 17"/>
                <a:gd name="T5" fmla="*/ 31 h 35"/>
                <a:gd name="T6" fmla="*/ 13 w 17"/>
                <a:gd name="T7" fmla="*/ 34 h 35"/>
                <a:gd name="T8" fmla="*/ 4 w 17"/>
                <a:gd name="T9" fmla="*/ 29 h 35"/>
                <a:gd name="T10" fmla="*/ 0 w 17"/>
                <a:gd name="T11" fmla="*/ 21 h 35"/>
                <a:gd name="T12" fmla="*/ 0 w 17"/>
                <a:gd name="T13" fmla="*/ 5 h 35"/>
                <a:gd name="T14" fmla="*/ 4 w 17"/>
                <a:gd name="T15" fmla="*/ 2 h 35"/>
                <a:gd name="T16" fmla="*/ 13 w 17"/>
                <a:gd name="T17" fmla="*/ 7 h 35"/>
                <a:gd name="T18" fmla="*/ 13 w 17"/>
                <a:gd name="T19" fmla="*/ 7 h 35"/>
                <a:gd name="T20" fmla="*/ 13 w 17"/>
                <a:gd name="T21" fmla="*/ 7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35">
                  <a:moveTo>
                    <a:pt x="13" y="7"/>
                  </a:moveTo>
                  <a:cubicBezTo>
                    <a:pt x="15" y="8"/>
                    <a:pt x="17" y="12"/>
                    <a:pt x="17" y="15"/>
                  </a:cubicBezTo>
                  <a:cubicBezTo>
                    <a:pt x="17" y="31"/>
                    <a:pt x="17" y="31"/>
                    <a:pt x="17" y="31"/>
                  </a:cubicBezTo>
                  <a:cubicBezTo>
                    <a:pt x="17" y="34"/>
                    <a:pt x="15" y="35"/>
                    <a:pt x="13" y="34"/>
                  </a:cubicBezTo>
                  <a:cubicBezTo>
                    <a:pt x="4" y="29"/>
                    <a:pt x="4" y="29"/>
                    <a:pt x="4" y="29"/>
                  </a:cubicBezTo>
                  <a:cubicBezTo>
                    <a:pt x="1" y="27"/>
                    <a:pt x="0" y="24"/>
                    <a:pt x="0" y="21"/>
                  </a:cubicBezTo>
                  <a:cubicBezTo>
                    <a:pt x="0" y="5"/>
                    <a:pt x="0" y="5"/>
                    <a:pt x="0" y="5"/>
                  </a:cubicBezTo>
                  <a:cubicBezTo>
                    <a:pt x="0" y="2"/>
                    <a:pt x="2" y="0"/>
                    <a:pt x="4" y="2"/>
                  </a:cubicBezTo>
                  <a:cubicBezTo>
                    <a:pt x="13" y="7"/>
                    <a:pt x="13" y="7"/>
                    <a:pt x="13" y="7"/>
                  </a:cubicBezTo>
                  <a:cubicBezTo>
                    <a:pt x="13" y="7"/>
                    <a:pt x="13" y="7"/>
                    <a:pt x="13" y="7"/>
                  </a:cubicBezTo>
                  <a:cubicBezTo>
                    <a:pt x="13" y="7"/>
                    <a:pt x="13" y="7"/>
                    <a:pt x="13" y="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16" name="未知"/>
            <p:cNvSpPr>
              <a:spLocks noChangeAspect="1"/>
            </p:cNvSpPr>
            <p:nvPr/>
          </p:nvSpPr>
          <p:spPr bwMode="auto">
            <a:xfrm>
              <a:off x="257" y="356"/>
              <a:ext cx="11" cy="21"/>
            </a:xfrm>
            <a:custGeom>
              <a:avLst/>
              <a:gdLst>
                <a:gd name="T0" fmla="*/ 13 w 17"/>
                <a:gd name="T1" fmla="*/ 6 h 35"/>
                <a:gd name="T2" fmla="*/ 17 w 17"/>
                <a:gd name="T3" fmla="*/ 14 h 35"/>
                <a:gd name="T4" fmla="*/ 17 w 17"/>
                <a:gd name="T5" fmla="*/ 30 h 35"/>
                <a:gd name="T6" fmla="*/ 13 w 17"/>
                <a:gd name="T7" fmla="*/ 33 h 35"/>
                <a:gd name="T8" fmla="*/ 4 w 17"/>
                <a:gd name="T9" fmla="*/ 28 h 35"/>
                <a:gd name="T10" fmla="*/ 0 w 17"/>
                <a:gd name="T11" fmla="*/ 20 h 35"/>
                <a:gd name="T12" fmla="*/ 0 w 17"/>
                <a:gd name="T13" fmla="*/ 4 h 35"/>
                <a:gd name="T14" fmla="*/ 4 w 17"/>
                <a:gd name="T15" fmla="*/ 1 h 35"/>
                <a:gd name="T16" fmla="*/ 13 w 17"/>
                <a:gd name="T17" fmla="*/ 6 h 35"/>
                <a:gd name="T18" fmla="*/ 13 w 17"/>
                <a:gd name="T19" fmla="*/ 6 h 35"/>
                <a:gd name="T20" fmla="*/ 13 w 17"/>
                <a:gd name="T21" fmla="*/ 6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35">
                  <a:moveTo>
                    <a:pt x="13" y="6"/>
                  </a:moveTo>
                  <a:cubicBezTo>
                    <a:pt x="15" y="7"/>
                    <a:pt x="17" y="11"/>
                    <a:pt x="17" y="14"/>
                  </a:cubicBezTo>
                  <a:cubicBezTo>
                    <a:pt x="17" y="30"/>
                    <a:pt x="17" y="30"/>
                    <a:pt x="17" y="30"/>
                  </a:cubicBezTo>
                  <a:cubicBezTo>
                    <a:pt x="17" y="33"/>
                    <a:pt x="15" y="35"/>
                    <a:pt x="13" y="33"/>
                  </a:cubicBezTo>
                  <a:cubicBezTo>
                    <a:pt x="4" y="28"/>
                    <a:pt x="4" y="28"/>
                    <a:pt x="4" y="28"/>
                  </a:cubicBezTo>
                  <a:cubicBezTo>
                    <a:pt x="1" y="27"/>
                    <a:pt x="0" y="23"/>
                    <a:pt x="0" y="20"/>
                  </a:cubicBezTo>
                  <a:cubicBezTo>
                    <a:pt x="0" y="4"/>
                    <a:pt x="0" y="4"/>
                    <a:pt x="0" y="4"/>
                  </a:cubicBezTo>
                  <a:cubicBezTo>
                    <a:pt x="0" y="1"/>
                    <a:pt x="1" y="0"/>
                    <a:pt x="4" y="1"/>
                  </a:cubicBezTo>
                  <a:cubicBezTo>
                    <a:pt x="13" y="6"/>
                    <a:pt x="13" y="6"/>
                    <a:pt x="13" y="6"/>
                  </a:cubicBezTo>
                  <a:cubicBezTo>
                    <a:pt x="13" y="6"/>
                    <a:pt x="13" y="6"/>
                    <a:pt x="13" y="6"/>
                  </a:cubicBezTo>
                  <a:cubicBezTo>
                    <a:pt x="13" y="6"/>
                    <a:pt x="13" y="6"/>
                    <a:pt x="13" y="6"/>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17" name="未知"/>
            <p:cNvSpPr>
              <a:spLocks noChangeAspect="1"/>
            </p:cNvSpPr>
            <p:nvPr/>
          </p:nvSpPr>
          <p:spPr bwMode="auto">
            <a:xfrm>
              <a:off x="273" y="365"/>
              <a:ext cx="11" cy="21"/>
            </a:xfrm>
            <a:custGeom>
              <a:avLst/>
              <a:gdLst>
                <a:gd name="T0" fmla="*/ 13 w 17"/>
                <a:gd name="T1" fmla="*/ 6 h 35"/>
                <a:gd name="T2" fmla="*/ 17 w 17"/>
                <a:gd name="T3" fmla="*/ 14 h 35"/>
                <a:gd name="T4" fmla="*/ 17 w 17"/>
                <a:gd name="T5" fmla="*/ 30 h 35"/>
                <a:gd name="T6" fmla="*/ 13 w 17"/>
                <a:gd name="T7" fmla="*/ 34 h 35"/>
                <a:gd name="T8" fmla="*/ 3 w 17"/>
                <a:gd name="T9" fmla="*/ 28 h 35"/>
                <a:gd name="T10" fmla="*/ 0 w 17"/>
                <a:gd name="T11" fmla="*/ 21 h 35"/>
                <a:gd name="T12" fmla="*/ 0 w 17"/>
                <a:gd name="T13" fmla="*/ 4 h 35"/>
                <a:gd name="T14" fmla="*/ 4 w 17"/>
                <a:gd name="T15" fmla="*/ 1 h 35"/>
                <a:gd name="T16" fmla="*/ 13 w 17"/>
                <a:gd name="T17" fmla="*/ 6 h 35"/>
                <a:gd name="T18" fmla="*/ 13 w 17"/>
                <a:gd name="T19" fmla="*/ 6 h 35"/>
                <a:gd name="T20" fmla="*/ 13 w 17"/>
                <a:gd name="T21" fmla="*/ 6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35">
                  <a:moveTo>
                    <a:pt x="13" y="6"/>
                  </a:moveTo>
                  <a:cubicBezTo>
                    <a:pt x="15" y="8"/>
                    <a:pt x="17" y="11"/>
                    <a:pt x="17" y="14"/>
                  </a:cubicBezTo>
                  <a:cubicBezTo>
                    <a:pt x="17" y="30"/>
                    <a:pt x="17" y="30"/>
                    <a:pt x="17" y="30"/>
                  </a:cubicBezTo>
                  <a:cubicBezTo>
                    <a:pt x="17" y="33"/>
                    <a:pt x="15" y="35"/>
                    <a:pt x="13" y="34"/>
                  </a:cubicBezTo>
                  <a:cubicBezTo>
                    <a:pt x="3" y="28"/>
                    <a:pt x="3" y="28"/>
                    <a:pt x="3" y="28"/>
                  </a:cubicBezTo>
                  <a:cubicBezTo>
                    <a:pt x="1" y="27"/>
                    <a:pt x="0" y="24"/>
                    <a:pt x="0" y="21"/>
                  </a:cubicBezTo>
                  <a:cubicBezTo>
                    <a:pt x="0" y="4"/>
                    <a:pt x="0" y="4"/>
                    <a:pt x="0" y="4"/>
                  </a:cubicBezTo>
                  <a:cubicBezTo>
                    <a:pt x="0" y="1"/>
                    <a:pt x="1" y="0"/>
                    <a:pt x="4" y="1"/>
                  </a:cubicBezTo>
                  <a:cubicBezTo>
                    <a:pt x="13" y="6"/>
                    <a:pt x="13" y="6"/>
                    <a:pt x="13" y="6"/>
                  </a:cubicBezTo>
                  <a:cubicBezTo>
                    <a:pt x="13" y="6"/>
                    <a:pt x="13" y="6"/>
                    <a:pt x="13" y="6"/>
                  </a:cubicBezTo>
                  <a:cubicBezTo>
                    <a:pt x="13" y="6"/>
                    <a:pt x="13" y="6"/>
                    <a:pt x="13" y="6"/>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18" name="未知"/>
            <p:cNvSpPr>
              <a:spLocks noChangeAspect="1"/>
            </p:cNvSpPr>
            <p:nvPr/>
          </p:nvSpPr>
          <p:spPr bwMode="auto">
            <a:xfrm>
              <a:off x="289" y="374"/>
              <a:ext cx="10" cy="21"/>
            </a:xfrm>
            <a:custGeom>
              <a:avLst/>
              <a:gdLst>
                <a:gd name="T0" fmla="*/ 13 w 17"/>
                <a:gd name="T1" fmla="*/ 7 h 35"/>
                <a:gd name="T2" fmla="*/ 17 w 17"/>
                <a:gd name="T3" fmla="*/ 14 h 35"/>
                <a:gd name="T4" fmla="*/ 17 w 17"/>
                <a:gd name="T5" fmla="*/ 31 h 35"/>
                <a:gd name="T6" fmla="*/ 13 w 17"/>
                <a:gd name="T7" fmla="*/ 34 h 35"/>
                <a:gd name="T8" fmla="*/ 3 w 17"/>
                <a:gd name="T9" fmla="*/ 29 h 35"/>
                <a:gd name="T10" fmla="*/ 0 w 17"/>
                <a:gd name="T11" fmla="*/ 21 h 35"/>
                <a:gd name="T12" fmla="*/ 0 w 17"/>
                <a:gd name="T13" fmla="*/ 5 h 35"/>
                <a:gd name="T14" fmla="*/ 4 w 17"/>
                <a:gd name="T15" fmla="*/ 1 h 35"/>
                <a:gd name="T16" fmla="*/ 13 w 17"/>
                <a:gd name="T17" fmla="*/ 7 h 35"/>
                <a:gd name="T18" fmla="*/ 13 w 17"/>
                <a:gd name="T19" fmla="*/ 7 h 35"/>
                <a:gd name="T20" fmla="*/ 13 w 17"/>
                <a:gd name="T21" fmla="*/ 7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35">
                  <a:moveTo>
                    <a:pt x="13" y="7"/>
                  </a:moveTo>
                  <a:cubicBezTo>
                    <a:pt x="15" y="8"/>
                    <a:pt x="17" y="11"/>
                    <a:pt x="17" y="14"/>
                  </a:cubicBezTo>
                  <a:cubicBezTo>
                    <a:pt x="17" y="31"/>
                    <a:pt x="17" y="31"/>
                    <a:pt x="17" y="31"/>
                  </a:cubicBezTo>
                  <a:cubicBezTo>
                    <a:pt x="17" y="34"/>
                    <a:pt x="15" y="35"/>
                    <a:pt x="13" y="34"/>
                  </a:cubicBezTo>
                  <a:cubicBezTo>
                    <a:pt x="3" y="29"/>
                    <a:pt x="3" y="29"/>
                    <a:pt x="3" y="29"/>
                  </a:cubicBezTo>
                  <a:cubicBezTo>
                    <a:pt x="1" y="27"/>
                    <a:pt x="0" y="24"/>
                    <a:pt x="0" y="21"/>
                  </a:cubicBezTo>
                  <a:cubicBezTo>
                    <a:pt x="0" y="5"/>
                    <a:pt x="0" y="5"/>
                    <a:pt x="0" y="5"/>
                  </a:cubicBezTo>
                  <a:cubicBezTo>
                    <a:pt x="0" y="2"/>
                    <a:pt x="1" y="0"/>
                    <a:pt x="4" y="1"/>
                  </a:cubicBezTo>
                  <a:cubicBezTo>
                    <a:pt x="13" y="7"/>
                    <a:pt x="13" y="7"/>
                    <a:pt x="13" y="7"/>
                  </a:cubicBezTo>
                  <a:cubicBezTo>
                    <a:pt x="13" y="7"/>
                    <a:pt x="13" y="7"/>
                    <a:pt x="13" y="7"/>
                  </a:cubicBezTo>
                  <a:cubicBezTo>
                    <a:pt x="13" y="7"/>
                    <a:pt x="13" y="7"/>
                    <a:pt x="13" y="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19" name="未知"/>
            <p:cNvSpPr>
              <a:spLocks noChangeAspect="1"/>
            </p:cNvSpPr>
            <p:nvPr/>
          </p:nvSpPr>
          <p:spPr bwMode="auto">
            <a:xfrm>
              <a:off x="305" y="383"/>
              <a:ext cx="10" cy="22"/>
            </a:xfrm>
            <a:custGeom>
              <a:avLst/>
              <a:gdLst>
                <a:gd name="T0" fmla="*/ 13 w 17"/>
                <a:gd name="T1" fmla="*/ 7 h 35"/>
                <a:gd name="T2" fmla="*/ 17 w 17"/>
                <a:gd name="T3" fmla="*/ 15 h 35"/>
                <a:gd name="T4" fmla="*/ 16 w 17"/>
                <a:gd name="T5" fmla="*/ 31 h 35"/>
                <a:gd name="T6" fmla="*/ 13 w 17"/>
                <a:gd name="T7" fmla="*/ 34 h 35"/>
                <a:gd name="T8" fmla="*/ 3 w 17"/>
                <a:gd name="T9" fmla="*/ 29 h 35"/>
                <a:gd name="T10" fmla="*/ 0 w 17"/>
                <a:gd name="T11" fmla="*/ 21 h 35"/>
                <a:gd name="T12" fmla="*/ 0 w 17"/>
                <a:gd name="T13" fmla="*/ 5 h 35"/>
                <a:gd name="T14" fmla="*/ 4 w 17"/>
                <a:gd name="T15" fmla="*/ 2 h 35"/>
                <a:gd name="T16" fmla="*/ 13 w 17"/>
                <a:gd name="T17" fmla="*/ 7 h 35"/>
                <a:gd name="T18" fmla="*/ 13 w 17"/>
                <a:gd name="T19" fmla="*/ 7 h 35"/>
                <a:gd name="T20" fmla="*/ 13 w 17"/>
                <a:gd name="T21" fmla="*/ 7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35">
                  <a:moveTo>
                    <a:pt x="13" y="7"/>
                  </a:moveTo>
                  <a:cubicBezTo>
                    <a:pt x="15" y="8"/>
                    <a:pt x="17" y="12"/>
                    <a:pt x="17" y="15"/>
                  </a:cubicBezTo>
                  <a:cubicBezTo>
                    <a:pt x="16" y="31"/>
                    <a:pt x="16" y="31"/>
                    <a:pt x="16" y="31"/>
                  </a:cubicBezTo>
                  <a:cubicBezTo>
                    <a:pt x="16" y="34"/>
                    <a:pt x="15" y="35"/>
                    <a:pt x="13" y="34"/>
                  </a:cubicBezTo>
                  <a:cubicBezTo>
                    <a:pt x="3" y="29"/>
                    <a:pt x="3" y="29"/>
                    <a:pt x="3" y="29"/>
                  </a:cubicBezTo>
                  <a:cubicBezTo>
                    <a:pt x="1" y="28"/>
                    <a:pt x="0" y="24"/>
                    <a:pt x="0" y="21"/>
                  </a:cubicBezTo>
                  <a:cubicBezTo>
                    <a:pt x="0" y="5"/>
                    <a:pt x="0" y="5"/>
                    <a:pt x="0" y="5"/>
                  </a:cubicBezTo>
                  <a:cubicBezTo>
                    <a:pt x="0" y="2"/>
                    <a:pt x="1" y="0"/>
                    <a:pt x="4" y="2"/>
                  </a:cubicBezTo>
                  <a:cubicBezTo>
                    <a:pt x="13" y="7"/>
                    <a:pt x="13" y="7"/>
                    <a:pt x="13" y="7"/>
                  </a:cubicBezTo>
                  <a:cubicBezTo>
                    <a:pt x="13" y="7"/>
                    <a:pt x="13" y="7"/>
                    <a:pt x="13" y="7"/>
                  </a:cubicBezTo>
                  <a:cubicBezTo>
                    <a:pt x="13" y="7"/>
                    <a:pt x="13" y="7"/>
                    <a:pt x="13" y="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20" name="未知"/>
            <p:cNvSpPr>
              <a:spLocks noChangeAspect="1"/>
            </p:cNvSpPr>
            <p:nvPr/>
          </p:nvSpPr>
          <p:spPr bwMode="auto">
            <a:xfrm>
              <a:off x="321" y="393"/>
              <a:ext cx="10" cy="21"/>
            </a:xfrm>
            <a:custGeom>
              <a:avLst/>
              <a:gdLst>
                <a:gd name="T0" fmla="*/ 13 w 17"/>
                <a:gd name="T1" fmla="*/ 6 h 35"/>
                <a:gd name="T2" fmla="*/ 16 w 17"/>
                <a:gd name="T3" fmla="*/ 14 h 35"/>
                <a:gd name="T4" fmla="*/ 16 w 17"/>
                <a:gd name="T5" fmla="*/ 30 h 35"/>
                <a:gd name="T6" fmla="*/ 13 w 17"/>
                <a:gd name="T7" fmla="*/ 33 h 35"/>
                <a:gd name="T8" fmla="*/ 3 w 17"/>
                <a:gd name="T9" fmla="*/ 28 h 35"/>
                <a:gd name="T10" fmla="*/ 0 w 17"/>
                <a:gd name="T11" fmla="*/ 20 h 35"/>
                <a:gd name="T12" fmla="*/ 0 w 17"/>
                <a:gd name="T13" fmla="*/ 4 h 35"/>
                <a:gd name="T14" fmla="*/ 3 w 17"/>
                <a:gd name="T15" fmla="*/ 1 h 35"/>
                <a:gd name="T16" fmla="*/ 13 w 17"/>
                <a:gd name="T17" fmla="*/ 6 h 35"/>
                <a:gd name="T18" fmla="*/ 13 w 17"/>
                <a:gd name="T19" fmla="*/ 6 h 35"/>
                <a:gd name="T20" fmla="*/ 13 w 17"/>
                <a:gd name="T21" fmla="*/ 6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35">
                  <a:moveTo>
                    <a:pt x="13" y="6"/>
                  </a:moveTo>
                  <a:cubicBezTo>
                    <a:pt x="15" y="8"/>
                    <a:pt x="17" y="11"/>
                    <a:pt x="16" y="14"/>
                  </a:cubicBezTo>
                  <a:cubicBezTo>
                    <a:pt x="16" y="30"/>
                    <a:pt x="16" y="30"/>
                    <a:pt x="16" y="30"/>
                  </a:cubicBezTo>
                  <a:cubicBezTo>
                    <a:pt x="16" y="33"/>
                    <a:pt x="15" y="35"/>
                    <a:pt x="13" y="33"/>
                  </a:cubicBezTo>
                  <a:cubicBezTo>
                    <a:pt x="3" y="28"/>
                    <a:pt x="3" y="28"/>
                    <a:pt x="3" y="28"/>
                  </a:cubicBezTo>
                  <a:cubicBezTo>
                    <a:pt x="1" y="27"/>
                    <a:pt x="0" y="23"/>
                    <a:pt x="0" y="20"/>
                  </a:cubicBezTo>
                  <a:cubicBezTo>
                    <a:pt x="0" y="4"/>
                    <a:pt x="0" y="4"/>
                    <a:pt x="0" y="4"/>
                  </a:cubicBezTo>
                  <a:cubicBezTo>
                    <a:pt x="0" y="1"/>
                    <a:pt x="1" y="0"/>
                    <a:pt x="3" y="1"/>
                  </a:cubicBezTo>
                  <a:cubicBezTo>
                    <a:pt x="13" y="6"/>
                    <a:pt x="13" y="6"/>
                    <a:pt x="13" y="6"/>
                  </a:cubicBezTo>
                  <a:cubicBezTo>
                    <a:pt x="13" y="6"/>
                    <a:pt x="13" y="6"/>
                    <a:pt x="13" y="6"/>
                  </a:cubicBezTo>
                  <a:cubicBezTo>
                    <a:pt x="13" y="6"/>
                    <a:pt x="13" y="6"/>
                    <a:pt x="13" y="6"/>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21" name="未知"/>
            <p:cNvSpPr>
              <a:spLocks noChangeAspect="1"/>
            </p:cNvSpPr>
            <p:nvPr/>
          </p:nvSpPr>
          <p:spPr bwMode="auto">
            <a:xfrm>
              <a:off x="337" y="402"/>
              <a:ext cx="9" cy="21"/>
            </a:xfrm>
            <a:custGeom>
              <a:avLst/>
              <a:gdLst>
                <a:gd name="T0" fmla="*/ 13 w 16"/>
                <a:gd name="T1" fmla="*/ 7 h 35"/>
                <a:gd name="T2" fmla="*/ 16 w 16"/>
                <a:gd name="T3" fmla="*/ 14 h 35"/>
                <a:gd name="T4" fmla="*/ 16 w 16"/>
                <a:gd name="T5" fmla="*/ 30 h 35"/>
                <a:gd name="T6" fmla="*/ 13 w 16"/>
                <a:gd name="T7" fmla="*/ 34 h 35"/>
                <a:gd name="T8" fmla="*/ 3 w 16"/>
                <a:gd name="T9" fmla="*/ 28 h 35"/>
                <a:gd name="T10" fmla="*/ 0 w 16"/>
                <a:gd name="T11" fmla="*/ 21 h 35"/>
                <a:gd name="T12" fmla="*/ 0 w 16"/>
                <a:gd name="T13" fmla="*/ 5 h 35"/>
                <a:gd name="T14" fmla="*/ 3 w 16"/>
                <a:gd name="T15" fmla="*/ 1 h 35"/>
                <a:gd name="T16" fmla="*/ 13 w 16"/>
                <a:gd name="T17" fmla="*/ 7 h 35"/>
                <a:gd name="T18" fmla="*/ 13 w 16"/>
                <a:gd name="T19" fmla="*/ 7 h 35"/>
                <a:gd name="T20" fmla="*/ 13 w 16"/>
                <a:gd name="T21" fmla="*/ 7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 h="35">
                  <a:moveTo>
                    <a:pt x="13" y="7"/>
                  </a:moveTo>
                  <a:cubicBezTo>
                    <a:pt x="15" y="8"/>
                    <a:pt x="16" y="11"/>
                    <a:pt x="16" y="14"/>
                  </a:cubicBezTo>
                  <a:cubicBezTo>
                    <a:pt x="16" y="30"/>
                    <a:pt x="16" y="30"/>
                    <a:pt x="16" y="30"/>
                  </a:cubicBezTo>
                  <a:cubicBezTo>
                    <a:pt x="16" y="34"/>
                    <a:pt x="15" y="35"/>
                    <a:pt x="13" y="34"/>
                  </a:cubicBezTo>
                  <a:cubicBezTo>
                    <a:pt x="3" y="28"/>
                    <a:pt x="3" y="28"/>
                    <a:pt x="3" y="28"/>
                  </a:cubicBezTo>
                  <a:cubicBezTo>
                    <a:pt x="1" y="27"/>
                    <a:pt x="0" y="24"/>
                    <a:pt x="0" y="21"/>
                  </a:cubicBezTo>
                  <a:cubicBezTo>
                    <a:pt x="0" y="5"/>
                    <a:pt x="0" y="5"/>
                    <a:pt x="0" y="5"/>
                  </a:cubicBezTo>
                  <a:cubicBezTo>
                    <a:pt x="0" y="2"/>
                    <a:pt x="1" y="0"/>
                    <a:pt x="3" y="1"/>
                  </a:cubicBezTo>
                  <a:cubicBezTo>
                    <a:pt x="13" y="7"/>
                    <a:pt x="13" y="7"/>
                    <a:pt x="13" y="7"/>
                  </a:cubicBezTo>
                  <a:cubicBezTo>
                    <a:pt x="13" y="7"/>
                    <a:pt x="13" y="7"/>
                    <a:pt x="13" y="7"/>
                  </a:cubicBezTo>
                  <a:cubicBezTo>
                    <a:pt x="13" y="7"/>
                    <a:pt x="13" y="7"/>
                    <a:pt x="13" y="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22" name="未知"/>
            <p:cNvSpPr>
              <a:spLocks noChangeAspect="1"/>
            </p:cNvSpPr>
            <p:nvPr/>
          </p:nvSpPr>
          <p:spPr bwMode="auto">
            <a:xfrm>
              <a:off x="352" y="411"/>
              <a:ext cx="10" cy="22"/>
            </a:xfrm>
            <a:custGeom>
              <a:avLst/>
              <a:gdLst>
                <a:gd name="T0" fmla="*/ 13 w 16"/>
                <a:gd name="T1" fmla="*/ 7 h 35"/>
                <a:gd name="T2" fmla="*/ 16 w 16"/>
                <a:gd name="T3" fmla="*/ 15 h 35"/>
                <a:gd name="T4" fmla="*/ 16 w 16"/>
                <a:gd name="T5" fmla="*/ 31 h 35"/>
                <a:gd name="T6" fmla="*/ 13 w 16"/>
                <a:gd name="T7" fmla="*/ 34 h 35"/>
                <a:gd name="T8" fmla="*/ 3 w 16"/>
                <a:gd name="T9" fmla="*/ 29 h 35"/>
                <a:gd name="T10" fmla="*/ 0 w 16"/>
                <a:gd name="T11" fmla="*/ 21 h 35"/>
                <a:gd name="T12" fmla="*/ 0 w 16"/>
                <a:gd name="T13" fmla="*/ 5 h 35"/>
                <a:gd name="T14" fmla="*/ 3 w 16"/>
                <a:gd name="T15" fmla="*/ 2 h 35"/>
                <a:gd name="T16" fmla="*/ 13 w 16"/>
                <a:gd name="T17" fmla="*/ 7 h 35"/>
                <a:gd name="T18" fmla="*/ 13 w 16"/>
                <a:gd name="T19" fmla="*/ 7 h 35"/>
                <a:gd name="T20" fmla="*/ 13 w 16"/>
                <a:gd name="T21" fmla="*/ 7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 h="35">
                  <a:moveTo>
                    <a:pt x="13" y="7"/>
                  </a:moveTo>
                  <a:cubicBezTo>
                    <a:pt x="15" y="8"/>
                    <a:pt x="16" y="12"/>
                    <a:pt x="16" y="15"/>
                  </a:cubicBezTo>
                  <a:cubicBezTo>
                    <a:pt x="16" y="31"/>
                    <a:pt x="16" y="31"/>
                    <a:pt x="16" y="31"/>
                  </a:cubicBezTo>
                  <a:cubicBezTo>
                    <a:pt x="16" y="34"/>
                    <a:pt x="15" y="35"/>
                    <a:pt x="13" y="34"/>
                  </a:cubicBezTo>
                  <a:cubicBezTo>
                    <a:pt x="3" y="29"/>
                    <a:pt x="3" y="29"/>
                    <a:pt x="3" y="29"/>
                  </a:cubicBezTo>
                  <a:cubicBezTo>
                    <a:pt x="1" y="28"/>
                    <a:pt x="0" y="24"/>
                    <a:pt x="0" y="21"/>
                  </a:cubicBezTo>
                  <a:cubicBezTo>
                    <a:pt x="0" y="5"/>
                    <a:pt x="0" y="5"/>
                    <a:pt x="0" y="5"/>
                  </a:cubicBezTo>
                  <a:cubicBezTo>
                    <a:pt x="0" y="2"/>
                    <a:pt x="1" y="0"/>
                    <a:pt x="3" y="2"/>
                  </a:cubicBezTo>
                  <a:cubicBezTo>
                    <a:pt x="13" y="7"/>
                    <a:pt x="13" y="7"/>
                    <a:pt x="13" y="7"/>
                  </a:cubicBezTo>
                  <a:cubicBezTo>
                    <a:pt x="13" y="7"/>
                    <a:pt x="13" y="7"/>
                    <a:pt x="13" y="7"/>
                  </a:cubicBezTo>
                  <a:cubicBezTo>
                    <a:pt x="13" y="7"/>
                    <a:pt x="13" y="7"/>
                    <a:pt x="13" y="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23" name="未知"/>
            <p:cNvSpPr>
              <a:spLocks noChangeAspect="1"/>
            </p:cNvSpPr>
            <p:nvPr/>
          </p:nvSpPr>
          <p:spPr bwMode="auto">
            <a:xfrm>
              <a:off x="368" y="421"/>
              <a:ext cx="10" cy="21"/>
            </a:xfrm>
            <a:custGeom>
              <a:avLst/>
              <a:gdLst>
                <a:gd name="T0" fmla="*/ 14 w 17"/>
                <a:gd name="T1" fmla="*/ 6 h 35"/>
                <a:gd name="T2" fmla="*/ 17 w 17"/>
                <a:gd name="T3" fmla="*/ 14 h 35"/>
                <a:gd name="T4" fmla="*/ 17 w 17"/>
                <a:gd name="T5" fmla="*/ 30 h 35"/>
                <a:gd name="T6" fmla="*/ 14 w 17"/>
                <a:gd name="T7" fmla="*/ 33 h 35"/>
                <a:gd name="T8" fmla="*/ 4 w 17"/>
                <a:gd name="T9" fmla="*/ 28 h 35"/>
                <a:gd name="T10" fmla="*/ 1 w 17"/>
                <a:gd name="T11" fmla="*/ 20 h 35"/>
                <a:gd name="T12" fmla="*/ 1 w 17"/>
                <a:gd name="T13" fmla="*/ 4 h 35"/>
                <a:gd name="T14" fmla="*/ 4 w 17"/>
                <a:gd name="T15" fmla="*/ 1 h 35"/>
                <a:gd name="T16" fmla="*/ 14 w 17"/>
                <a:gd name="T17" fmla="*/ 6 h 35"/>
                <a:gd name="T18" fmla="*/ 14 w 17"/>
                <a:gd name="T19" fmla="*/ 6 h 35"/>
                <a:gd name="T20" fmla="*/ 14 w 17"/>
                <a:gd name="T21" fmla="*/ 6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35">
                  <a:moveTo>
                    <a:pt x="14" y="6"/>
                  </a:moveTo>
                  <a:cubicBezTo>
                    <a:pt x="16" y="7"/>
                    <a:pt x="17" y="11"/>
                    <a:pt x="17" y="14"/>
                  </a:cubicBezTo>
                  <a:cubicBezTo>
                    <a:pt x="17" y="30"/>
                    <a:pt x="17" y="30"/>
                    <a:pt x="17" y="30"/>
                  </a:cubicBezTo>
                  <a:cubicBezTo>
                    <a:pt x="17" y="33"/>
                    <a:pt x="16" y="35"/>
                    <a:pt x="14" y="33"/>
                  </a:cubicBezTo>
                  <a:cubicBezTo>
                    <a:pt x="4" y="28"/>
                    <a:pt x="4" y="28"/>
                    <a:pt x="4" y="28"/>
                  </a:cubicBezTo>
                  <a:cubicBezTo>
                    <a:pt x="2" y="27"/>
                    <a:pt x="0" y="23"/>
                    <a:pt x="1" y="20"/>
                  </a:cubicBezTo>
                  <a:cubicBezTo>
                    <a:pt x="1" y="4"/>
                    <a:pt x="1" y="4"/>
                    <a:pt x="1" y="4"/>
                  </a:cubicBezTo>
                  <a:cubicBezTo>
                    <a:pt x="1" y="1"/>
                    <a:pt x="2" y="0"/>
                    <a:pt x="4" y="1"/>
                  </a:cubicBezTo>
                  <a:cubicBezTo>
                    <a:pt x="14" y="6"/>
                    <a:pt x="14" y="6"/>
                    <a:pt x="14" y="6"/>
                  </a:cubicBezTo>
                  <a:cubicBezTo>
                    <a:pt x="14" y="6"/>
                    <a:pt x="14" y="6"/>
                    <a:pt x="14" y="6"/>
                  </a:cubicBezTo>
                  <a:cubicBezTo>
                    <a:pt x="14" y="6"/>
                    <a:pt x="14" y="6"/>
                    <a:pt x="14" y="6"/>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24" name="未知"/>
            <p:cNvSpPr>
              <a:spLocks noChangeAspect="1"/>
            </p:cNvSpPr>
            <p:nvPr/>
          </p:nvSpPr>
          <p:spPr bwMode="auto">
            <a:xfrm>
              <a:off x="210" y="368"/>
              <a:ext cx="10" cy="21"/>
            </a:xfrm>
            <a:custGeom>
              <a:avLst/>
              <a:gdLst>
                <a:gd name="T0" fmla="*/ 13 w 17"/>
                <a:gd name="T1" fmla="*/ 6 h 35"/>
                <a:gd name="T2" fmla="*/ 17 w 17"/>
                <a:gd name="T3" fmla="*/ 14 h 35"/>
                <a:gd name="T4" fmla="*/ 17 w 17"/>
                <a:gd name="T5" fmla="*/ 30 h 35"/>
                <a:gd name="T6" fmla="*/ 13 w 17"/>
                <a:gd name="T7" fmla="*/ 34 h 35"/>
                <a:gd name="T8" fmla="*/ 4 w 17"/>
                <a:gd name="T9" fmla="*/ 28 h 35"/>
                <a:gd name="T10" fmla="*/ 0 w 17"/>
                <a:gd name="T11" fmla="*/ 21 h 35"/>
                <a:gd name="T12" fmla="*/ 0 w 17"/>
                <a:gd name="T13" fmla="*/ 4 h 35"/>
                <a:gd name="T14" fmla="*/ 4 w 17"/>
                <a:gd name="T15" fmla="*/ 1 h 35"/>
                <a:gd name="T16" fmla="*/ 13 w 17"/>
                <a:gd name="T17" fmla="*/ 6 h 35"/>
                <a:gd name="T18" fmla="*/ 13 w 17"/>
                <a:gd name="T19" fmla="*/ 6 h 35"/>
                <a:gd name="T20" fmla="*/ 13 w 17"/>
                <a:gd name="T21" fmla="*/ 6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35">
                  <a:moveTo>
                    <a:pt x="13" y="6"/>
                  </a:moveTo>
                  <a:cubicBezTo>
                    <a:pt x="15" y="8"/>
                    <a:pt x="17" y="11"/>
                    <a:pt x="17" y="14"/>
                  </a:cubicBezTo>
                  <a:cubicBezTo>
                    <a:pt x="17" y="30"/>
                    <a:pt x="17" y="30"/>
                    <a:pt x="17" y="30"/>
                  </a:cubicBezTo>
                  <a:cubicBezTo>
                    <a:pt x="17" y="33"/>
                    <a:pt x="15" y="35"/>
                    <a:pt x="13" y="34"/>
                  </a:cubicBezTo>
                  <a:cubicBezTo>
                    <a:pt x="4" y="28"/>
                    <a:pt x="4" y="28"/>
                    <a:pt x="4" y="28"/>
                  </a:cubicBezTo>
                  <a:cubicBezTo>
                    <a:pt x="1" y="27"/>
                    <a:pt x="0" y="24"/>
                    <a:pt x="0" y="21"/>
                  </a:cubicBezTo>
                  <a:cubicBezTo>
                    <a:pt x="0" y="4"/>
                    <a:pt x="0" y="4"/>
                    <a:pt x="0" y="4"/>
                  </a:cubicBezTo>
                  <a:cubicBezTo>
                    <a:pt x="0" y="1"/>
                    <a:pt x="2" y="0"/>
                    <a:pt x="4" y="1"/>
                  </a:cubicBezTo>
                  <a:cubicBezTo>
                    <a:pt x="13" y="6"/>
                    <a:pt x="13" y="6"/>
                    <a:pt x="13" y="6"/>
                  </a:cubicBezTo>
                  <a:cubicBezTo>
                    <a:pt x="13" y="6"/>
                    <a:pt x="13" y="6"/>
                    <a:pt x="13" y="6"/>
                  </a:cubicBezTo>
                  <a:cubicBezTo>
                    <a:pt x="13" y="6"/>
                    <a:pt x="13" y="6"/>
                    <a:pt x="13" y="6"/>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25" name="未知"/>
            <p:cNvSpPr>
              <a:spLocks noChangeAspect="1"/>
            </p:cNvSpPr>
            <p:nvPr/>
          </p:nvSpPr>
          <p:spPr bwMode="auto">
            <a:xfrm>
              <a:off x="226" y="377"/>
              <a:ext cx="10" cy="21"/>
            </a:xfrm>
            <a:custGeom>
              <a:avLst/>
              <a:gdLst>
                <a:gd name="T0" fmla="*/ 13 w 17"/>
                <a:gd name="T1" fmla="*/ 7 h 35"/>
                <a:gd name="T2" fmla="*/ 17 w 17"/>
                <a:gd name="T3" fmla="*/ 15 h 35"/>
                <a:gd name="T4" fmla="*/ 17 w 17"/>
                <a:gd name="T5" fmla="*/ 31 h 35"/>
                <a:gd name="T6" fmla="*/ 13 w 17"/>
                <a:gd name="T7" fmla="*/ 34 h 35"/>
                <a:gd name="T8" fmla="*/ 4 w 17"/>
                <a:gd name="T9" fmla="*/ 29 h 35"/>
                <a:gd name="T10" fmla="*/ 0 w 17"/>
                <a:gd name="T11" fmla="*/ 21 h 35"/>
                <a:gd name="T12" fmla="*/ 0 w 17"/>
                <a:gd name="T13" fmla="*/ 5 h 35"/>
                <a:gd name="T14" fmla="*/ 4 w 17"/>
                <a:gd name="T15" fmla="*/ 1 h 35"/>
                <a:gd name="T16" fmla="*/ 13 w 17"/>
                <a:gd name="T17" fmla="*/ 7 h 35"/>
                <a:gd name="T18" fmla="*/ 13 w 17"/>
                <a:gd name="T19" fmla="*/ 7 h 35"/>
                <a:gd name="T20" fmla="*/ 13 w 17"/>
                <a:gd name="T21" fmla="*/ 7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35">
                  <a:moveTo>
                    <a:pt x="13" y="7"/>
                  </a:moveTo>
                  <a:cubicBezTo>
                    <a:pt x="15" y="8"/>
                    <a:pt x="17" y="11"/>
                    <a:pt x="17" y="15"/>
                  </a:cubicBezTo>
                  <a:cubicBezTo>
                    <a:pt x="17" y="31"/>
                    <a:pt x="17" y="31"/>
                    <a:pt x="17" y="31"/>
                  </a:cubicBezTo>
                  <a:cubicBezTo>
                    <a:pt x="17" y="34"/>
                    <a:pt x="15" y="35"/>
                    <a:pt x="13" y="34"/>
                  </a:cubicBezTo>
                  <a:cubicBezTo>
                    <a:pt x="4" y="29"/>
                    <a:pt x="4" y="29"/>
                    <a:pt x="4" y="29"/>
                  </a:cubicBezTo>
                  <a:cubicBezTo>
                    <a:pt x="1" y="27"/>
                    <a:pt x="0" y="24"/>
                    <a:pt x="0" y="21"/>
                  </a:cubicBezTo>
                  <a:cubicBezTo>
                    <a:pt x="0" y="5"/>
                    <a:pt x="0" y="5"/>
                    <a:pt x="0" y="5"/>
                  </a:cubicBezTo>
                  <a:cubicBezTo>
                    <a:pt x="0" y="2"/>
                    <a:pt x="2" y="0"/>
                    <a:pt x="4" y="1"/>
                  </a:cubicBezTo>
                  <a:cubicBezTo>
                    <a:pt x="13" y="7"/>
                    <a:pt x="13" y="7"/>
                    <a:pt x="13" y="7"/>
                  </a:cubicBezTo>
                  <a:cubicBezTo>
                    <a:pt x="13" y="7"/>
                    <a:pt x="13" y="7"/>
                    <a:pt x="13" y="7"/>
                  </a:cubicBezTo>
                  <a:cubicBezTo>
                    <a:pt x="13" y="7"/>
                    <a:pt x="13" y="7"/>
                    <a:pt x="13" y="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26" name="未知"/>
            <p:cNvSpPr>
              <a:spLocks noChangeAspect="1"/>
            </p:cNvSpPr>
            <p:nvPr/>
          </p:nvSpPr>
          <p:spPr bwMode="auto">
            <a:xfrm>
              <a:off x="242" y="387"/>
              <a:ext cx="10" cy="21"/>
            </a:xfrm>
            <a:custGeom>
              <a:avLst/>
              <a:gdLst>
                <a:gd name="T0" fmla="*/ 13 w 17"/>
                <a:gd name="T1" fmla="*/ 6 h 34"/>
                <a:gd name="T2" fmla="*/ 17 w 17"/>
                <a:gd name="T3" fmla="*/ 14 h 34"/>
                <a:gd name="T4" fmla="*/ 17 w 17"/>
                <a:gd name="T5" fmla="*/ 30 h 34"/>
                <a:gd name="T6" fmla="*/ 13 w 17"/>
                <a:gd name="T7" fmla="*/ 33 h 34"/>
                <a:gd name="T8" fmla="*/ 4 w 17"/>
                <a:gd name="T9" fmla="*/ 28 h 34"/>
                <a:gd name="T10" fmla="*/ 0 w 17"/>
                <a:gd name="T11" fmla="*/ 20 h 34"/>
                <a:gd name="T12" fmla="*/ 0 w 17"/>
                <a:gd name="T13" fmla="*/ 4 h 34"/>
                <a:gd name="T14" fmla="*/ 4 w 17"/>
                <a:gd name="T15" fmla="*/ 1 h 34"/>
                <a:gd name="T16" fmla="*/ 13 w 17"/>
                <a:gd name="T17" fmla="*/ 6 h 34"/>
                <a:gd name="T18" fmla="*/ 13 w 17"/>
                <a:gd name="T19" fmla="*/ 6 h 34"/>
                <a:gd name="T20" fmla="*/ 13 w 17"/>
                <a:gd name="T21" fmla="*/ 6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34">
                  <a:moveTo>
                    <a:pt x="13" y="6"/>
                  </a:moveTo>
                  <a:cubicBezTo>
                    <a:pt x="15" y="7"/>
                    <a:pt x="17" y="11"/>
                    <a:pt x="17" y="14"/>
                  </a:cubicBezTo>
                  <a:cubicBezTo>
                    <a:pt x="17" y="30"/>
                    <a:pt x="17" y="30"/>
                    <a:pt x="17" y="30"/>
                  </a:cubicBezTo>
                  <a:cubicBezTo>
                    <a:pt x="17" y="33"/>
                    <a:pt x="15" y="34"/>
                    <a:pt x="13" y="33"/>
                  </a:cubicBezTo>
                  <a:cubicBezTo>
                    <a:pt x="4" y="28"/>
                    <a:pt x="4" y="28"/>
                    <a:pt x="4" y="28"/>
                  </a:cubicBezTo>
                  <a:cubicBezTo>
                    <a:pt x="1" y="27"/>
                    <a:pt x="0" y="23"/>
                    <a:pt x="0" y="20"/>
                  </a:cubicBezTo>
                  <a:cubicBezTo>
                    <a:pt x="0" y="4"/>
                    <a:pt x="0" y="4"/>
                    <a:pt x="0" y="4"/>
                  </a:cubicBezTo>
                  <a:cubicBezTo>
                    <a:pt x="0" y="1"/>
                    <a:pt x="2" y="0"/>
                    <a:pt x="4" y="1"/>
                  </a:cubicBezTo>
                  <a:cubicBezTo>
                    <a:pt x="13" y="6"/>
                    <a:pt x="13" y="6"/>
                    <a:pt x="13" y="6"/>
                  </a:cubicBezTo>
                  <a:cubicBezTo>
                    <a:pt x="13" y="6"/>
                    <a:pt x="13" y="6"/>
                    <a:pt x="13" y="6"/>
                  </a:cubicBezTo>
                  <a:cubicBezTo>
                    <a:pt x="13" y="6"/>
                    <a:pt x="13" y="6"/>
                    <a:pt x="13" y="6"/>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27" name="未知"/>
            <p:cNvSpPr>
              <a:spLocks noChangeAspect="1"/>
            </p:cNvSpPr>
            <p:nvPr/>
          </p:nvSpPr>
          <p:spPr bwMode="auto">
            <a:xfrm>
              <a:off x="257" y="396"/>
              <a:ext cx="11" cy="21"/>
            </a:xfrm>
            <a:custGeom>
              <a:avLst/>
              <a:gdLst>
                <a:gd name="T0" fmla="*/ 13 w 17"/>
                <a:gd name="T1" fmla="*/ 6 h 35"/>
                <a:gd name="T2" fmla="*/ 17 w 17"/>
                <a:gd name="T3" fmla="*/ 14 h 35"/>
                <a:gd name="T4" fmla="*/ 17 w 17"/>
                <a:gd name="T5" fmla="*/ 30 h 35"/>
                <a:gd name="T6" fmla="*/ 13 w 17"/>
                <a:gd name="T7" fmla="*/ 34 h 35"/>
                <a:gd name="T8" fmla="*/ 4 w 17"/>
                <a:gd name="T9" fmla="*/ 28 h 35"/>
                <a:gd name="T10" fmla="*/ 0 w 17"/>
                <a:gd name="T11" fmla="*/ 21 h 35"/>
                <a:gd name="T12" fmla="*/ 0 w 17"/>
                <a:gd name="T13" fmla="*/ 4 h 35"/>
                <a:gd name="T14" fmla="*/ 4 w 17"/>
                <a:gd name="T15" fmla="*/ 1 h 35"/>
                <a:gd name="T16" fmla="*/ 13 w 17"/>
                <a:gd name="T17" fmla="*/ 6 h 35"/>
                <a:gd name="T18" fmla="*/ 13 w 17"/>
                <a:gd name="T19" fmla="*/ 6 h 35"/>
                <a:gd name="T20" fmla="*/ 13 w 17"/>
                <a:gd name="T21" fmla="*/ 6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35">
                  <a:moveTo>
                    <a:pt x="13" y="6"/>
                  </a:moveTo>
                  <a:cubicBezTo>
                    <a:pt x="15" y="8"/>
                    <a:pt x="17" y="11"/>
                    <a:pt x="17" y="14"/>
                  </a:cubicBezTo>
                  <a:cubicBezTo>
                    <a:pt x="17" y="30"/>
                    <a:pt x="17" y="30"/>
                    <a:pt x="17" y="30"/>
                  </a:cubicBezTo>
                  <a:cubicBezTo>
                    <a:pt x="17" y="33"/>
                    <a:pt x="15" y="35"/>
                    <a:pt x="13" y="34"/>
                  </a:cubicBezTo>
                  <a:cubicBezTo>
                    <a:pt x="4" y="28"/>
                    <a:pt x="4" y="28"/>
                    <a:pt x="4" y="28"/>
                  </a:cubicBezTo>
                  <a:cubicBezTo>
                    <a:pt x="1" y="27"/>
                    <a:pt x="0" y="24"/>
                    <a:pt x="0" y="21"/>
                  </a:cubicBezTo>
                  <a:cubicBezTo>
                    <a:pt x="0" y="4"/>
                    <a:pt x="0" y="4"/>
                    <a:pt x="0" y="4"/>
                  </a:cubicBezTo>
                  <a:cubicBezTo>
                    <a:pt x="0" y="1"/>
                    <a:pt x="1" y="0"/>
                    <a:pt x="4" y="1"/>
                  </a:cubicBezTo>
                  <a:cubicBezTo>
                    <a:pt x="13" y="6"/>
                    <a:pt x="13" y="6"/>
                    <a:pt x="13" y="6"/>
                  </a:cubicBezTo>
                  <a:cubicBezTo>
                    <a:pt x="13" y="6"/>
                    <a:pt x="13" y="6"/>
                    <a:pt x="13" y="6"/>
                  </a:cubicBezTo>
                  <a:cubicBezTo>
                    <a:pt x="13" y="6"/>
                    <a:pt x="13" y="6"/>
                    <a:pt x="13" y="6"/>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28" name="未知"/>
            <p:cNvSpPr>
              <a:spLocks noChangeAspect="1"/>
            </p:cNvSpPr>
            <p:nvPr/>
          </p:nvSpPr>
          <p:spPr bwMode="auto">
            <a:xfrm>
              <a:off x="273" y="405"/>
              <a:ext cx="11" cy="21"/>
            </a:xfrm>
            <a:custGeom>
              <a:avLst/>
              <a:gdLst>
                <a:gd name="T0" fmla="*/ 13 w 17"/>
                <a:gd name="T1" fmla="*/ 7 h 35"/>
                <a:gd name="T2" fmla="*/ 17 w 17"/>
                <a:gd name="T3" fmla="*/ 14 h 35"/>
                <a:gd name="T4" fmla="*/ 17 w 17"/>
                <a:gd name="T5" fmla="*/ 31 h 35"/>
                <a:gd name="T6" fmla="*/ 13 w 17"/>
                <a:gd name="T7" fmla="*/ 34 h 35"/>
                <a:gd name="T8" fmla="*/ 3 w 17"/>
                <a:gd name="T9" fmla="*/ 29 h 35"/>
                <a:gd name="T10" fmla="*/ 0 w 17"/>
                <a:gd name="T11" fmla="*/ 21 h 35"/>
                <a:gd name="T12" fmla="*/ 0 w 17"/>
                <a:gd name="T13" fmla="*/ 5 h 35"/>
                <a:gd name="T14" fmla="*/ 4 w 17"/>
                <a:gd name="T15" fmla="*/ 1 h 35"/>
                <a:gd name="T16" fmla="*/ 13 w 17"/>
                <a:gd name="T17" fmla="*/ 7 h 35"/>
                <a:gd name="T18" fmla="*/ 13 w 17"/>
                <a:gd name="T19" fmla="*/ 7 h 35"/>
                <a:gd name="T20" fmla="*/ 13 w 17"/>
                <a:gd name="T21" fmla="*/ 7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35">
                  <a:moveTo>
                    <a:pt x="13" y="7"/>
                  </a:moveTo>
                  <a:cubicBezTo>
                    <a:pt x="15" y="8"/>
                    <a:pt x="17" y="11"/>
                    <a:pt x="17" y="14"/>
                  </a:cubicBezTo>
                  <a:cubicBezTo>
                    <a:pt x="17" y="31"/>
                    <a:pt x="17" y="31"/>
                    <a:pt x="17" y="31"/>
                  </a:cubicBezTo>
                  <a:cubicBezTo>
                    <a:pt x="17" y="34"/>
                    <a:pt x="15" y="35"/>
                    <a:pt x="13" y="34"/>
                  </a:cubicBezTo>
                  <a:cubicBezTo>
                    <a:pt x="3" y="29"/>
                    <a:pt x="3" y="29"/>
                    <a:pt x="3" y="29"/>
                  </a:cubicBezTo>
                  <a:cubicBezTo>
                    <a:pt x="1" y="27"/>
                    <a:pt x="0" y="24"/>
                    <a:pt x="0" y="21"/>
                  </a:cubicBezTo>
                  <a:cubicBezTo>
                    <a:pt x="0" y="5"/>
                    <a:pt x="0" y="5"/>
                    <a:pt x="0" y="5"/>
                  </a:cubicBezTo>
                  <a:cubicBezTo>
                    <a:pt x="0" y="2"/>
                    <a:pt x="1" y="0"/>
                    <a:pt x="4" y="1"/>
                  </a:cubicBezTo>
                  <a:cubicBezTo>
                    <a:pt x="13" y="7"/>
                    <a:pt x="13" y="7"/>
                    <a:pt x="13" y="7"/>
                  </a:cubicBezTo>
                  <a:cubicBezTo>
                    <a:pt x="13" y="7"/>
                    <a:pt x="13" y="7"/>
                    <a:pt x="13" y="7"/>
                  </a:cubicBezTo>
                  <a:cubicBezTo>
                    <a:pt x="13" y="7"/>
                    <a:pt x="13" y="7"/>
                    <a:pt x="13" y="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29" name="未知"/>
            <p:cNvSpPr>
              <a:spLocks noChangeAspect="1"/>
            </p:cNvSpPr>
            <p:nvPr/>
          </p:nvSpPr>
          <p:spPr bwMode="auto">
            <a:xfrm>
              <a:off x="289" y="414"/>
              <a:ext cx="10" cy="22"/>
            </a:xfrm>
            <a:custGeom>
              <a:avLst/>
              <a:gdLst>
                <a:gd name="T0" fmla="*/ 13 w 17"/>
                <a:gd name="T1" fmla="*/ 7 h 35"/>
                <a:gd name="T2" fmla="*/ 17 w 17"/>
                <a:gd name="T3" fmla="*/ 15 h 35"/>
                <a:gd name="T4" fmla="*/ 17 w 17"/>
                <a:gd name="T5" fmla="*/ 31 h 35"/>
                <a:gd name="T6" fmla="*/ 13 w 17"/>
                <a:gd name="T7" fmla="*/ 34 h 35"/>
                <a:gd name="T8" fmla="*/ 3 w 17"/>
                <a:gd name="T9" fmla="*/ 29 h 35"/>
                <a:gd name="T10" fmla="*/ 0 w 17"/>
                <a:gd name="T11" fmla="*/ 21 h 35"/>
                <a:gd name="T12" fmla="*/ 0 w 17"/>
                <a:gd name="T13" fmla="*/ 5 h 35"/>
                <a:gd name="T14" fmla="*/ 4 w 17"/>
                <a:gd name="T15" fmla="*/ 2 h 35"/>
                <a:gd name="T16" fmla="*/ 13 w 17"/>
                <a:gd name="T17" fmla="*/ 7 h 35"/>
                <a:gd name="T18" fmla="*/ 13 w 17"/>
                <a:gd name="T19" fmla="*/ 7 h 35"/>
                <a:gd name="T20" fmla="*/ 13 w 17"/>
                <a:gd name="T21" fmla="*/ 7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35">
                  <a:moveTo>
                    <a:pt x="13" y="7"/>
                  </a:moveTo>
                  <a:cubicBezTo>
                    <a:pt x="15" y="8"/>
                    <a:pt x="17" y="12"/>
                    <a:pt x="17" y="15"/>
                  </a:cubicBezTo>
                  <a:cubicBezTo>
                    <a:pt x="17" y="31"/>
                    <a:pt x="17" y="31"/>
                    <a:pt x="17" y="31"/>
                  </a:cubicBezTo>
                  <a:cubicBezTo>
                    <a:pt x="17" y="34"/>
                    <a:pt x="15" y="35"/>
                    <a:pt x="13" y="34"/>
                  </a:cubicBezTo>
                  <a:cubicBezTo>
                    <a:pt x="3" y="29"/>
                    <a:pt x="3" y="29"/>
                    <a:pt x="3" y="29"/>
                  </a:cubicBezTo>
                  <a:cubicBezTo>
                    <a:pt x="1" y="28"/>
                    <a:pt x="0" y="24"/>
                    <a:pt x="0" y="21"/>
                  </a:cubicBezTo>
                  <a:cubicBezTo>
                    <a:pt x="0" y="5"/>
                    <a:pt x="0" y="5"/>
                    <a:pt x="0" y="5"/>
                  </a:cubicBezTo>
                  <a:cubicBezTo>
                    <a:pt x="0" y="2"/>
                    <a:pt x="1" y="0"/>
                    <a:pt x="4" y="2"/>
                  </a:cubicBezTo>
                  <a:cubicBezTo>
                    <a:pt x="13" y="7"/>
                    <a:pt x="13" y="7"/>
                    <a:pt x="13" y="7"/>
                  </a:cubicBezTo>
                  <a:cubicBezTo>
                    <a:pt x="13" y="7"/>
                    <a:pt x="13" y="7"/>
                    <a:pt x="13" y="7"/>
                  </a:cubicBezTo>
                  <a:cubicBezTo>
                    <a:pt x="13" y="7"/>
                    <a:pt x="13" y="7"/>
                    <a:pt x="13" y="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30" name="未知"/>
            <p:cNvSpPr>
              <a:spLocks noChangeAspect="1"/>
            </p:cNvSpPr>
            <p:nvPr/>
          </p:nvSpPr>
          <p:spPr bwMode="auto">
            <a:xfrm>
              <a:off x="305" y="424"/>
              <a:ext cx="10" cy="21"/>
            </a:xfrm>
            <a:custGeom>
              <a:avLst/>
              <a:gdLst>
                <a:gd name="T0" fmla="*/ 13 w 17"/>
                <a:gd name="T1" fmla="*/ 6 h 35"/>
                <a:gd name="T2" fmla="*/ 17 w 17"/>
                <a:gd name="T3" fmla="*/ 14 h 35"/>
                <a:gd name="T4" fmla="*/ 16 w 17"/>
                <a:gd name="T5" fmla="*/ 30 h 35"/>
                <a:gd name="T6" fmla="*/ 13 w 17"/>
                <a:gd name="T7" fmla="*/ 33 h 35"/>
                <a:gd name="T8" fmla="*/ 3 w 17"/>
                <a:gd name="T9" fmla="*/ 28 h 35"/>
                <a:gd name="T10" fmla="*/ 0 w 17"/>
                <a:gd name="T11" fmla="*/ 20 h 35"/>
                <a:gd name="T12" fmla="*/ 0 w 17"/>
                <a:gd name="T13" fmla="*/ 4 h 35"/>
                <a:gd name="T14" fmla="*/ 4 w 17"/>
                <a:gd name="T15" fmla="*/ 1 h 35"/>
                <a:gd name="T16" fmla="*/ 13 w 17"/>
                <a:gd name="T17" fmla="*/ 6 h 35"/>
                <a:gd name="T18" fmla="*/ 13 w 17"/>
                <a:gd name="T19" fmla="*/ 6 h 35"/>
                <a:gd name="T20" fmla="*/ 13 w 17"/>
                <a:gd name="T21" fmla="*/ 6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35">
                  <a:moveTo>
                    <a:pt x="13" y="6"/>
                  </a:moveTo>
                  <a:cubicBezTo>
                    <a:pt x="15" y="7"/>
                    <a:pt x="17" y="11"/>
                    <a:pt x="17" y="14"/>
                  </a:cubicBezTo>
                  <a:cubicBezTo>
                    <a:pt x="16" y="30"/>
                    <a:pt x="16" y="30"/>
                    <a:pt x="16" y="30"/>
                  </a:cubicBezTo>
                  <a:cubicBezTo>
                    <a:pt x="16" y="33"/>
                    <a:pt x="15" y="35"/>
                    <a:pt x="13" y="33"/>
                  </a:cubicBezTo>
                  <a:cubicBezTo>
                    <a:pt x="3" y="28"/>
                    <a:pt x="3" y="28"/>
                    <a:pt x="3" y="28"/>
                  </a:cubicBezTo>
                  <a:cubicBezTo>
                    <a:pt x="1" y="27"/>
                    <a:pt x="0" y="23"/>
                    <a:pt x="0" y="20"/>
                  </a:cubicBezTo>
                  <a:cubicBezTo>
                    <a:pt x="0" y="4"/>
                    <a:pt x="0" y="4"/>
                    <a:pt x="0" y="4"/>
                  </a:cubicBezTo>
                  <a:cubicBezTo>
                    <a:pt x="0" y="1"/>
                    <a:pt x="1" y="0"/>
                    <a:pt x="4" y="1"/>
                  </a:cubicBezTo>
                  <a:cubicBezTo>
                    <a:pt x="13" y="6"/>
                    <a:pt x="13" y="6"/>
                    <a:pt x="13" y="6"/>
                  </a:cubicBezTo>
                  <a:cubicBezTo>
                    <a:pt x="13" y="6"/>
                    <a:pt x="13" y="6"/>
                    <a:pt x="13" y="6"/>
                  </a:cubicBezTo>
                  <a:cubicBezTo>
                    <a:pt x="13" y="6"/>
                    <a:pt x="13" y="6"/>
                    <a:pt x="13" y="6"/>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31" name="未知"/>
            <p:cNvSpPr>
              <a:spLocks noChangeAspect="1"/>
            </p:cNvSpPr>
            <p:nvPr/>
          </p:nvSpPr>
          <p:spPr bwMode="auto">
            <a:xfrm>
              <a:off x="321" y="433"/>
              <a:ext cx="10" cy="21"/>
            </a:xfrm>
            <a:custGeom>
              <a:avLst/>
              <a:gdLst>
                <a:gd name="T0" fmla="*/ 13 w 17"/>
                <a:gd name="T1" fmla="*/ 7 h 35"/>
                <a:gd name="T2" fmla="*/ 16 w 17"/>
                <a:gd name="T3" fmla="*/ 14 h 35"/>
                <a:gd name="T4" fmla="*/ 16 w 17"/>
                <a:gd name="T5" fmla="*/ 30 h 35"/>
                <a:gd name="T6" fmla="*/ 13 w 17"/>
                <a:gd name="T7" fmla="*/ 34 h 35"/>
                <a:gd name="T8" fmla="*/ 3 w 17"/>
                <a:gd name="T9" fmla="*/ 28 h 35"/>
                <a:gd name="T10" fmla="*/ 0 w 17"/>
                <a:gd name="T11" fmla="*/ 21 h 35"/>
                <a:gd name="T12" fmla="*/ 0 w 17"/>
                <a:gd name="T13" fmla="*/ 5 h 35"/>
                <a:gd name="T14" fmla="*/ 3 w 17"/>
                <a:gd name="T15" fmla="*/ 1 h 35"/>
                <a:gd name="T16" fmla="*/ 13 w 17"/>
                <a:gd name="T17" fmla="*/ 7 h 35"/>
                <a:gd name="T18" fmla="*/ 13 w 17"/>
                <a:gd name="T19" fmla="*/ 7 h 35"/>
                <a:gd name="T20" fmla="*/ 13 w 17"/>
                <a:gd name="T21" fmla="*/ 7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35">
                  <a:moveTo>
                    <a:pt x="13" y="7"/>
                  </a:moveTo>
                  <a:cubicBezTo>
                    <a:pt x="15" y="8"/>
                    <a:pt x="17" y="11"/>
                    <a:pt x="16" y="14"/>
                  </a:cubicBezTo>
                  <a:cubicBezTo>
                    <a:pt x="16" y="30"/>
                    <a:pt x="16" y="30"/>
                    <a:pt x="16" y="30"/>
                  </a:cubicBezTo>
                  <a:cubicBezTo>
                    <a:pt x="16" y="33"/>
                    <a:pt x="15" y="35"/>
                    <a:pt x="13" y="34"/>
                  </a:cubicBezTo>
                  <a:cubicBezTo>
                    <a:pt x="3" y="28"/>
                    <a:pt x="3" y="28"/>
                    <a:pt x="3" y="28"/>
                  </a:cubicBezTo>
                  <a:cubicBezTo>
                    <a:pt x="1" y="27"/>
                    <a:pt x="0" y="24"/>
                    <a:pt x="0" y="21"/>
                  </a:cubicBezTo>
                  <a:cubicBezTo>
                    <a:pt x="0" y="5"/>
                    <a:pt x="0" y="5"/>
                    <a:pt x="0" y="5"/>
                  </a:cubicBezTo>
                  <a:cubicBezTo>
                    <a:pt x="0" y="2"/>
                    <a:pt x="1" y="0"/>
                    <a:pt x="3" y="1"/>
                  </a:cubicBezTo>
                  <a:cubicBezTo>
                    <a:pt x="13" y="7"/>
                    <a:pt x="13" y="7"/>
                    <a:pt x="13" y="7"/>
                  </a:cubicBezTo>
                  <a:cubicBezTo>
                    <a:pt x="13" y="7"/>
                    <a:pt x="13" y="7"/>
                    <a:pt x="13" y="7"/>
                  </a:cubicBezTo>
                  <a:cubicBezTo>
                    <a:pt x="13" y="7"/>
                    <a:pt x="13" y="7"/>
                    <a:pt x="13" y="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32" name="未知"/>
            <p:cNvSpPr>
              <a:spLocks noChangeAspect="1"/>
            </p:cNvSpPr>
            <p:nvPr/>
          </p:nvSpPr>
          <p:spPr bwMode="auto">
            <a:xfrm>
              <a:off x="337" y="442"/>
              <a:ext cx="9" cy="22"/>
            </a:xfrm>
            <a:custGeom>
              <a:avLst/>
              <a:gdLst>
                <a:gd name="T0" fmla="*/ 13 w 16"/>
                <a:gd name="T1" fmla="*/ 7 h 35"/>
                <a:gd name="T2" fmla="*/ 16 w 16"/>
                <a:gd name="T3" fmla="*/ 15 h 35"/>
                <a:gd name="T4" fmla="*/ 16 w 16"/>
                <a:gd name="T5" fmla="*/ 31 h 35"/>
                <a:gd name="T6" fmla="*/ 13 w 16"/>
                <a:gd name="T7" fmla="*/ 34 h 35"/>
                <a:gd name="T8" fmla="*/ 3 w 16"/>
                <a:gd name="T9" fmla="*/ 29 h 35"/>
                <a:gd name="T10" fmla="*/ 0 w 16"/>
                <a:gd name="T11" fmla="*/ 21 h 35"/>
                <a:gd name="T12" fmla="*/ 0 w 16"/>
                <a:gd name="T13" fmla="*/ 5 h 35"/>
                <a:gd name="T14" fmla="*/ 3 w 16"/>
                <a:gd name="T15" fmla="*/ 2 h 35"/>
                <a:gd name="T16" fmla="*/ 13 w 16"/>
                <a:gd name="T17" fmla="*/ 7 h 35"/>
                <a:gd name="T18" fmla="*/ 13 w 16"/>
                <a:gd name="T19" fmla="*/ 7 h 35"/>
                <a:gd name="T20" fmla="*/ 13 w 16"/>
                <a:gd name="T21" fmla="*/ 7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 h="35">
                  <a:moveTo>
                    <a:pt x="13" y="7"/>
                  </a:moveTo>
                  <a:cubicBezTo>
                    <a:pt x="15" y="8"/>
                    <a:pt x="16" y="12"/>
                    <a:pt x="16" y="15"/>
                  </a:cubicBezTo>
                  <a:cubicBezTo>
                    <a:pt x="16" y="31"/>
                    <a:pt x="16" y="31"/>
                    <a:pt x="16" y="31"/>
                  </a:cubicBezTo>
                  <a:cubicBezTo>
                    <a:pt x="16" y="34"/>
                    <a:pt x="15" y="35"/>
                    <a:pt x="13" y="34"/>
                  </a:cubicBezTo>
                  <a:cubicBezTo>
                    <a:pt x="3" y="29"/>
                    <a:pt x="3" y="29"/>
                    <a:pt x="3" y="29"/>
                  </a:cubicBezTo>
                  <a:cubicBezTo>
                    <a:pt x="1" y="27"/>
                    <a:pt x="0" y="24"/>
                    <a:pt x="0" y="21"/>
                  </a:cubicBezTo>
                  <a:cubicBezTo>
                    <a:pt x="0" y="5"/>
                    <a:pt x="0" y="5"/>
                    <a:pt x="0" y="5"/>
                  </a:cubicBezTo>
                  <a:cubicBezTo>
                    <a:pt x="0" y="2"/>
                    <a:pt x="1" y="0"/>
                    <a:pt x="3" y="2"/>
                  </a:cubicBezTo>
                  <a:cubicBezTo>
                    <a:pt x="13" y="7"/>
                    <a:pt x="13" y="7"/>
                    <a:pt x="13" y="7"/>
                  </a:cubicBezTo>
                  <a:cubicBezTo>
                    <a:pt x="13" y="7"/>
                    <a:pt x="13" y="7"/>
                    <a:pt x="13" y="7"/>
                  </a:cubicBezTo>
                  <a:cubicBezTo>
                    <a:pt x="13" y="7"/>
                    <a:pt x="13" y="7"/>
                    <a:pt x="13" y="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33" name="未知"/>
            <p:cNvSpPr>
              <a:spLocks noChangeAspect="1"/>
            </p:cNvSpPr>
            <p:nvPr/>
          </p:nvSpPr>
          <p:spPr bwMode="auto">
            <a:xfrm>
              <a:off x="352" y="452"/>
              <a:ext cx="10" cy="21"/>
            </a:xfrm>
            <a:custGeom>
              <a:avLst/>
              <a:gdLst>
                <a:gd name="T0" fmla="*/ 13 w 16"/>
                <a:gd name="T1" fmla="*/ 6 h 35"/>
                <a:gd name="T2" fmla="*/ 16 w 16"/>
                <a:gd name="T3" fmla="*/ 14 h 35"/>
                <a:gd name="T4" fmla="*/ 16 w 16"/>
                <a:gd name="T5" fmla="*/ 30 h 35"/>
                <a:gd name="T6" fmla="*/ 13 w 16"/>
                <a:gd name="T7" fmla="*/ 33 h 35"/>
                <a:gd name="T8" fmla="*/ 3 w 16"/>
                <a:gd name="T9" fmla="*/ 28 h 35"/>
                <a:gd name="T10" fmla="*/ 0 w 16"/>
                <a:gd name="T11" fmla="*/ 20 h 35"/>
                <a:gd name="T12" fmla="*/ 0 w 16"/>
                <a:gd name="T13" fmla="*/ 4 h 35"/>
                <a:gd name="T14" fmla="*/ 3 w 16"/>
                <a:gd name="T15" fmla="*/ 1 h 35"/>
                <a:gd name="T16" fmla="*/ 13 w 16"/>
                <a:gd name="T17" fmla="*/ 6 h 35"/>
                <a:gd name="T18" fmla="*/ 13 w 16"/>
                <a:gd name="T19" fmla="*/ 6 h 35"/>
                <a:gd name="T20" fmla="*/ 13 w 16"/>
                <a:gd name="T21" fmla="*/ 6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 h="35">
                  <a:moveTo>
                    <a:pt x="13" y="6"/>
                  </a:moveTo>
                  <a:cubicBezTo>
                    <a:pt x="15" y="7"/>
                    <a:pt x="16" y="11"/>
                    <a:pt x="16" y="14"/>
                  </a:cubicBezTo>
                  <a:cubicBezTo>
                    <a:pt x="16" y="30"/>
                    <a:pt x="16" y="30"/>
                    <a:pt x="16" y="30"/>
                  </a:cubicBezTo>
                  <a:cubicBezTo>
                    <a:pt x="16" y="33"/>
                    <a:pt x="15" y="35"/>
                    <a:pt x="13" y="33"/>
                  </a:cubicBezTo>
                  <a:cubicBezTo>
                    <a:pt x="3" y="28"/>
                    <a:pt x="3" y="28"/>
                    <a:pt x="3" y="28"/>
                  </a:cubicBezTo>
                  <a:cubicBezTo>
                    <a:pt x="1" y="27"/>
                    <a:pt x="0" y="23"/>
                    <a:pt x="0" y="20"/>
                  </a:cubicBezTo>
                  <a:cubicBezTo>
                    <a:pt x="0" y="4"/>
                    <a:pt x="0" y="4"/>
                    <a:pt x="0" y="4"/>
                  </a:cubicBezTo>
                  <a:cubicBezTo>
                    <a:pt x="0" y="1"/>
                    <a:pt x="1" y="0"/>
                    <a:pt x="3" y="1"/>
                  </a:cubicBezTo>
                  <a:cubicBezTo>
                    <a:pt x="13" y="6"/>
                    <a:pt x="13" y="6"/>
                    <a:pt x="13" y="6"/>
                  </a:cubicBezTo>
                  <a:cubicBezTo>
                    <a:pt x="13" y="6"/>
                    <a:pt x="13" y="6"/>
                    <a:pt x="13" y="6"/>
                  </a:cubicBezTo>
                  <a:cubicBezTo>
                    <a:pt x="13" y="6"/>
                    <a:pt x="13" y="6"/>
                    <a:pt x="13" y="6"/>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34" name="未知"/>
            <p:cNvSpPr>
              <a:spLocks noChangeAspect="1"/>
            </p:cNvSpPr>
            <p:nvPr/>
          </p:nvSpPr>
          <p:spPr bwMode="auto">
            <a:xfrm>
              <a:off x="368" y="461"/>
              <a:ext cx="10" cy="22"/>
            </a:xfrm>
            <a:custGeom>
              <a:avLst/>
              <a:gdLst>
                <a:gd name="T0" fmla="*/ 14 w 17"/>
                <a:gd name="T1" fmla="*/ 6 h 35"/>
                <a:gd name="T2" fmla="*/ 17 w 17"/>
                <a:gd name="T3" fmla="*/ 14 h 35"/>
                <a:gd name="T4" fmla="*/ 17 w 17"/>
                <a:gd name="T5" fmla="*/ 30 h 35"/>
                <a:gd name="T6" fmla="*/ 14 w 17"/>
                <a:gd name="T7" fmla="*/ 34 h 35"/>
                <a:gd name="T8" fmla="*/ 4 w 17"/>
                <a:gd name="T9" fmla="*/ 28 h 35"/>
                <a:gd name="T10" fmla="*/ 1 w 17"/>
                <a:gd name="T11" fmla="*/ 21 h 35"/>
                <a:gd name="T12" fmla="*/ 1 w 17"/>
                <a:gd name="T13" fmla="*/ 4 h 35"/>
                <a:gd name="T14" fmla="*/ 4 w 17"/>
                <a:gd name="T15" fmla="*/ 1 h 35"/>
                <a:gd name="T16" fmla="*/ 14 w 17"/>
                <a:gd name="T17" fmla="*/ 6 h 35"/>
                <a:gd name="T18" fmla="*/ 14 w 17"/>
                <a:gd name="T19" fmla="*/ 6 h 35"/>
                <a:gd name="T20" fmla="*/ 14 w 17"/>
                <a:gd name="T21" fmla="*/ 6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35">
                  <a:moveTo>
                    <a:pt x="14" y="6"/>
                  </a:moveTo>
                  <a:cubicBezTo>
                    <a:pt x="16" y="8"/>
                    <a:pt x="17" y="11"/>
                    <a:pt x="17" y="14"/>
                  </a:cubicBezTo>
                  <a:cubicBezTo>
                    <a:pt x="17" y="30"/>
                    <a:pt x="17" y="30"/>
                    <a:pt x="17" y="30"/>
                  </a:cubicBezTo>
                  <a:cubicBezTo>
                    <a:pt x="17" y="33"/>
                    <a:pt x="16" y="35"/>
                    <a:pt x="14" y="34"/>
                  </a:cubicBezTo>
                  <a:cubicBezTo>
                    <a:pt x="4" y="28"/>
                    <a:pt x="4" y="28"/>
                    <a:pt x="4" y="28"/>
                  </a:cubicBezTo>
                  <a:cubicBezTo>
                    <a:pt x="2" y="27"/>
                    <a:pt x="0" y="24"/>
                    <a:pt x="1" y="21"/>
                  </a:cubicBezTo>
                  <a:cubicBezTo>
                    <a:pt x="1" y="4"/>
                    <a:pt x="1" y="4"/>
                    <a:pt x="1" y="4"/>
                  </a:cubicBezTo>
                  <a:cubicBezTo>
                    <a:pt x="1" y="1"/>
                    <a:pt x="2" y="0"/>
                    <a:pt x="4" y="1"/>
                  </a:cubicBezTo>
                  <a:cubicBezTo>
                    <a:pt x="14" y="6"/>
                    <a:pt x="14" y="6"/>
                    <a:pt x="14" y="6"/>
                  </a:cubicBezTo>
                  <a:cubicBezTo>
                    <a:pt x="14" y="6"/>
                    <a:pt x="14" y="6"/>
                    <a:pt x="14" y="6"/>
                  </a:cubicBezTo>
                  <a:cubicBezTo>
                    <a:pt x="14" y="6"/>
                    <a:pt x="14" y="6"/>
                    <a:pt x="14" y="6"/>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35" name="未知"/>
            <p:cNvSpPr>
              <a:spLocks noChangeAspect="1"/>
            </p:cNvSpPr>
            <p:nvPr/>
          </p:nvSpPr>
          <p:spPr bwMode="auto">
            <a:xfrm>
              <a:off x="485" y="119"/>
              <a:ext cx="10" cy="25"/>
            </a:xfrm>
            <a:custGeom>
              <a:avLst/>
              <a:gdLst>
                <a:gd name="T0" fmla="*/ 15 w 17"/>
                <a:gd name="T1" fmla="*/ 0 h 40"/>
                <a:gd name="T2" fmla="*/ 17 w 17"/>
                <a:gd name="T3" fmla="*/ 1 h 40"/>
                <a:gd name="T4" fmla="*/ 17 w 17"/>
                <a:gd name="T5" fmla="*/ 30 h 40"/>
                <a:gd name="T6" fmla="*/ 16 w 17"/>
                <a:gd name="T7" fmla="*/ 32 h 40"/>
                <a:gd name="T8" fmla="*/ 1 w 17"/>
                <a:gd name="T9" fmla="*/ 40 h 40"/>
                <a:gd name="T10" fmla="*/ 0 w 17"/>
                <a:gd name="T11" fmla="*/ 39 h 40"/>
                <a:gd name="T12" fmla="*/ 0 w 17"/>
                <a:gd name="T13" fmla="*/ 10 h 40"/>
                <a:gd name="T14" fmla="*/ 1 w 17"/>
                <a:gd name="T15" fmla="*/ 8 h 40"/>
                <a:gd name="T16" fmla="*/ 15 w 17"/>
                <a:gd name="T17" fmla="*/ 0 h 40"/>
                <a:gd name="T18" fmla="*/ 15 w 17"/>
                <a:gd name="T19" fmla="*/ 0 h 40"/>
                <a:gd name="T20" fmla="*/ 15 w 17"/>
                <a:gd name="T21"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40">
                  <a:moveTo>
                    <a:pt x="15" y="0"/>
                  </a:moveTo>
                  <a:cubicBezTo>
                    <a:pt x="16" y="0"/>
                    <a:pt x="17" y="0"/>
                    <a:pt x="17" y="1"/>
                  </a:cubicBezTo>
                  <a:cubicBezTo>
                    <a:pt x="17" y="30"/>
                    <a:pt x="17" y="30"/>
                    <a:pt x="17" y="30"/>
                  </a:cubicBezTo>
                  <a:cubicBezTo>
                    <a:pt x="17" y="31"/>
                    <a:pt x="16" y="31"/>
                    <a:pt x="16" y="32"/>
                  </a:cubicBezTo>
                  <a:cubicBezTo>
                    <a:pt x="1" y="40"/>
                    <a:pt x="1" y="40"/>
                    <a:pt x="1" y="40"/>
                  </a:cubicBezTo>
                  <a:cubicBezTo>
                    <a:pt x="1" y="40"/>
                    <a:pt x="0" y="40"/>
                    <a:pt x="0" y="39"/>
                  </a:cubicBezTo>
                  <a:cubicBezTo>
                    <a:pt x="0" y="10"/>
                    <a:pt x="0" y="10"/>
                    <a:pt x="0" y="10"/>
                  </a:cubicBezTo>
                  <a:cubicBezTo>
                    <a:pt x="0" y="9"/>
                    <a:pt x="1" y="8"/>
                    <a:pt x="1" y="8"/>
                  </a:cubicBezTo>
                  <a:cubicBezTo>
                    <a:pt x="15" y="0"/>
                    <a:pt x="15" y="0"/>
                    <a:pt x="15" y="0"/>
                  </a:cubicBezTo>
                  <a:cubicBezTo>
                    <a:pt x="15" y="0"/>
                    <a:pt x="15" y="0"/>
                    <a:pt x="15" y="0"/>
                  </a:cubicBezTo>
                  <a:cubicBezTo>
                    <a:pt x="15" y="0"/>
                    <a:pt x="15" y="0"/>
                    <a:pt x="15" y="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36" name="未知"/>
            <p:cNvSpPr>
              <a:spLocks noChangeAspect="1"/>
            </p:cNvSpPr>
            <p:nvPr/>
          </p:nvSpPr>
          <p:spPr bwMode="auto">
            <a:xfrm>
              <a:off x="464" y="130"/>
              <a:ext cx="9" cy="25"/>
            </a:xfrm>
            <a:custGeom>
              <a:avLst/>
              <a:gdLst>
                <a:gd name="T0" fmla="*/ 15 w 16"/>
                <a:gd name="T1" fmla="*/ 1 h 41"/>
                <a:gd name="T2" fmla="*/ 16 w 16"/>
                <a:gd name="T3" fmla="*/ 1 h 41"/>
                <a:gd name="T4" fmla="*/ 16 w 16"/>
                <a:gd name="T5" fmla="*/ 30 h 41"/>
                <a:gd name="T6" fmla="*/ 15 w 16"/>
                <a:gd name="T7" fmla="*/ 32 h 41"/>
                <a:gd name="T8" fmla="*/ 1 w 16"/>
                <a:gd name="T9" fmla="*/ 40 h 41"/>
                <a:gd name="T10" fmla="*/ 0 w 16"/>
                <a:gd name="T11" fmla="*/ 40 h 41"/>
                <a:gd name="T12" fmla="*/ 0 w 16"/>
                <a:gd name="T13" fmla="*/ 10 h 41"/>
                <a:gd name="T14" fmla="*/ 1 w 16"/>
                <a:gd name="T15" fmla="*/ 9 h 41"/>
                <a:gd name="T16" fmla="*/ 15 w 16"/>
                <a:gd name="T17" fmla="*/ 1 h 41"/>
                <a:gd name="T18" fmla="*/ 15 w 16"/>
                <a:gd name="T19" fmla="*/ 1 h 41"/>
                <a:gd name="T20" fmla="*/ 15 w 16"/>
                <a:gd name="T21" fmla="*/ 1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 h="41">
                  <a:moveTo>
                    <a:pt x="15" y="1"/>
                  </a:moveTo>
                  <a:cubicBezTo>
                    <a:pt x="16" y="0"/>
                    <a:pt x="16" y="0"/>
                    <a:pt x="16" y="1"/>
                  </a:cubicBezTo>
                  <a:cubicBezTo>
                    <a:pt x="16" y="30"/>
                    <a:pt x="16" y="30"/>
                    <a:pt x="16" y="30"/>
                  </a:cubicBezTo>
                  <a:cubicBezTo>
                    <a:pt x="16" y="31"/>
                    <a:pt x="16" y="32"/>
                    <a:pt x="15" y="32"/>
                  </a:cubicBezTo>
                  <a:cubicBezTo>
                    <a:pt x="1" y="40"/>
                    <a:pt x="1" y="40"/>
                    <a:pt x="1" y="40"/>
                  </a:cubicBezTo>
                  <a:cubicBezTo>
                    <a:pt x="1" y="41"/>
                    <a:pt x="0" y="40"/>
                    <a:pt x="0" y="40"/>
                  </a:cubicBezTo>
                  <a:cubicBezTo>
                    <a:pt x="0" y="10"/>
                    <a:pt x="0" y="10"/>
                    <a:pt x="0" y="10"/>
                  </a:cubicBezTo>
                  <a:cubicBezTo>
                    <a:pt x="0" y="10"/>
                    <a:pt x="0" y="9"/>
                    <a:pt x="1" y="9"/>
                  </a:cubicBezTo>
                  <a:cubicBezTo>
                    <a:pt x="15" y="1"/>
                    <a:pt x="15" y="1"/>
                    <a:pt x="15" y="1"/>
                  </a:cubicBezTo>
                  <a:cubicBezTo>
                    <a:pt x="15" y="1"/>
                    <a:pt x="15" y="1"/>
                    <a:pt x="15" y="1"/>
                  </a:cubicBezTo>
                  <a:cubicBezTo>
                    <a:pt x="15" y="1"/>
                    <a:pt x="15" y="1"/>
                    <a:pt x="15" y="1"/>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37" name="未知"/>
            <p:cNvSpPr>
              <a:spLocks noChangeAspect="1"/>
            </p:cNvSpPr>
            <p:nvPr/>
          </p:nvSpPr>
          <p:spPr bwMode="auto">
            <a:xfrm>
              <a:off x="442" y="144"/>
              <a:ext cx="10" cy="24"/>
            </a:xfrm>
            <a:custGeom>
              <a:avLst/>
              <a:gdLst>
                <a:gd name="T0" fmla="*/ 15 w 16"/>
                <a:gd name="T1" fmla="*/ 0 h 40"/>
                <a:gd name="T2" fmla="*/ 16 w 16"/>
                <a:gd name="T3" fmla="*/ 1 h 40"/>
                <a:gd name="T4" fmla="*/ 16 w 16"/>
                <a:gd name="T5" fmla="*/ 30 h 40"/>
                <a:gd name="T6" fmla="*/ 15 w 16"/>
                <a:gd name="T7" fmla="*/ 32 h 40"/>
                <a:gd name="T8" fmla="*/ 1 w 16"/>
                <a:gd name="T9" fmla="*/ 40 h 40"/>
                <a:gd name="T10" fmla="*/ 0 w 16"/>
                <a:gd name="T11" fmla="*/ 40 h 40"/>
                <a:gd name="T12" fmla="*/ 0 w 16"/>
                <a:gd name="T13" fmla="*/ 10 h 40"/>
                <a:gd name="T14" fmla="*/ 1 w 16"/>
                <a:gd name="T15" fmla="*/ 8 h 40"/>
                <a:gd name="T16" fmla="*/ 15 w 16"/>
                <a:gd name="T17" fmla="*/ 0 h 40"/>
                <a:gd name="T18" fmla="*/ 15 w 16"/>
                <a:gd name="T19" fmla="*/ 0 h 40"/>
                <a:gd name="T20" fmla="*/ 15 w 16"/>
                <a:gd name="T21"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 h="40">
                  <a:moveTo>
                    <a:pt x="15" y="0"/>
                  </a:moveTo>
                  <a:cubicBezTo>
                    <a:pt x="15" y="0"/>
                    <a:pt x="16" y="0"/>
                    <a:pt x="16" y="1"/>
                  </a:cubicBezTo>
                  <a:cubicBezTo>
                    <a:pt x="16" y="30"/>
                    <a:pt x="16" y="30"/>
                    <a:pt x="16" y="30"/>
                  </a:cubicBezTo>
                  <a:cubicBezTo>
                    <a:pt x="16" y="31"/>
                    <a:pt x="15" y="32"/>
                    <a:pt x="15" y="32"/>
                  </a:cubicBezTo>
                  <a:cubicBezTo>
                    <a:pt x="1" y="40"/>
                    <a:pt x="1" y="40"/>
                    <a:pt x="1" y="40"/>
                  </a:cubicBezTo>
                  <a:cubicBezTo>
                    <a:pt x="0" y="40"/>
                    <a:pt x="0" y="40"/>
                    <a:pt x="0" y="40"/>
                  </a:cubicBezTo>
                  <a:cubicBezTo>
                    <a:pt x="0" y="10"/>
                    <a:pt x="0" y="10"/>
                    <a:pt x="0" y="10"/>
                  </a:cubicBezTo>
                  <a:cubicBezTo>
                    <a:pt x="0" y="10"/>
                    <a:pt x="0" y="9"/>
                    <a:pt x="1" y="8"/>
                  </a:cubicBezTo>
                  <a:cubicBezTo>
                    <a:pt x="15" y="0"/>
                    <a:pt x="15" y="0"/>
                    <a:pt x="15" y="0"/>
                  </a:cubicBezTo>
                  <a:cubicBezTo>
                    <a:pt x="15" y="0"/>
                    <a:pt x="15" y="0"/>
                    <a:pt x="15" y="0"/>
                  </a:cubicBezTo>
                  <a:cubicBezTo>
                    <a:pt x="15" y="0"/>
                    <a:pt x="15" y="0"/>
                    <a:pt x="15" y="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38" name="未知"/>
            <p:cNvSpPr>
              <a:spLocks noChangeAspect="1"/>
            </p:cNvSpPr>
            <p:nvPr/>
          </p:nvSpPr>
          <p:spPr bwMode="auto">
            <a:xfrm>
              <a:off x="421" y="157"/>
              <a:ext cx="10" cy="24"/>
            </a:xfrm>
            <a:custGeom>
              <a:avLst/>
              <a:gdLst>
                <a:gd name="T0" fmla="*/ 15 w 17"/>
                <a:gd name="T1" fmla="*/ 0 h 40"/>
                <a:gd name="T2" fmla="*/ 16 w 17"/>
                <a:gd name="T3" fmla="*/ 0 h 40"/>
                <a:gd name="T4" fmla="*/ 17 w 17"/>
                <a:gd name="T5" fmla="*/ 30 h 40"/>
                <a:gd name="T6" fmla="*/ 15 w 17"/>
                <a:gd name="T7" fmla="*/ 32 h 40"/>
                <a:gd name="T8" fmla="*/ 1 w 17"/>
                <a:gd name="T9" fmla="*/ 40 h 40"/>
                <a:gd name="T10" fmla="*/ 0 w 17"/>
                <a:gd name="T11" fmla="*/ 39 h 40"/>
                <a:gd name="T12" fmla="*/ 0 w 17"/>
                <a:gd name="T13" fmla="*/ 10 h 40"/>
                <a:gd name="T14" fmla="*/ 1 w 17"/>
                <a:gd name="T15" fmla="*/ 8 h 40"/>
                <a:gd name="T16" fmla="*/ 15 w 17"/>
                <a:gd name="T17" fmla="*/ 0 h 40"/>
                <a:gd name="T18" fmla="*/ 15 w 17"/>
                <a:gd name="T19" fmla="*/ 0 h 40"/>
                <a:gd name="T20" fmla="*/ 15 w 17"/>
                <a:gd name="T21"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40">
                  <a:moveTo>
                    <a:pt x="15" y="0"/>
                  </a:moveTo>
                  <a:cubicBezTo>
                    <a:pt x="16" y="0"/>
                    <a:pt x="16" y="0"/>
                    <a:pt x="16" y="0"/>
                  </a:cubicBezTo>
                  <a:cubicBezTo>
                    <a:pt x="17" y="30"/>
                    <a:pt x="17" y="30"/>
                    <a:pt x="17" y="30"/>
                  </a:cubicBezTo>
                  <a:cubicBezTo>
                    <a:pt x="17" y="31"/>
                    <a:pt x="16" y="31"/>
                    <a:pt x="15" y="32"/>
                  </a:cubicBezTo>
                  <a:cubicBezTo>
                    <a:pt x="1" y="40"/>
                    <a:pt x="1" y="40"/>
                    <a:pt x="1" y="40"/>
                  </a:cubicBezTo>
                  <a:cubicBezTo>
                    <a:pt x="1" y="40"/>
                    <a:pt x="0" y="40"/>
                    <a:pt x="0" y="39"/>
                  </a:cubicBezTo>
                  <a:cubicBezTo>
                    <a:pt x="0" y="10"/>
                    <a:pt x="0" y="10"/>
                    <a:pt x="0" y="10"/>
                  </a:cubicBezTo>
                  <a:cubicBezTo>
                    <a:pt x="0" y="9"/>
                    <a:pt x="1" y="8"/>
                    <a:pt x="1" y="8"/>
                  </a:cubicBezTo>
                  <a:cubicBezTo>
                    <a:pt x="15" y="0"/>
                    <a:pt x="15" y="0"/>
                    <a:pt x="15" y="0"/>
                  </a:cubicBezTo>
                  <a:cubicBezTo>
                    <a:pt x="15" y="0"/>
                    <a:pt x="15" y="0"/>
                    <a:pt x="15" y="0"/>
                  </a:cubicBezTo>
                  <a:cubicBezTo>
                    <a:pt x="15" y="0"/>
                    <a:pt x="15" y="0"/>
                    <a:pt x="15" y="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39" name="未知"/>
            <p:cNvSpPr>
              <a:spLocks noChangeAspect="1"/>
            </p:cNvSpPr>
            <p:nvPr/>
          </p:nvSpPr>
          <p:spPr bwMode="auto">
            <a:xfrm>
              <a:off x="399" y="169"/>
              <a:ext cx="10" cy="25"/>
            </a:xfrm>
            <a:custGeom>
              <a:avLst/>
              <a:gdLst>
                <a:gd name="T0" fmla="*/ 15 w 16"/>
                <a:gd name="T1" fmla="*/ 1 h 41"/>
                <a:gd name="T2" fmla="*/ 16 w 16"/>
                <a:gd name="T3" fmla="*/ 1 h 41"/>
                <a:gd name="T4" fmla="*/ 16 w 16"/>
                <a:gd name="T5" fmla="*/ 31 h 41"/>
                <a:gd name="T6" fmla="*/ 15 w 16"/>
                <a:gd name="T7" fmla="*/ 32 h 41"/>
                <a:gd name="T8" fmla="*/ 1 w 16"/>
                <a:gd name="T9" fmla="*/ 41 h 41"/>
                <a:gd name="T10" fmla="*/ 0 w 16"/>
                <a:gd name="T11" fmla="*/ 40 h 41"/>
                <a:gd name="T12" fmla="*/ 0 w 16"/>
                <a:gd name="T13" fmla="*/ 11 h 41"/>
                <a:gd name="T14" fmla="*/ 1 w 16"/>
                <a:gd name="T15" fmla="*/ 9 h 41"/>
                <a:gd name="T16" fmla="*/ 15 w 16"/>
                <a:gd name="T17" fmla="*/ 1 h 41"/>
                <a:gd name="T18" fmla="*/ 15 w 16"/>
                <a:gd name="T19" fmla="*/ 1 h 41"/>
                <a:gd name="T20" fmla="*/ 15 w 16"/>
                <a:gd name="T21" fmla="*/ 1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 h="41">
                  <a:moveTo>
                    <a:pt x="15" y="1"/>
                  </a:moveTo>
                  <a:cubicBezTo>
                    <a:pt x="16" y="0"/>
                    <a:pt x="16" y="1"/>
                    <a:pt x="16" y="1"/>
                  </a:cubicBezTo>
                  <a:cubicBezTo>
                    <a:pt x="16" y="31"/>
                    <a:pt x="16" y="31"/>
                    <a:pt x="16" y="31"/>
                  </a:cubicBezTo>
                  <a:cubicBezTo>
                    <a:pt x="16" y="31"/>
                    <a:pt x="16" y="32"/>
                    <a:pt x="15" y="32"/>
                  </a:cubicBezTo>
                  <a:cubicBezTo>
                    <a:pt x="1" y="41"/>
                    <a:pt x="1" y="41"/>
                    <a:pt x="1" y="41"/>
                  </a:cubicBezTo>
                  <a:cubicBezTo>
                    <a:pt x="0" y="41"/>
                    <a:pt x="0" y="41"/>
                    <a:pt x="0" y="40"/>
                  </a:cubicBezTo>
                  <a:cubicBezTo>
                    <a:pt x="0" y="11"/>
                    <a:pt x="0" y="11"/>
                    <a:pt x="0" y="11"/>
                  </a:cubicBezTo>
                  <a:cubicBezTo>
                    <a:pt x="0" y="10"/>
                    <a:pt x="0" y="9"/>
                    <a:pt x="1" y="9"/>
                  </a:cubicBezTo>
                  <a:cubicBezTo>
                    <a:pt x="15" y="1"/>
                    <a:pt x="15" y="1"/>
                    <a:pt x="15" y="1"/>
                  </a:cubicBezTo>
                  <a:cubicBezTo>
                    <a:pt x="15" y="1"/>
                    <a:pt x="15" y="1"/>
                    <a:pt x="15" y="1"/>
                  </a:cubicBezTo>
                  <a:cubicBezTo>
                    <a:pt x="15" y="1"/>
                    <a:pt x="15" y="1"/>
                    <a:pt x="15" y="1"/>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40" name="未知"/>
            <p:cNvSpPr>
              <a:spLocks noChangeAspect="1"/>
            </p:cNvSpPr>
            <p:nvPr/>
          </p:nvSpPr>
          <p:spPr bwMode="auto">
            <a:xfrm>
              <a:off x="485" y="161"/>
              <a:ext cx="10" cy="24"/>
            </a:xfrm>
            <a:custGeom>
              <a:avLst/>
              <a:gdLst>
                <a:gd name="T0" fmla="*/ 15 w 17"/>
                <a:gd name="T1" fmla="*/ 0 h 40"/>
                <a:gd name="T2" fmla="*/ 17 w 17"/>
                <a:gd name="T3" fmla="*/ 0 h 40"/>
                <a:gd name="T4" fmla="*/ 17 w 17"/>
                <a:gd name="T5" fmla="*/ 30 h 40"/>
                <a:gd name="T6" fmla="*/ 16 w 17"/>
                <a:gd name="T7" fmla="*/ 32 h 40"/>
                <a:gd name="T8" fmla="*/ 1 w 17"/>
                <a:gd name="T9" fmla="*/ 40 h 40"/>
                <a:gd name="T10" fmla="*/ 0 w 17"/>
                <a:gd name="T11" fmla="*/ 39 h 40"/>
                <a:gd name="T12" fmla="*/ 0 w 17"/>
                <a:gd name="T13" fmla="*/ 10 h 40"/>
                <a:gd name="T14" fmla="*/ 1 w 17"/>
                <a:gd name="T15" fmla="*/ 8 h 40"/>
                <a:gd name="T16" fmla="*/ 15 w 17"/>
                <a:gd name="T17" fmla="*/ 0 h 40"/>
                <a:gd name="T18" fmla="*/ 15 w 17"/>
                <a:gd name="T19" fmla="*/ 0 h 40"/>
                <a:gd name="T20" fmla="*/ 15 w 17"/>
                <a:gd name="T21"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40">
                  <a:moveTo>
                    <a:pt x="15" y="0"/>
                  </a:moveTo>
                  <a:cubicBezTo>
                    <a:pt x="16" y="0"/>
                    <a:pt x="17" y="0"/>
                    <a:pt x="17" y="0"/>
                  </a:cubicBezTo>
                  <a:cubicBezTo>
                    <a:pt x="17" y="30"/>
                    <a:pt x="17" y="30"/>
                    <a:pt x="17" y="30"/>
                  </a:cubicBezTo>
                  <a:cubicBezTo>
                    <a:pt x="17" y="30"/>
                    <a:pt x="16" y="31"/>
                    <a:pt x="16" y="32"/>
                  </a:cubicBezTo>
                  <a:cubicBezTo>
                    <a:pt x="1" y="40"/>
                    <a:pt x="1" y="40"/>
                    <a:pt x="1" y="40"/>
                  </a:cubicBezTo>
                  <a:cubicBezTo>
                    <a:pt x="1" y="40"/>
                    <a:pt x="0" y="40"/>
                    <a:pt x="0" y="39"/>
                  </a:cubicBezTo>
                  <a:cubicBezTo>
                    <a:pt x="0" y="10"/>
                    <a:pt x="0" y="10"/>
                    <a:pt x="0" y="10"/>
                  </a:cubicBezTo>
                  <a:cubicBezTo>
                    <a:pt x="0" y="9"/>
                    <a:pt x="1" y="8"/>
                    <a:pt x="1" y="8"/>
                  </a:cubicBezTo>
                  <a:cubicBezTo>
                    <a:pt x="15" y="0"/>
                    <a:pt x="15" y="0"/>
                    <a:pt x="15" y="0"/>
                  </a:cubicBezTo>
                  <a:cubicBezTo>
                    <a:pt x="15" y="0"/>
                    <a:pt x="15" y="0"/>
                    <a:pt x="15" y="0"/>
                  </a:cubicBezTo>
                  <a:cubicBezTo>
                    <a:pt x="15" y="0"/>
                    <a:pt x="15" y="0"/>
                    <a:pt x="15" y="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41" name="未知"/>
            <p:cNvSpPr>
              <a:spLocks noChangeAspect="1"/>
            </p:cNvSpPr>
            <p:nvPr/>
          </p:nvSpPr>
          <p:spPr bwMode="auto">
            <a:xfrm>
              <a:off x="464" y="172"/>
              <a:ext cx="9" cy="25"/>
            </a:xfrm>
            <a:custGeom>
              <a:avLst/>
              <a:gdLst>
                <a:gd name="T0" fmla="*/ 15 w 16"/>
                <a:gd name="T1" fmla="*/ 0 h 41"/>
                <a:gd name="T2" fmla="*/ 16 w 16"/>
                <a:gd name="T3" fmla="*/ 1 h 41"/>
                <a:gd name="T4" fmla="*/ 16 w 16"/>
                <a:gd name="T5" fmla="*/ 30 h 41"/>
                <a:gd name="T6" fmla="*/ 15 w 16"/>
                <a:gd name="T7" fmla="*/ 32 h 41"/>
                <a:gd name="T8" fmla="*/ 1 w 16"/>
                <a:gd name="T9" fmla="*/ 40 h 41"/>
                <a:gd name="T10" fmla="*/ 0 w 16"/>
                <a:gd name="T11" fmla="*/ 40 h 41"/>
                <a:gd name="T12" fmla="*/ 0 w 16"/>
                <a:gd name="T13" fmla="*/ 10 h 41"/>
                <a:gd name="T14" fmla="*/ 1 w 16"/>
                <a:gd name="T15" fmla="*/ 9 h 41"/>
                <a:gd name="T16" fmla="*/ 15 w 16"/>
                <a:gd name="T17" fmla="*/ 0 h 41"/>
                <a:gd name="T18" fmla="*/ 15 w 16"/>
                <a:gd name="T19" fmla="*/ 0 h 41"/>
                <a:gd name="T20" fmla="*/ 15 w 16"/>
                <a:gd name="T21"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 h="41">
                  <a:moveTo>
                    <a:pt x="15" y="0"/>
                  </a:moveTo>
                  <a:cubicBezTo>
                    <a:pt x="16" y="0"/>
                    <a:pt x="16" y="0"/>
                    <a:pt x="16" y="1"/>
                  </a:cubicBezTo>
                  <a:cubicBezTo>
                    <a:pt x="16" y="30"/>
                    <a:pt x="16" y="30"/>
                    <a:pt x="16" y="30"/>
                  </a:cubicBezTo>
                  <a:cubicBezTo>
                    <a:pt x="16" y="31"/>
                    <a:pt x="16" y="32"/>
                    <a:pt x="15" y="32"/>
                  </a:cubicBezTo>
                  <a:cubicBezTo>
                    <a:pt x="1" y="40"/>
                    <a:pt x="1" y="40"/>
                    <a:pt x="1" y="40"/>
                  </a:cubicBezTo>
                  <a:cubicBezTo>
                    <a:pt x="1" y="41"/>
                    <a:pt x="0" y="40"/>
                    <a:pt x="0" y="40"/>
                  </a:cubicBezTo>
                  <a:cubicBezTo>
                    <a:pt x="0" y="10"/>
                    <a:pt x="0" y="10"/>
                    <a:pt x="0" y="10"/>
                  </a:cubicBezTo>
                  <a:cubicBezTo>
                    <a:pt x="0" y="10"/>
                    <a:pt x="0" y="9"/>
                    <a:pt x="1" y="9"/>
                  </a:cubicBezTo>
                  <a:cubicBezTo>
                    <a:pt x="15" y="0"/>
                    <a:pt x="15" y="0"/>
                    <a:pt x="15" y="0"/>
                  </a:cubicBezTo>
                  <a:cubicBezTo>
                    <a:pt x="15" y="0"/>
                    <a:pt x="15" y="0"/>
                    <a:pt x="15" y="0"/>
                  </a:cubicBezTo>
                  <a:cubicBezTo>
                    <a:pt x="15" y="0"/>
                    <a:pt x="15" y="0"/>
                    <a:pt x="15" y="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42" name="未知"/>
            <p:cNvSpPr>
              <a:spLocks noChangeAspect="1"/>
            </p:cNvSpPr>
            <p:nvPr/>
          </p:nvSpPr>
          <p:spPr bwMode="auto">
            <a:xfrm>
              <a:off x="442" y="185"/>
              <a:ext cx="10" cy="25"/>
            </a:xfrm>
            <a:custGeom>
              <a:avLst/>
              <a:gdLst>
                <a:gd name="T0" fmla="*/ 15 w 16"/>
                <a:gd name="T1" fmla="*/ 0 h 40"/>
                <a:gd name="T2" fmla="*/ 16 w 16"/>
                <a:gd name="T3" fmla="*/ 1 h 40"/>
                <a:gd name="T4" fmla="*/ 16 w 16"/>
                <a:gd name="T5" fmla="*/ 30 h 40"/>
                <a:gd name="T6" fmla="*/ 15 w 16"/>
                <a:gd name="T7" fmla="*/ 32 h 40"/>
                <a:gd name="T8" fmla="*/ 1 w 16"/>
                <a:gd name="T9" fmla="*/ 40 h 40"/>
                <a:gd name="T10" fmla="*/ 0 w 16"/>
                <a:gd name="T11" fmla="*/ 39 h 40"/>
                <a:gd name="T12" fmla="*/ 0 w 16"/>
                <a:gd name="T13" fmla="*/ 10 h 40"/>
                <a:gd name="T14" fmla="*/ 1 w 16"/>
                <a:gd name="T15" fmla="*/ 8 h 40"/>
                <a:gd name="T16" fmla="*/ 15 w 16"/>
                <a:gd name="T17" fmla="*/ 0 h 40"/>
                <a:gd name="T18" fmla="*/ 15 w 16"/>
                <a:gd name="T19" fmla="*/ 0 h 40"/>
                <a:gd name="T20" fmla="*/ 15 w 16"/>
                <a:gd name="T21"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 h="40">
                  <a:moveTo>
                    <a:pt x="15" y="0"/>
                  </a:moveTo>
                  <a:cubicBezTo>
                    <a:pt x="15" y="0"/>
                    <a:pt x="16" y="0"/>
                    <a:pt x="16" y="1"/>
                  </a:cubicBezTo>
                  <a:cubicBezTo>
                    <a:pt x="16" y="30"/>
                    <a:pt x="16" y="30"/>
                    <a:pt x="16" y="30"/>
                  </a:cubicBezTo>
                  <a:cubicBezTo>
                    <a:pt x="16" y="31"/>
                    <a:pt x="15" y="32"/>
                    <a:pt x="15" y="32"/>
                  </a:cubicBezTo>
                  <a:cubicBezTo>
                    <a:pt x="1" y="40"/>
                    <a:pt x="1" y="40"/>
                    <a:pt x="1" y="40"/>
                  </a:cubicBezTo>
                  <a:cubicBezTo>
                    <a:pt x="0" y="40"/>
                    <a:pt x="0" y="40"/>
                    <a:pt x="0" y="39"/>
                  </a:cubicBezTo>
                  <a:cubicBezTo>
                    <a:pt x="0" y="10"/>
                    <a:pt x="0" y="10"/>
                    <a:pt x="0" y="10"/>
                  </a:cubicBezTo>
                  <a:cubicBezTo>
                    <a:pt x="0" y="9"/>
                    <a:pt x="0" y="9"/>
                    <a:pt x="1" y="8"/>
                  </a:cubicBezTo>
                  <a:cubicBezTo>
                    <a:pt x="15" y="0"/>
                    <a:pt x="15" y="0"/>
                    <a:pt x="15" y="0"/>
                  </a:cubicBezTo>
                  <a:cubicBezTo>
                    <a:pt x="15" y="0"/>
                    <a:pt x="15" y="0"/>
                    <a:pt x="15" y="0"/>
                  </a:cubicBezTo>
                  <a:cubicBezTo>
                    <a:pt x="15" y="0"/>
                    <a:pt x="15" y="0"/>
                    <a:pt x="15" y="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43" name="未知"/>
            <p:cNvSpPr>
              <a:spLocks noChangeAspect="1"/>
            </p:cNvSpPr>
            <p:nvPr/>
          </p:nvSpPr>
          <p:spPr bwMode="auto">
            <a:xfrm>
              <a:off x="421" y="197"/>
              <a:ext cx="10" cy="25"/>
            </a:xfrm>
            <a:custGeom>
              <a:avLst/>
              <a:gdLst>
                <a:gd name="T0" fmla="*/ 15 w 17"/>
                <a:gd name="T1" fmla="*/ 1 h 41"/>
                <a:gd name="T2" fmla="*/ 16 w 17"/>
                <a:gd name="T3" fmla="*/ 1 h 41"/>
                <a:gd name="T4" fmla="*/ 17 w 17"/>
                <a:gd name="T5" fmla="*/ 31 h 41"/>
                <a:gd name="T6" fmla="*/ 15 w 17"/>
                <a:gd name="T7" fmla="*/ 33 h 41"/>
                <a:gd name="T8" fmla="*/ 1 w 17"/>
                <a:gd name="T9" fmla="*/ 41 h 41"/>
                <a:gd name="T10" fmla="*/ 0 w 17"/>
                <a:gd name="T11" fmla="*/ 40 h 41"/>
                <a:gd name="T12" fmla="*/ 0 w 17"/>
                <a:gd name="T13" fmla="*/ 11 h 41"/>
                <a:gd name="T14" fmla="*/ 1 w 17"/>
                <a:gd name="T15" fmla="*/ 9 h 41"/>
                <a:gd name="T16" fmla="*/ 15 w 17"/>
                <a:gd name="T17" fmla="*/ 1 h 41"/>
                <a:gd name="T18" fmla="*/ 15 w 17"/>
                <a:gd name="T19" fmla="*/ 1 h 41"/>
                <a:gd name="T20" fmla="*/ 15 w 17"/>
                <a:gd name="T21" fmla="*/ 1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41">
                  <a:moveTo>
                    <a:pt x="15" y="1"/>
                  </a:moveTo>
                  <a:cubicBezTo>
                    <a:pt x="16" y="0"/>
                    <a:pt x="16" y="1"/>
                    <a:pt x="16" y="1"/>
                  </a:cubicBezTo>
                  <a:cubicBezTo>
                    <a:pt x="17" y="31"/>
                    <a:pt x="17" y="31"/>
                    <a:pt x="17" y="31"/>
                  </a:cubicBezTo>
                  <a:cubicBezTo>
                    <a:pt x="17" y="31"/>
                    <a:pt x="16" y="32"/>
                    <a:pt x="15" y="33"/>
                  </a:cubicBezTo>
                  <a:cubicBezTo>
                    <a:pt x="1" y="41"/>
                    <a:pt x="1" y="41"/>
                    <a:pt x="1" y="41"/>
                  </a:cubicBezTo>
                  <a:cubicBezTo>
                    <a:pt x="1" y="41"/>
                    <a:pt x="0" y="41"/>
                    <a:pt x="0" y="40"/>
                  </a:cubicBezTo>
                  <a:cubicBezTo>
                    <a:pt x="0" y="11"/>
                    <a:pt x="0" y="11"/>
                    <a:pt x="0" y="11"/>
                  </a:cubicBezTo>
                  <a:cubicBezTo>
                    <a:pt x="0" y="10"/>
                    <a:pt x="1" y="9"/>
                    <a:pt x="1" y="9"/>
                  </a:cubicBezTo>
                  <a:cubicBezTo>
                    <a:pt x="15" y="1"/>
                    <a:pt x="15" y="1"/>
                    <a:pt x="15" y="1"/>
                  </a:cubicBezTo>
                  <a:cubicBezTo>
                    <a:pt x="15" y="1"/>
                    <a:pt x="15" y="1"/>
                    <a:pt x="15" y="1"/>
                  </a:cubicBezTo>
                  <a:cubicBezTo>
                    <a:pt x="15" y="1"/>
                    <a:pt x="15" y="1"/>
                    <a:pt x="15" y="1"/>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44" name="未知"/>
            <p:cNvSpPr>
              <a:spLocks noChangeAspect="1"/>
            </p:cNvSpPr>
            <p:nvPr/>
          </p:nvSpPr>
          <p:spPr bwMode="auto">
            <a:xfrm>
              <a:off x="399" y="211"/>
              <a:ext cx="10" cy="25"/>
            </a:xfrm>
            <a:custGeom>
              <a:avLst/>
              <a:gdLst>
                <a:gd name="T0" fmla="*/ 15 w 16"/>
                <a:gd name="T1" fmla="*/ 1 h 41"/>
                <a:gd name="T2" fmla="*/ 16 w 16"/>
                <a:gd name="T3" fmla="*/ 1 h 41"/>
                <a:gd name="T4" fmla="*/ 16 w 16"/>
                <a:gd name="T5" fmla="*/ 31 h 41"/>
                <a:gd name="T6" fmla="*/ 15 w 16"/>
                <a:gd name="T7" fmla="*/ 32 h 41"/>
                <a:gd name="T8" fmla="*/ 1 w 16"/>
                <a:gd name="T9" fmla="*/ 40 h 41"/>
                <a:gd name="T10" fmla="*/ 0 w 16"/>
                <a:gd name="T11" fmla="*/ 40 h 41"/>
                <a:gd name="T12" fmla="*/ 0 w 16"/>
                <a:gd name="T13" fmla="*/ 10 h 41"/>
                <a:gd name="T14" fmla="*/ 1 w 16"/>
                <a:gd name="T15" fmla="*/ 9 h 41"/>
                <a:gd name="T16" fmla="*/ 15 w 16"/>
                <a:gd name="T17" fmla="*/ 1 h 41"/>
                <a:gd name="T18" fmla="*/ 15 w 16"/>
                <a:gd name="T19" fmla="*/ 1 h 41"/>
                <a:gd name="T20" fmla="*/ 15 w 16"/>
                <a:gd name="T21" fmla="*/ 1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 h="41">
                  <a:moveTo>
                    <a:pt x="15" y="1"/>
                  </a:moveTo>
                  <a:cubicBezTo>
                    <a:pt x="16" y="0"/>
                    <a:pt x="16" y="0"/>
                    <a:pt x="16" y="1"/>
                  </a:cubicBezTo>
                  <a:cubicBezTo>
                    <a:pt x="16" y="31"/>
                    <a:pt x="16" y="31"/>
                    <a:pt x="16" y="31"/>
                  </a:cubicBezTo>
                  <a:cubicBezTo>
                    <a:pt x="16" y="31"/>
                    <a:pt x="16" y="32"/>
                    <a:pt x="15" y="32"/>
                  </a:cubicBezTo>
                  <a:cubicBezTo>
                    <a:pt x="1" y="40"/>
                    <a:pt x="1" y="40"/>
                    <a:pt x="1" y="40"/>
                  </a:cubicBezTo>
                  <a:cubicBezTo>
                    <a:pt x="0" y="41"/>
                    <a:pt x="0" y="41"/>
                    <a:pt x="0" y="40"/>
                  </a:cubicBezTo>
                  <a:cubicBezTo>
                    <a:pt x="0" y="10"/>
                    <a:pt x="0" y="10"/>
                    <a:pt x="0" y="10"/>
                  </a:cubicBezTo>
                  <a:cubicBezTo>
                    <a:pt x="0" y="10"/>
                    <a:pt x="0" y="9"/>
                    <a:pt x="1" y="9"/>
                  </a:cubicBezTo>
                  <a:cubicBezTo>
                    <a:pt x="15" y="1"/>
                    <a:pt x="15" y="1"/>
                    <a:pt x="15" y="1"/>
                  </a:cubicBezTo>
                  <a:cubicBezTo>
                    <a:pt x="15" y="1"/>
                    <a:pt x="15" y="1"/>
                    <a:pt x="15" y="1"/>
                  </a:cubicBezTo>
                  <a:cubicBezTo>
                    <a:pt x="15" y="1"/>
                    <a:pt x="15" y="1"/>
                    <a:pt x="15" y="1"/>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45" name="未知"/>
            <p:cNvSpPr>
              <a:spLocks noChangeAspect="1"/>
            </p:cNvSpPr>
            <p:nvPr/>
          </p:nvSpPr>
          <p:spPr bwMode="auto">
            <a:xfrm>
              <a:off x="485" y="203"/>
              <a:ext cx="10" cy="25"/>
            </a:xfrm>
            <a:custGeom>
              <a:avLst/>
              <a:gdLst>
                <a:gd name="T0" fmla="*/ 15 w 17"/>
                <a:gd name="T1" fmla="*/ 0 h 40"/>
                <a:gd name="T2" fmla="*/ 17 w 17"/>
                <a:gd name="T3" fmla="*/ 1 h 40"/>
                <a:gd name="T4" fmla="*/ 17 w 17"/>
                <a:gd name="T5" fmla="*/ 30 h 40"/>
                <a:gd name="T6" fmla="*/ 16 w 17"/>
                <a:gd name="T7" fmla="*/ 32 h 40"/>
                <a:gd name="T8" fmla="*/ 1 w 17"/>
                <a:gd name="T9" fmla="*/ 40 h 40"/>
                <a:gd name="T10" fmla="*/ 0 w 17"/>
                <a:gd name="T11" fmla="*/ 40 h 40"/>
                <a:gd name="T12" fmla="*/ 0 w 17"/>
                <a:gd name="T13" fmla="*/ 10 h 40"/>
                <a:gd name="T14" fmla="*/ 1 w 17"/>
                <a:gd name="T15" fmla="*/ 8 h 40"/>
                <a:gd name="T16" fmla="*/ 15 w 17"/>
                <a:gd name="T17" fmla="*/ 0 h 40"/>
                <a:gd name="T18" fmla="*/ 15 w 17"/>
                <a:gd name="T19" fmla="*/ 0 h 40"/>
                <a:gd name="T20" fmla="*/ 15 w 17"/>
                <a:gd name="T21"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40">
                  <a:moveTo>
                    <a:pt x="15" y="0"/>
                  </a:moveTo>
                  <a:cubicBezTo>
                    <a:pt x="16" y="0"/>
                    <a:pt x="17" y="0"/>
                    <a:pt x="17" y="1"/>
                  </a:cubicBezTo>
                  <a:cubicBezTo>
                    <a:pt x="17" y="30"/>
                    <a:pt x="17" y="30"/>
                    <a:pt x="17" y="30"/>
                  </a:cubicBezTo>
                  <a:cubicBezTo>
                    <a:pt x="17" y="31"/>
                    <a:pt x="16" y="32"/>
                    <a:pt x="16" y="32"/>
                  </a:cubicBezTo>
                  <a:cubicBezTo>
                    <a:pt x="1" y="40"/>
                    <a:pt x="1" y="40"/>
                    <a:pt x="1" y="40"/>
                  </a:cubicBezTo>
                  <a:cubicBezTo>
                    <a:pt x="1" y="40"/>
                    <a:pt x="0" y="40"/>
                    <a:pt x="0" y="40"/>
                  </a:cubicBezTo>
                  <a:cubicBezTo>
                    <a:pt x="0" y="10"/>
                    <a:pt x="0" y="10"/>
                    <a:pt x="0" y="10"/>
                  </a:cubicBezTo>
                  <a:cubicBezTo>
                    <a:pt x="0" y="10"/>
                    <a:pt x="1" y="9"/>
                    <a:pt x="1" y="8"/>
                  </a:cubicBezTo>
                  <a:cubicBezTo>
                    <a:pt x="15" y="0"/>
                    <a:pt x="15" y="0"/>
                    <a:pt x="15" y="0"/>
                  </a:cubicBezTo>
                  <a:cubicBezTo>
                    <a:pt x="15" y="0"/>
                    <a:pt x="15" y="0"/>
                    <a:pt x="15" y="0"/>
                  </a:cubicBezTo>
                  <a:cubicBezTo>
                    <a:pt x="15" y="0"/>
                    <a:pt x="15" y="0"/>
                    <a:pt x="15" y="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46" name="未知"/>
            <p:cNvSpPr>
              <a:spLocks noChangeAspect="1"/>
            </p:cNvSpPr>
            <p:nvPr/>
          </p:nvSpPr>
          <p:spPr bwMode="auto">
            <a:xfrm>
              <a:off x="464" y="214"/>
              <a:ext cx="9" cy="25"/>
            </a:xfrm>
            <a:custGeom>
              <a:avLst/>
              <a:gdLst>
                <a:gd name="T0" fmla="*/ 15 w 16"/>
                <a:gd name="T1" fmla="*/ 1 h 41"/>
                <a:gd name="T2" fmla="*/ 16 w 16"/>
                <a:gd name="T3" fmla="*/ 1 h 41"/>
                <a:gd name="T4" fmla="*/ 16 w 16"/>
                <a:gd name="T5" fmla="*/ 31 h 41"/>
                <a:gd name="T6" fmla="*/ 15 w 16"/>
                <a:gd name="T7" fmla="*/ 32 h 41"/>
                <a:gd name="T8" fmla="*/ 1 w 16"/>
                <a:gd name="T9" fmla="*/ 41 h 41"/>
                <a:gd name="T10" fmla="*/ 0 w 16"/>
                <a:gd name="T11" fmla="*/ 40 h 41"/>
                <a:gd name="T12" fmla="*/ 0 w 16"/>
                <a:gd name="T13" fmla="*/ 11 h 41"/>
                <a:gd name="T14" fmla="*/ 1 w 16"/>
                <a:gd name="T15" fmla="*/ 9 h 41"/>
                <a:gd name="T16" fmla="*/ 15 w 16"/>
                <a:gd name="T17" fmla="*/ 1 h 41"/>
                <a:gd name="T18" fmla="*/ 15 w 16"/>
                <a:gd name="T19" fmla="*/ 1 h 41"/>
                <a:gd name="T20" fmla="*/ 15 w 16"/>
                <a:gd name="T21" fmla="*/ 1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 h="41">
                  <a:moveTo>
                    <a:pt x="15" y="1"/>
                  </a:moveTo>
                  <a:cubicBezTo>
                    <a:pt x="16" y="0"/>
                    <a:pt x="16" y="1"/>
                    <a:pt x="16" y="1"/>
                  </a:cubicBezTo>
                  <a:cubicBezTo>
                    <a:pt x="16" y="31"/>
                    <a:pt x="16" y="31"/>
                    <a:pt x="16" y="31"/>
                  </a:cubicBezTo>
                  <a:cubicBezTo>
                    <a:pt x="16" y="31"/>
                    <a:pt x="16" y="32"/>
                    <a:pt x="15" y="32"/>
                  </a:cubicBezTo>
                  <a:cubicBezTo>
                    <a:pt x="1" y="41"/>
                    <a:pt x="1" y="41"/>
                    <a:pt x="1" y="41"/>
                  </a:cubicBezTo>
                  <a:cubicBezTo>
                    <a:pt x="1" y="41"/>
                    <a:pt x="0" y="41"/>
                    <a:pt x="0" y="40"/>
                  </a:cubicBezTo>
                  <a:cubicBezTo>
                    <a:pt x="0" y="11"/>
                    <a:pt x="0" y="11"/>
                    <a:pt x="0" y="11"/>
                  </a:cubicBezTo>
                  <a:cubicBezTo>
                    <a:pt x="0" y="10"/>
                    <a:pt x="0" y="9"/>
                    <a:pt x="1" y="9"/>
                  </a:cubicBezTo>
                  <a:cubicBezTo>
                    <a:pt x="15" y="1"/>
                    <a:pt x="15" y="1"/>
                    <a:pt x="15" y="1"/>
                  </a:cubicBezTo>
                  <a:cubicBezTo>
                    <a:pt x="15" y="1"/>
                    <a:pt x="15" y="1"/>
                    <a:pt x="15" y="1"/>
                  </a:cubicBezTo>
                  <a:cubicBezTo>
                    <a:pt x="15" y="1"/>
                    <a:pt x="15" y="1"/>
                    <a:pt x="15" y="1"/>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47" name="未知"/>
            <p:cNvSpPr>
              <a:spLocks noChangeAspect="1"/>
            </p:cNvSpPr>
            <p:nvPr/>
          </p:nvSpPr>
          <p:spPr bwMode="auto">
            <a:xfrm>
              <a:off x="442" y="228"/>
              <a:ext cx="10" cy="25"/>
            </a:xfrm>
            <a:custGeom>
              <a:avLst/>
              <a:gdLst>
                <a:gd name="T0" fmla="*/ 15 w 16"/>
                <a:gd name="T1" fmla="*/ 1 h 41"/>
                <a:gd name="T2" fmla="*/ 16 w 16"/>
                <a:gd name="T3" fmla="*/ 1 h 41"/>
                <a:gd name="T4" fmla="*/ 16 w 16"/>
                <a:gd name="T5" fmla="*/ 31 h 41"/>
                <a:gd name="T6" fmla="*/ 15 w 16"/>
                <a:gd name="T7" fmla="*/ 32 h 41"/>
                <a:gd name="T8" fmla="*/ 1 w 16"/>
                <a:gd name="T9" fmla="*/ 40 h 41"/>
                <a:gd name="T10" fmla="*/ 0 w 16"/>
                <a:gd name="T11" fmla="*/ 40 h 41"/>
                <a:gd name="T12" fmla="*/ 0 w 16"/>
                <a:gd name="T13" fmla="*/ 10 h 41"/>
                <a:gd name="T14" fmla="*/ 1 w 16"/>
                <a:gd name="T15" fmla="*/ 9 h 41"/>
                <a:gd name="T16" fmla="*/ 15 w 16"/>
                <a:gd name="T17" fmla="*/ 1 h 41"/>
                <a:gd name="T18" fmla="*/ 15 w 16"/>
                <a:gd name="T19" fmla="*/ 1 h 41"/>
                <a:gd name="T20" fmla="*/ 15 w 16"/>
                <a:gd name="T21" fmla="*/ 1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 h="41">
                  <a:moveTo>
                    <a:pt x="15" y="1"/>
                  </a:moveTo>
                  <a:cubicBezTo>
                    <a:pt x="15" y="0"/>
                    <a:pt x="16" y="0"/>
                    <a:pt x="16" y="1"/>
                  </a:cubicBezTo>
                  <a:cubicBezTo>
                    <a:pt x="16" y="31"/>
                    <a:pt x="16" y="31"/>
                    <a:pt x="16" y="31"/>
                  </a:cubicBezTo>
                  <a:cubicBezTo>
                    <a:pt x="16" y="31"/>
                    <a:pt x="15" y="32"/>
                    <a:pt x="15" y="32"/>
                  </a:cubicBezTo>
                  <a:cubicBezTo>
                    <a:pt x="1" y="40"/>
                    <a:pt x="1" y="40"/>
                    <a:pt x="1" y="40"/>
                  </a:cubicBezTo>
                  <a:cubicBezTo>
                    <a:pt x="0" y="41"/>
                    <a:pt x="0" y="41"/>
                    <a:pt x="0" y="40"/>
                  </a:cubicBezTo>
                  <a:cubicBezTo>
                    <a:pt x="0" y="10"/>
                    <a:pt x="0" y="10"/>
                    <a:pt x="0" y="10"/>
                  </a:cubicBezTo>
                  <a:cubicBezTo>
                    <a:pt x="0" y="10"/>
                    <a:pt x="0" y="9"/>
                    <a:pt x="1" y="9"/>
                  </a:cubicBezTo>
                  <a:cubicBezTo>
                    <a:pt x="15" y="1"/>
                    <a:pt x="15" y="1"/>
                    <a:pt x="15" y="1"/>
                  </a:cubicBezTo>
                  <a:cubicBezTo>
                    <a:pt x="15" y="1"/>
                    <a:pt x="15" y="1"/>
                    <a:pt x="15" y="1"/>
                  </a:cubicBezTo>
                  <a:cubicBezTo>
                    <a:pt x="15" y="1"/>
                    <a:pt x="15" y="1"/>
                    <a:pt x="15" y="1"/>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48" name="未知"/>
            <p:cNvSpPr>
              <a:spLocks noChangeAspect="1"/>
            </p:cNvSpPr>
            <p:nvPr/>
          </p:nvSpPr>
          <p:spPr bwMode="auto">
            <a:xfrm>
              <a:off x="421" y="241"/>
              <a:ext cx="10" cy="24"/>
            </a:xfrm>
            <a:custGeom>
              <a:avLst/>
              <a:gdLst>
                <a:gd name="T0" fmla="*/ 15 w 17"/>
                <a:gd name="T1" fmla="*/ 0 h 40"/>
                <a:gd name="T2" fmla="*/ 16 w 17"/>
                <a:gd name="T3" fmla="*/ 1 h 40"/>
                <a:gd name="T4" fmla="*/ 17 w 17"/>
                <a:gd name="T5" fmla="*/ 30 h 40"/>
                <a:gd name="T6" fmla="*/ 15 w 17"/>
                <a:gd name="T7" fmla="*/ 32 h 40"/>
                <a:gd name="T8" fmla="*/ 1 w 17"/>
                <a:gd name="T9" fmla="*/ 40 h 40"/>
                <a:gd name="T10" fmla="*/ 0 w 17"/>
                <a:gd name="T11" fmla="*/ 40 h 40"/>
                <a:gd name="T12" fmla="*/ 0 w 17"/>
                <a:gd name="T13" fmla="*/ 10 h 40"/>
                <a:gd name="T14" fmla="*/ 1 w 17"/>
                <a:gd name="T15" fmla="*/ 8 h 40"/>
                <a:gd name="T16" fmla="*/ 15 w 17"/>
                <a:gd name="T17" fmla="*/ 0 h 40"/>
                <a:gd name="T18" fmla="*/ 15 w 17"/>
                <a:gd name="T19" fmla="*/ 0 h 40"/>
                <a:gd name="T20" fmla="*/ 15 w 17"/>
                <a:gd name="T21"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40">
                  <a:moveTo>
                    <a:pt x="15" y="0"/>
                  </a:moveTo>
                  <a:cubicBezTo>
                    <a:pt x="16" y="0"/>
                    <a:pt x="16" y="0"/>
                    <a:pt x="16" y="1"/>
                  </a:cubicBezTo>
                  <a:cubicBezTo>
                    <a:pt x="17" y="30"/>
                    <a:pt x="17" y="30"/>
                    <a:pt x="17" y="30"/>
                  </a:cubicBezTo>
                  <a:cubicBezTo>
                    <a:pt x="17" y="31"/>
                    <a:pt x="16" y="32"/>
                    <a:pt x="15" y="32"/>
                  </a:cubicBezTo>
                  <a:cubicBezTo>
                    <a:pt x="1" y="40"/>
                    <a:pt x="1" y="40"/>
                    <a:pt x="1" y="40"/>
                  </a:cubicBezTo>
                  <a:cubicBezTo>
                    <a:pt x="1" y="40"/>
                    <a:pt x="0" y="40"/>
                    <a:pt x="0" y="40"/>
                  </a:cubicBezTo>
                  <a:cubicBezTo>
                    <a:pt x="0" y="10"/>
                    <a:pt x="0" y="10"/>
                    <a:pt x="0" y="10"/>
                  </a:cubicBezTo>
                  <a:cubicBezTo>
                    <a:pt x="0" y="9"/>
                    <a:pt x="1" y="9"/>
                    <a:pt x="1" y="8"/>
                  </a:cubicBezTo>
                  <a:cubicBezTo>
                    <a:pt x="15" y="0"/>
                    <a:pt x="15" y="0"/>
                    <a:pt x="15" y="0"/>
                  </a:cubicBezTo>
                  <a:cubicBezTo>
                    <a:pt x="15" y="0"/>
                    <a:pt x="15" y="0"/>
                    <a:pt x="15" y="0"/>
                  </a:cubicBezTo>
                  <a:cubicBezTo>
                    <a:pt x="15" y="0"/>
                    <a:pt x="15" y="0"/>
                    <a:pt x="15" y="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49" name="未知"/>
            <p:cNvSpPr>
              <a:spLocks noChangeAspect="1"/>
            </p:cNvSpPr>
            <p:nvPr/>
          </p:nvSpPr>
          <p:spPr bwMode="auto">
            <a:xfrm>
              <a:off x="399" y="254"/>
              <a:ext cx="10" cy="24"/>
            </a:xfrm>
            <a:custGeom>
              <a:avLst/>
              <a:gdLst>
                <a:gd name="T0" fmla="*/ 15 w 16"/>
                <a:gd name="T1" fmla="*/ 0 h 40"/>
                <a:gd name="T2" fmla="*/ 16 w 16"/>
                <a:gd name="T3" fmla="*/ 0 h 40"/>
                <a:gd name="T4" fmla="*/ 16 w 16"/>
                <a:gd name="T5" fmla="*/ 30 h 40"/>
                <a:gd name="T6" fmla="*/ 15 w 16"/>
                <a:gd name="T7" fmla="*/ 32 h 40"/>
                <a:gd name="T8" fmla="*/ 1 w 16"/>
                <a:gd name="T9" fmla="*/ 40 h 40"/>
                <a:gd name="T10" fmla="*/ 0 w 16"/>
                <a:gd name="T11" fmla="*/ 39 h 40"/>
                <a:gd name="T12" fmla="*/ 0 w 16"/>
                <a:gd name="T13" fmla="*/ 10 h 40"/>
                <a:gd name="T14" fmla="*/ 1 w 16"/>
                <a:gd name="T15" fmla="*/ 8 h 40"/>
                <a:gd name="T16" fmla="*/ 15 w 16"/>
                <a:gd name="T17" fmla="*/ 0 h 40"/>
                <a:gd name="T18" fmla="*/ 15 w 16"/>
                <a:gd name="T19" fmla="*/ 0 h 40"/>
                <a:gd name="T20" fmla="*/ 15 w 16"/>
                <a:gd name="T21"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 h="40">
                  <a:moveTo>
                    <a:pt x="15" y="0"/>
                  </a:moveTo>
                  <a:cubicBezTo>
                    <a:pt x="16" y="0"/>
                    <a:pt x="16" y="0"/>
                    <a:pt x="16" y="0"/>
                  </a:cubicBezTo>
                  <a:cubicBezTo>
                    <a:pt x="16" y="30"/>
                    <a:pt x="16" y="30"/>
                    <a:pt x="16" y="30"/>
                  </a:cubicBezTo>
                  <a:cubicBezTo>
                    <a:pt x="16" y="31"/>
                    <a:pt x="16" y="31"/>
                    <a:pt x="15" y="32"/>
                  </a:cubicBezTo>
                  <a:cubicBezTo>
                    <a:pt x="1" y="40"/>
                    <a:pt x="1" y="40"/>
                    <a:pt x="1" y="40"/>
                  </a:cubicBezTo>
                  <a:cubicBezTo>
                    <a:pt x="0" y="40"/>
                    <a:pt x="0" y="40"/>
                    <a:pt x="0" y="39"/>
                  </a:cubicBezTo>
                  <a:cubicBezTo>
                    <a:pt x="0" y="10"/>
                    <a:pt x="0" y="10"/>
                    <a:pt x="0" y="10"/>
                  </a:cubicBezTo>
                  <a:cubicBezTo>
                    <a:pt x="0" y="9"/>
                    <a:pt x="0" y="8"/>
                    <a:pt x="1" y="8"/>
                  </a:cubicBezTo>
                  <a:cubicBezTo>
                    <a:pt x="15" y="0"/>
                    <a:pt x="15" y="0"/>
                    <a:pt x="15" y="0"/>
                  </a:cubicBezTo>
                  <a:cubicBezTo>
                    <a:pt x="15" y="0"/>
                    <a:pt x="15" y="0"/>
                    <a:pt x="15" y="0"/>
                  </a:cubicBezTo>
                  <a:cubicBezTo>
                    <a:pt x="15" y="0"/>
                    <a:pt x="15" y="0"/>
                    <a:pt x="15" y="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50" name="未知"/>
            <p:cNvSpPr>
              <a:spLocks noChangeAspect="1"/>
            </p:cNvSpPr>
            <p:nvPr/>
          </p:nvSpPr>
          <p:spPr bwMode="auto">
            <a:xfrm>
              <a:off x="485" y="244"/>
              <a:ext cx="10" cy="25"/>
            </a:xfrm>
            <a:custGeom>
              <a:avLst/>
              <a:gdLst>
                <a:gd name="T0" fmla="*/ 15 w 17"/>
                <a:gd name="T1" fmla="*/ 0 h 40"/>
                <a:gd name="T2" fmla="*/ 17 w 17"/>
                <a:gd name="T3" fmla="*/ 0 h 40"/>
                <a:gd name="T4" fmla="*/ 17 w 17"/>
                <a:gd name="T5" fmla="*/ 30 h 40"/>
                <a:gd name="T6" fmla="*/ 16 w 17"/>
                <a:gd name="T7" fmla="*/ 32 h 40"/>
                <a:gd name="T8" fmla="*/ 1 w 17"/>
                <a:gd name="T9" fmla="*/ 40 h 40"/>
                <a:gd name="T10" fmla="*/ 0 w 17"/>
                <a:gd name="T11" fmla="*/ 39 h 40"/>
                <a:gd name="T12" fmla="*/ 0 w 17"/>
                <a:gd name="T13" fmla="*/ 10 h 40"/>
                <a:gd name="T14" fmla="*/ 1 w 17"/>
                <a:gd name="T15" fmla="*/ 8 h 40"/>
                <a:gd name="T16" fmla="*/ 15 w 17"/>
                <a:gd name="T17" fmla="*/ 0 h 40"/>
                <a:gd name="T18" fmla="*/ 15 w 17"/>
                <a:gd name="T19" fmla="*/ 0 h 40"/>
                <a:gd name="T20" fmla="*/ 15 w 17"/>
                <a:gd name="T21"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40">
                  <a:moveTo>
                    <a:pt x="15" y="0"/>
                  </a:moveTo>
                  <a:cubicBezTo>
                    <a:pt x="16" y="0"/>
                    <a:pt x="17" y="0"/>
                    <a:pt x="17" y="0"/>
                  </a:cubicBezTo>
                  <a:cubicBezTo>
                    <a:pt x="17" y="30"/>
                    <a:pt x="17" y="30"/>
                    <a:pt x="17" y="30"/>
                  </a:cubicBezTo>
                  <a:cubicBezTo>
                    <a:pt x="17" y="30"/>
                    <a:pt x="16" y="31"/>
                    <a:pt x="16" y="32"/>
                  </a:cubicBezTo>
                  <a:cubicBezTo>
                    <a:pt x="1" y="40"/>
                    <a:pt x="1" y="40"/>
                    <a:pt x="1" y="40"/>
                  </a:cubicBezTo>
                  <a:cubicBezTo>
                    <a:pt x="1" y="40"/>
                    <a:pt x="0" y="40"/>
                    <a:pt x="0" y="39"/>
                  </a:cubicBezTo>
                  <a:cubicBezTo>
                    <a:pt x="0" y="10"/>
                    <a:pt x="0" y="10"/>
                    <a:pt x="0" y="10"/>
                  </a:cubicBezTo>
                  <a:cubicBezTo>
                    <a:pt x="0" y="9"/>
                    <a:pt x="1" y="8"/>
                    <a:pt x="1" y="8"/>
                  </a:cubicBezTo>
                  <a:cubicBezTo>
                    <a:pt x="15" y="0"/>
                    <a:pt x="15" y="0"/>
                    <a:pt x="15" y="0"/>
                  </a:cubicBezTo>
                  <a:cubicBezTo>
                    <a:pt x="15" y="0"/>
                    <a:pt x="15" y="0"/>
                    <a:pt x="15" y="0"/>
                  </a:cubicBezTo>
                  <a:cubicBezTo>
                    <a:pt x="15" y="0"/>
                    <a:pt x="15" y="0"/>
                    <a:pt x="15" y="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51" name="未知"/>
            <p:cNvSpPr>
              <a:spLocks noChangeAspect="1"/>
            </p:cNvSpPr>
            <p:nvPr/>
          </p:nvSpPr>
          <p:spPr bwMode="auto">
            <a:xfrm>
              <a:off x="464" y="255"/>
              <a:ext cx="9" cy="25"/>
            </a:xfrm>
            <a:custGeom>
              <a:avLst/>
              <a:gdLst>
                <a:gd name="T0" fmla="*/ 15 w 16"/>
                <a:gd name="T1" fmla="*/ 0 h 41"/>
                <a:gd name="T2" fmla="*/ 16 w 16"/>
                <a:gd name="T3" fmla="*/ 1 h 41"/>
                <a:gd name="T4" fmla="*/ 16 w 16"/>
                <a:gd name="T5" fmla="*/ 30 h 41"/>
                <a:gd name="T6" fmla="*/ 15 w 16"/>
                <a:gd name="T7" fmla="*/ 32 h 41"/>
                <a:gd name="T8" fmla="*/ 1 w 16"/>
                <a:gd name="T9" fmla="*/ 40 h 41"/>
                <a:gd name="T10" fmla="*/ 0 w 16"/>
                <a:gd name="T11" fmla="*/ 40 h 41"/>
                <a:gd name="T12" fmla="*/ 0 w 16"/>
                <a:gd name="T13" fmla="*/ 10 h 41"/>
                <a:gd name="T14" fmla="*/ 1 w 16"/>
                <a:gd name="T15" fmla="*/ 9 h 41"/>
                <a:gd name="T16" fmla="*/ 15 w 16"/>
                <a:gd name="T17" fmla="*/ 0 h 41"/>
                <a:gd name="T18" fmla="*/ 15 w 16"/>
                <a:gd name="T19" fmla="*/ 0 h 41"/>
                <a:gd name="T20" fmla="*/ 15 w 16"/>
                <a:gd name="T21"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 h="41">
                  <a:moveTo>
                    <a:pt x="15" y="0"/>
                  </a:moveTo>
                  <a:cubicBezTo>
                    <a:pt x="16" y="0"/>
                    <a:pt x="16" y="0"/>
                    <a:pt x="16" y="1"/>
                  </a:cubicBezTo>
                  <a:cubicBezTo>
                    <a:pt x="16" y="30"/>
                    <a:pt x="16" y="30"/>
                    <a:pt x="16" y="30"/>
                  </a:cubicBezTo>
                  <a:cubicBezTo>
                    <a:pt x="16" y="31"/>
                    <a:pt x="16" y="32"/>
                    <a:pt x="15" y="32"/>
                  </a:cubicBezTo>
                  <a:cubicBezTo>
                    <a:pt x="1" y="40"/>
                    <a:pt x="1" y="40"/>
                    <a:pt x="1" y="40"/>
                  </a:cubicBezTo>
                  <a:cubicBezTo>
                    <a:pt x="1" y="41"/>
                    <a:pt x="0" y="40"/>
                    <a:pt x="0" y="40"/>
                  </a:cubicBezTo>
                  <a:cubicBezTo>
                    <a:pt x="0" y="10"/>
                    <a:pt x="0" y="10"/>
                    <a:pt x="0" y="10"/>
                  </a:cubicBezTo>
                  <a:cubicBezTo>
                    <a:pt x="0" y="10"/>
                    <a:pt x="0" y="9"/>
                    <a:pt x="1" y="9"/>
                  </a:cubicBezTo>
                  <a:cubicBezTo>
                    <a:pt x="15" y="0"/>
                    <a:pt x="15" y="0"/>
                    <a:pt x="15" y="0"/>
                  </a:cubicBezTo>
                  <a:cubicBezTo>
                    <a:pt x="15" y="0"/>
                    <a:pt x="15" y="0"/>
                    <a:pt x="15" y="0"/>
                  </a:cubicBezTo>
                  <a:cubicBezTo>
                    <a:pt x="15" y="0"/>
                    <a:pt x="15" y="0"/>
                    <a:pt x="15" y="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52" name="未知"/>
            <p:cNvSpPr>
              <a:spLocks noChangeAspect="1"/>
            </p:cNvSpPr>
            <p:nvPr/>
          </p:nvSpPr>
          <p:spPr bwMode="auto">
            <a:xfrm>
              <a:off x="442" y="269"/>
              <a:ext cx="10" cy="24"/>
            </a:xfrm>
            <a:custGeom>
              <a:avLst/>
              <a:gdLst>
                <a:gd name="T0" fmla="*/ 15 w 16"/>
                <a:gd name="T1" fmla="*/ 0 h 40"/>
                <a:gd name="T2" fmla="*/ 16 w 16"/>
                <a:gd name="T3" fmla="*/ 1 h 40"/>
                <a:gd name="T4" fmla="*/ 16 w 16"/>
                <a:gd name="T5" fmla="*/ 30 h 40"/>
                <a:gd name="T6" fmla="*/ 15 w 16"/>
                <a:gd name="T7" fmla="*/ 32 h 40"/>
                <a:gd name="T8" fmla="*/ 1 w 16"/>
                <a:gd name="T9" fmla="*/ 40 h 40"/>
                <a:gd name="T10" fmla="*/ 0 w 16"/>
                <a:gd name="T11" fmla="*/ 39 h 40"/>
                <a:gd name="T12" fmla="*/ 0 w 16"/>
                <a:gd name="T13" fmla="*/ 10 h 40"/>
                <a:gd name="T14" fmla="*/ 1 w 16"/>
                <a:gd name="T15" fmla="*/ 8 h 40"/>
                <a:gd name="T16" fmla="*/ 15 w 16"/>
                <a:gd name="T17" fmla="*/ 0 h 40"/>
                <a:gd name="T18" fmla="*/ 15 w 16"/>
                <a:gd name="T19" fmla="*/ 0 h 40"/>
                <a:gd name="T20" fmla="*/ 15 w 16"/>
                <a:gd name="T21"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 h="40">
                  <a:moveTo>
                    <a:pt x="15" y="0"/>
                  </a:moveTo>
                  <a:cubicBezTo>
                    <a:pt x="15" y="0"/>
                    <a:pt x="16" y="0"/>
                    <a:pt x="16" y="1"/>
                  </a:cubicBezTo>
                  <a:cubicBezTo>
                    <a:pt x="16" y="30"/>
                    <a:pt x="16" y="30"/>
                    <a:pt x="16" y="30"/>
                  </a:cubicBezTo>
                  <a:cubicBezTo>
                    <a:pt x="16" y="31"/>
                    <a:pt x="15" y="32"/>
                    <a:pt x="15" y="32"/>
                  </a:cubicBezTo>
                  <a:cubicBezTo>
                    <a:pt x="1" y="40"/>
                    <a:pt x="1" y="40"/>
                    <a:pt x="1" y="40"/>
                  </a:cubicBezTo>
                  <a:cubicBezTo>
                    <a:pt x="0" y="40"/>
                    <a:pt x="0" y="40"/>
                    <a:pt x="0" y="39"/>
                  </a:cubicBezTo>
                  <a:cubicBezTo>
                    <a:pt x="0" y="10"/>
                    <a:pt x="0" y="10"/>
                    <a:pt x="0" y="10"/>
                  </a:cubicBezTo>
                  <a:cubicBezTo>
                    <a:pt x="0" y="9"/>
                    <a:pt x="0" y="9"/>
                    <a:pt x="1" y="8"/>
                  </a:cubicBezTo>
                  <a:cubicBezTo>
                    <a:pt x="15" y="0"/>
                    <a:pt x="15" y="0"/>
                    <a:pt x="15" y="0"/>
                  </a:cubicBezTo>
                  <a:cubicBezTo>
                    <a:pt x="15" y="0"/>
                    <a:pt x="15" y="0"/>
                    <a:pt x="15" y="0"/>
                  </a:cubicBezTo>
                  <a:cubicBezTo>
                    <a:pt x="15" y="0"/>
                    <a:pt x="15" y="0"/>
                    <a:pt x="15" y="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53" name="未知"/>
            <p:cNvSpPr>
              <a:spLocks noChangeAspect="1"/>
            </p:cNvSpPr>
            <p:nvPr/>
          </p:nvSpPr>
          <p:spPr bwMode="auto">
            <a:xfrm>
              <a:off x="421" y="281"/>
              <a:ext cx="10" cy="25"/>
            </a:xfrm>
            <a:custGeom>
              <a:avLst/>
              <a:gdLst>
                <a:gd name="T0" fmla="*/ 15 w 17"/>
                <a:gd name="T1" fmla="*/ 1 h 41"/>
                <a:gd name="T2" fmla="*/ 16 w 17"/>
                <a:gd name="T3" fmla="*/ 1 h 41"/>
                <a:gd name="T4" fmla="*/ 17 w 17"/>
                <a:gd name="T5" fmla="*/ 31 h 41"/>
                <a:gd name="T6" fmla="*/ 15 w 17"/>
                <a:gd name="T7" fmla="*/ 32 h 41"/>
                <a:gd name="T8" fmla="*/ 1 w 17"/>
                <a:gd name="T9" fmla="*/ 41 h 41"/>
                <a:gd name="T10" fmla="*/ 0 w 17"/>
                <a:gd name="T11" fmla="*/ 40 h 41"/>
                <a:gd name="T12" fmla="*/ 0 w 17"/>
                <a:gd name="T13" fmla="*/ 11 h 41"/>
                <a:gd name="T14" fmla="*/ 1 w 17"/>
                <a:gd name="T15" fmla="*/ 9 h 41"/>
                <a:gd name="T16" fmla="*/ 15 w 17"/>
                <a:gd name="T17" fmla="*/ 1 h 41"/>
                <a:gd name="T18" fmla="*/ 15 w 17"/>
                <a:gd name="T19" fmla="*/ 1 h 41"/>
                <a:gd name="T20" fmla="*/ 15 w 17"/>
                <a:gd name="T21" fmla="*/ 1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41">
                  <a:moveTo>
                    <a:pt x="15" y="1"/>
                  </a:moveTo>
                  <a:cubicBezTo>
                    <a:pt x="16" y="0"/>
                    <a:pt x="16" y="1"/>
                    <a:pt x="16" y="1"/>
                  </a:cubicBezTo>
                  <a:cubicBezTo>
                    <a:pt x="17" y="31"/>
                    <a:pt x="17" y="31"/>
                    <a:pt x="17" y="31"/>
                  </a:cubicBezTo>
                  <a:cubicBezTo>
                    <a:pt x="17" y="31"/>
                    <a:pt x="16" y="32"/>
                    <a:pt x="15" y="32"/>
                  </a:cubicBezTo>
                  <a:cubicBezTo>
                    <a:pt x="1" y="41"/>
                    <a:pt x="1" y="41"/>
                    <a:pt x="1" y="41"/>
                  </a:cubicBezTo>
                  <a:cubicBezTo>
                    <a:pt x="1" y="41"/>
                    <a:pt x="0" y="41"/>
                    <a:pt x="0" y="40"/>
                  </a:cubicBezTo>
                  <a:cubicBezTo>
                    <a:pt x="0" y="11"/>
                    <a:pt x="0" y="11"/>
                    <a:pt x="0" y="11"/>
                  </a:cubicBezTo>
                  <a:cubicBezTo>
                    <a:pt x="0" y="10"/>
                    <a:pt x="1" y="9"/>
                    <a:pt x="1" y="9"/>
                  </a:cubicBezTo>
                  <a:cubicBezTo>
                    <a:pt x="15" y="1"/>
                    <a:pt x="15" y="1"/>
                    <a:pt x="15" y="1"/>
                  </a:cubicBezTo>
                  <a:cubicBezTo>
                    <a:pt x="15" y="1"/>
                    <a:pt x="15" y="1"/>
                    <a:pt x="15" y="1"/>
                  </a:cubicBezTo>
                  <a:cubicBezTo>
                    <a:pt x="15" y="1"/>
                    <a:pt x="15" y="1"/>
                    <a:pt x="15" y="1"/>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54" name="未知"/>
            <p:cNvSpPr>
              <a:spLocks noChangeAspect="1"/>
            </p:cNvSpPr>
            <p:nvPr/>
          </p:nvSpPr>
          <p:spPr bwMode="auto">
            <a:xfrm>
              <a:off x="399" y="294"/>
              <a:ext cx="10" cy="25"/>
            </a:xfrm>
            <a:custGeom>
              <a:avLst/>
              <a:gdLst>
                <a:gd name="T0" fmla="*/ 15 w 16"/>
                <a:gd name="T1" fmla="*/ 1 h 41"/>
                <a:gd name="T2" fmla="*/ 16 w 16"/>
                <a:gd name="T3" fmla="*/ 1 h 41"/>
                <a:gd name="T4" fmla="*/ 16 w 16"/>
                <a:gd name="T5" fmla="*/ 31 h 41"/>
                <a:gd name="T6" fmla="*/ 15 w 16"/>
                <a:gd name="T7" fmla="*/ 32 h 41"/>
                <a:gd name="T8" fmla="*/ 1 w 16"/>
                <a:gd name="T9" fmla="*/ 40 h 41"/>
                <a:gd name="T10" fmla="*/ 0 w 16"/>
                <a:gd name="T11" fmla="*/ 40 h 41"/>
                <a:gd name="T12" fmla="*/ 0 w 16"/>
                <a:gd name="T13" fmla="*/ 10 h 41"/>
                <a:gd name="T14" fmla="*/ 1 w 16"/>
                <a:gd name="T15" fmla="*/ 9 h 41"/>
                <a:gd name="T16" fmla="*/ 15 w 16"/>
                <a:gd name="T17" fmla="*/ 1 h 41"/>
                <a:gd name="T18" fmla="*/ 15 w 16"/>
                <a:gd name="T19" fmla="*/ 1 h 41"/>
                <a:gd name="T20" fmla="*/ 15 w 16"/>
                <a:gd name="T21" fmla="*/ 1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 h="41">
                  <a:moveTo>
                    <a:pt x="15" y="1"/>
                  </a:moveTo>
                  <a:cubicBezTo>
                    <a:pt x="16" y="0"/>
                    <a:pt x="16" y="0"/>
                    <a:pt x="16" y="1"/>
                  </a:cubicBezTo>
                  <a:cubicBezTo>
                    <a:pt x="16" y="31"/>
                    <a:pt x="16" y="31"/>
                    <a:pt x="16" y="31"/>
                  </a:cubicBezTo>
                  <a:cubicBezTo>
                    <a:pt x="16" y="31"/>
                    <a:pt x="16" y="32"/>
                    <a:pt x="15" y="32"/>
                  </a:cubicBezTo>
                  <a:cubicBezTo>
                    <a:pt x="1" y="40"/>
                    <a:pt x="1" y="40"/>
                    <a:pt x="1" y="40"/>
                  </a:cubicBezTo>
                  <a:cubicBezTo>
                    <a:pt x="0" y="41"/>
                    <a:pt x="0" y="41"/>
                    <a:pt x="0" y="40"/>
                  </a:cubicBezTo>
                  <a:cubicBezTo>
                    <a:pt x="0" y="10"/>
                    <a:pt x="0" y="10"/>
                    <a:pt x="0" y="10"/>
                  </a:cubicBezTo>
                  <a:cubicBezTo>
                    <a:pt x="0" y="10"/>
                    <a:pt x="0" y="9"/>
                    <a:pt x="1" y="9"/>
                  </a:cubicBezTo>
                  <a:cubicBezTo>
                    <a:pt x="15" y="1"/>
                    <a:pt x="15" y="1"/>
                    <a:pt x="15" y="1"/>
                  </a:cubicBezTo>
                  <a:cubicBezTo>
                    <a:pt x="15" y="1"/>
                    <a:pt x="15" y="1"/>
                    <a:pt x="15" y="1"/>
                  </a:cubicBezTo>
                  <a:cubicBezTo>
                    <a:pt x="15" y="1"/>
                    <a:pt x="15" y="1"/>
                    <a:pt x="15" y="1"/>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55" name="未知"/>
            <p:cNvSpPr>
              <a:spLocks noChangeAspect="1"/>
            </p:cNvSpPr>
            <p:nvPr/>
          </p:nvSpPr>
          <p:spPr bwMode="auto">
            <a:xfrm>
              <a:off x="485" y="287"/>
              <a:ext cx="10" cy="24"/>
            </a:xfrm>
            <a:custGeom>
              <a:avLst/>
              <a:gdLst>
                <a:gd name="T0" fmla="*/ 15 w 17"/>
                <a:gd name="T1" fmla="*/ 0 h 40"/>
                <a:gd name="T2" fmla="*/ 17 w 17"/>
                <a:gd name="T3" fmla="*/ 1 h 40"/>
                <a:gd name="T4" fmla="*/ 17 w 17"/>
                <a:gd name="T5" fmla="*/ 30 h 40"/>
                <a:gd name="T6" fmla="*/ 16 w 17"/>
                <a:gd name="T7" fmla="*/ 32 h 40"/>
                <a:gd name="T8" fmla="*/ 1 w 17"/>
                <a:gd name="T9" fmla="*/ 40 h 40"/>
                <a:gd name="T10" fmla="*/ 0 w 17"/>
                <a:gd name="T11" fmla="*/ 40 h 40"/>
                <a:gd name="T12" fmla="*/ 0 w 17"/>
                <a:gd name="T13" fmla="*/ 10 h 40"/>
                <a:gd name="T14" fmla="*/ 1 w 17"/>
                <a:gd name="T15" fmla="*/ 8 h 40"/>
                <a:gd name="T16" fmla="*/ 15 w 17"/>
                <a:gd name="T17" fmla="*/ 0 h 40"/>
                <a:gd name="T18" fmla="*/ 15 w 17"/>
                <a:gd name="T19" fmla="*/ 0 h 40"/>
                <a:gd name="T20" fmla="*/ 15 w 17"/>
                <a:gd name="T21"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40">
                  <a:moveTo>
                    <a:pt x="15" y="0"/>
                  </a:moveTo>
                  <a:cubicBezTo>
                    <a:pt x="16" y="0"/>
                    <a:pt x="17" y="0"/>
                    <a:pt x="17" y="1"/>
                  </a:cubicBezTo>
                  <a:cubicBezTo>
                    <a:pt x="17" y="30"/>
                    <a:pt x="17" y="30"/>
                    <a:pt x="17" y="30"/>
                  </a:cubicBezTo>
                  <a:cubicBezTo>
                    <a:pt x="17" y="31"/>
                    <a:pt x="16" y="32"/>
                    <a:pt x="16" y="32"/>
                  </a:cubicBezTo>
                  <a:cubicBezTo>
                    <a:pt x="1" y="40"/>
                    <a:pt x="1" y="40"/>
                    <a:pt x="1" y="40"/>
                  </a:cubicBezTo>
                  <a:cubicBezTo>
                    <a:pt x="1" y="40"/>
                    <a:pt x="0" y="40"/>
                    <a:pt x="0" y="40"/>
                  </a:cubicBezTo>
                  <a:cubicBezTo>
                    <a:pt x="0" y="10"/>
                    <a:pt x="0" y="10"/>
                    <a:pt x="0" y="10"/>
                  </a:cubicBezTo>
                  <a:cubicBezTo>
                    <a:pt x="0" y="10"/>
                    <a:pt x="1" y="9"/>
                    <a:pt x="1" y="8"/>
                  </a:cubicBezTo>
                  <a:cubicBezTo>
                    <a:pt x="15" y="0"/>
                    <a:pt x="15" y="0"/>
                    <a:pt x="15" y="0"/>
                  </a:cubicBezTo>
                  <a:cubicBezTo>
                    <a:pt x="15" y="0"/>
                    <a:pt x="15" y="0"/>
                    <a:pt x="15" y="0"/>
                  </a:cubicBezTo>
                  <a:cubicBezTo>
                    <a:pt x="15" y="0"/>
                    <a:pt x="15" y="0"/>
                    <a:pt x="15" y="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56" name="未知"/>
            <p:cNvSpPr>
              <a:spLocks noChangeAspect="1"/>
            </p:cNvSpPr>
            <p:nvPr/>
          </p:nvSpPr>
          <p:spPr bwMode="auto">
            <a:xfrm>
              <a:off x="464" y="298"/>
              <a:ext cx="9" cy="25"/>
            </a:xfrm>
            <a:custGeom>
              <a:avLst/>
              <a:gdLst>
                <a:gd name="T0" fmla="*/ 15 w 16"/>
                <a:gd name="T1" fmla="*/ 1 h 41"/>
                <a:gd name="T2" fmla="*/ 16 w 16"/>
                <a:gd name="T3" fmla="*/ 1 h 41"/>
                <a:gd name="T4" fmla="*/ 16 w 16"/>
                <a:gd name="T5" fmla="*/ 31 h 41"/>
                <a:gd name="T6" fmla="*/ 15 w 16"/>
                <a:gd name="T7" fmla="*/ 32 h 41"/>
                <a:gd name="T8" fmla="*/ 1 w 16"/>
                <a:gd name="T9" fmla="*/ 41 h 41"/>
                <a:gd name="T10" fmla="*/ 0 w 16"/>
                <a:gd name="T11" fmla="*/ 40 h 41"/>
                <a:gd name="T12" fmla="*/ 0 w 16"/>
                <a:gd name="T13" fmla="*/ 11 h 41"/>
                <a:gd name="T14" fmla="*/ 1 w 16"/>
                <a:gd name="T15" fmla="*/ 9 h 41"/>
                <a:gd name="T16" fmla="*/ 15 w 16"/>
                <a:gd name="T17" fmla="*/ 1 h 41"/>
                <a:gd name="T18" fmla="*/ 15 w 16"/>
                <a:gd name="T19" fmla="*/ 1 h 41"/>
                <a:gd name="T20" fmla="*/ 15 w 16"/>
                <a:gd name="T21" fmla="*/ 1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 h="41">
                  <a:moveTo>
                    <a:pt x="15" y="1"/>
                  </a:moveTo>
                  <a:cubicBezTo>
                    <a:pt x="16" y="0"/>
                    <a:pt x="16" y="1"/>
                    <a:pt x="16" y="1"/>
                  </a:cubicBezTo>
                  <a:cubicBezTo>
                    <a:pt x="16" y="31"/>
                    <a:pt x="16" y="31"/>
                    <a:pt x="16" y="31"/>
                  </a:cubicBezTo>
                  <a:cubicBezTo>
                    <a:pt x="16" y="31"/>
                    <a:pt x="16" y="32"/>
                    <a:pt x="15" y="32"/>
                  </a:cubicBezTo>
                  <a:cubicBezTo>
                    <a:pt x="1" y="41"/>
                    <a:pt x="1" y="41"/>
                    <a:pt x="1" y="41"/>
                  </a:cubicBezTo>
                  <a:cubicBezTo>
                    <a:pt x="1" y="41"/>
                    <a:pt x="0" y="41"/>
                    <a:pt x="0" y="40"/>
                  </a:cubicBezTo>
                  <a:cubicBezTo>
                    <a:pt x="0" y="11"/>
                    <a:pt x="0" y="11"/>
                    <a:pt x="0" y="11"/>
                  </a:cubicBezTo>
                  <a:cubicBezTo>
                    <a:pt x="0" y="10"/>
                    <a:pt x="0" y="9"/>
                    <a:pt x="1" y="9"/>
                  </a:cubicBezTo>
                  <a:cubicBezTo>
                    <a:pt x="15" y="1"/>
                    <a:pt x="15" y="1"/>
                    <a:pt x="15" y="1"/>
                  </a:cubicBezTo>
                  <a:cubicBezTo>
                    <a:pt x="15" y="1"/>
                    <a:pt x="15" y="1"/>
                    <a:pt x="15" y="1"/>
                  </a:cubicBezTo>
                  <a:cubicBezTo>
                    <a:pt x="15" y="1"/>
                    <a:pt x="15" y="1"/>
                    <a:pt x="15" y="1"/>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57" name="未知"/>
            <p:cNvSpPr>
              <a:spLocks noChangeAspect="1"/>
            </p:cNvSpPr>
            <p:nvPr/>
          </p:nvSpPr>
          <p:spPr bwMode="auto">
            <a:xfrm>
              <a:off x="442" y="311"/>
              <a:ext cx="10" cy="25"/>
            </a:xfrm>
            <a:custGeom>
              <a:avLst/>
              <a:gdLst>
                <a:gd name="T0" fmla="*/ 15 w 16"/>
                <a:gd name="T1" fmla="*/ 1 h 41"/>
                <a:gd name="T2" fmla="*/ 16 w 16"/>
                <a:gd name="T3" fmla="*/ 1 h 41"/>
                <a:gd name="T4" fmla="*/ 16 w 16"/>
                <a:gd name="T5" fmla="*/ 31 h 41"/>
                <a:gd name="T6" fmla="*/ 15 w 16"/>
                <a:gd name="T7" fmla="*/ 32 h 41"/>
                <a:gd name="T8" fmla="*/ 1 w 16"/>
                <a:gd name="T9" fmla="*/ 40 h 41"/>
                <a:gd name="T10" fmla="*/ 0 w 16"/>
                <a:gd name="T11" fmla="*/ 40 h 41"/>
                <a:gd name="T12" fmla="*/ 0 w 16"/>
                <a:gd name="T13" fmla="*/ 10 h 41"/>
                <a:gd name="T14" fmla="*/ 1 w 16"/>
                <a:gd name="T15" fmla="*/ 9 h 41"/>
                <a:gd name="T16" fmla="*/ 15 w 16"/>
                <a:gd name="T17" fmla="*/ 1 h 41"/>
                <a:gd name="T18" fmla="*/ 15 w 16"/>
                <a:gd name="T19" fmla="*/ 1 h 41"/>
                <a:gd name="T20" fmla="*/ 15 w 16"/>
                <a:gd name="T21" fmla="*/ 1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 h="41">
                  <a:moveTo>
                    <a:pt x="15" y="1"/>
                  </a:moveTo>
                  <a:cubicBezTo>
                    <a:pt x="15" y="0"/>
                    <a:pt x="16" y="0"/>
                    <a:pt x="16" y="1"/>
                  </a:cubicBezTo>
                  <a:cubicBezTo>
                    <a:pt x="16" y="31"/>
                    <a:pt x="16" y="31"/>
                    <a:pt x="16" y="31"/>
                  </a:cubicBezTo>
                  <a:cubicBezTo>
                    <a:pt x="16" y="31"/>
                    <a:pt x="15" y="32"/>
                    <a:pt x="15" y="32"/>
                  </a:cubicBezTo>
                  <a:cubicBezTo>
                    <a:pt x="1" y="40"/>
                    <a:pt x="1" y="40"/>
                    <a:pt x="1" y="40"/>
                  </a:cubicBezTo>
                  <a:cubicBezTo>
                    <a:pt x="0" y="41"/>
                    <a:pt x="0" y="41"/>
                    <a:pt x="0" y="40"/>
                  </a:cubicBezTo>
                  <a:cubicBezTo>
                    <a:pt x="0" y="10"/>
                    <a:pt x="0" y="10"/>
                    <a:pt x="0" y="10"/>
                  </a:cubicBezTo>
                  <a:cubicBezTo>
                    <a:pt x="0" y="10"/>
                    <a:pt x="0" y="9"/>
                    <a:pt x="1" y="9"/>
                  </a:cubicBezTo>
                  <a:cubicBezTo>
                    <a:pt x="15" y="1"/>
                    <a:pt x="15" y="1"/>
                    <a:pt x="15" y="1"/>
                  </a:cubicBezTo>
                  <a:cubicBezTo>
                    <a:pt x="15" y="1"/>
                    <a:pt x="15" y="1"/>
                    <a:pt x="15" y="1"/>
                  </a:cubicBezTo>
                  <a:cubicBezTo>
                    <a:pt x="15" y="1"/>
                    <a:pt x="15" y="1"/>
                    <a:pt x="15" y="1"/>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58" name="未知"/>
            <p:cNvSpPr>
              <a:spLocks noChangeAspect="1"/>
            </p:cNvSpPr>
            <p:nvPr/>
          </p:nvSpPr>
          <p:spPr bwMode="auto">
            <a:xfrm>
              <a:off x="421" y="324"/>
              <a:ext cx="10" cy="24"/>
            </a:xfrm>
            <a:custGeom>
              <a:avLst/>
              <a:gdLst>
                <a:gd name="T0" fmla="*/ 15 w 17"/>
                <a:gd name="T1" fmla="*/ 0 h 40"/>
                <a:gd name="T2" fmla="*/ 16 w 17"/>
                <a:gd name="T3" fmla="*/ 1 h 40"/>
                <a:gd name="T4" fmla="*/ 17 w 17"/>
                <a:gd name="T5" fmla="*/ 30 h 40"/>
                <a:gd name="T6" fmla="*/ 15 w 17"/>
                <a:gd name="T7" fmla="*/ 32 h 40"/>
                <a:gd name="T8" fmla="*/ 1 w 17"/>
                <a:gd name="T9" fmla="*/ 40 h 40"/>
                <a:gd name="T10" fmla="*/ 0 w 17"/>
                <a:gd name="T11" fmla="*/ 40 h 40"/>
                <a:gd name="T12" fmla="*/ 0 w 17"/>
                <a:gd name="T13" fmla="*/ 10 h 40"/>
                <a:gd name="T14" fmla="*/ 1 w 17"/>
                <a:gd name="T15" fmla="*/ 8 h 40"/>
                <a:gd name="T16" fmla="*/ 15 w 17"/>
                <a:gd name="T17" fmla="*/ 0 h 40"/>
                <a:gd name="T18" fmla="*/ 15 w 17"/>
                <a:gd name="T19" fmla="*/ 0 h 40"/>
                <a:gd name="T20" fmla="*/ 15 w 17"/>
                <a:gd name="T21"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40">
                  <a:moveTo>
                    <a:pt x="15" y="0"/>
                  </a:moveTo>
                  <a:cubicBezTo>
                    <a:pt x="16" y="0"/>
                    <a:pt x="16" y="0"/>
                    <a:pt x="16" y="1"/>
                  </a:cubicBezTo>
                  <a:cubicBezTo>
                    <a:pt x="17" y="30"/>
                    <a:pt x="17" y="30"/>
                    <a:pt x="17" y="30"/>
                  </a:cubicBezTo>
                  <a:cubicBezTo>
                    <a:pt x="17" y="31"/>
                    <a:pt x="16" y="32"/>
                    <a:pt x="15" y="32"/>
                  </a:cubicBezTo>
                  <a:cubicBezTo>
                    <a:pt x="1" y="40"/>
                    <a:pt x="1" y="40"/>
                    <a:pt x="1" y="40"/>
                  </a:cubicBezTo>
                  <a:cubicBezTo>
                    <a:pt x="1" y="40"/>
                    <a:pt x="0" y="40"/>
                    <a:pt x="0" y="40"/>
                  </a:cubicBezTo>
                  <a:cubicBezTo>
                    <a:pt x="0" y="10"/>
                    <a:pt x="0" y="10"/>
                    <a:pt x="0" y="10"/>
                  </a:cubicBezTo>
                  <a:cubicBezTo>
                    <a:pt x="0" y="9"/>
                    <a:pt x="1" y="9"/>
                    <a:pt x="1" y="8"/>
                  </a:cubicBezTo>
                  <a:cubicBezTo>
                    <a:pt x="15" y="0"/>
                    <a:pt x="15" y="0"/>
                    <a:pt x="15" y="0"/>
                  </a:cubicBezTo>
                  <a:cubicBezTo>
                    <a:pt x="15" y="0"/>
                    <a:pt x="15" y="0"/>
                    <a:pt x="15" y="0"/>
                  </a:cubicBezTo>
                  <a:cubicBezTo>
                    <a:pt x="15" y="0"/>
                    <a:pt x="15" y="0"/>
                    <a:pt x="15" y="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59" name="未知"/>
            <p:cNvSpPr>
              <a:spLocks noChangeAspect="1"/>
            </p:cNvSpPr>
            <p:nvPr/>
          </p:nvSpPr>
          <p:spPr bwMode="auto">
            <a:xfrm>
              <a:off x="399" y="338"/>
              <a:ext cx="10" cy="24"/>
            </a:xfrm>
            <a:custGeom>
              <a:avLst/>
              <a:gdLst>
                <a:gd name="T0" fmla="*/ 15 w 16"/>
                <a:gd name="T1" fmla="*/ 0 h 40"/>
                <a:gd name="T2" fmla="*/ 16 w 16"/>
                <a:gd name="T3" fmla="*/ 0 h 40"/>
                <a:gd name="T4" fmla="*/ 16 w 16"/>
                <a:gd name="T5" fmla="*/ 30 h 40"/>
                <a:gd name="T6" fmla="*/ 15 w 16"/>
                <a:gd name="T7" fmla="*/ 32 h 40"/>
                <a:gd name="T8" fmla="*/ 1 w 16"/>
                <a:gd name="T9" fmla="*/ 40 h 40"/>
                <a:gd name="T10" fmla="*/ 0 w 16"/>
                <a:gd name="T11" fmla="*/ 39 h 40"/>
                <a:gd name="T12" fmla="*/ 0 w 16"/>
                <a:gd name="T13" fmla="*/ 10 h 40"/>
                <a:gd name="T14" fmla="*/ 1 w 16"/>
                <a:gd name="T15" fmla="*/ 8 h 40"/>
                <a:gd name="T16" fmla="*/ 15 w 16"/>
                <a:gd name="T17" fmla="*/ 0 h 40"/>
                <a:gd name="T18" fmla="*/ 15 w 16"/>
                <a:gd name="T19" fmla="*/ 0 h 40"/>
                <a:gd name="T20" fmla="*/ 15 w 16"/>
                <a:gd name="T21"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 h="40">
                  <a:moveTo>
                    <a:pt x="15" y="0"/>
                  </a:moveTo>
                  <a:cubicBezTo>
                    <a:pt x="16" y="0"/>
                    <a:pt x="16" y="0"/>
                    <a:pt x="16" y="0"/>
                  </a:cubicBezTo>
                  <a:cubicBezTo>
                    <a:pt x="16" y="30"/>
                    <a:pt x="16" y="30"/>
                    <a:pt x="16" y="30"/>
                  </a:cubicBezTo>
                  <a:cubicBezTo>
                    <a:pt x="16" y="31"/>
                    <a:pt x="16" y="31"/>
                    <a:pt x="15" y="32"/>
                  </a:cubicBezTo>
                  <a:cubicBezTo>
                    <a:pt x="1" y="40"/>
                    <a:pt x="1" y="40"/>
                    <a:pt x="1" y="40"/>
                  </a:cubicBezTo>
                  <a:cubicBezTo>
                    <a:pt x="0" y="40"/>
                    <a:pt x="0" y="40"/>
                    <a:pt x="0" y="39"/>
                  </a:cubicBezTo>
                  <a:cubicBezTo>
                    <a:pt x="0" y="10"/>
                    <a:pt x="0" y="10"/>
                    <a:pt x="0" y="10"/>
                  </a:cubicBezTo>
                  <a:cubicBezTo>
                    <a:pt x="0" y="9"/>
                    <a:pt x="0" y="8"/>
                    <a:pt x="1" y="8"/>
                  </a:cubicBezTo>
                  <a:cubicBezTo>
                    <a:pt x="15" y="0"/>
                    <a:pt x="15" y="0"/>
                    <a:pt x="15" y="0"/>
                  </a:cubicBezTo>
                  <a:cubicBezTo>
                    <a:pt x="15" y="0"/>
                    <a:pt x="15" y="0"/>
                    <a:pt x="15" y="0"/>
                  </a:cubicBezTo>
                  <a:cubicBezTo>
                    <a:pt x="15" y="0"/>
                    <a:pt x="15" y="0"/>
                    <a:pt x="15" y="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60" name="未知"/>
            <p:cNvSpPr>
              <a:spLocks noChangeAspect="1"/>
            </p:cNvSpPr>
            <p:nvPr/>
          </p:nvSpPr>
          <p:spPr bwMode="auto">
            <a:xfrm>
              <a:off x="485" y="327"/>
              <a:ext cx="10" cy="25"/>
            </a:xfrm>
            <a:custGeom>
              <a:avLst/>
              <a:gdLst>
                <a:gd name="T0" fmla="*/ 15 w 17"/>
                <a:gd name="T1" fmla="*/ 1 h 41"/>
                <a:gd name="T2" fmla="*/ 17 w 17"/>
                <a:gd name="T3" fmla="*/ 1 h 41"/>
                <a:gd name="T4" fmla="*/ 17 w 17"/>
                <a:gd name="T5" fmla="*/ 31 h 41"/>
                <a:gd name="T6" fmla="*/ 16 w 17"/>
                <a:gd name="T7" fmla="*/ 32 h 41"/>
                <a:gd name="T8" fmla="*/ 1 w 17"/>
                <a:gd name="T9" fmla="*/ 40 h 41"/>
                <a:gd name="T10" fmla="*/ 0 w 17"/>
                <a:gd name="T11" fmla="*/ 40 h 41"/>
                <a:gd name="T12" fmla="*/ 0 w 17"/>
                <a:gd name="T13" fmla="*/ 10 h 41"/>
                <a:gd name="T14" fmla="*/ 1 w 17"/>
                <a:gd name="T15" fmla="*/ 9 h 41"/>
                <a:gd name="T16" fmla="*/ 15 w 17"/>
                <a:gd name="T17" fmla="*/ 1 h 41"/>
                <a:gd name="T18" fmla="*/ 15 w 17"/>
                <a:gd name="T19" fmla="*/ 1 h 41"/>
                <a:gd name="T20" fmla="*/ 15 w 17"/>
                <a:gd name="T21" fmla="*/ 1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41">
                  <a:moveTo>
                    <a:pt x="15" y="1"/>
                  </a:moveTo>
                  <a:cubicBezTo>
                    <a:pt x="16" y="0"/>
                    <a:pt x="17" y="1"/>
                    <a:pt x="17" y="1"/>
                  </a:cubicBezTo>
                  <a:cubicBezTo>
                    <a:pt x="17" y="31"/>
                    <a:pt x="17" y="31"/>
                    <a:pt x="17" y="31"/>
                  </a:cubicBezTo>
                  <a:cubicBezTo>
                    <a:pt x="17" y="31"/>
                    <a:pt x="16" y="32"/>
                    <a:pt x="16" y="32"/>
                  </a:cubicBezTo>
                  <a:cubicBezTo>
                    <a:pt x="1" y="40"/>
                    <a:pt x="1" y="40"/>
                    <a:pt x="1" y="40"/>
                  </a:cubicBezTo>
                  <a:cubicBezTo>
                    <a:pt x="1" y="41"/>
                    <a:pt x="0" y="41"/>
                    <a:pt x="0" y="40"/>
                  </a:cubicBezTo>
                  <a:cubicBezTo>
                    <a:pt x="0" y="10"/>
                    <a:pt x="0" y="10"/>
                    <a:pt x="0" y="10"/>
                  </a:cubicBezTo>
                  <a:cubicBezTo>
                    <a:pt x="0" y="10"/>
                    <a:pt x="1" y="9"/>
                    <a:pt x="1" y="9"/>
                  </a:cubicBezTo>
                  <a:cubicBezTo>
                    <a:pt x="15" y="1"/>
                    <a:pt x="15" y="1"/>
                    <a:pt x="15" y="1"/>
                  </a:cubicBezTo>
                  <a:cubicBezTo>
                    <a:pt x="15" y="1"/>
                    <a:pt x="15" y="1"/>
                    <a:pt x="15" y="1"/>
                  </a:cubicBezTo>
                  <a:cubicBezTo>
                    <a:pt x="15" y="1"/>
                    <a:pt x="15" y="1"/>
                    <a:pt x="15" y="1"/>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61" name="未知"/>
            <p:cNvSpPr>
              <a:spLocks noChangeAspect="1"/>
            </p:cNvSpPr>
            <p:nvPr/>
          </p:nvSpPr>
          <p:spPr bwMode="auto">
            <a:xfrm>
              <a:off x="464" y="338"/>
              <a:ext cx="9" cy="24"/>
            </a:xfrm>
            <a:custGeom>
              <a:avLst/>
              <a:gdLst>
                <a:gd name="T0" fmla="*/ 15 w 16"/>
                <a:gd name="T1" fmla="*/ 0 h 40"/>
                <a:gd name="T2" fmla="*/ 16 w 16"/>
                <a:gd name="T3" fmla="*/ 1 h 40"/>
                <a:gd name="T4" fmla="*/ 16 w 16"/>
                <a:gd name="T5" fmla="*/ 30 h 40"/>
                <a:gd name="T6" fmla="*/ 15 w 16"/>
                <a:gd name="T7" fmla="*/ 32 h 40"/>
                <a:gd name="T8" fmla="*/ 1 w 16"/>
                <a:gd name="T9" fmla="*/ 40 h 40"/>
                <a:gd name="T10" fmla="*/ 0 w 16"/>
                <a:gd name="T11" fmla="*/ 39 h 40"/>
                <a:gd name="T12" fmla="*/ 0 w 16"/>
                <a:gd name="T13" fmla="*/ 10 h 40"/>
                <a:gd name="T14" fmla="*/ 1 w 16"/>
                <a:gd name="T15" fmla="*/ 8 h 40"/>
                <a:gd name="T16" fmla="*/ 15 w 16"/>
                <a:gd name="T17" fmla="*/ 0 h 40"/>
                <a:gd name="T18" fmla="*/ 15 w 16"/>
                <a:gd name="T19" fmla="*/ 0 h 40"/>
                <a:gd name="T20" fmla="*/ 15 w 16"/>
                <a:gd name="T21"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 h="40">
                  <a:moveTo>
                    <a:pt x="15" y="0"/>
                  </a:moveTo>
                  <a:cubicBezTo>
                    <a:pt x="16" y="0"/>
                    <a:pt x="16" y="0"/>
                    <a:pt x="16" y="1"/>
                  </a:cubicBezTo>
                  <a:cubicBezTo>
                    <a:pt x="16" y="30"/>
                    <a:pt x="16" y="30"/>
                    <a:pt x="16" y="30"/>
                  </a:cubicBezTo>
                  <a:cubicBezTo>
                    <a:pt x="16" y="31"/>
                    <a:pt x="16" y="31"/>
                    <a:pt x="15" y="32"/>
                  </a:cubicBezTo>
                  <a:cubicBezTo>
                    <a:pt x="1" y="40"/>
                    <a:pt x="1" y="40"/>
                    <a:pt x="1" y="40"/>
                  </a:cubicBezTo>
                  <a:cubicBezTo>
                    <a:pt x="1" y="40"/>
                    <a:pt x="0" y="40"/>
                    <a:pt x="0" y="39"/>
                  </a:cubicBezTo>
                  <a:cubicBezTo>
                    <a:pt x="0" y="10"/>
                    <a:pt x="0" y="10"/>
                    <a:pt x="0" y="10"/>
                  </a:cubicBezTo>
                  <a:cubicBezTo>
                    <a:pt x="0" y="9"/>
                    <a:pt x="0" y="9"/>
                    <a:pt x="1" y="8"/>
                  </a:cubicBezTo>
                  <a:cubicBezTo>
                    <a:pt x="15" y="0"/>
                    <a:pt x="15" y="0"/>
                    <a:pt x="15" y="0"/>
                  </a:cubicBezTo>
                  <a:cubicBezTo>
                    <a:pt x="15" y="0"/>
                    <a:pt x="15" y="0"/>
                    <a:pt x="15" y="0"/>
                  </a:cubicBezTo>
                  <a:cubicBezTo>
                    <a:pt x="15" y="0"/>
                    <a:pt x="15" y="0"/>
                    <a:pt x="15" y="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62" name="未知"/>
            <p:cNvSpPr>
              <a:spLocks noChangeAspect="1"/>
            </p:cNvSpPr>
            <p:nvPr/>
          </p:nvSpPr>
          <p:spPr bwMode="auto">
            <a:xfrm>
              <a:off x="442" y="352"/>
              <a:ext cx="10" cy="24"/>
            </a:xfrm>
            <a:custGeom>
              <a:avLst/>
              <a:gdLst>
                <a:gd name="T0" fmla="*/ 15 w 16"/>
                <a:gd name="T1" fmla="*/ 0 h 40"/>
                <a:gd name="T2" fmla="*/ 16 w 16"/>
                <a:gd name="T3" fmla="*/ 0 h 40"/>
                <a:gd name="T4" fmla="*/ 16 w 16"/>
                <a:gd name="T5" fmla="*/ 30 h 40"/>
                <a:gd name="T6" fmla="*/ 15 w 16"/>
                <a:gd name="T7" fmla="*/ 32 h 40"/>
                <a:gd name="T8" fmla="*/ 1 w 16"/>
                <a:gd name="T9" fmla="*/ 40 h 40"/>
                <a:gd name="T10" fmla="*/ 0 w 16"/>
                <a:gd name="T11" fmla="*/ 39 h 40"/>
                <a:gd name="T12" fmla="*/ 0 w 16"/>
                <a:gd name="T13" fmla="*/ 10 h 40"/>
                <a:gd name="T14" fmla="*/ 1 w 16"/>
                <a:gd name="T15" fmla="*/ 8 h 40"/>
                <a:gd name="T16" fmla="*/ 15 w 16"/>
                <a:gd name="T17" fmla="*/ 0 h 40"/>
                <a:gd name="T18" fmla="*/ 15 w 16"/>
                <a:gd name="T19" fmla="*/ 0 h 40"/>
                <a:gd name="T20" fmla="*/ 15 w 16"/>
                <a:gd name="T21"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 h="40">
                  <a:moveTo>
                    <a:pt x="15" y="0"/>
                  </a:moveTo>
                  <a:cubicBezTo>
                    <a:pt x="15" y="0"/>
                    <a:pt x="16" y="0"/>
                    <a:pt x="16" y="0"/>
                  </a:cubicBezTo>
                  <a:cubicBezTo>
                    <a:pt x="16" y="30"/>
                    <a:pt x="16" y="30"/>
                    <a:pt x="16" y="30"/>
                  </a:cubicBezTo>
                  <a:cubicBezTo>
                    <a:pt x="16" y="31"/>
                    <a:pt x="15" y="31"/>
                    <a:pt x="15" y="32"/>
                  </a:cubicBezTo>
                  <a:cubicBezTo>
                    <a:pt x="1" y="40"/>
                    <a:pt x="1" y="40"/>
                    <a:pt x="1" y="40"/>
                  </a:cubicBezTo>
                  <a:cubicBezTo>
                    <a:pt x="0" y="40"/>
                    <a:pt x="0" y="40"/>
                    <a:pt x="0" y="39"/>
                  </a:cubicBezTo>
                  <a:cubicBezTo>
                    <a:pt x="0" y="10"/>
                    <a:pt x="0" y="10"/>
                    <a:pt x="0" y="10"/>
                  </a:cubicBezTo>
                  <a:cubicBezTo>
                    <a:pt x="0" y="9"/>
                    <a:pt x="0" y="8"/>
                    <a:pt x="1" y="8"/>
                  </a:cubicBezTo>
                  <a:cubicBezTo>
                    <a:pt x="15" y="0"/>
                    <a:pt x="15" y="0"/>
                    <a:pt x="15" y="0"/>
                  </a:cubicBezTo>
                  <a:cubicBezTo>
                    <a:pt x="15" y="0"/>
                    <a:pt x="15" y="0"/>
                    <a:pt x="15" y="0"/>
                  </a:cubicBezTo>
                  <a:cubicBezTo>
                    <a:pt x="15" y="0"/>
                    <a:pt x="15" y="0"/>
                    <a:pt x="15" y="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63" name="未知"/>
            <p:cNvSpPr>
              <a:spLocks noChangeAspect="1"/>
            </p:cNvSpPr>
            <p:nvPr/>
          </p:nvSpPr>
          <p:spPr bwMode="auto">
            <a:xfrm>
              <a:off x="421" y="364"/>
              <a:ext cx="10" cy="25"/>
            </a:xfrm>
            <a:custGeom>
              <a:avLst/>
              <a:gdLst>
                <a:gd name="T0" fmla="*/ 15 w 17"/>
                <a:gd name="T1" fmla="*/ 1 h 41"/>
                <a:gd name="T2" fmla="*/ 16 w 17"/>
                <a:gd name="T3" fmla="*/ 1 h 41"/>
                <a:gd name="T4" fmla="*/ 17 w 17"/>
                <a:gd name="T5" fmla="*/ 31 h 41"/>
                <a:gd name="T6" fmla="*/ 15 w 17"/>
                <a:gd name="T7" fmla="*/ 32 h 41"/>
                <a:gd name="T8" fmla="*/ 1 w 17"/>
                <a:gd name="T9" fmla="*/ 40 h 41"/>
                <a:gd name="T10" fmla="*/ 0 w 17"/>
                <a:gd name="T11" fmla="*/ 40 h 41"/>
                <a:gd name="T12" fmla="*/ 0 w 17"/>
                <a:gd name="T13" fmla="*/ 10 h 41"/>
                <a:gd name="T14" fmla="*/ 1 w 17"/>
                <a:gd name="T15" fmla="*/ 9 h 41"/>
                <a:gd name="T16" fmla="*/ 15 w 17"/>
                <a:gd name="T17" fmla="*/ 1 h 41"/>
                <a:gd name="T18" fmla="*/ 15 w 17"/>
                <a:gd name="T19" fmla="*/ 1 h 41"/>
                <a:gd name="T20" fmla="*/ 15 w 17"/>
                <a:gd name="T21" fmla="*/ 1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41">
                  <a:moveTo>
                    <a:pt x="15" y="1"/>
                  </a:moveTo>
                  <a:cubicBezTo>
                    <a:pt x="16" y="0"/>
                    <a:pt x="16" y="0"/>
                    <a:pt x="16" y="1"/>
                  </a:cubicBezTo>
                  <a:cubicBezTo>
                    <a:pt x="17" y="31"/>
                    <a:pt x="17" y="31"/>
                    <a:pt x="17" y="31"/>
                  </a:cubicBezTo>
                  <a:cubicBezTo>
                    <a:pt x="17" y="31"/>
                    <a:pt x="16" y="32"/>
                    <a:pt x="15" y="32"/>
                  </a:cubicBezTo>
                  <a:cubicBezTo>
                    <a:pt x="1" y="40"/>
                    <a:pt x="1" y="40"/>
                    <a:pt x="1" y="40"/>
                  </a:cubicBezTo>
                  <a:cubicBezTo>
                    <a:pt x="1" y="41"/>
                    <a:pt x="0" y="40"/>
                    <a:pt x="0" y="40"/>
                  </a:cubicBezTo>
                  <a:cubicBezTo>
                    <a:pt x="0" y="10"/>
                    <a:pt x="0" y="10"/>
                    <a:pt x="0" y="10"/>
                  </a:cubicBezTo>
                  <a:cubicBezTo>
                    <a:pt x="0" y="10"/>
                    <a:pt x="1" y="9"/>
                    <a:pt x="1" y="9"/>
                  </a:cubicBezTo>
                  <a:cubicBezTo>
                    <a:pt x="15" y="1"/>
                    <a:pt x="15" y="1"/>
                    <a:pt x="15" y="1"/>
                  </a:cubicBezTo>
                  <a:cubicBezTo>
                    <a:pt x="15" y="1"/>
                    <a:pt x="15" y="1"/>
                    <a:pt x="15" y="1"/>
                  </a:cubicBezTo>
                  <a:cubicBezTo>
                    <a:pt x="15" y="1"/>
                    <a:pt x="15" y="1"/>
                    <a:pt x="15" y="1"/>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64" name="未知"/>
            <p:cNvSpPr>
              <a:spLocks noChangeAspect="1"/>
            </p:cNvSpPr>
            <p:nvPr/>
          </p:nvSpPr>
          <p:spPr bwMode="auto">
            <a:xfrm>
              <a:off x="399" y="377"/>
              <a:ext cx="10" cy="25"/>
            </a:xfrm>
            <a:custGeom>
              <a:avLst/>
              <a:gdLst>
                <a:gd name="T0" fmla="*/ 15 w 16"/>
                <a:gd name="T1" fmla="*/ 0 h 41"/>
                <a:gd name="T2" fmla="*/ 16 w 16"/>
                <a:gd name="T3" fmla="*/ 1 h 41"/>
                <a:gd name="T4" fmla="*/ 16 w 16"/>
                <a:gd name="T5" fmla="*/ 30 h 41"/>
                <a:gd name="T6" fmla="*/ 15 w 16"/>
                <a:gd name="T7" fmla="*/ 32 h 41"/>
                <a:gd name="T8" fmla="*/ 1 w 16"/>
                <a:gd name="T9" fmla="*/ 40 h 41"/>
                <a:gd name="T10" fmla="*/ 0 w 16"/>
                <a:gd name="T11" fmla="*/ 40 h 41"/>
                <a:gd name="T12" fmla="*/ 0 w 16"/>
                <a:gd name="T13" fmla="*/ 10 h 41"/>
                <a:gd name="T14" fmla="*/ 1 w 16"/>
                <a:gd name="T15" fmla="*/ 8 h 41"/>
                <a:gd name="T16" fmla="*/ 15 w 16"/>
                <a:gd name="T17" fmla="*/ 0 h 41"/>
                <a:gd name="T18" fmla="*/ 15 w 16"/>
                <a:gd name="T19" fmla="*/ 0 h 41"/>
                <a:gd name="T20" fmla="*/ 15 w 16"/>
                <a:gd name="T21"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 h="41">
                  <a:moveTo>
                    <a:pt x="15" y="0"/>
                  </a:moveTo>
                  <a:cubicBezTo>
                    <a:pt x="16" y="0"/>
                    <a:pt x="16" y="0"/>
                    <a:pt x="16" y="1"/>
                  </a:cubicBezTo>
                  <a:cubicBezTo>
                    <a:pt x="16" y="30"/>
                    <a:pt x="16" y="30"/>
                    <a:pt x="16" y="30"/>
                  </a:cubicBezTo>
                  <a:cubicBezTo>
                    <a:pt x="16" y="31"/>
                    <a:pt x="16" y="32"/>
                    <a:pt x="15" y="32"/>
                  </a:cubicBezTo>
                  <a:cubicBezTo>
                    <a:pt x="1" y="40"/>
                    <a:pt x="1" y="40"/>
                    <a:pt x="1" y="40"/>
                  </a:cubicBezTo>
                  <a:cubicBezTo>
                    <a:pt x="0" y="41"/>
                    <a:pt x="0" y="40"/>
                    <a:pt x="0" y="40"/>
                  </a:cubicBezTo>
                  <a:cubicBezTo>
                    <a:pt x="0" y="10"/>
                    <a:pt x="0" y="10"/>
                    <a:pt x="0" y="10"/>
                  </a:cubicBezTo>
                  <a:cubicBezTo>
                    <a:pt x="0" y="10"/>
                    <a:pt x="0" y="9"/>
                    <a:pt x="1" y="8"/>
                  </a:cubicBezTo>
                  <a:cubicBezTo>
                    <a:pt x="15" y="0"/>
                    <a:pt x="15" y="0"/>
                    <a:pt x="15" y="0"/>
                  </a:cubicBezTo>
                  <a:cubicBezTo>
                    <a:pt x="15" y="0"/>
                    <a:pt x="15" y="0"/>
                    <a:pt x="15" y="0"/>
                  </a:cubicBezTo>
                  <a:cubicBezTo>
                    <a:pt x="15" y="0"/>
                    <a:pt x="15" y="0"/>
                    <a:pt x="15" y="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65" name="未知"/>
            <p:cNvSpPr>
              <a:spLocks noChangeAspect="1"/>
            </p:cNvSpPr>
            <p:nvPr/>
          </p:nvSpPr>
          <p:spPr bwMode="auto">
            <a:xfrm>
              <a:off x="485" y="370"/>
              <a:ext cx="10" cy="24"/>
            </a:xfrm>
            <a:custGeom>
              <a:avLst/>
              <a:gdLst>
                <a:gd name="T0" fmla="*/ 15 w 17"/>
                <a:gd name="T1" fmla="*/ 0 h 40"/>
                <a:gd name="T2" fmla="*/ 17 w 17"/>
                <a:gd name="T3" fmla="*/ 0 h 40"/>
                <a:gd name="T4" fmla="*/ 17 w 17"/>
                <a:gd name="T5" fmla="*/ 30 h 40"/>
                <a:gd name="T6" fmla="*/ 16 w 17"/>
                <a:gd name="T7" fmla="*/ 32 h 40"/>
                <a:gd name="T8" fmla="*/ 1 w 17"/>
                <a:gd name="T9" fmla="*/ 40 h 40"/>
                <a:gd name="T10" fmla="*/ 0 w 17"/>
                <a:gd name="T11" fmla="*/ 39 h 40"/>
                <a:gd name="T12" fmla="*/ 0 w 17"/>
                <a:gd name="T13" fmla="*/ 10 h 40"/>
                <a:gd name="T14" fmla="*/ 1 w 17"/>
                <a:gd name="T15" fmla="*/ 8 h 40"/>
                <a:gd name="T16" fmla="*/ 15 w 17"/>
                <a:gd name="T17" fmla="*/ 0 h 40"/>
                <a:gd name="T18" fmla="*/ 15 w 17"/>
                <a:gd name="T19" fmla="*/ 0 h 40"/>
                <a:gd name="T20" fmla="*/ 15 w 17"/>
                <a:gd name="T21"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40">
                  <a:moveTo>
                    <a:pt x="15" y="0"/>
                  </a:moveTo>
                  <a:cubicBezTo>
                    <a:pt x="16" y="0"/>
                    <a:pt x="17" y="0"/>
                    <a:pt x="17" y="0"/>
                  </a:cubicBezTo>
                  <a:cubicBezTo>
                    <a:pt x="17" y="30"/>
                    <a:pt x="17" y="30"/>
                    <a:pt x="17" y="30"/>
                  </a:cubicBezTo>
                  <a:cubicBezTo>
                    <a:pt x="17" y="30"/>
                    <a:pt x="16" y="31"/>
                    <a:pt x="16" y="32"/>
                  </a:cubicBezTo>
                  <a:cubicBezTo>
                    <a:pt x="1" y="40"/>
                    <a:pt x="1" y="40"/>
                    <a:pt x="1" y="40"/>
                  </a:cubicBezTo>
                  <a:cubicBezTo>
                    <a:pt x="1" y="40"/>
                    <a:pt x="0" y="40"/>
                    <a:pt x="0" y="39"/>
                  </a:cubicBezTo>
                  <a:cubicBezTo>
                    <a:pt x="0" y="10"/>
                    <a:pt x="0" y="10"/>
                    <a:pt x="0" y="10"/>
                  </a:cubicBezTo>
                  <a:cubicBezTo>
                    <a:pt x="0" y="9"/>
                    <a:pt x="1" y="8"/>
                    <a:pt x="1" y="8"/>
                  </a:cubicBezTo>
                  <a:cubicBezTo>
                    <a:pt x="15" y="0"/>
                    <a:pt x="15" y="0"/>
                    <a:pt x="15" y="0"/>
                  </a:cubicBezTo>
                  <a:cubicBezTo>
                    <a:pt x="15" y="0"/>
                    <a:pt x="15" y="0"/>
                    <a:pt x="15" y="0"/>
                  </a:cubicBezTo>
                  <a:cubicBezTo>
                    <a:pt x="15" y="0"/>
                    <a:pt x="15" y="0"/>
                    <a:pt x="15" y="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66" name="未知"/>
            <p:cNvSpPr>
              <a:spLocks noChangeAspect="1"/>
            </p:cNvSpPr>
            <p:nvPr/>
          </p:nvSpPr>
          <p:spPr bwMode="auto">
            <a:xfrm>
              <a:off x="464" y="381"/>
              <a:ext cx="9" cy="25"/>
            </a:xfrm>
            <a:custGeom>
              <a:avLst/>
              <a:gdLst>
                <a:gd name="T0" fmla="*/ 15 w 16"/>
                <a:gd name="T1" fmla="*/ 0 h 41"/>
                <a:gd name="T2" fmla="*/ 16 w 16"/>
                <a:gd name="T3" fmla="*/ 1 h 41"/>
                <a:gd name="T4" fmla="*/ 16 w 16"/>
                <a:gd name="T5" fmla="*/ 30 h 41"/>
                <a:gd name="T6" fmla="*/ 15 w 16"/>
                <a:gd name="T7" fmla="*/ 32 h 41"/>
                <a:gd name="T8" fmla="*/ 1 w 16"/>
                <a:gd name="T9" fmla="*/ 40 h 41"/>
                <a:gd name="T10" fmla="*/ 0 w 16"/>
                <a:gd name="T11" fmla="*/ 40 h 41"/>
                <a:gd name="T12" fmla="*/ 0 w 16"/>
                <a:gd name="T13" fmla="*/ 10 h 41"/>
                <a:gd name="T14" fmla="*/ 1 w 16"/>
                <a:gd name="T15" fmla="*/ 9 h 41"/>
                <a:gd name="T16" fmla="*/ 15 w 16"/>
                <a:gd name="T17" fmla="*/ 0 h 41"/>
                <a:gd name="T18" fmla="*/ 15 w 16"/>
                <a:gd name="T19" fmla="*/ 0 h 41"/>
                <a:gd name="T20" fmla="*/ 15 w 16"/>
                <a:gd name="T21"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 h="41">
                  <a:moveTo>
                    <a:pt x="15" y="0"/>
                  </a:moveTo>
                  <a:cubicBezTo>
                    <a:pt x="16" y="0"/>
                    <a:pt x="16" y="0"/>
                    <a:pt x="16" y="1"/>
                  </a:cubicBezTo>
                  <a:cubicBezTo>
                    <a:pt x="16" y="30"/>
                    <a:pt x="16" y="30"/>
                    <a:pt x="16" y="30"/>
                  </a:cubicBezTo>
                  <a:cubicBezTo>
                    <a:pt x="16" y="31"/>
                    <a:pt x="16" y="32"/>
                    <a:pt x="15" y="32"/>
                  </a:cubicBezTo>
                  <a:cubicBezTo>
                    <a:pt x="1" y="40"/>
                    <a:pt x="1" y="40"/>
                    <a:pt x="1" y="40"/>
                  </a:cubicBezTo>
                  <a:cubicBezTo>
                    <a:pt x="1" y="41"/>
                    <a:pt x="0" y="40"/>
                    <a:pt x="0" y="40"/>
                  </a:cubicBezTo>
                  <a:cubicBezTo>
                    <a:pt x="0" y="10"/>
                    <a:pt x="0" y="10"/>
                    <a:pt x="0" y="10"/>
                  </a:cubicBezTo>
                  <a:cubicBezTo>
                    <a:pt x="0" y="10"/>
                    <a:pt x="0" y="9"/>
                    <a:pt x="1" y="9"/>
                  </a:cubicBezTo>
                  <a:cubicBezTo>
                    <a:pt x="15" y="0"/>
                    <a:pt x="15" y="0"/>
                    <a:pt x="15" y="0"/>
                  </a:cubicBezTo>
                  <a:cubicBezTo>
                    <a:pt x="15" y="0"/>
                    <a:pt x="15" y="0"/>
                    <a:pt x="15" y="0"/>
                  </a:cubicBezTo>
                  <a:cubicBezTo>
                    <a:pt x="15" y="0"/>
                    <a:pt x="15" y="0"/>
                    <a:pt x="15" y="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67" name="未知"/>
            <p:cNvSpPr>
              <a:spLocks noChangeAspect="1"/>
            </p:cNvSpPr>
            <p:nvPr/>
          </p:nvSpPr>
          <p:spPr bwMode="auto">
            <a:xfrm>
              <a:off x="442" y="394"/>
              <a:ext cx="10" cy="25"/>
            </a:xfrm>
            <a:custGeom>
              <a:avLst/>
              <a:gdLst>
                <a:gd name="T0" fmla="*/ 15 w 16"/>
                <a:gd name="T1" fmla="*/ 0 h 40"/>
                <a:gd name="T2" fmla="*/ 16 w 16"/>
                <a:gd name="T3" fmla="*/ 1 h 40"/>
                <a:gd name="T4" fmla="*/ 16 w 16"/>
                <a:gd name="T5" fmla="*/ 30 h 40"/>
                <a:gd name="T6" fmla="*/ 15 w 16"/>
                <a:gd name="T7" fmla="*/ 32 h 40"/>
                <a:gd name="T8" fmla="*/ 1 w 16"/>
                <a:gd name="T9" fmla="*/ 40 h 40"/>
                <a:gd name="T10" fmla="*/ 0 w 16"/>
                <a:gd name="T11" fmla="*/ 40 h 40"/>
                <a:gd name="T12" fmla="*/ 0 w 16"/>
                <a:gd name="T13" fmla="*/ 10 h 40"/>
                <a:gd name="T14" fmla="*/ 1 w 16"/>
                <a:gd name="T15" fmla="*/ 8 h 40"/>
                <a:gd name="T16" fmla="*/ 15 w 16"/>
                <a:gd name="T17" fmla="*/ 0 h 40"/>
                <a:gd name="T18" fmla="*/ 15 w 16"/>
                <a:gd name="T19" fmla="*/ 0 h 40"/>
                <a:gd name="T20" fmla="*/ 15 w 16"/>
                <a:gd name="T21"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 h="40">
                  <a:moveTo>
                    <a:pt x="15" y="0"/>
                  </a:moveTo>
                  <a:cubicBezTo>
                    <a:pt x="15" y="0"/>
                    <a:pt x="16" y="0"/>
                    <a:pt x="16" y="1"/>
                  </a:cubicBezTo>
                  <a:cubicBezTo>
                    <a:pt x="16" y="30"/>
                    <a:pt x="16" y="30"/>
                    <a:pt x="16" y="30"/>
                  </a:cubicBezTo>
                  <a:cubicBezTo>
                    <a:pt x="16" y="31"/>
                    <a:pt x="15" y="32"/>
                    <a:pt x="15" y="32"/>
                  </a:cubicBezTo>
                  <a:cubicBezTo>
                    <a:pt x="1" y="40"/>
                    <a:pt x="1" y="40"/>
                    <a:pt x="1" y="40"/>
                  </a:cubicBezTo>
                  <a:cubicBezTo>
                    <a:pt x="0" y="40"/>
                    <a:pt x="0" y="40"/>
                    <a:pt x="0" y="40"/>
                  </a:cubicBezTo>
                  <a:cubicBezTo>
                    <a:pt x="0" y="10"/>
                    <a:pt x="0" y="10"/>
                    <a:pt x="0" y="10"/>
                  </a:cubicBezTo>
                  <a:cubicBezTo>
                    <a:pt x="0" y="9"/>
                    <a:pt x="0" y="9"/>
                    <a:pt x="1" y="8"/>
                  </a:cubicBezTo>
                  <a:cubicBezTo>
                    <a:pt x="15" y="0"/>
                    <a:pt x="15" y="0"/>
                    <a:pt x="15" y="0"/>
                  </a:cubicBezTo>
                  <a:cubicBezTo>
                    <a:pt x="15" y="0"/>
                    <a:pt x="15" y="0"/>
                    <a:pt x="15" y="0"/>
                  </a:cubicBezTo>
                  <a:cubicBezTo>
                    <a:pt x="15" y="0"/>
                    <a:pt x="15" y="0"/>
                    <a:pt x="15" y="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68" name="未知"/>
            <p:cNvSpPr>
              <a:spLocks noChangeAspect="1"/>
            </p:cNvSpPr>
            <p:nvPr/>
          </p:nvSpPr>
          <p:spPr bwMode="auto">
            <a:xfrm>
              <a:off x="421" y="406"/>
              <a:ext cx="10" cy="25"/>
            </a:xfrm>
            <a:custGeom>
              <a:avLst/>
              <a:gdLst>
                <a:gd name="T0" fmla="*/ 15 w 17"/>
                <a:gd name="T1" fmla="*/ 1 h 41"/>
                <a:gd name="T2" fmla="*/ 16 w 17"/>
                <a:gd name="T3" fmla="*/ 1 h 41"/>
                <a:gd name="T4" fmla="*/ 17 w 17"/>
                <a:gd name="T5" fmla="*/ 31 h 41"/>
                <a:gd name="T6" fmla="*/ 15 w 17"/>
                <a:gd name="T7" fmla="*/ 32 h 41"/>
                <a:gd name="T8" fmla="*/ 1 w 17"/>
                <a:gd name="T9" fmla="*/ 41 h 41"/>
                <a:gd name="T10" fmla="*/ 0 w 17"/>
                <a:gd name="T11" fmla="*/ 40 h 41"/>
                <a:gd name="T12" fmla="*/ 0 w 17"/>
                <a:gd name="T13" fmla="*/ 11 h 41"/>
                <a:gd name="T14" fmla="*/ 1 w 17"/>
                <a:gd name="T15" fmla="*/ 9 h 41"/>
                <a:gd name="T16" fmla="*/ 15 w 17"/>
                <a:gd name="T17" fmla="*/ 1 h 41"/>
                <a:gd name="T18" fmla="*/ 15 w 17"/>
                <a:gd name="T19" fmla="*/ 1 h 41"/>
                <a:gd name="T20" fmla="*/ 15 w 17"/>
                <a:gd name="T21" fmla="*/ 1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41">
                  <a:moveTo>
                    <a:pt x="15" y="1"/>
                  </a:moveTo>
                  <a:cubicBezTo>
                    <a:pt x="16" y="0"/>
                    <a:pt x="16" y="1"/>
                    <a:pt x="16" y="1"/>
                  </a:cubicBezTo>
                  <a:cubicBezTo>
                    <a:pt x="17" y="31"/>
                    <a:pt x="17" y="31"/>
                    <a:pt x="17" y="31"/>
                  </a:cubicBezTo>
                  <a:cubicBezTo>
                    <a:pt x="17" y="31"/>
                    <a:pt x="16" y="32"/>
                    <a:pt x="15" y="32"/>
                  </a:cubicBezTo>
                  <a:cubicBezTo>
                    <a:pt x="1" y="41"/>
                    <a:pt x="1" y="41"/>
                    <a:pt x="1" y="41"/>
                  </a:cubicBezTo>
                  <a:cubicBezTo>
                    <a:pt x="1" y="41"/>
                    <a:pt x="0" y="41"/>
                    <a:pt x="0" y="40"/>
                  </a:cubicBezTo>
                  <a:cubicBezTo>
                    <a:pt x="0" y="11"/>
                    <a:pt x="0" y="11"/>
                    <a:pt x="0" y="11"/>
                  </a:cubicBezTo>
                  <a:cubicBezTo>
                    <a:pt x="0" y="10"/>
                    <a:pt x="1" y="9"/>
                    <a:pt x="1" y="9"/>
                  </a:cubicBezTo>
                  <a:cubicBezTo>
                    <a:pt x="15" y="1"/>
                    <a:pt x="15" y="1"/>
                    <a:pt x="15" y="1"/>
                  </a:cubicBezTo>
                  <a:cubicBezTo>
                    <a:pt x="15" y="1"/>
                    <a:pt x="15" y="1"/>
                    <a:pt x="15" y="1"/>
                  </a:cubicBezTo>
                  <a:cubicBezTo>
                    <a:pt x="15" y="1"/>
                    <a:pt x="15" y="1"/>
                    <a:pt x="15" y="1"/>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69" name="未知"/>
            <p:cNvSpPr>
              <a:spLocks noChangeAspect="1"/>
            </p:cNvSpPr>
            <p:nvPr/>
          </p:nvSpPr>
          <p:spPr bwMode="auto">
            <a:xfrm>
              <a:off x="399" y="420"/>
              <a:ext cx="10" cy="25"/>
            </a:xfrm>
            <a:custGeom>
              <a:avLst/>
              <a:gdLst>
                <a:gd name="T0" fmla="*/ 15 w 16"/>
                <a:gd name="T1" fmla="*/ 1 h 41"/>
                <a:gd name="T2" fmla="*/ 16 w 16"/>
                <a:gd name="T3" fmla="*/ 1 h 41"/>
                <a:gd name="T4" fmla="*/ 16 w 16"/>
                <a:gd name="T5" fmla="*/ 31 h 41"/>
                <a:gd name="T6" fmla="*/ 15 w 16"/>
                <a:gd name="T7" fmla="*/ 32 h 41"/>
                <a:gd name="T8" fmla="*/ 1 w 16"/>
                <a:gd name="T9" fmla="*/ 40 h 41"/>
                <a:gd name="T10" fmla="*/ 0 w 16"/>
                <a:gd name="T11" fmla="*/ 40 h 41"/>
                <a:gd name="T12" fmla="*/ 0 w 16"/>
                <a:gd name="T13" fmla="*/ 10 h 41"/>
                <a:gd name="T14" fmla="*/ 1 w 16"/>
                <a:gd name="T15" fmla="*/ 9 h 41"/>
                <a:gd name="T16" fmla="*/ 15 w 16"/>
                <a:gd name="T17" fmla="*/ 1 h 41"/>
                <a:gd name="T18" fmla="*/ 15 w 16"/>
                <a:gd name="T19" fmla="*/ 1 h 41"/>
                <a:gd name="T20" fmla="*/ 15 w 16"/>
                <a:gd name="T21" fmla="*/ 1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 h="41">
                  <a:moveTo>
                    <a:pt x="15" y="1"/>
                  </a:moveTo>
                  <a:cubicBezTo>
                    <a:pt x="16" y="0"/>
                    <a:pt x="16" y="0"/>
                    <a:pt x="16" y="1"/>
                  </a:cubicBezTo>
                  <a:cubicBezTo>
                    <a:pt x="16" y="31"/>
                    <a:pt x="16" y="31"/>
                    <a:pt x="16" y="31"/>
                  </a:cubicBezTo>
                  <a:cubicBezTo>
                    <a:pt x="16" y="31"/>
                    <a:pt x="16" y="32"/>
                    <a:pt x="15" y="32"/>
                  </a:cubicBezTo>
                  <a:cubicBezTo>
                    <a:pt x="1" y="40"/>
                    <a:pt x="1" y="40"/>
                    <a:pt x="1" y="40"/>
                  </a:cubicBezTo>
                  <a:cubicBezTo>
                    <a:pt x="0" y="41"/>
                    <a:pt x="0" y="41"/>
                    <a:pt x="0" y="40"/>
                  </a:cubicBezTo>
                  <a:cubicBezTo>
                    <a:pt x="0" y="10"/>
                    <a:pt x="0" y="10"/>
                    <a:pt x="0" y="10"/>
                  </a:cubicBezTo>
                  <a:cubicBezTo>
                    <a:pt x="0" y="10"/>
                    <a:pt x="0" y="9"/>
                    <a:pt x="1" y="9"/>
                  </a:cubicBezTo>
                  <a:cubicBezTo>
                    <a:pt x="15" y="1"/>
                    <a:pt x="15" y="1"/>
                    <a:pt x="15" y="1"/>
                  </a:cubicBezTo>
                  <a:cubicBezTo>
                    <a:pt x="15" y="1"/>
                    <a:pt x="15" y="1"/>
                    <a:pt x="15" y="1"/>
                  </a:cubicBezTo>
                  <a:cubicBezTo>
                    <a:pt x="15" y="1"/>
                    <a:pt x="15" y="1"/>
                    <a:pt x="15" y="1"/>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70" name="未知"/>
            <p:cNvSpPr>
              <a:spLocks noChangeAspect="1"/>
            </p:cNvSpPr>
            <p:nvPr/>
          </p:nvSpPr>
          <p:spPr bwMode="auto">
            <a:xfrm>
              <a:off x="485" y="409"/>
              <a:ext cx="10" cy="25"/>
            </a:xfrm>
            <a:custGeom>
              <a:avLst/>
              <a:gdLst>
                <a:gd name="T0" fmla="*/ 15 w 17"/>
                <a:gd name="T1" fmla="*/ 0 h 40"/>
                <a:gd name="T2" fmla="*/ 17 w 17"/>
                <a:gd name="T3" fmla="*/ 1 h 40"/>
                <a:gd name="T4" fmla="*/ 17 w 17"/>
                <a:gd name="T5" fmla="*/ 30 h 40"/>
                <a:gd name="T6" fmla="*/ 16 w 17"/>
                <a:gd name="T7" fmla="*/ 32 h 40"/>
                <a:gd name="T8" fmla="*/ 1 w 17"/>
                <a:gd name="T9" fmla="*/ 40 h 40"/>
                <a:gd name="T10" fmla="*/ 0 w 17"/>
                <a:gd name="T11" fmla="*/ 39 h 40"/>
                <a:gd name="T12" fmla="*/ 0 w 17"/>
                <a:gd name="T13" fmla="*/ 10 h 40"/>
                <a:gd name="T14" fmla="*/ 1 w 17"/>
                <a:gd name="T15" fmla="*/ 8 h 40"/>
                <a:gd name="T16" fmla="*/ 15 w 17"/>
                <a:gd name="T17" fmla="*/ 0 h 40"/>
                <a:gd name="T18" fmla="*/ 15 w 17"/>
                <a:gd name="T19" fmla="*/ 0 h 40"/>
                <a:gd name="T20" fmla="*/ 15 w 17"/>
                <a:gd name="T21"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40">
                  <a:moveTo>
                    <a:pt x="15" y="0"/>
                  </a:moveTo>
                  <a:cubicBezTo>
                    <a:pt x="16" y="0"/>
                    <a:pt x="17" y="0"/>
                    <a:pt x="17" y="1"/>
                  </a:cubicBezTo>
                  <a:cubicBezTo>
                    <a:pt x="17" y="30"/>
                    <a:pt x="17" y="30"/>
                    <a:pt x="17" y="30"/>
                  </a:cubicBezTo>
                  <a:cubicBezTo>
                    <a:pt x="17" y="31"/>
                    <a:pt x="16" y="31"/>
                    <a:pt x="16" y="32"/>
                  </a:cubicBezTo>
                  <a:cubicBezTo>
                    <a:pt x="1" y="40"/>
                    <a:pt x="1" y="40"/>
                    <a:pt x="1" y="40"/>
                  </a:cubicBezTo>
                  <a:cubicBezTo>
                    <a:pt x="1" y="40"/>
                    <a:pt x="0" y="40"/>
                    <a:pt x="0" y="39"/>
                  </a:cubicBezTo>
                  <a:cubicBezTo>
                    <a:pt x="0" y="10"/>
                    <a:pt x="0" y="10"/>
                    <a:pt x="0" y="10"/>
                  </a:cubicBezTo>
                  <a:cubicBezTo>
                    <a:pt x="0" y="9"/>
                    <a:pt x="1" y="9"/>
                    <a:pt x="1" y="8"/>
                  </a:cubicBezTo>
                  <a:cubicBezTo>
                    <a:pt x="15" y="0"/>
                    <a:pt x="15" y="0"/>
                    <a:pt x="15" y="0"/>
                  </a:cubicBezTo>
                  <a:cubicBezTo>
                    <a:pt x="15" y="0"/>
                    <a:pt x="15" y="0"/>
                    <a:pt x="15" y="0"/>
                  </a:cubicBezTo>
                  <a:cubicBezTo>
                    <a:pt x="15" y="0"/>
                    <a:pt x="15" y="0"/>
                    <a:pt x="15" y="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71" name="未知"/>
            <p:cNvSpPr>
              <a:spLocks noChangeAspect="1"/>
            </p:cNvSpPr>
            <p:nvPr/>
          </p:nvSpPr>
          <p:spPr bwMode="auto">
            <a:xfrm>
              <a:off x="464" y="420"/>
              <a:ext cx="9" cy="25"/>
            </a:xfrm>
            <a:custGeom>
              <a:avLst/>
              <a:gdLst>
                <a:gd name="T0" fmla="*/ 15 w 16"/>
                <a:gd name="T1" fmla="*/ 1 h 41"/>
                <a:gd name="T2" fmla="*/ 16 w 16"/>
                <a:gd name="T3" fmla="*/ 1 h 41"/>
                <a:gd name="T4" fmla="*/ 16 w 16"/>
                <a:gd name="T5" fmla="*/ 31 h 41"/>
                <a:gd name="T6" fmla="*/ 15 w 16"/>
                <a:gd name="T7" fmla="*/ 32 h 41"/>
                <a:gd name="T8" fmla="*/ 1 w 16"/>
                <a:gd name="T9" fmla="*/ 40 h 41"/>
                <a:gd name="T10" fmla="*/ 0 w 16"/>
                <a:gd name="T11" fmla="*/ 40 h 41"/>
                <a:gd name="T12" fmla="*/ 0 w 16"/>
                <a:gd name="T13" fmla="*/ 10 h 41"/>
                <a:gd name="T14" fmla="*/ 1 w 16"/>
                <a:gd name="T15" fmla="*/ 9 h 41"/>
                <a:gd name="T16" fmla="*/ 15 w 16"/>
                <a:gd name="T17" fmla="*/ 1 h 41"/>
                <a:gd name="T18" fmla="*/ 15 w 16"/>
                <a:gd name="T19" fmla="*/ 1 h 41"/>
                <a:gd name="T20" fmla="*/ 15 w 16"/>
                <a:gd name="T21" fmla="*/ 1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 h="41">
                  <a:moveTo>
                    <a:pt x="15" y="1"/>
                  </a:moveTo>
                  <a:cubicBezTo>
                    <a:pt x="16" y="0"/>
                    <a:pt x="16" y="0"/>
                    <a:pt x="16" y="1"/>
                  </a:cubicBezTo>
                  <a:cubicBezTo>
                    <a:pt x="16" y="31"/>
                    <a:pt x="16" y="31"/>
                    <a:pt x="16" y="31"/>
                  </a:cubicBezTo>
                  <a:cubicBezTo>
                    <a:pt x="16" y="31"/>
                    <a:pt x="16" y="32"/>
                    <a:pt x="15" y="32"/>
                  </a:cubicBezTo>
                  <a:cubicBezTo>
                    <a:pt x="1" y="40"/>
                    <a:pt x="1" y="40"/>
                    <a:pt x="1" y="40"/>
                  </a:cubicBezTo>
                  <a:cubicBezTo>
                    <a:pt x="1" y="41"/>
                    <a:pt x="0" y="41"/>
                    <a:pt x="0" y="40"/>
                  </a:cubicBezTo>
                  <a:cubicBezTo>
                    <a:pt x="0" y="10"/>
                    <a:pt x="0" y="10"/>
                    <a:pt x="0" y="10"/>
                  </a:cubicBezTo>
                  <a:cubicBezTo>
                    <a:pt x="0" y="10"/>
                    <a:pt x="0" y="9"/>
                    <a:pt x="1" y="9"/>
                  </a:cubicBezTo>
                  <a:cubicBezTo>
                    <a:pt x="15" y="1"/>
                    <a:pt x="15" y="1"/>
                    <a:pt x="15" y="1"/>
                  </a:cubicBezTo>
                  <a:cubicBezTo>
                    <a:pt x="15" y="1"/>
                    <a:pt x="15" y="1"/>
                    <a:pt x="15" y="1"/>
                  </a:cubicBezTo>
                  <a:cubicBezTo>
                    <a:pt x="15" y="1"/>
                    <a:pt x="15" y="1"/>
                    <a:pt x="15" y="1"/>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72" name="未知"/>
            <p:cNvSpPr>
              <a:spLocks noChangeAspect="1"/>
            </p:cNvSpPr>
            <p:nvPr/>
          </p:nvSpPr>
          <p:spPr bwMode="auto">
            <a:xfrm>
              <a:off x="442" y="434"/>
              <a:ext cx="10" cy="25"/>
            </a:xfrm>
            <a:custGeom>
              <a:avLst/>
              <a:gdLst>
                <a:gd name="T0" fmla="*/ 15 w 16"/>
                <a:gd name="T1" fmla="*/ 0 h 41"/>
                <a:gd name="T2" fmla="*/ 16 w 16"/>
                <a:gd name="T3" fmla="*/ 1 h 41"/>
                <a:gd name="T4" fmla="*/ 16 w 16"/>
                <a:gd name="T5" fmla="*/ 30 h 41"/>
                <a:gd name="T6" fmla="*/ 15 w 16"/>
                <a:gd name="T7" fmla="*/ 32 h 41"/>
                <a:gd name="T8" fmla="*/ 1 w 16"/>
                <a:gd name="T9" fmla="*/ 40 h 41"/>
                <a:gd name="T10" fmla="*/ 0 w 16"/>
                <a:gd name="T11" fmla="*/ 40 h 41"/>
                <a:gd name="T12" fmla="*/ 0 w 16"/>
                <a:gd name="T13" fmla="*/ 10 h 41"/>
                <a:gd name="T14" fmla="*/ 1 w 16"/>
                <a:gd name="T15" fmla="*/ 9 h 41"/>
                <a:gd name="T16" fmla="*/ 15 w 16"/>
                <a:gd name="T17" fmla="*/ 0 h 41"/>
                <a:gd name="T18" fmla="*/ 15 w 16"/>
                <a:gd name="T19" fmla="*/ 0 h 41"/>
                <a:gd name="T20" fmla="*/ 15 w 16"/>
                <a:gd name="T21"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 h="41">
                  <a:moveTo>
                    <a:pt x="15" y="0"/>
                  </a:moveTo>
                  <a:cubicBezTo>
                    <a:pt x="15" y="0"/>
                    <a:pt x="16" y="0"/>
                    <a:pt x="16" y="1"/>
                  </a:cubicBezTo>
                  <a:cubicBezTo>
                    <a:pt x="16" y="30"/>
                    <a:pt x="16" y="30"/>
                    <a:pt x="16" y="30"/>
                  </a:cubicBezTo>
                  <a:cubicBezTo>
                    <a:pt x="16" y="31"/>
                    <a:pt x="15" y="32"/>
                    <a:pt x="15" y="32"/>
                  </a:cubicBezTo>
                  <a:cubicBezTo>
                    <a:pt x="1" y="40"/>
                    <a:pt x="1" y="40"/>
                    <a:pt x="1" y="40"/>
                  </a:cubicBezTo>
                  <a:cubicBezTo>
                    <a:pt x="0" y="41"/>
                    <a:pt x="0" y="40"/>
                    <a:pt x="0" y="40"/>
                  </a:cubicBezTo>
                  <a:cubicBezTo>
                    <a:pt x="0" y="10"/>
                    <a:pt x="0" y="10"/>
                    <a:pt x="0" y="10"/>
                  </a:cubicBezTo>
                  <a:cubicBezTo>
                    <a:pt x="0" y="10"/>
                    <a:pt x="0" y="9"/>
                    <a:pt x="1" y="9"/>
                  </a:cubicBezTo>
                  <a:cubicBezTo>
                    <a:pt x="15" y="0"/>
                    <a:pt x="15" y="0"/>
                    <a:pt x="15" y="0"/>
                  </a:cubicBezTo>
                  <a:cubicBezTo>
                    <a:pt x="15" y="0"/>
                    <a:pt x="15" y="0"/>
                    <a:pt x="15" y="0"/>
                  </a:cubicBezTo>
                  <a:cubicBezTo>
                    <a:pt x="15" y="0"/>
                    <a:pt x="15" y="0"/>
                    <a:pt x="15" y="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73" name="未知"/>
            <p:cNvSpPr>
              <a:spLocks noChangeAspect="1"/>
            </p:cNvSpPr>
            <p:nvPr/>
          </p:nvSpPr>
          <p:spPr bwMode="auto">
            <a:xfrm>
              <a:off x="421" y="447"/>
              <a:ext cx="10" cy="24"/>
            </a:xfrm>
            <a:custGeom>
              <a:avLst/>
              <a:gdLst>
                <a:gd name="T0" fmla="*/ 15 w 17"/>
                <a:gd name="T1" fmla="*/ 0 h 40"/>
                <a:gd name="T2" fmla="*/ 16 w 17"/>
                <a:gd name="T3" fmla="*/ 1 h 40"/>
                <a:gd name="T4" fmla="*/ 17 w 17"/>
                <a:gd name="T5" fmla="*/ 30 h 40"/>
                <a:gd name="T6" fmla="*/ 15 w 17"/>
                <a:gd name="T7" fmla="*/ 32 h 40"/>
                <a:gd name="T8" fmla="*/ 1 w 17"/>
                <a:gd name="T9" fmla="*/ 40 h 40"/>
                <a:gd name="T10" fmla="*/ 0 w 17"/>
                <a:gd name="T11" fmla="*/ 39 h 40"/>
                <a:gd name="T12" fmla="*/ 0 w 17"/>
                <a:gd name="T13" fmla="*/ 10 h 40"/>
                <a:gd name="T14" fmla="*/ 1 w 17"/>
                <a:gd name="T15" fmla="*/ 8 h 40"/>
                <a:gd name="T16" fmla="*/ 15 w 17"/>
                <a:gd name="T17" fmla="*/ 0 h 40"/>
                <a:gd name="T18" fmla="*/ 15 w 17"/>
                <a:gd name="T19" fmla="*/ 0 h 40"/>
                <a:gd name="T20" fmla="*/ 15 w 17"/>
                <a:gd name="T21"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40">
                  <a:moveTo>
                    <a:pt x="15" y="0"/>
                  </a:moveTo>
                  <a:cubicBezTo>
                    <a:pt x="16" y="0"/>
                    <a:pt x="16" y="0"/>
                    <a:pt x="16" y="1"/>
                  </a:cubicBezTo>
                  <a:cubicBezTo>
                    <a:pt x="17" y="30"/>
                    <a:pt x="17" y="30"/>
                    <a:pt x="17" y="30"/>
                  </a:cubicBezTo>
                  <a:cubicBezTo>
                    <a:pt x="17" y="31"/>
                    <a:pt x="16" y="31"/>
                    <a:pt x="15" y="32"/>
                  </a:cubicBezTo>
                  <a:cubicBezTo>
                    <a:pt x="1" y="40"/>
                    <a:pt x="1" y="40"/>
                    <a:pt x="1" y="40"/>
                  </a:cubicBezTo>
                  <a:cubicBezTo>
                    <a:pt x="1" y="40"/>
                    <a:pt x="0" y="40"/>
                    <a:pt x="0" y="39"/>
                  </a:cubicBezTo>
                  <a:cubicBezTo>
                    <a:pt x="0" y="10"/>
                    <a:pt x="0" y="10"/>
                    <a:pt x="0" y="10"/>
                  </a:cubicBezTo>
                  <a:cubicBezTo>
                    <a:pt x="0" y="9"/>
                    <a:pt x="1" y="8"/>
                    <a:pt x="1" y="8"/>
                  </a:cubicBezTo>
                  <a:cubicBezTo>
                    <a:pt x="15" y="0"/>
                    <a:pt x="15" y="0"/>
                    <a:pt x="15" y="0"/>
                  </a:cubicBezTo>
                  <a:cubicBezTo>
                    <a:pt x="15" y="0"/>
                    <a:pt x="15" y="0"/>
                    <a:pt x="15" y="0"/>
                  </a:cubicBezTo>
                  <a:cubicBezTo>
                    <a:pt x="15" y="0"/>
                    <a:pt x="15" y="0"/>
                    <a:pt x="15" y="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74" name="未知"/>
            <p:cNvSpPr>
              <a:spLocks noChangeAspect="1"/>
            </p:cNvSpPr>
            <p:nvPr/>
          </p:nvSpPr>
          <p:spPr bwMode="auto">
            <a:xfrm>
              <a:off x="399" y="459"/>
              <a:ext cx="10" cy="25"/>
            </a:xfrm>
            <a:custGeom>
              <a:avLst/>
              <a:gdLst>
                <a:gd name="T0" fmla="*/ 15 w 16"/>
                <a:gd name="T1" fmla="*/ 1 h 41"/>
                <a:gd name="T2" fmla="*/ 16 w 16"/>
                <a:gd name="T3" fmla="*/ 1 h 41"/>
                <a:gd name="T4" fmla="*/ 16 w 16"/>
                <a:gd name="T5" fmla="*/ 31 h 41"/>
                <a:gd name="T6" fmla="*/ 15 w 16"/>
                <a:gd name="T7" fmla="*/ 32 h 41"/>
                <a:gd name="T8" fmla="*/ 1 w 16"/>
                <a:gd name="T9" fmla="*/ 41 h 41"/>
                <a:gd name="T10" fmla="*/ 0 w 16"/>
                <a:gd name="T11" fmla="*/ 40 h 41"/>
                <a:gd name="T12" fmla="*/ 0 w 16"/>
                <a:gd name="T13" fmla="*/ 11 h 41"/>
                <a:gd name="T14" fmla="*/ 1 w 16"/>
                <a:gd name="T15" fmla="*/ 9 h 41"/>
                <a:gd name="T16" fmla="*/ 15 w 16"/>
                <a:gd name="T17" fmla="*/ 1 h 41"/>
                <a:gd name="T18" fmla="*/ 15 w 16"/>
                <a:gd name="T19" fmla="*/ 1 h 41"/>
                <a:gd name="T20" fmla="*/ 15 w 16"/>
                <a:gd name="T21" fmla="*/ 1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 h="41">
                  <a:moveTo>
                    <a:pt x="15" y="1"/>
                  </a:moveTo>
                  <a:cubicBezTo>
                    <a:pt x="16" y="0"/>
                    <a:pt x="16" y="1"/>
                    <a:pt x="16" y="1"/>
                  </a:cubicBezTo>
                  <a:cubicBezTo>
                    <a:pt x="16" y="31"/>
                    <a:pt x="16" y="31"/>
                    <a:pt x="16" y="31"/>
                  </a:cubicBezTo>
                  <a:cubicBezTo>
                    <a:pt x="16" y="31"/>
                    <a:pt x="16" y="32"/>
                    <a:pt x="15" y="32"/>
                  </a:cubicBezTo>
                  <a:cubicBezTo>
                    <a:pt x="1" y="41"/>
                    <a:pt x="1" y="41"/>
                    <a:pt x="1" y="41"/>
                  </a:cubicBezTo>
                  <a:cubicBezTo>
                    <a:pt x="0" y="41"/>
                    <a:pt x="0" y="41"/>
                    <a:pt x="0" y="40"/>
                  </a:cubicBezTo>
                  <a:cubicBezTo>
                    <a:pt x="0" y="11"/>
                    <a:pt x="0" y="11"/>
                    <a:pt x="0" y="11"/>
                  </a:cubicBezTo>
                  <a:cubicBezTo>
                    <a:pt x="0" y="10"/>
                    <a:pt x="0" y="9"/>
                    <a:pt x="1" y="9"/>
                  </a:cubicBezTo>
                  <a:cubicBezTo>
                    <a:pt x="15" y="1"/>
                    <a:pt x="15" y="1"/>
                    <a:pt x="15" y="1"/>
                  </a:cubicBezTo>
                  <a:cubicBezTo>
                    <a:pt x="15" y="1"/>
                    <a:pt x="15" y="1"/>
                    <a:pt x="15" y="1"/>
                  </a:cubicBezTo>
                  <a:cubicBezTo>
                    <a:pt x="15" y="1"/>
                    <a:pt x="15" y="1"/>
                    <a:pt x="15" y="1"/>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grpSp>
      <p:sp>
        <p:nvSpPr>
          <p:cNvPr id="475" name="Line 164"/>
          <p:cNvSpPr>
            <a:spLocks noChangeShapeType="1"/>
          </p:cNvSpPr>
          <p:nvPr/>
        </p:nvSpPr>
        <p:spPr bwMode="auto">
          <a:xfrm flipH="1">
            <a:off x="2880208" y="4084845"/>
            <a:ext cx="0" cy="1223962"/>
          </a:xfrm>
          <a:prstGeom prst="line">
            <a:avLst/>
          </a:prstGeom>
          <a:noFill/>
          <a:ln w="28575" cmpd="sng">
            <a:solidFill>
              <a:srgbClr val="0033C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76" name="Text Box 165"/>
          <p:cNvSpPr txBox="1">
            <a:spLocks noChangeArrowheads="1"/>
          </p:cNvSpPr>
          <p:nvPr/>
        </p:nvSpPr>
        <p:spPr bwMode="auto">
          <a:xfrm>
            <a:off x="5608513" y="3174768"/>
            <a:ext cx="33316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algn="l" defTabSz="914400" rtl="0" eaLnBrk="1" fontAlgn="auto" latinLnBrk="0" hangingPunct="1">
              <a:lnSpc>
                <a:spcPct val="100000"/>
              </a:lnSpc>
              <a:spcBef>
                <a:spcPct val="50000"/>
              </a:spcBef>
              <a:spcAft>
                <a:spcPts val="0"/>
              </a:spcAft>
              <a:buClrTx/>
              <a:buSzTx/>
              <a:buFontTx/>
              <a:buNone/>
              <a:defRPr/>
            </a:pPr>
            <a:r>
              <a:rPr kumimoji="0" lang="zh-CN" altLang="zh-CN" sz="1600" b="0" i="0" u="none" strike="noStrike" kern="1200" cap="none" spc="0" normalizeH="0" baseline="0" noProof="0" dirty="0">
                <a:ln>
                  <a:noFill/>
                </a:ln>
                <a:solidFill>
                  <a:prstClr val="black"/>
                </a:solidFill>
                <a:effectLst/>
                <a:uLnTx/>
                <a:uFillTx/>
                <a:latin typeface="等线" panose="020F0502020204030204"/>
                <a:ea typeface="华文细黑" panose="02010600040101010101" pitchFamily="2" charset="-122"/>
                <a:cs typeface="+mn-cs"/>
              </a:rPr>
              <a:t>A</a:t>
            </a:r>
          </a:p>
        </p:txBody>
      </p:sp>
      <p:sp>
        <p:nvSpPr>
          <p:cNvPr id="477" name="Text Box 166"/>
          <p:cNvSpPr txBox="1">
            <a:spLocks noChangeArrowheads="1"/>
          </p:cNvSpPr>
          <p:nvPr/>
        </p:nvSpPr>
        <p:spPr bwMode="auto">
          <a:xfrm>
            <a:off x="7472250" y="3418144"/>
            <a:ext cx="39926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algn="l" defTabSz="914400" rtl="0" eaLnBrk="1" fontAlgn="auto" latinLnBrk="0" hangingPunct="1">
              <a:lnSpc>
                <a:spcPct val="100000"/>
              </a:lnSpc>
              <a:spcBef>
                <a:spcPct val="50000"/>
              </a:spcBef>
              <a:spcAft>
                <a:spcPts val="0"/>
              </a:spcAft>
              <a:buClrTx/>
              <a:buSzTx/>
              <a:buFontTx/>
              <a:buNone/>
              <a:defRPr/>
            </a:pPr>
            <a:r>
              <a:rPr kumimoji="0" lang="zh-CN" altLang="zh-CN" sz="1600" b="0" i="0" u="none" strike="noStrike" kern="1200" cap="none" spc="0" normalizeH="0" baseline="0" noProof="0" dirty="0">
                <a:ln>
                  <a:noFill/>
                </a:ln>
                <a:solidFill>
                  <a:prstClr val="black"/>
                </a:solidFill>
                <a:effectLst/>
                <a:uLnTx/>
                <a:uFillTx/>
                <a:latin typeface="等线" panose="020F0502020204030204"/>
                <a:ea typeface="华文细黑" panose="02010600040101010101" pitchFamily="2" charset="-122"/>
                <a:cs typeface="+mn-cs"/>
              </a:rPr>
              <a:t>B</a:t>
            </a:r>
          </a:p>
        </p:txBody>
      </p:sp>
      <p:sp>
        <p:nvSpPr>
          <p:cNvPr id="478" name="Text Box 167"/>
          <p:cNvSpPr txBox="1">
            <a:spLocks noChangeArrowheads="1"/>
          </p:cNvSpPr>
          <p:nvPr/>
        </p:nvSpPr>
        <p:spPr bwMode="auto">
          <a:xfrm>
            <a:off x="5609165" y="4505220"/>
            <a:ext cx="31214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algn="l" defTabSz="914400" rtl="0" eaLnBrk="1" fontAlgn="auto" latinLnBrk="0" hangingPunct="1">
              <a:lnSpc>
                <a:spcPct val="100000"/>
              </a:lnSpc>
              <a:spcBef>
                <a:spcPct val="50000"/>
              </a:spcBef>
              <a:spcAft>
                <a:spcPts val="0"/>
              </a:spcAft>
              <a:buClrTx/>
              <a:buSzTx/>
              <a:buFontTx/>
              <a:buNone/>
              <a:defRPr/>
            </a:pPr>
            <a:r>
              <a:rPr kumimoji="0" lang="zh-CN" altLang="zh-CN" sz="1600" b="0" i="0" u="none" strike="noStrike" kern="1200" cap="none" spc="0" normalizeH="0" baseline="0" noProof="0" dirty="0">
                <a:ln>
                  <a:noFill/>
                </a:ln>
                <a:solidFill>
                  <a:prstClr val="black"/>
                </a:solidFill>
                <a:effectLst/>
                <a:uLnTx/>
                <a:uFillTx/>
                <a:latin typeface="等线" panose="020F0502020204030204"/>
                <a:ea typeface="华文细黑" panose="02010600040101010101" pitchFamily="2" charset="-122"/>
                <a:cs typeface="+mn-cs"/>
              </a:rPr>
              <a:t>C</a:t>
            </a:r>
          </a:p>
        </p:txBody>
      </p:sp>
      <p:sp>
        <p:nvSpPr>
          <p:cNvPr id="479" name="Text Box 168"/>
          <p:cNvSpPr txBox="1">
            <a:spLocks noChangeArrowheads="1"/>
          </p:cNvSpPr>
          <p:nvPr/>
        </p:nvSpPr>
        <p:spPr bwMode="auto">
          <a:xfrm>
            <a:off x="7468872" y="4742614"/>
            <a:ext cx="33020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algn="l" defTabSz="914400" rtl="0" eaLnBrk="1" fontAlgn="auto" latinLnBrk="0" hangingPunct="1">
              <a:lnSpc>
                <a:spcPct val="100000"/>
              </a:lnSpc>
              <a:spcBef>
                <a:spcPct val="50000"/>
              </a:spcBef>
              <a:spcAft>
                <a:spcPts val="0"/>
              </a:spcAft>
              <a:buClrTx/>
              <a:buSzTx/>
              <a:buFontTx/>
              <a:buNone/>
              <a:defRPr/>
            </a:pPr>
            <a:r>
              <a:rPr kumimoji="0" lang="zh-CN" altLang="zh-CN" sz="1600" b="0" i="0" u="none" strike="noStrike" kern="1200" cap="none" spc="0" normalizeH="0" baseline="0" noProof="0" dirty="0">
                <a:ln>
                  <a:noFill/>
                </a:ln>
                <a:solidFill>
                  <a:prstClr val="black"/>
                </a:solidFill>
                <a:effectLst/>
                <a:uLnTx/>
                <a:uFillTx/>
                <a:latin typeface="等线" panose="020F0502020204030204"/>
                <a:ea typeface="华文细黑" panose="02010600040101010101" pitchFamily="2" charset="-122"/>
                <a:cs typeface="+mn-cs"/>
              </a:rPr>
              <a:t>D</a:t>
            </a:r>
          </a:p>
        </p:txBody>
      </p:sp>
      <p:sp>
        <p:nvSpPr>
          <p:cNvPr id="480" name="Line 169"/>
          <p:cNvSpPr>
            <a:spLocks noChangeShapeType="1"/>
          </p:cNvSpPr>
          <p:nvPr/>
        </p:nvSpPr>
        <p:spPr bwMode="auto">
          <a:xfrm flipH="1">
            <a:off x="3385033" y="3868945"/>
            <a:ext cx="2232025" cy="0"/>
          </a:xfrm>
          <a:prstGeom prst="line">
            <a:avLst/>
          </a:prstGeom>
          <a:noFill/>
          <a:ln w="28575" cmpd="sng">
            <a:solidFill>
              <a:srgbClr val="7030A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481" name="Line 170"/>
          <p:cNvSpPr>
            <a:spLocks noChangeShapeType="1"/>
          </p:cNvSpPr>
          <p:nvPr/>
        </p:nvSpPr>
        <p:spPr bwMode="auto">
          <a:xfrm flipH="1">
            <a:off x="3189482" y="4120986"/>
            <a:ext cx="4227801" cy="19845"/>
          </a:xfrm>
          <a:prstGeom prst="line">
            <a:avLst/>
          </a:prstGeom>
          <a:noFill/>
          <a:ln w="28575" cmpd="sng">
            <a:solidFill>
              <a:srgbClr val="CC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482" name="Line 171"/>
          <p:cNvSpPr>
            <a:spLocks noChangeShapeType="1"/>
          </p:cNvSpPr>
          <p:nvPr/>
        </p:nvSpPr>
        <p:spPr bwMode="auto">
          <a:xfrm flipH="1">
            <a:off x="3131478" y="5222742"/>
            <a:ext cx="2483991" cy="8157"/>
          </a:xfrm>
          <a:prstGeom prst="line">
            <a:avLst/>
          </a:prstGeom>
          <a:noFill/>
          <a:ln w="28575" cmpd="sng">
            <a:solidFill>
              <a:srgbClr val="7030A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83" name="Line 172"/>
          <p:cNvSpPr>
            <a:spLocks noChangeShapeType="1"/>
          </p:cNvSpPr>
          <p:nvPr/>
        </p:nvSpPr>
        <p:spPr bwMode="auto">
          <a:xfrm flipH="1">
            <a:off x="3116456" y="5477013"/>
            <a:ext cx="4300827" cy="20707"/>
          </a:xfrm>
          <a:prstGeom prst="line">
            <a:avLst/>
          </a:prstGeom>
          <a:noFill/>
          <a:ln w="28575" cmpd="sng">
            <a:solidFill>
              <a:srgbClr val="CC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pic>
        <p:nvPicPr>
          <p:cNvPr id="484" name="Picture 17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91821" y="3437145"/>
            <a:ext cx="576263" cy="547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85" name="Picture 17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91821" y="4790943"/>
            <a:ext cx="576263" cy="547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86" name="Picture 17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15852" y="5019882"/>
            <a:ext cx="576263" cy="547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87" name="Picture 17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45845" y="3716175"/>
            <a:ext cx="576263" cy="547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8" name="Text Box 177"/>
          <p:cNvSpPr txBox="1">
            <a:spLocks noChangeAspect="1" noChangeArrowheads="1"/>
          </p:cNvSpPr>
          <p:nvPr/>
        </p:nvSpPr>
        <p:spPr bwMode="auto">
          <a:xfrm>
            <a:off x="5082945" y="2369866"/>
            <a:ext cx="13843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ctr" defTabSz="914400" rtl="0" eaLnBrk="1" fontAlgn="auto" latinLnBrk="0" hangingPunct="1">
              <a:lnSpc>
                <a:spcPct val="100000"/>
              </a:lnSpc>
              <a:spcBef>
                <a:spcPct val="50000"/>
              </a:spcBef>
              <a:spcAft>
                <a:spcPts val="0"/>
              </a:spcAft>
              <a:buClrTx/>
              <a:buSzTx/>
              <a:buFontTx/>
              <a:buNone/>
              <a:defRPr/>
            </a:pPr>
            <a:r>
              <a:rPr kumimoji="1"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开发部</a:t>
            </a:r>
            <a:endParaRPr kumimoji="1" lang="zh-CN"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489" name="Text Box 178"/>
          <p:cNvSpPr txBox="1">
            <a:spLocks noChangeAspect="1" noChangeArrowheads="1"/>
          </p:cNvSpPr>
          <p:nvPr/>
        </p:nvSpPr>
        <p:spPr bwMode="auto">
          <a:xfrm>
            <a:off x="6982058" y="2384340"/>
            <a:ext cx="13843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ctr" defTabSz="914400" rtl="0" eaLnBrk="1" fontAlgn="auto" latinLnBrk="0" hangingPunct="1">
              <a:lnSpc>
                <a:spcPct val="100000"/>
              </a:lnSpc>
              <a:spcBef>
                <a:spcPct val="50000"/>
              </a:spcBef>
              <a:spcAft>
                <a:spcPts val="0"/>
              </a:spcAft>
              <a:buClrTx/>
              <a:buSzTx/>
              <a:buFontTx/>
              <a:buNone/>
              <a:defRPr/>
            </a:pPr>
            <a:r>
              <a:rPr kumimoji="1"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市场部</a:t>
            </a:r>
            <a:endParaRPr kumimoji="1" lang="zh-CN"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nvGrpSpPr>
          <p:cNvPr id="503" name="Group 192"/>
          <p:cNvGrpSpPr>
            <a:grpSpLocks noChangeAspect="1"/>
          </p:cNvGrpSpPr>
          <p:nvPr/>
        </p:nvGrpSpPr>
        <p:grpSpPr bwMode="auto">
          <a:xfrm>
            <a:off x="2519845" y="5021470"/>
            <a:ext cx="914400" cy="661987"/>
            <a:chOff x="0" y="0"/>
            <a:chExt cx="576" cy="417"/>
          </a:xfrm>
        </p:grpSpPr>
        <p:sp>
          <p:nvSpPr>
            <p:cNvPr id="504" name="AutoShape 193"/>
            <p:cNvSpPr>
              <a:spLocks noChangeAspect="1" noChangeArrowheads="1" noTextEdit="1"/>
            </p:cNvSpPr>
            <p:nvPr/>
          </p:nvSpPr>
          <p:spPr bwMode="auto">
            <a:xfrm>
              <a:off x="0" y="0"/>
              <a:ext cx="576" cy="4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505" name="未知"/>
            <p:cNvSpPr/>
            <p:nvPr/>
          </p:nvSpPr>
          <p:spPr bwMode="auto">
            <a:xfrm>
              <a:off x="289" y="166"/>
              <a:ext cx="286" cy="252"/>
            </a:xfrm>
            <a:custGeom>
              <a:avLst/>
              <a:gdLst>
                <a:gd name="T0" fmla="*/ 286 w 286"/>
                <a:gd name="T1" fmla="*/ 0 h 252"/>
                <a:gd name="T2" fmla="*/ 286 w 286"/>
                <a:gd name="T3" fmla="*/ 85 h 252"/>
                <a:gd name="T4" fmla="*/ 0 w 286"/>
                <a:gd name="T5" fmla="*/ 252 h 252"/>
                <a:gd name="T6" fmla="*/ 0 w 286"/>
                <a:gd name="T7" fmla="*/ 166 h 252"/>
                <a:gd name="T8" fmla="*/ 286 w 286"/>
                <a:gd name="T9" fmla="*/ 0 h 252"/>
                <a:gd name="T10" fmla="*/ 286 w 286"/>
                <a:gd name="T11" fmla="*/ 0 h 252"/>
                <a:gd name="T12" fmla="*/ 286 w 286"/>
                <a:gd name="T13" fmla="*/ 0 h 252"/>
                <a:gd name="T14" fmla="*/ 286 w 286"/>
                <a:gd name="T15" fmla="*/ 0 h 252"/>
                <a:gd name="T16" fmla="*/ 286 w 286"/>
                <a:gd name="T17" fmla="*/ 0 h 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6" h="252">
                  <a:moveTo>
                    <a:pt x="286" y="0"/>
                  </a:moveTo>
                  <a:lnTo>
                    <a:pt x="286" y="85"/>
                  </a:lnTo>
                  <a:lnTo>
                    <a:pt x="0" y="252"/>
                  </a:lnTo>
                  <a:lnTo>
                    <a:pt x="0" y="166"/>
                  </a:lnTo>
                  <a:lnTo>
                    <a:pt x="286" y="0"/>
                  </a:lnTo>
                  <a:lnTo>
                    <a:pt x="286" y="0"/>
                  </a:lnTo>
                  <a:lnTo>
                    <a:pt x="286" y="0"/>
                  </a:lnTo>
                  <a:lnTo>
                    <a:pt x="286" y="0"/>
                  </a:lnTo>
                  <a:lnTo>
                    <a:pt x="286" y="0"/>
                  </a:lnTo>
                  <a:close/>
                </a:path>
              </a:pathLst>
            </a:custGeom>
            <a:solidFill>
              <a:srgbClr val="1D2977"/>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506" name="未知"/>
            <p:cNvSpPr/>
            <p:nvPr/>
          </p:nvSpPr>
          <p:spPr bwMode="auto">
            <a:xfrm>
              <a:off x="1" y="166"/>
              <a:ext cx="288" cy="252"/>
            </a:xfrm>
            <a:custGeom>
              <a:avLst/>
              <a:gdLst>
                <a:gd name="T0" fmla="*/ 288 w 288"/>
                <a:gd name="T1" fmla="*/ 166 h 252"/>
                <a:gd name="T2" fmla="*/ 288 w 288"/>
                <a:gd name="T3" fmla="*/ 252 h 252"/>
                <a:gd name="T4" fmla="*/ 0 w 288"/>
                <a:gd name="T5" fmla="*/ 85 h 252"/>
                <a:gd name="T6" fmla="*/ 0 w 288"/>
                <a:gd name="T7" fmla="*/ 0 h 252"/>
                <a:gd name="T8" fmla="*/ 288 w 288"/>
                <a:gd name="T9" fmla="*/ 166 h 252"/>
                <a:gd name="T10" fmla="*/ 288 w 288"/>
                <a:gd name="T11" fmla="*/ 166 h 252"/>
                <a:gd name="T12" fmla="*/ 288 w 288"/>
                <a:gd name="T13" fmla="*/ 166 h 252"/>
                <a:gd name="T14" fmla="*/ 288 w 288"/>
                <a:gd name="T15" fmla="*/ 166 h 252"/>
                <a:gd name="T16" fmla="*/ 288 w 288"/>
                <a:gd name="T17" fmla="*/ 166 h 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8" h="252">
                  <a:moveTo>
                    <a:pt x="288" y="166"/>
                  </a:moveTo>
                  <a:lnTo>
                    <a:pt x="288" y="252"/>
                  </a:lnTo>
                  <a:lnTo>
                    <a:pt x="0" y="85"/>
                  </a:lnTo>
                  <a:lnTo>
                    <a:pt x="0" y="0"/>
                  </a:lnTo>
                  <a:lnTo>
                    <a:pt x="288" y="166"/>
                  </a:lnTo>
                  <a:lnTo>
                    <a:pt x="288" y="166"/>
                  </a:lnTo>
                  <a:lnTo>
                    <a:pt x="288" y="166"/>
                  </a:lnTo>
                  <a:lnTo>
                    <a:pt x="288" y="166"/>
                  </a:lnTo>
                  <a:lnTo>
                    <a:pt x="288" y="166"/>
                  </a:lnTo>
                  <a:close/>
                </a:path>
              </a:pathLst>
            </a:custGeom>
            <a:solidFill>
              <a:srgbClr val="36458A"/>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507" name="未知"/>
            <p:cNvSpPr/>
            <p:nvPr/>
          </p:nvSpPr>
          <p:spPr bwMode="auto">
            <a:xfrm>
              <a:off x="1" y="0"/>
              <a:ext cx="574" cy="332"/>
            </a:xfrm>
            <a:custGeom>
              <a:avLst/>
              <a:gdLst>
                <a:gd name="T0" fmla="*/ 574 w 574"/>
                <a:gd name="T1" fmla="*/ 166 h 332"/>
                <a:gd name="T2" fmla="*/ 288 w 574"/>
                <a:gd name="T3" fmla="*/ 332 h 332"/>
                <a:gd name="T4" fmla="*/ 0 w 574"/>
                <a:gd name="T5" fmla="*/ 166 h 332"/>
                <a:gd name="T6" fmla="*/ 286 w 574"/>
                <a:gd name="T7" fmla="*/ 0 h 332"/>
                <a:gd name="T8" fmla="*/ 574 w 574"/>
                <a:gd name="T9" fmla="*/ 166 h 332"/>
                <a:gd name="T10" fmla="*/ 574 w 574"/>
                <a:gd name="T11" fmla="*/ 166 h 332"/>
                <a:gd name="T12" fmla="*/ 574 w 574"/>
                <a:gd name="T13" fmla="*/ 166 h 332"/>
                <a:gd name="T14" fmla="*/ 574 w 574"/>
                <a:gd name="T15" fmla="*/ 166 h 332"/>
                <a:gd name="T16" fmla="*/ 574 w 574"/>
                <a:gd name="T17" fmla="*/ 166 h 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4" h="332">
                  <a:moveTo>
                    <a:pt x="574" y="166"/>
                  </a:moveTo>
                  <a:lnTo>
                    <a:pt x="288" y="332"/>
                  </a:lnTo>
                  <a:lnTo>
                    <a:pt x="0" y="166"/>
                  </a:lnTo>
                  <a:lnTo>
                    <a:pt x="286" y="0"/>
                  </a:lnTo>
                  <a:lnTo>
                    <a:pt x="574" y="166"/>
                  </a:lnTo>
                  <a:lnTo>
                    <a:pt x="574" y="166"/>
                  </a:lnTo>
                  <a:lnTo>
                    <a:pt x="574" y="166"/>
                  </a:lnTo>
                  <a:lnTo>
                    <a:pt x="574" y="166"/>
                  </a:lnTo>
                  <a:lnTo>
                    <a:pt x="574" y="166"/>
                  </a:lnTo>
                  <a:close/>
                </a:path>
              </a:pathLst>
            </a:custGeom>
            <a:solidFill>
              <a:srgbClr val="4D61A4"/>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508" name="未知"/>
            <p:cNvSpPr>
              <a:spLocks noEditPoints="1"/>
            </p:cNvSpPr>
            <p:nvPr/>
          </p:nvSpPr>
          <p:spPr bwMode="auto">
            <a:xfrm>
              <a:off x="80" y="48"/>
              <a:ext cx="416" cy="241"/>
            </a:xfrm>
            <a:custGeom>
              <a:avLst/>
              <a:gdLst>
                <a:gd name="T0" fmla="*/ 483 w 785"/>
                <a:gd name="T1" fmla="*/ 356 h 457"/>
                <a:gd name="T2" fmla="*/ 523 w 785"/>
                <a:gd name="T3" fmla="*/ 379 h 457"/>
                <a:gd name="T4" fmla="*/ 389 w 785"/>
                <a:gd name="T5" fmla="*/ 457 h 457"/>
                <a:gd name="T6" fmla="*/ 255 w 785"/>
                <a:gd name="T7" fmla="*/ 379 h 457"/>
                <a:gd name="T8" fmla="*/ 295 w 785"/>
                <a:gd name="T9" fmla="*/ 356 h 457"/>
                <a:gd name="T10" fmla="*/ 356 w 785"/>
                <a:gd name="T11" fmla="*/ 391 h 457"/>
                <a:gd name="T12" fmla="*/ 356 w 785"/>
                <a:gd name="T13" fmla="*/ 313 h 457"/>
                <a:gd name="T14" fmla="*/ 286 w 785"/>
                <a:gd name="T15" fmla="*/ 290 h 457"/>
                <a:gd name="T16" fmla="*/ 246 w 785"/>
                <a:gd name="T17" fmla="*/ 249 h 457"/>
                <a:gd name="T18" fmla="*/ 113 w 785"/>
                <a:gd name="T19" fmla="*/ 249 h 457"/>
                <a:gd name="T20" fmla="*/ 174 w 785"/>
                <a:gd name="T21" fmla="*/ 285 h 457"/>
                <a:gd name="T22" fmla="*/ 134 w 785"/>
                <a:gd name="T23" fmla="*/ 308 h 457"/>
                <a:gd name="T24" fmla="*/ 0 w 785"/>
                <a:gd name="T25" fmla="*/ 230 h 457"/>
                <a:gd name="T26" fmla="*/ 134 w 785"/>
                <a:gd name="T27" fmla="*/ 153 h 457"/>
                <a:gd name="T28" fmla="*/ 174 w 785"/>
                <a:gd name="T29" fmla="*/ 176 h 457"/>
                <a:gd name="T30" fmla="*/ 113 w 785"/>
                <a:gd name="T31" fmla="*/ 211 h 457"/>
                <a:gd name="T32" fmla="*/ 244 w 785"/>
                <a:gd name="T33" fmla="*/ 211 h 457"/>
                <a:gd name="T34" fmla="*/ 286 w 785"/>
                <a:gd name="T35" fmla="*/ 165 h 457"/>
                <a:gd name="T36" fmla="*/ 369 w 785"/>
                <a:gd name="T37" fmla="*/ 140 h 457"/>
                <a:gd name="T38" fmla="*/ 369 w 785"/>
                <a:gd name="T39" fmla="*/ 66 h 457"/>
                <a:gd name="T40" fmla="*/ 308 w 785"/>
                <a:gd name="T41" fmla="*/ 101 h 457"/>
                <a:gd name="T42" fmla="*/ 268 w 785"/>
                <a:gd name="T43" fmla="*/ 78 h 457"/>
                <a:gd name="T44" fmla="*/ 402 w 785"/>
                <a:gd name="T45" fmla="*/ 0 h 457"/>
                <a:gd name="T46" fmla="*/ 536 w 785"/>
                <a:gd name="T47" fmla="*/ 78 h 457"/>
                <a:gd name="T48" fmla="*/ 496 w 785"/>
                <a:gd name="T49" fmla="*/ 101 h 457"/>
                <a:gd name="T50" fmla="*/ 435 w 785"/>
                <a:gd name="T51" fmla="*/ 66 h 457"/>
                <a:gd name="T52" fmla="*/ 435 w 785"/>
                <a:gd name="T53" fmla="*/ 142 h 457"/>
                <a:gd name="T54" fmla="*/ 502 w 785"/>
                <a:gd name="T55" fmla="*/ 165 h 457"/>
                <a:gd name="T56" fmla="*/ 541 w 785"/>
                <a:gd name="T57" fmla="*/ 204 h 457"/>
                <a:gd name="T58" fmla="*/ 672 w 785"/>
                <a:gd name="T59" fmla="*/ 204 h 457"/>
                <a:gd name="T60" fmla="*/ 611 w 785"/>
                <a:gd name="T61" fmla="*/ 169 h 457"/>
                <a:gd name="T62" fmla="*/ 650 w 785"/>
                <a:gd name="T63" fmla="*/ 145 h 457"/>
                <a:gd name="T64" fmla="*/ 785 w 785"/>
                <a:gd name="T65" fmla="*/ 223 h 457"/>
                <a:gd name="T66" fmla="*/ 651 w 785"/>
                <a:gd name="T67" fmla="*/ 301 h 457"/>
                <a:gd name="T68" fmla="*/ 611 w 785"/>
                <a:gd name="T69" fmla="*/ 278 h 457"/>
                <a:gd name="T70" fmla="*/ 672 w 785"/>
                <a:gd name="T71" fmla="*/ 242 h 457"/>
                <a:gd name="T72" fmla="*/ 545 w 785"/>
                <a:gd name="T73" fmla="*/ 242 h 457"/>
                <a:gd name="T74" fmla="*/ 502 w 785"/>
                <a:gd name="T75" fmla="*/ 290 h 457"/>
                <a:gd name="T76" fmla="*/ 422 w 785"/>
                <a:gd name="T77" fmla="*/ 315 h 457"/>
                <a:gd name="T78" fmla="*/ 422 w 785"/>
                <a:gd name="T79" fmla="*/ 391 h 457"/>
                <a:gd name="T80" fmla="*/ 483 w 785"/>
                <a:gd name="T81" fmla="*/ 356 h 457"/>
                <a:gd name="T82" fmla="*/ 483 w 785"/>
                <a:gd name="T83" fmla="*/ 356 h 457"/>
                <a:gd name="T84" fmla="*/ 483 w 785"/>
                <a:gd name="T85" fmla="*/ 356 h 457"/>
                <a:gd name="T86" fmla="*/ 338 w 785"/>
                <a:gd name="T87" fmla="*/ 260 h 457"/>
                <a:gd name="T88" fmla="*/ 450 w 785"/>
                <a:gd name="T89" fmla="*/ 260 h 457"/>
                <a:gd name="T90" fmla="*/ 450 w 785"/>
                <a:gd name="T91" fmla="*/ 195 h 457"/>
                <a:gd name="T92" fmla="*/ 338 w 785"/>
                <a:gd name="T93" fmla="*/ 195 h 457"/>
                <a:gd name="T94" fmla="*/ 338 w 785"/>
                <a:gd name="T95" fmla="*/ 260 h 4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785" h="457">
                  <a:moveTo>
                    <a:pt x="483" y="356"/>
                  </a:moveTo>
                  <a:cubicBezTo>
                    <a:pt x="523" y="379"/>
                    <a:pt x="523" y="379"/>
                    <a:pt x="523" y="379"/>
                  </a:cubicBezTo>
                  <a:cubicBezTo>
                    <a:pt x="389" y="457"/>
                    <a:pt x="389" y="457"/>
                    <a:pt x="389" y="457"/>
                  </a:cubicBezTo>
                  <a:cubicBezTo>
                    <a:pt x="255" y="379"/>
                    <a:pt x="255" y="379"/>
                    <a:pt x="255" y="379"/>
                  </a:cubicBezTo>
                  <a:cubicBezTo>
                    <a:pt x="295" y="356"/>
                    <a:pt x="295" y="356"/>
                    <a:pt x="295" y="356"/>
                  </a:cubicBezTo>
                  <a:cubicBezTo>
                    <a:pt x="356" y="391"/>
                    <a:pt x="356" y="391"/>
                    <a:pt x="356" y="391"/>
                  </a:cubicBezTo>
                  <a:cubicBezTo>
                    <a:pt x="356" y="313"/>
                    <a:pt x="356" y="313"/>
                    <a:pt x="356" y="313"/>
                  </a:cubicBezTo>
                  <a:cubicBezTo>
                    <a:pt x="330" y="309"/>
                    <a:pt x="306" y="302"/>
                    <a:pt x="286" y="290"/>
                  </a:cubicBezTo>
                  <a:cubicBezTo>
                    <a:pt x="266" y="279"/>
                    <a:pt x="253" y="264"/>
                    <a:pt x="246" y="249"/>
                  </a:cubicBezTo>
                  <a:cubicBezTo>
                    <a:pt x="113" y="249"/>
                    <a:pt x="113" y="249"/>
                    <a:pt x="113" y="249"/>
                  </a:cubicBezTo>
                  <a:cubicBezTo>
                    <a:pt x="174" y="285"/>
                    <a:pt x="174" y="285"/>
                    <a:pt x="174" y="285"/>
                  </a:cubicBezTo>
                  <a:cubicBezTo>
                    <a:pt x="134" y="308"/>
                    <a:pt x="134" y="308"/>
                    <a:pt x="134" y="308"/>
                  </a:cubicBezTo>
                  <a:cubicBezTo>
                    <a:pt x="0" y="230"/>
                    <a:pt x="0" y="230"/>
                    <a:pt x="0" y="230"/>
                  </a:cubicBezTo>
                  <a:cubicBezTo>
                    <a:pt x="134" y="153"/>
                    <a:pt x="134" y="153"/>
                    <a:pt x="134" y="153"/>
                  </a:cubicBezTo>
                  <a:cubicBezTo>
                    <a:pt x="174" y="176"/>
                    <a:pt x="174" y="176"/>
                    <a:pt x="174" y="176"/>
                  </a:cubicBezTo>
                  <a:cubicBezTo>
                    <a:pt x="113" y="211"/>
                    <a:pt x="113" y="211"/>
                    <a:pt x="113" y="211"/>
                  </a:cubicBezTo>
                  <a:cubicBezTo>
                    <a:pt x="244" y="211"/>
                    <a:pt x="244" y="211"/>
                    <a:pt x="244" y="211"/>
                  </a:cubicBezTo>
                  <a:cubicBezTo>
                    <a:pt x="249" y="194"/>
                    <a:pt x="263" y="178"/>
                    <a:pt x="286" y="165"/>
                  </a:cubicBezTo>
                  <a:cubicBezTo>
                    <a:pt x="309" y="151"/>
                    <a:pt x="339" y="143"/>
                    <a:pt x="369" y="140"/>
                  </a:cubicBezTo>
                  <a:cubicBezTo>
                    <a:pt x="369" y="66"/>
                    <a:pt x="369" y="66"/>
                    <a:pt x="369" y="66"/>
                  </a:cubicBezTo>
                  <a:cubicBezTo>
                    <a:pt x="308" y="101"/>
                    <a:pt x="308" y="101"/>
                    <a:pt x="308" y="101"/>
                  </a:cubicBezTo>
                  <a:cubicBezTo>
                    <a:pt x="268" y="78"/>
                    <a:pt x="268" y="78"/>
                    <a:pt x="268" y="78"/>
                  </a:cubicBezTo>
                  <a:cubicBezTo>
                    <a:pt x="402" y="0"/>
                    <a:pt x="402" y="0"/>
                    <a:pt x="402" y="0"/>
                  </a:cubicBezTo>
                  <a:cubicBezTo>
                    <a:pt x="536" y="78"/>
                    <a:pt x="536" y="78"/>
                    <a:pt x="536" y="78"/>
                  </a:cubicBezTo>
                  <a:cubicBezTo>
                    <a:pt x="496" y="101"/>
                    <a:pt x="496" y="101"/>
                    <a:pt x="496" y="101"/>
                  </a:cubicBezTo>
                  <a:cubicBezTo>
                    <a:pt x="435" y="66"/>
                    <a:pt x="435" y="66"/>
                    <a:pt x="435" y="66"/>
                  </a:cubicBezTo>
                  <a:cubicBezTo>
                    <a:pt x="435" y="87"/>
                    <a:pt x="435" y="117"/>
                    <a:pt x="435" y="142"/>
                  </a:cubicBezTo>
                  <a:cubicBezTo>
                    <a:pt x="460" y="146"/>
                    <a:pt x="483" y="154"/>
                    <a:pt x="502" y="165"/>
                  </a:cubicBezTo>
                  <a:cubicBezTo>
                    <a:pt x="521" y="176"/>
                    <a:pt x="534" y="190"/>
                    <a:pt x="541" y="204"/>
                  </a:cubicBezTo>
                  <a:cubicBezTo>
                    <a:pt x="672" y="204"/>
                    <a:pt x="672" y="204"/>
                    <a:pt x="672" y="204"/>
                  </a:cubicBezTo>
                  <a:cubicBezTo>
                    <a:pt x="611" y="169"/>
                    <a:pt x="611" y="169"/>
                    <a:pt x="611" y="169"/>
                  </a:cubicBezTo>
                  <a:cubicBezTo>
                    <a:pt x="650" y="145"/>
                    <a:pt x="650" y="145"/>
                    <a:pt x="650" y="145"/>
                  </a:cubicBezTo>
                  <a:cubicBezTo>
                    <a:pt x="785" y="223"/>
                    <a:pt x="785" y="223"/>
                    <a:pt x="785" y="223"/>
                  </a:cubicBezTo>
                  <a:cubicBezTo>
                    <a:pt x="651" y="301"/>
                    <a:pt x="651" y="301"/>
                    <a:pt x="651" y="301"/>
                  </a:cubicBezTo>
                  <a:cubicBezTo>
                    <a:pt x="611" y="278"/>
                    <a:pt x="611" y="278"/>
                    <a:pt x="611" y="278"/>
                  </a:cubicBezTo>
                  <a:cubicBezTo>
                    <a:pt x="672" y="242"/>
                    <a:pt x="672" y="242"/>
                    <a:pt x="672" y="242"/>
                  </a:cubicBezTo>
                  <a:cubicBezTo>
                    <a:pt x="637" y="242"/>
                    <a:pt x="587" y="242"/>
                    <a:pt x="545" y="242"/>
                  </a:cubicBezTo>
                  <a:cubicBezTo>
                    <a:pt x="540" y="260"/>
                    <a:pt x="526" y="277"/>
                    <a:pt x="502" y="290"/>
                  </a:cubicBezTo>
                  <a:cubicBezTo>
                    <a:pt x="480" y="303"/>
                    <a:pt x="451" y="312"/>
                    <a:pt x="422" y="315"/>
                  </a:cubicBezTo>
                  <a:cubicBezTo>
                    <a:pt x="422" y="391"/>
                    <a:pt x="422" y="391"/>
                    <a:pt x="422" y="391"/>
                  </a:cubicBezTo>
                  <a:cubicBezTo>
                    <a:pt x="483" y="356"/>
                    <a:pt x="483" y="356"/>
                    <a:pt x="483" y="356"/>
                  </a:cubicBezTo>
                  <a:cubicBezTo>
                    <a:pt x="483" y="356"/>
                    <a:pt x="483" y="356"/>
                    <a:pt x="483" y="356"/>
                  </a:cubicBezTo>
                  <a:cubicBezTo>
                    <a:pt x="483" y="356"/>
                    <a:pt x="483" y="356"/>
                    <a:pt x="483" y="356"/>
                  </a:cubicBezTo>
                  <a:close/>
                  <a:moveTo>
                    <a:pt x="338" y="260"/>
                  </a:moveTo>
                  <a:cubicBezTo>
                    <a:pt x="369" y="278"/>
                    <a:pt x="419" y="278"/>
                    <a:pt x="450" y="260"/>
                  </a:cubicBezTo>
                  <a:cubicBezTo>
                    <a:pt x="481" y="242"/>
                    <a:pt x="481" y="213"/>
                    <a:pt x="450" y="195"/>
                  </a:cubicBezTo>
                  <a:cubicBezTo>
                    <a:pt x="419" y="177"/>
                    <a:pt x="368" y="177"/>
                    <a:pt x="338" y="195"/>
                  </a:cubicBezTo>
                  <a:cubicBezTo>
                    <a:pt x="307" y="213"/>
                    <a:pt x="307" y="242"/>
                    <a:pt x="338" y="260"/>
                  </a:cubicBezTo>
                </a:path>
              </a:pathLst>
            </a:custGeom>
            <a:solidFill>
              <a:srgbClr val="1D2977"/>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509" name="未知"/>
            <p:cNvSpPr>
              <a:spLocks noEditPoints="1"/>
            </p:cNvSpPr>
            <p:nvPr/>
          </p:nvSpPr>
          <p:spPr bwMode="auto">
            <a:xfrm>
              <a:off x="80" y="42"/>
              <a:ext cx="416" cy="241"/>
            </a:xfrm>
            <a:custGeom>
              <a:avLst/>
              <a:gdLst>
                <a:gd name="T0" fmla="*/ 483 w 785"/>
                <a:gd name="T1" fmla="*/ 355 h 456"/>
                <a:gd name="T2" fmla="*/ 523 w 785"/>
                <a:gd name="T3" fmla="*/ 379 h 456"/>
                <a:gd name="T4" fmla="*/ 389 w 785"/>
                <a:gd name="T5" fmla="*/ 456 h 456"/>
                <a:gd name="T6" fmla="*/ 255 w 785"/>
                <a:gd name="T7" fmla="*/ 379 h 456"/>
                <a:gd name="T8" fmla="*/ 295 w 785"/>
                <a:gd name="T9" fmla="*/ 355 h 456"/>
                <a:gd name="T10" fmla="*/ 356 w 785"/>
                <a:gd name="T11" fmla="*/ 391 h 456"/>
                <a:gd name="T12" fmla="*/ 356 w 785"/>
                <a:gd name="T13" fmla="*/ 313 h 456"/>
                <a:gd name="T14" fmla="*/ 286 w 785"/>
                <a:gd name="T15" fmla="*/ 290 h 456"/>
                <a:gd name="T16" fmla="*/ 246 w 785"/>
                <a:gd name="T17" fmla="*/ 249 h 456"/>
                <a:gd name="T18" fmla="*/ 113 w 785"/>
                <a:gd name="T19" fmla="*/ 249 h 456"/>
                <a:gd name="T20" fmla="*/ 174 w 785"/>
                <a:gd name="T21" fmla="*/ 284 h 456"/>
                <a:gd name="T22" fmla="*/ 134 w 785"/>
                <a:gd name="T23" fmla="*/ 308 h 456"/>
                <a:gd name="T24" fmla="*/ 0 w 785"/>
                <a:gd name="T25" fmla="*/ 230 h 456"/>
                <a:gd name="T26" fmla="*/ 134 w 785"/>
                <a:gd name="T27" fmla="*/ 152 h 456"/>
                <a:gd name="T28" fmla="*/ 174 w 785"/>
                <a:gd name="T29" fmla="*/ 175 h 456"/>
                <a:gd name="T30" fmla="*/ 113 w 785"/>
                <a:gd name="T31" fmla="*/ 211 h 456"/>
                <a:gd name="T32" fmla="*/ 244 w 785"/>
                <a:gd name="T33" fmla="*/ 211 h 456"/>
                <a:gd name="T34" fmla="*/ 286 w 785"/>
                <a:gd name="T35" fmla="*/ 165 h 456"/>
                <a:gd name="T36" fmla="*/ 369 w 785"/>
                <a:gd name="T37" fmla="*/ 140 h 456"/>
                <a:gd name="T38" fmla="*/ 369 w 785"/>
                <a:gd name="T39" fmla="*/ 65 h 456"/>
                <a:gd name="T40" fmla="*/ 308 w 785"/>
                <a:gd name="T41" fmla="*/ 101 h 456"/>
                <a:gd name="T42" fmla="*/ 268 w 785"/>
                <a:gd name="T43" fmla="*/ 78 h 456"/>
                <a:gd name="T44" fmla="*/ 402 w 785"/>
                <a:gd name="T45" fmla="*/ 0 h 456"/>
                <a:gd name="T46" fmla="*/ 536 w 785"/>
                <a:gd name="T47" fmla="*/ 78 h 456"/>
                <a:gd name="T48" fmla="*/ 496 w 785"/>
                <a:gd name="T49" fmla="*/ 101 h 456"/>
                <a:gd name="T50" fmla="*/ 435 w 785"/>
                <a:gd name="T51" fmla="*/ 65 h 456"/>
                <a:gd name="T52" fmla="*/ 435 w 785"/>
                <a:gd name="T53" fmla="*/ 142 h 456"/>
                <a:gd name="T54" fmla="*/ 502 w 785"/>
                <a:gd name="T55" fmla="*/ 165 h 456"/>
                <a:gd name="T56" fmla="*/ 541 w 785"/>
                <a:gd name="T57" fmla="*/ 204 h 456"/>
                <a:gd name="T58" fmla="*/ 672 w 785"/>
                <a:gd name="T59" fmla="*/ 204 h 456"/>
                <a:gd name="T60" fmla="*/ 611 w 785"/>
                <a:gd name="T61" fmla="*/ 168 h 456"/>
                <a:gd name="T62" fmla="*/ 650 w 785"/>
                <a:gd name="T63" fmla="*/ 145 h 456"/>
                <a:gd name="T64" fmla="*/ 785 w 785"/>
                <a:gd name="T65" fmla="*/ 223 h 456"/>
                <a:gd name="T66" fmla="*/ 651 w 785"/>
                <a:gd name="T67" fmla="*/ 300 h 456"/>
                <a:gd name="T68" fmla="*/ 611 w 785"/>
                <a:gd name="T69" fmla="*/ 277 h 456"/>
                <a:gd name="T70" fmla="*/ 672 w 785"/>
                <a:gd name="T71" fmla="*/ 242 h 456"/>
                <a:gd name="T72" fmla="*/ 545 w 785"/>
                <a:gd name="T73" fmla="*/ 242 h 456"/>
                <a:gd name="T74" fmla="*/ 502 w 785"/>
                <a:gd name="T75" fmla="*/ 290 h 456"/>
                <a:gd name="T76" fmla="*/ 422 w 785"/>
                <a:gd name="T77" fmla="*/ 314 h 456"/>
                <a:gd name="T78" fmla="*/ 422 w 785"/>
                <a:gd name="T79" fmla="*/ 391 h 456"/>
                <a:gd name="T80" fmla="*/ 483 w 785"/>
                <a:gd name="T81" fmla="*/ 355 h 456"/>
                <a:gd name="T82" fmla="*/ 483 w 785"/>
                <a:gd name="T83" fmla="*/ 355 h 456"/>
                <a:gd name="T84" fmla="*/ 483 w 785"/>
                <a:gd name="T85" fmla="*/ 355 h 456"/>
                <a:gd name="T86" fmla="*/ 338 w 785"/>
                <a:gd name="T87" fmla="*/ 260 h 456"/>
                <a:gd name="T88" fmla="*/ 450 w 785"/>
                <a:gd name="T89" fmla="*/ 260 h 456"/>
                <a:gd name="T90" fmla="*/ 450 w 785"/>
                <a:gd name="T91" fmla="*/ 195 h 456"/>
                <a:gd name="T92" fmla="*/ 338 w 785"/>
                <a:gd name="T93" fmla="*/ 195 h 456"/>
                <a:gd name="T94" fmla="*/ 338 w 785"/>
                <a:gd name="T95" fmla="*/ 260 h 4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785" h="456">
                  <a:moveTo>
                    <a:pt x="483" y="355"/>
                  </a:moveTo>
                  <a:cubicBezTo>
                    <a:pt x="523" y="379"/>
                    <a:pt x="523" y="379"/>
                    <a:pt x="523" y="379"/>
                  </a:cubicBezTo>
                  <a:cubicBezTo>
                    <a:pt x="389" y="456"/>
                    <a:pt x="389" y="456"/>
                    <a:pt x="389" y="456"/>
                  </a:cubicBezTo>
                  <a:cubicBezTo>
                    <a:pt x="255" y="379"/>
                    <a:pt x="255" y="379"/>
                    <a:pt x="255" y="379"/>
                  </a:cubicBezTo>
                  <a:cubicBezTo>
                    <a:pt x="295" y="355"/>
                    <a:pt x="295" y="355"/>
                    <a:pt x="295" y="355"/>
                  </a:cubicBezTo>
                  <a:cubicBezTo>
                    <a:pt x="356" y="391"/>
                    <a:pt x="356" y="391"/>
                    <a:pt x="356" y="391"/>
                  </a:cubicBezTo>
                  <a:cubicBezTo>
                    <a:pt x="356" y="313"/>
                    <a:pt x="356" y="313"/>
                    <a:pt x="356" y="313"/>
                  </a:cubicBezTo>
                  <a:cubicBezTo>
                    <a:pt x="330" y="309"/>
                    <a:pt x="306" y="301"/>
                    <a:pt x="286" y="290"/>
                  </a:cubicBezTo>
                  <a:cubicBezTo>
                    <a:pt x="266" y="278"/>
                    <a:pt x="253" y="264"/>
                    <a:pt x="246" y="249"/>
                  </a:cubicBezTo>
                  <a:cubicBezTo>
                    <a:pt x="113" y="249"/>
                    <a:pt x="113" y="249"/>
                    <a:pt x="113" y="249"/>
                  </a:cubicBezTo>
                  <a:cubicBezTo>
                    <a:pt x="174" y="284"/>
                    <a:pt x="174" y="284"/>
                    <a:pt x="174" y="284"/>
                  </a:cubicBezTo>
                  <a:cubicBezTo>
                    <a:pt x="134" y="308"/>
                    <a:pt x="134" y="308"/>
                    <a:pt x="134" y="308"/>
                  </a:cubicBezTo>
                  <a:cubicBezTo>
                    <a:pt x="0" y="230"/>
                    <a:pt x="0" y="230"/>
                    <a:pt x="0" y="230"/>
                  </a:cubicBezTo>
                  <a:cubicBezTo>
                    <a:pt x="134" y="152"/>
                    <a:pt x="134" y="152"/>
                    <a:pt x="134" y="152"/>
                  </a:cubicBezTo>
                  <a:cubicBezTo>
                    <a:pt x="174" y="175"/>
                    <a:pt x="174" y="175"/>
                    <a:pt x="174" y="175"/>
                  </a:cubicBezTo>
                  <a:cubicBezTo>
                    <a:pt x="113" y="211"/>
                    <a:pt x="113" y="211"/>
                    <a:pt x="113" y="211"/>
                  </a:cubicBezTo>
                  <a:cubicBezTo>
                    <a:pt x="244" y="211"/>
                    <a:pt x="244" y="211"/>
                    <a:pt x="244" y="211"/>
                  </a:cubicBezTo>
                  <a:cubicBezTo>
                    <a:pt x="249" y="194"/>
                    <a:pt x="263" y="178"/>
                    <a:pt x="286" y="165"/>
                  </a:cubicBezTo>
                  <a:cubicBezTo>
                    <a:pt x="309" y="151"/>
                    <a:pt x="339" y="143"/>
                    <a:pt x="369" y="140"/>
                  </a:cubicBezTo>
                  <a:cubicBezTo>
                    <a:pt x="369" y="65"/>
                    <a:pt x="369" y="65"/>
                    <a:pt x="369" y="65"/>
                  </a:cubicBezTo>
                  <a:cubicBezTo>
                    <a:pt x="308" y="101"/>
                    <a:pt x="308" y="101"/>
                    <a:pt x="308" y="101"/>
                  </a:cubicBezTo>
                  <a:cubicBezTo>
                    <a:pt x="268" y="78"/>
                    <a:pt x="268" y="78"/>
                    <a:pt x="268" y="78"/>
                  </a:cubicBezTo>
                  <a:cubicBezTo>
                    <a:pt x="402" y="0"/>
                    <a:pt x="402" y="0"/>
                    <a:pt x="402" y="0"/>
                  </a:cubicBezTo>
                  <a:cubicBezTo>
                    <a:pt x="536" y="78"/>
                    <a:pt x="536" y="78"/>
                    <a:pt x="536" y="78"/>
                  </a:cubicBezTo>
                  <a:cubicBezTo>
                    <a:pt x="496" y="101"/>
                    <a:pt x="496" y="101"/>
                    <a:pt x="496" y="101"/>
                  </a:cubicBezTo>
                  <a:cubicBezTo>
                    <a:pt x="435" y="65"/>
                    <a:pt x="435" y="65"/>
                    <a:pt x="435" y="65"/>
                  </a:cubicBezTo>
                  <a:cubicBezTo>
                    <a:pt x="435" y="87"/>
                    <a:pt x="435" y="117"/>
                    <a:pt x="435" y="142"/>
                  </a:cubicBezTo>
                  <a:cubicBezTo>
                    <a:pt x="460" y="146"/>
                    <a:pt x="483" y="154"/>
                    <a:pt x="502" y="165"/>
                  </a:cubicBezTo>
                  <a:cubicBezTo>
                    <a:pt x="521" y="176"/>
                    <a:pt x="534" y="189"/>
                    <a:pt x="541" y="204"/>
                  </a:cubicBezTo>
                  <a:cubicBezTo>
                    <a:pt x="672" y="204"/>
                    <a:pt x="672" y="204"/>
                    <a:pt x="672" y="204"/>
                  </a:cubicBezTo>
                  <a:cubicBezTo>
                    <a:pt x="611" y="168"/>
                    <a:pt x="611" y="168"/>
                    <a:pt x="611" y="168"/>
                  </a:cubicBezTo>
                  <a:cubicBezTo>
                    <a:pt x="650" y="145"/>
                    <a:pt x="650" y="145"/>
                    <a:pt x="650" y="145"/>
                  </a:cubicBezTo>
                  <a:cubicBezTo>
                    <a:pt x="785" y="223"/>
                    <a:pt x="785" y="223"/>
                    <a:pt x="785" y="223"/>
                  </a:cubicBezTo>
                  <a:cubicBezTo>
                    <a:pt x="651" y="300"/>
                    <a:pt x="651" y="300"/>
                    <a:pt x="651" y="300"/>
                  </a:cubicBezTo>
                  <a:cubicBezTo>
                    <a:pt x="611" y="277"/>
                    <a:pt x="611" y="277"/>
                    <a:pt x="611" y="277"/>
                  </a:cubicBezTo>
                  <a:cubicBezTo>
                    <a:pt x="672" y="242"/>
                    <a:pt x="672" y="242"/>
                    <a:pt x="672" y="242"/>
                  </a:cubicBezTo>
                  <a:cubicBezTo>
                    <a:pt x="637" y="242"/>
                    <a:pt x="587" y="242"/>
                    <a:pt x="545" y="242"/>
                  </a:cubicBezTo>
                  <a:cubicBezTo>
                    <a:pt x="540" y="259"/>
                    <a:pt x="526" y="276"/>
                    <a:pt x="502" y="290"/>
                  </a:cubicBezTo>
                  <a:cubicBezTo>
                    <a:pt x="480" y="303"/>
                    <a:pt x="451" y="311"/>
                    <a:pt x="422" y="314"/>
                  </a:cubicBezTo>
                  <a:cubicBezTo>
                    <a:pt x="422" y="391"/>
                    <a:pt x="422" y="391"/>
                    <a:pt x="422" y="391"/>
                  </a:cubicBezTo>
                  <a:cubicBezTo>
                    <a:pt x="483" y="355"/>
                    <a:pt x="483" y="355"/>
                    <a:pt x="483" y="355"/>
                  </a:cubicBezTo>
                  <a:cubicBezTo>
                    <a:pt x="483" y="355"/>
                    <a:pt x="483" y="355"/>
                    <a:pt x="483" y="355"/>
                  </a:cubicBezTo>
                  <a:cubicBezTo>
                    <a:pt x="483" y="355"/>
                    <a:pt x="483" y="355"/>
                    <a:pt x="483" y="355"/>
                  </a:cubicBezTo>
                  <a:close/>
                  <a:moveTo>
                    <a:pt x="338" y="260"/>
                  </a:moveTo>
                  <a:cubicBezTo>
                    <a:pt x="369" y="278"/>
                    <a:pt x="419" y="278"/>
                    <a:pt x="450" y="260"/>
                  </a:cubicBezTo>
                  <a:cubicBezTo>
                    <a:pt x="481" y="242"/>
                    <a:pt x="481" y="213"/>
                    <a:pt x="450" y="195"/>
                  </a:cubicBezTo>
                  <a:cubicBezTo>
                    <a:pt x="419" y="177"/>
                    <a:pt x="368" y="177"/>
                    <a:pt x="338" y="195"/>
                  </a:cubicBezTo>
                  <a:cubicBezTo>
                    <a:pt x="307" y="213"/>
                    <a:pt x="307" y="242"/>
                    <a:pt x="338" y="260"/>
                  </a:cubicBezTo>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510" name="未知"/>
            <p:cNvSpPr/>
            <p:nvPr/>
          </p:nvSpPr>
          <p:spPr bwMode="auto">
            <a:xfrm>
              <a:off x="49" y="226"/>
              <a:ext cx="30" cy="48"/>
            </a:xfrm>
            <a:custGeom>
              <a:avLst/>
              <a:gdLst>
                <a:gd name="T0" fmla="*/ 27 w 56"/>
                <a:gd name="T1" fmla="*/ 5 h 92"/>
                <a:gd name="T2" fmla="*/ 46 w 56"/>
                <a:gd name="T3" fmla="*/ 21 h 92"/>
                <a:gd name="T4" fmla="*/ 54 w 56"/>
                <a:gd name="T5" fmla="*/ 45 h 92"/>
                <a:gd name="T6" fmla="*/ 40 w 56"/>
                <a:gd name="T7" fmla="*/ 36 h 92"/>
                <a:gd name="T8" fmla="*/ 27 w 56"/>
                <a:gd name="T9" fmla="*/ 17 h 92"/>
                <a:gd name="T10" fmla="*/ 20 w 56"/>
                <a:gd name="T11" fmla="*/ 15 h 92"/>
                <a:gd name="T12" fmla="*/ 17 w 56"/>
                <a:gd name="T13" fmla="*/ 20 h 92"/>
                <a:gd name="T14" fmla="*/ 20 w 56"/>
                <a:gd name="T15" fmla="*/ 28 h 92"/>
                <a:gd name="T16" fmla="*/ 36 w 56"/>
                <a:gd name="T17" fmla="*/ 43 h 92"/>
                <a:gd name="T18" fmla="*/ 48 w 56"/>
                <a:gd name="T19" fmla="*/ 55 h 92"/>
                <a:gd name="T20" fmla="*/ 56 w 56"/>
                <a:gd name="T21" fmla="*/ 77 h 92"/>
                <a:gd name="T22" fmla="*/ 49 w 56"/>
                <a:gd name="T23" fmla="*/ 90 h 92"/>
                <a:gd name="T24" fmla="*/ 28 w 56"/>
                <a:gd name="T25" fmla="*/ 85 h 92"/>
                <a:gd name="T26" fmla="*/ 9 w 56"/>
                <a:gd name="T27" fmla="*/ 67 h 92"/>
                <a:gd name="T28" fmla="*/ 0 w 56"/>
                <a:gd name="T29" fmla="*/ 42 h 92"/>
                <a:gd name="T30" fmla="*/ 14 w 56"/>
                <a:gd name="T31" fmla="*/ 50 h 92"/>
                <a:gd name="T32" fmla="*/ 19 w 56"/>
                <a:gd name="T33" fmla="*/ 63 h 92"/>
                <a:gd name="T34" fmla="*/ 29 w 56"/>
                <a:gd name="T35" fmla="*/ 72 h 92"/>
                <a:gd name="T36" fmla="*/ 37 w 56"/>
                <a:gd name="T37" fmla="*/ 75 h 92"/>
                <a:gd name="T38" fmla="*/ 42 w 56"/>
                <a:gd name="T39" fmla="*/ 70 h 92"/>
                <a:gd name="T40" fmla="*/ 32 w 56"/>
                <a:gd name="T41" fmla="*/ 55 h 92"/>
                <a:gd name="T42" fmla="*/ 13 w 56"/>
                <a:gd name="T43" fmla="*/ 37 h 92"/>
                <a:gd name="T44" fmla="*/ 2 w 56"/>
                <a:gd name="T45" fmla="*/ 13 h 92"/>
                <a:gd name="T46" fmla="*/ 10 w 56"/>
                <a:gd name="T47" fmla="*/ 1 h 92"/>
                <a:gd name="T48" fmla="*/ 27 w 56"/>
                <a:gd name="T49" fmla="*/ 5 h 92"/>
                <a:gd name="T50" fmla="*/ 27 w 56"/>
                <a:gd name="T51" fmla="*/ 5 h 92"/>
                <a:gd name="T52" fmla="*/ 27 w 56"/>
                <a:gd name="T53" fmla="*/ 5 h 92"/>
                <a:gd name="T54" fmla="*/ 27 w 56"/>
                <a:gd name="T55" fmla="*/ 5 h 92"/>
                <a:gd name="T56" fmla="*/ 27 w 56"/>
                <a:gd name="T57" fmla="*/ 5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6" h="92">
                  <a:moveTo>
                    <a:pt x="27" y="5"/>
                  </a:moveTo>
                  <a:cubicBezTo>
                    <a:pt x="35" y="9"/>
                    <a:pt x="41" y="15"/>
                    <a:pt x="46" y="21"/>
                  </a:cubicBezTo>
                  <a:cubicBezTo>
                    <a:pt x="51" y="28"/>
                    <a:pt x="54" y="36"/>
                    <a:pt x="54" y="45"/>
                  </a:cubicBezTo>
                  <a:cubicBezTo>
                    <a:pt x="40" y="36"/>
                    <a:pt x="40" y="36"/>
                    <a:pt x="40" y="36"/>
                  </a:cubicBezTo>
                  <a:cubicBezTo>
                    <a:pt x="39" y="29"/>
                    <a:pt x="35" y="22"/>
                    <a:pt x="27" y="17"/>
                  </a:cubicBezTo>
                  <a:cubicBezTo>
                    <a:pt x="24" y="16"/>
                    <a:pt x="22" y="15"/>
                    <a:pt x="20" y="15"/>
                  </a:cubicBezTo>
                  <a:cubicBezTo>
                    <a:pt x="18" y="16"/>
                    <a:pt x="17" y="17"/>
                    <a:pt x="17" y="20"/>
                  </a:cubicBezTo>
                  <a:cubicBezTo>
                    <a:pt x="17" y="23"/>
                    <a:pt x="18" y="26"/>
                    <a:pt x="20" y="28"/>
                  </a:cubicBezTo>
                  <a:cubicBezTo>
                    <a:pt x="22" y="30"/>
                    <a:pt x="27" y="35"/>
                    <a:pt x="36" y="43"/>
                  </a:cubicBezTo>
                  <a:cubicBezTo>
                    <a:pt x="42" y="48"/>
                    <a:pt x="45" y="52"/>
                    <a:pt x="48" y="55"/>
                  </a:cubicBezTo>
                  <a:cubicBezTo>
                    <a:pt x="53" y="62"/>
                    <a:pt x="56" y="69"/>
                    <a:pt x="56" y="77"/>
                  </a:cubicBezTo>
                  <a:cubicBezTo>
                    <a:pt x="56" y="84"/>
                    <a:pt x="54" y="88"/>
                    <a:pt x="49" y="90"/>
                  </a:cubicBezTo>
                  <a:cubicBezTo>
                    <a:pt x="44" y="92"/>
                    <a:pt x="37" y="90"/>
                    <a:pt x="28" y="85"/>
                  </a:cubicBezTo>
                  <a:cubicBezTo>
                    <a:pt x="20" y="81"/>
                    <a:pt x="14" y="75"/>
                    <a:pt x="9" y="67"/>
                  </a:cubicBezTo>
                  <a:cubicBezTo>
                    <a:pt x="3" y="59"/>
                    <a:pt x="0" y="51"/>
                    <a:pt x="0" y="42"/>
                  </a:cubicBezTo>
                  <a:cubicBezTo>
                    <a:pt x="14" y="50"/>
                    <a:pt x="14" y="50"/>
                    <a:pt x="14" y="50"/>
                  </a:cubicBezTo>
                  <a:cubicBezTo>
                    <a:pt x="14" y="55"/>
                    <a:pt x="16" y="59"/>
                    <a:pt x="19" y="63"/>
                  </a:cubicBezTo>
                  <a:cubicBezTo>
                    <a:pt x="21" y="67"/>
                    <a:pt x="25" y="70"/>
                    <a:pt x="29" y="72"/>
                  </a:cubicBezTo>
                  <a:cubicBezTo>
                    <a:pt x="32" y="74"/>
                    <a:pt x="35" y="75"/>
                    <a:pt x="37" y="75"/>
                  </a:cubicBezTo>
                  <a:cubicBezTo>
                    <a:pt x="40" y="76"/>
                    <a:pt x="42" y="74"/>
                    <a:pt x="42" y="70"/>
                  </a:cubicBezTo>
                  <a:cubicBezTo>
                    <a:pt x="42" y="66"/>
                    <a:pt x="38" y="61"/>
                    <a:pt x="32" y="55"/>
                  </a:cubicBezTo>
                  <a:cubicBezTo>
                    <a:pt x="20" y="44"/>
                    <a:pt x="14" y="38"/>
                    <a:pt x="13" y="37"/>
                  </a:cubicBezTo>
                  <a:cubicBezTo>
                    <a:pt x="6" y="29"/>
                    <a:pt x="2" y="22"/>
                    <a:pt x="2" y="13"/>
                  </a:cubicBezTo>
                  <a:cubicBezTo>
                    <a:pt x="2" y="6"/>
                    <a:pt x="5" y="2"/>
                    <a:pt x="10" y="1"/>
                  </a:cubicBezTo>
                  <a:cubicBezTo>
                    <a:pt x="15" y="0"/>
                    <a:pt x="21" y="1"/>
                    <a:pt x="27" y="5"/>
                  </a:cubicBezTo>
                  <a:cubicBezTo>
                    <a:pt x="27" y="5"/>
                    <a:pt x="27" y="5"/>
                    <a:pt x="27" y="5"/>
                  </a:cubicBezTo>
                  <a:cubicBezTo>
                    <a:pt x="27" y="5"/>
                    <a:pt x="27" y="5"/>
                    <a:pt x="27" y="5"/>
                  </a:cubicBezTo>
                  <a:cubicBezTo>
                    <a:pt x="27" y="5"/>
                    <a:pt x="27" y="5"/>
                    <a:pt x="27" y="5"/>
                  </a:cubicBezTo>
                  <a:cubicBezTo>
                    <a:pt x="27" y="5"/>
                    <a:pt x="27" y="5"/>
                    <a:pt x="27" y="5"/>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511" name="未知"/>
            <p:cNvSpPr/>
            <p:nvPr/>
          </p:nvSpPr>
          <p:spPr bwMode="auto">
            <a:xfrm>
              <a:off x="80" y="238"/>
              <a:ext cx="46" cy="62"/>
            </a:xfrm>
            <a:custGeom>
              <a:avLst/>
              <a:gdLst>
                <a:gd name="T0" fmla="*/ 46 w 46"/>
                <a:gd name="T1" fmla="*/ 27 h 62"/>
                <a:gd name="T2" fmla="*/ 36 w 46"/>
                <a:gd name="T3" fmla="*/ 62 h 62"/>
                <a:gd name="T4" fmla="*/ 29 w 46"/>
                <a:gd name="T5" fmla="*/ 57 h 62"/>
                <a:gd name="T6" fmla="*/ 23 w 46"/>
                <a:gd name="T7" fmla="*/ 27 h 62"/>
                <a:gd name="T8" fmla="*/ 17 w 46"/>
                <a:gd name="T9" fmla="*/ 51 h 62"/>
                <a:gd name="T10" fmla="*/ 9 w 46"/>
                <a:gd name="T11" fmla="*/ 46 h 62"/>
                <a:gd name="T12" fmla="*/ 0 w 46"/>
                <a:gd name="T13" fmla="*/ 0 h 62"/>
                <a:gd name="T14" fmla="*/ 8 w 46"/>
                <a:gd name="T15" fmla="*/ 5 h 62"/>
                <a:gd name="T16" fmla="*/ 13 w 46"/>
                <a:gd name="T17" fmla="*/ 36 h 62"/>
                <a:gd name="T18" fmla="*/ 19 w 46"/>
                <a:gd name="T19" fmla="*/ 12 h 62"/>
                <a:gd name="T20" fmla="*/ 27 w 46"/>
                <a:gd name="T21" fmla="*/ 16 h 62"/>
                <a:gd name="T22" fmla="*/ 33 w 46"/>
                <a:gd name="T23" fmla="*/ 47 h 62"/>
                <a:gd name="T24" fmla="*/ 38 w 46"/>
                <a:gd name="T25" fmla="*/ 23 h 62"/>
                <a:gd name="T26" fmla="*/ 46 w 46"/>
                <a:gd name="T27" fmla="*/ 27 h 62"/>
                <a:gd name="T28" fmla="*/ 46 w 46"/>
                <a:gd name="T29" fmla="*/ 27 h 62"/>
                <a:gd name="T30" fmla="*/ 46 w 46"/>
                <a:gd name="T31" fmla="*/ 27 h 62"/>
                <a:gd name="T32" fmla="*/ 46 w 46"/>
                <a:gd name="T33" fmla="*/ 27 h 62"/>
                <a:gd name="T34" fmla="*/ 46 w 46"/>
                <a:gd name="T35" fmla="*/ 27 h 62"/>
                <a:gd name="T36" fmla="*/ 46 w 46"/>
                <a:gd name="T37" fmla="*/ 27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6" h="62">
                  <a:moveTo>
                    <a:pt x="46" y="27"/>
                  </a:moveTo>
                  <a:lnTo>
                    <a:pt x="36" y="62"/>
                  </a:lnTo>
                  <a:lnTo>
                    <a:pt x="29" y="57"/>
                  </a:lnTo>
                  <a:lnTo>
                    <a:pt x="23" y="27"/>
                  </a:lnTo>
                  <a:lnTo>
                    <a:pt x="17" y="51"/>
                  </a:lnTo>
                  <a:lnTo>
                    <a:pt x="9" y="46"/>
                  </a:lnTo>
                  <a:lnTo>
                    <a:pt x="0" y="0"/>
                  </a:lnTo>
                  <a:lnTo>
                    <a:pt x="8" y="5"/>
                  </a:lnTo>
                  <a:lnTo>
                    <a:pt x="13" y="36"/>
                  </a:lnTo>
                  <a:lnTo>
                    <a:pt x="19" y="12"/>
                  </a:lnTo>
                  <a:lnTo>
                    <a:pt x="27" y="16"/>
                  </a:lnTo>
                  <a:lnTo>
                    <a:pt x="33" y="47"/>
                  </a:lnTo>
                  <a:lnTo>
                    <a:pt x="38" y="23"/>
                  </a:lnTo>
                  <a:lnTo>
                    <a:pt x="46" y="27"/>
                  </a:lnTo>
                  <a:lnTo>
                    <a:pt x="46" y="27"/>
                  </a:lnTo>
                  <a:lnTo>
                    <a:pt x="46" y="27"/>
                  </a:lnTo>
                  <a:lnTo>
                    <a:pt x="46" y="27"/>
                  </a:lnTo>
                  <a:lnTo>
                    <a:pt x="46" y="27"/>
                  </a:lnTo>
                  <a:lnTo>
                    <a:pt x="46" y="27"/>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512" name="未知"/>
            <p:cNvSpPr/>
            <p:nvPr/>
          </p:nvSpPr>
          <p:spPr bwMode="auto">
            <a:xfrm>
              <a:off x="130" y="267"/>
              <a:ext cx="7" cy="45"/>
            </a:xfrm>
            <a:custGeom>
              <a:avLst/>
              <a:gdLst>
                <a:gd name="T0" fmla="*/ 7 w 7"/>
                <a:gd name="T1" fmla="*/ 5 h 45"/>
                <a:gd name="T2" fmla="*/ 7 w 7"/>
                <a:gd name="T3" fmla="*/ 45 h 45"/>
                <a:gd name="T4" fmla="*/ 0 w 7"/>
                <a:gd name="T5" fmla="*/ 41 h 45"/>
                <a:gd name="T6" fmla="*/ 0 w 7"/>
                <a:gd name="T7" fmla="*/ 0 h 45"/>
                <a:gd name="T8" fmla="*/ 7 w 7"/>
                <a:gd name="T9" fmla="*/ 5 h 45"/>
                <a:gd name="T10" fmla="*/ 7 w 7"/>
                <a:gd name="T11" fmla="*/ 5 h 45"/>
                <a:gd name="T12" fmla="*/ 7 w 7"/>
                <a:gd name="T13" fmla="*/ 5 h 45"/>
                <a:gd name="T14" fmla="*/ 7 w 7"/>
                <a:gd name="T15" fmla="*/ 5 h 45"/>
                <a:gd name="T16" fmla="*/ 7 w 7"/>
                <a:gd name="T17" fmla="*/ 5 h 45"/>
                <a:gd name="T18" fmla="*/ 7 w 7"/>
                <a:gd name="T19" fmla="*/ 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 h="45">
                  <a:moveTo>
                    <a:pt x="7" y="5"/>
                  </a:moveTo>
                  <a:lnTo>
                    <a:pt x="7" y="45"/>
                  </a:lnTo>
                  <a:lnTo>
                    <a:pt x="0" y="41"/>
                  </a:lnTo>
                  <a:lnTo>
                    <a:pt x="0" y="0"/>
                  </a:lnTo>
                  <a:lnTo>
                    <a:pt x="7" y="5"/>
                  </a:lnTo>
                  <a:lnTo>
                    <a:pt x="7" y="5"/>
                  </a:lnTo>
                  <a:lnTo>
                    <a:pt x="7" y="5"/>
                  </a:lnTo>
                  <a:lnTo>
                    <a:pt x="7" y="5"/>
                  </a:lnTo>
                  <a:lnTo>
                    <a:pt x="7" y="5"/>
                  </a:lnTo>
                  <a:lnTo>
                    <a:pt x="7" y="5"/>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513" name="未知"/>
            <p:cNvSpPr/>
            <p:nvPr/>
          </p:nvSpPr>
          <p:spPr bwMode="auto">
            <a:xfrm>
              <a:off x="141" y="274"/>
              <a:ext cx="29" cy="51"/>
            </a:xfrm>
            <a:custGeom>
              <a:avLst/>
              <a:gdLst>
                <a:gd name="T0" fmla="*/ 29 w 29"/>
                <a:gd name="T1" fmla="*/ 17 h 51"/>
                <a:gd name="T2" fmla="*/ 29 w 29"/>
                <a:gd name="T3" fmla="*/ 24 h 51"/>
                <a:gd name="T4" fmla="*/ 19 w 29"/>
                <a:gd name="T5" fmla="*/ 18 h 51"/>
                <a:gd name="T6" fmla="*/ 19 w 29"/>
                <a:gd name="T7" fmla="*/ 51 h 51"/>
                <a:gd name="T8" fmla="*/ 11 w 29"/>
                <a:gd name="T9" fmla="*/ 46 h 51"/>
                <a:gd name="T10" fmla="*/ 11 w 29"/>
                <a:gd name="T11" fmla="*/ 14 h 51"/>
                <a:gd name="T12" fmla="*/ 0 w 29"/>
                <a:gd name="T13" fmla="*/ 7 h 51"/>
                <a:gd name="T14" fmla="*/ 0 w 29"/>
                <a:gd name="T15" fmla="*/ 0 h 51"/>
                <a:gd name="T16" fmla="*/ 29 w 29"/>
                <a:gd name="T17" fmla="*/ 17 h 51"/>
                <a:gd name="T18" fmla="*/ 29 w 29"/>
                <a:gd name="T19" fmla="*/ 17 h 51"/>
                <a:gd name="T20" fmla="*/ 29 w 29"/>
                <a:gd name="T21" fmla="*/ 17 h 51"/>
                <a:gd name="T22" fmla="*/ 29 w 29"/>
                <a:gd name="T23" fmla="*/ 17 h 51"/>
                <a:gd name="T24" fmla="*/ 29 w 29"/>
                <a:gd name="T25" fmla="*/ 17 h 51"/>
                <a:gd name="T26" fmla="*/ 29 w 29"/>
                <a:gd name="T27" fmla="*/ 17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51">
                  <a:moveTo>
                    <a:pt x="29" y="17"/>
                  </a:moveTo>
                  <a:lnTo>
                    <a:pt x="29" y="24"/>
                  </a:lnTo>
                  <a:lnTo>
                    <a:pt x="19" y="18"/>
                  </a:lnTo>
                  <a:lnTo>
                    <a:pt x="19" y="51"/>
                  </a:lnTo>
                  <a:lnTo>
                    <a:pt x="11" y="46"/>
                  </a:lnTo>
                  <a:lnTo>
                    <a:pt x="11" y="14"/>
                  </a:lnTo>
                  <a:lnTo>
                    <a:pt x="0" y="7"/>
                  </a:lnTo>
                  <a:lnTo>
                    <a:pt x="0" y="0"/>
                  </a:lnTo>
                  <a:lnTo>
                    <a:pt x="29" y="17"/>
                  </a:lnTo>
                  <a:lnTo>
                    <a:pt x="29" y="17"/>
                  </a:lnTo>
                  <a:lnTo>
                    <a:pt x="29" y="17"/>
                  </a:lnTo>
                  <a:lnTo>
                    <a:pt x="29" y="17"/>
                  </a:lnTo>
                  <a:lnTo>
                    <a:pt x="29" y="17"/>
                  </a:lnTo>
                  <a:lnTo>
                    <a:pt x="29" y="17"/>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514" name="未知"/>
            <p:cNvSpPr/>
            <p:nvPr/>
          </p:nvSpPr>
          <p:spPr bwMode="auto">
            <a:xfrm>
              <a:off x="172" y="298"/>
              <a:ext cx="33" cy="48"/>
            </a:xfrm>
            <a:custGeom>
              <a:avLst/>
              <a:gdLst>
                <a:gd name="T0" fmla="*/ 33 w 62"/>
                <a:gd name="T1" fmla="*/ 7 h 92"/>
                <a:gd name="T2" fmla="*/ 52 w 62"/>
                <a:gd name="T3" fmla="*/ 25 h 92"/>
                <a:gd name="T4" fmla="*/ 62 w 62"/>
                <a:gd name="T5" fmla="*/ 50 h 92"/>
                <a:gd name="T6" fmla="*/ 48 w 62"/>
                <a:gd name="T7" fmla="*/ 42 h 92"/>
                <a:gd name="T8" fmla="*/ 43 w 62"/>
                <a:gd name="T9" fmla="*/ 30 h 92"/>
                <a:gd name="T10" fmla="*/ 33 w 62"/>
                <a:gd name="T11" fmla="*/ 21 h 92"/>
                <a:gd name="T12" fmla="*/ 19 w 62"/>
                <a:gd name="T13" fmla="*/ 21 h 92"/>
                <a:gd name="T14" fmla="*/ 15 w 62"/>
                <a:gd name="T15" fmla="*/ 36 h 92"/>
                <a:gd name="T16" fmla="*/ 19 w 62"/>
                <a:gd name="T17" fmla="*/ 56 h 92"/>
                <a:gd name="T18" fmla="*/ 33 w 62"/>
                <a:gd name="T19" fmla="*/ 72 h 92"/>
                <a:gd name="T20" fmla="*/ 43 w 62"/>
                <a:gd name="T21" fmla="*/ 74 h 92"/>
                <a:gd name="T22" fmla="*/ 48 w 62"/>
                <a:gd name="T23" fmla="*/ 64 h 92"/>
                <a:gd name="T24" fmla="*/ 62 w 62"/>
                <a:gd name="T25" fmla="*/ 72 h 92"/>
                <a:gd name="T26" fmla="*/ 53 w 62"/>
                <a:gd name="T27" fmla="*/ 90 h 92"/>
                <a:gd name="T28" fmla="*/ 33 w 62"/>
                <a:gd name="T29" fmla="*/ 86 h 92"/>
                <a:gd name="T30" fmla="*/ 9 w 62"/>
                <a:gd name="T31" fmla="*/ 61 h 92"/>
                <a:gd name="T32" fmla="*/ 0 w 62"/>
                <a:gd name="T33" fmla="*/ 28 h 92"/>
                <a:gd name="T34" fmla="*/ 9 w 62"/>
                <a:gd name="T35" fmla="*/ 4 h 92"/>
                <a:gd name="T36" fmla="*/ 33 w 62"/>
                <a:gd name="T37" fmla="*/ 7 h 92"/>
                <a:gd name="T38" fmla="*/ 33 w 62"/>
                <a:gd name="T39" fmla="*/ 7 h 92"/>
                <a:gd name="T40" fmla="*/ 33 w 62"/>
                <a:gd name="T41" fmla="*/ 7 h 92"/>
                <a:gd name="T42" fmla="*/ 33 w 62"/>
                <a:gd name="T43" fmla="*/ 7 h 92"/>
                <a:gd name="T44" fmla="*/ 33 w 62"/>
                <a:gd name="T45" fmla="*/ 7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62" h="92">
                  <a:moveTo>
                    <a:pt x="33" y="7"/>
                  </a:moveTo>
                  <a:cubicBezTo>
                    <a:pt x="41" y="11"/>
                    <a:pt x="47" y="17"/>
                    <a:pt x="52" y="25"/>
                  </a:cubicBezTo>
                  <a:cubicBezTo>
                    <a:pt x="58" y="33"/>
                    <a:pt x="61" y="41"/>
                    <a:pt x="62" y="50"/>
                  </a:cubicBezTo>
                  <a:cubicBezTo>
                    <a:pt x="48" y="42"/>
                    <a:pt x="48" y="42"/>
                    <a:pt x="48" y="42"/>
                  </a:cubicBezTo>
                  <a:cubicBezTo>
                    <a:pt x="47" y="38"/>
                    <a:pt x="46" y="34"/>
                    <a:pt x="43" y="30"/>
                  </a:cubicBezTo>
                  <a:cubicBezTo>
                    <a:pt x="40" y="26"/>
                    <a:pt x="37" y="23"/>
                    <a:pt x="33" y="21"/>
                  </a:cubicBezTo>
                  <a:cubicBezTo>
                    <a:pt x="27" y="17"/>
                    <a:pt x="22" y="17"/>
                    <a:pt x="19" y="21"/>
                  </a:cubicBezTo>
                  <a:cubicBezTo>
                    <a:pt x="16" y="24"/>
                    <a:pt x="15" y="29"/>
                    <a:pt x="15" y="36"/>
                  </a:cubicBezTo>
                  <a:cubicBezTo>
                    <a:pt x="15" y="44"/>
                    <a:pt x="16" y="50"/>
                    <a:pt x="19" y="56"/>
                  </a:cubicBezTo>
                  <a:cubicBezTo>
                    <a:pt x="22" y="63"/>
                    <a:pt x="27" y="69"/>
                    <a:pt x="33" y="72"/>
                  </a:cubicBezTo>
                  <a:cubicBezTo>
                    <a:pt x="37" y="75"/>
                    <a:pt x="41" y="75"/>
                    <a:pt x="43" y="74"/>
                  </a:cubicBezTo>
                  <a:cubicBezTo>
                    <a:pt x="46" y="72"/>
                    <a:pt x="47" y="69"/>
                    <a:pt x="48" y="64"/>
                  </a:cubicBezTo>
                  <a:cubicBezTo>
                    <a:pt x="62" y="72"/>
                    <a:pt x="62" y="72"/>
                    <a:pt x="62" y="72"/>
                  </a:cubicBezTo>
                  <a:cubicBezTo>
                    <a:pt x="61" y="81"/>
                    <a:pt x="58" y="87"/>
                    <a:pt x="53" y="90"/>
                  </a:cubicBezTo>
                  <a:cubicBezTo>
                    <a:pt x="48" y="92"/>
                    <a:pt x="41" y="91"/>
                    <a:pt x="33" y="86"/>
                  </a:cubicBezTo>
                  <a:cubicBezTo>
                    <a:pt x="23" y="81"/>
                    <a:pt x="15" y="72"/>
                    <a:pt x="9" y="61"/>
                  </a:cubicBezTo>
                  <a:cubicBezTo>
                    <a:pt x="3" y="50"/>
                    <a:pt x="0" y="39"/>
                    <a:pt x="0" y="28"/>
                  </a:cubicBezTo>
                  <a:cubicBezTo>
                    <a:pt x="0" y="16"/>
                    <a:pt x="3" y="8"/>
                    <a:pt x="9" y="4"/>
                  </a:cubicBezTo>
                  <a:cubicBezTo>
                    <a:pt x="15" y="0"/>
                    <a:pt x="23" y="1"/>
                    <a:pt x="33" y="7"/>
                  </a:cubicBezTo>
                  <a:cubicBezTo>
                    <a:pt x="33" y="7"/>
                    <a:pt x="33" y="7"/>
                    <a:pt x="33" y="7"/>
                  </a:cubicBezTo>
                  <a:cubicBezTo>
                    <a:pt x="33" y="7"/>
                    <a:pt x="33" y="7"/>
                    <a:pt x="33" y="7"/>
                  </a:cubicBezTo>
                  <a:cubicBezTo>
                    <a:pt x="33" y="7"/>
                    <a:pt x="33" y="7"/>
                    <a:pt x="33" y="7"/>
                  </a:cubicBezTo>
                  <a:cubicBezTo>
                    <a:pt x="33" y="7"/>
                    <a:pt x="33" y="7"/>
                    <a:pt x="33" y="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515" name="未知"/>
            <p:cNvSpPr/>
            <p:nvPr/>
          </p:nvSpPr>
          <p:spPr bwMode="auto">
            <a:xfrm>
              <a:off x="210" y="314"/>
              <a:ext cx="30" cy="57"/>
            </a:xfrm>
            <a:custGeom>
              <a:avLst/>
              <a:gdLst>
                <a:gd name="T0" fmla="*/ 30 w 30"/>
                <a:gd name="T1" fmla="*/ 17 h 57"/>
                <a:gd name="T2" fmla="*/ 30 w 30"/>
                <a:gd name="T3" fmla="*/ 57 h 57"/>
                <a:gd name="T4" fmla="*/ 22 w 30"/>
                <a:gd name="T5" fmla="*/ 53 h 57"/>
                <a:gd name="T6" fmla="*/ 22 w 30"/>
                <a:gd name="T7" fmla="*/ 35 h 57"/>
                <a:gd name="T8" fmla="*/ 8 w 30"/>
                <a:gd name="T9" fmla="*/ 27 h 57"/>
                <a:gd name="T10" fmla="*/ 8 w 30"/>
                <a:gd name="T11" fmla="*/ 45 h 57"/>
                <a:gd name="T12" fmla="*/ 0 w 30"/>
                <a:gd name="T13" fmla="*/ 40 h 57"/>
                <a:gd name="T14" fmla="*/ 0 w 30"/>
                <a:gd name="T15" fmla="*/ 0 h 57"/>
                <a:gd name="T16" fmla="*/ 8 w 30"/>
                <a:gd name="T17" fmla="*/ 4 h 57"/>
                <a:gd name="T18" fmla="*/ 8 w 30"/>
                <a:gd name="T19" fmla="*/ 20 h 57"/>
                <a:gd name="T20" fmla="*/ 22 w 30"/>
                <a:gd name="T21" fmla="*/ 28 h 57"/>
                <a:gd name="T22" fmla="*/ 23 w 30"/>
                <a:gd name="T23" fmla="*/ 13 h 57"/>
                <a:gd name="T24" fmla="*/ 30 w 30"/>
                <a:gd name="T25" fmla="*/ 17 h 57"/>
                <a:gd name="T26" fmla="*/ 30 w 30"/>
                <a:gd name="T27" fmla="*/ 17 h 57"/>
                <a:gd name="T28" fmla="*/ 30 w 30"/>
                <a:gd name="T29" fmla="*/ 17 h 57"/>
                <a:gd name="T30" fmla="*/ 30 w 30"/>
                <a:gd name="T31" fmla="*/ 17 h 57"/>
                <a:gd name="T32" fmla="*/ 30 w 30"/>
                <a:gd name="T33" fmla="*/ 17 h 57"/>
                <a:gd name="T34" fmla="*/ 30 w 30"/>
                <a:gd name="T35" fmla="*/ 17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0" h="57">
                  <a:moveTo>
                    <a:pt x="30" y="17"/>
                  </a:moveTo>
                  <a:lnTo>
                    <a:pt x="30" y="57"/>
                  </a:lnTo>
                  <a:lnTo>
                    <a:pt x="22" y="53"/>
                  </a:lnTo>
                  <a:lnTo>
                    <a:pt x="22" y="35"/>
                  </a:lnTo>
                  <a:lnTo>
                    <a:pt x="8" y="27"/>
                  </a:lnTo>
                  <a:lnTo>
                    <a:pt x="8" y="45"/>
                  </a:lnTo>
                  <a:lnTo>
                    <a:pt x="0" y="40"/>
                  </a:lnTo>
                  <a:lnTo>
                    <a:pt x="0" y="0"/>
                  </a:lnTo>
                  <a:lnTo>
                    <a:pt x="8" y="4"/>
                  </a:lnTo>
                  <a:lnTo>
                    <a:pt x="8" y="20"/>
                  </a:lnTo>
                  <a:lnTo>
                    <a:pt x="22" y="28"/>
                  </a:lnTo>
                  <a:lnTo>
                    <a:pt x="23" y="13"/>
                  </a:lnTo>
                  <a:lnTo>
                    <a:pt x="30" y="17"/>
                  </a:lnTo>
                  <a:lnTo>
                    <a:pt x="30" y="17"/>
                  </a:lnTo>
                  <a:lnTo>
                    <a:pt x="30" y="17"/>
                  </a:lnTo>
                  <a:lnTo>
                    <a:pt x="30" y="17"/>
                  </a:lnTo>
                  <a:lnTo>
                    <a:pt x="30" y="17"/>
                  </a:lnTo>
                  <a:lnTo>
                    <a:pt x="30" y="17"/>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grpSp>
      <p:sp>
        <p:nvSpPr>
          <p:cNvPr id="3" name="文本框 2"/>
          <p:cNvSpPr txBox="1"/>
          <p:nvPr/>
        </p:nvSpPr>
        <p:spPr>
          <a:xfrm>
            <a:off x="5331749" y="2765936"/>
            <a:ext cx="992579"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VLAN10</a:t>
            </a: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516" name="文本框 515"/>
          <p:cNvSpPr txBox="1"/>
          <p:nvPr/>
        </p:nvSpPr>
        <p:spPr>
          <a:xfrm>
            <a:off x="7180549" y="2760685"/>
            <a:ext cx="992579"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VLAN20</a:t>
            </a: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518" name="Text Box 81"/>
          <p:cNvSpPr txBox="1">
            <a:spLocks noChangeArrowheads="1"/>
          </p:cNvSpPr>
          <p:nvPr/>
        </p:nvSpPr>
        <p:spPr bwMode="auto">
          <a:xfrm>
            <a:off x="5400039" y="5827403"/>
            <a:ext cx="877163" cy="36933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defRPr/>
            </a:pPr>
            <a:r>
              <a:rPr kumimoji="1" lang="zh-CN" altLang="en-US" sz="1800" b="0" i="0" u="none" strike="noStrike" kern="1200" cap="none" spc="0" normalizeH="0" baseline="0" noProof="0" dirty="0">
                <a:ln>
                  <a:noFill/>
                </a:ln>
                <a:solidFill>
                  <a:srgbClr val="44546A"/>
                </a:solidFill>
                <a:effectLst/>
                <a:uLnTx/>
                <a:uFillTx/>
                <a:latin typeface="Times New Roman" panose="02020503050405090304" pitchFamily="18" charset="0"/>
                <a:ea typeface="黑体" panose="02010609060101010101" pitchFamily="2" charset="-122"/>
                <a:cs typeface="+mn-cs"/>
              </a:rPr>
              <a:t>广播域</a:t>
            </a:r>
          </a:p>
        </p:txBody>
      </p:sp>
      <p:sp>
        <p:nvSpPr>
          <p:cNvPr id="519" name="Text Box 81"/>
          <p:cNvSpPr txBox="1">
            <a:spLocks noChangeArrowheads="1"/>
          </p:cNvSpPr>
          <p:nvPr/>
        </p:nvSpPr>
        <p:spPr bwMode="auto">
          <a:xfrm>
            <a:off x="7241687" y="5816208"/>
            <a:ext cx="877163" cy="36933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defRPr/>
            </a:pPr>
            <a:r>
              <a:rPr kumimoji="1" lang="zh-CN" altLang="en-US" sz="1800" b="0" i="0" u="none" strike="noStrike" kern="1200" cap="none" spc="0" normalizeH="0" baseline="0" noProof="0" dirty="0">
                <a:ln>
                  <a:noFill/>
                </a:ln>
                <a:solidFill>
                  <a:srgbClr val="44546A"/>
                </a:solidFill>
                <a:effectLst/>
                <a:uLnTx/>
                <a:uFillTx/>
                <a:latin typeface="Times New Roman" panose="02020503050405090304" pitchFamily="18" charset="0"/>
                <a:ea typeface="黑体" panose="02010609060101010101" pitchFamily="2" charset="-122"/>
                <a:cs typeface="+mn-cs"/>
              </a:rPr>
              <a:t>广播域</a:t>
            </a:r>
          </a:p>
        </p:txBody>
      </p:sp>
      <p:sp>
        <p:nvSpPr>
          <p:cNvPr id="5" name="文本框 4"/>
          <p:cNvSpPr txBox="1"/>
          <p:nvPr/>
        </p:nvSpPr>
        <p:spPr>
          <a:xfrm>
            <a:off x="8610599" y="3336545"/>
            <a:ext cx="3282239" cy="941155"/>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1"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不同</a:t>
            </a:r>
            <a:r>
              <a:rPr kumimoji="1" lang="en-US" altLang="zh-CN"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VLAN</a:t>
            </a:r>
            <a:r>
              <a:rPr kumimoji="1"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的成员通信需要通过三层设备</a:t>
            </a:r>
            <a:endParaRPr kumimoji="1" lang="en-US" altLang="zh-CN"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220" name="Line 164"/>
          <p:cNvSpPr>
            <a:spLocks noChangeShapeType="1"/>
          </p:cNvSpPr>
          <p:nvPr/>
        </p:nvSpPr>
        <p:spPr bwMode="auto">
          <a:xfrm>
            <a:off x="2173600" y="3447256"/>
            <a:ext cx="569027" cy="356043"/>
          </a:xfrm>
          <a:prstGeom prst="line">
            <a:avLst/>
          </a:prstGeom>
          <a:noFill/>
          <a:ln w="28575" cmpd="sng">
            <a:solidFill>
              <a:srgbClr val="0033C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pic>
        <p:nvPicPr>
          <p:cNvPr id="219" name="Picture 30" descr="通用路由器"/>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08436" y="3128157"/>
            <a:ext cx="778616" cy="582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90" name="Group 179"/>
          <p:cNvGrpSpPr>
            <a:grpSpLocks noChangeAspect="1"/>
          </p:cNvGrpSpPr>
          <p:nvPr/>
        </p:nvGrpSpPr>
        <p:grpSpPr bwMode="auto">
          <a:xfrm>
            <a:off x="2519845" y="3581607"/>
            <a:ext cx="914400" cy="661988"/>
            <a:chOff x="0" y="0"/>
            <a:chExt cx="576" cy="417"/>
          </a:xfrm>
        </p:grpSpPr>
        <p:sp>
          <p:nvSpPr>
            <p:cNvPr id="491" name="AutoShape 180"/>
            <p:cNvSpPr>
              <a:spLocks noChangeAspect="1" noChangeArrowheads="1" noTextEdit="1"/>
            </p:cNvSpPr>
            <p:nvPr/>
          </p:nvSpPr>
          <p:spPr bwMode="auto">
            <a:xfrm>
              <a:off x="0" y="0"/>
              <a:ext cx="576" cy="4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92" name="未知"/>
            <p:cNvSpPr/>
            <p:nvPr/>
          </p:nvSpPr>
          <p:spPr bwMode="auto">
            <a:xfrm>
              <a:off x="289" y="166"/>
              <a:ext cx="286" cy="252"/>
            </a:xfrm>
            <a:custGeom>
              <a:avLst/>
              <a:gdLst>
                <a:gd name="T0" fmla="*/ 286 w 286"/>
                <a:gd name="T1" fmla="*/ 0 h 252"/>
                <a:gd name="T2" fmla="*/ 286 w 286"/>
                <a:gd name="T3" fmla="*/ 85 h 252"/>
                <a:gd name="T4" fmla="*/ 0 w 286"/>
                <a:gd name="T5" fmla="*/ 252 h 252"/>
                <a:gd name="T6" fmla="*/ 0 w 286"/>
                <a:gd name="T7" fmla="*/ 166 h 252"/>
                <a:gd name="T8" fmla="*/ 286 w 286"/>
                <a:gd name="T9" fmla="*/ 0 h 252"/>
                <a:gd name="T10" fmla="*/ 286 w 286"/>
                <a:gd name="T11" fmla="*/ 0 h 252"/>
                <a:gd name="T12" fmla="*/ 286 w 286"/>
                <a:gd name="T13" fmla="*/ 0 h 252"/>
                <a:gd name="T14" fmla="*/ 286 w 286"/>
                <a:gd name="T15" fmla="*/ 0 h 252"/>
                <a:gd name="T16" fmla="*/ 286 w 286"/>
                <a:gd name="T17" fmla="*/ 0 h 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6" h="252">
                  <a:moveTo>
                    <a:pt x="286" y="0"/>
                  </a:moveTo>
                  <a:lnTo>
                    <a:pt x="286" y="85"/>
                  </a:lnTo>
                  <a:lnTo>
                    <a:pt x="0" y="252"/>
                  </a:lnTo>
                  <a:lnTo>
                    <a:pt x="0" y="166"/>
                  </a:lnTo>
                  <a:lnTo>
                    <a:pt x="286" y="0"/>
                  </a:lnTo>
                  <a:lnTo>
                    <a:pt x="286" y="0"/>
                  </a:lnTo>
                  <a:lnTo>
                    <a:pt x="286" y="0"/>
                  </a:lnTo>
                  <a:lnTo>
                    <a:pt x="286" y="0"/>
                  </a:lnTo>
                  <a:lnTo>
                    <a:pt x="286" y="0"/>
                  </a:lnTo>
                  <a:close/>
                </a:path>
              </a:pathLst>
            </a:custGeom>
            <a:solidFill>
              <a:srgbClr val="1D2977"/>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93" name="未知"/>
            <p:cNvSpPr/>
            <p:nvPr/>
          </p:nvSpPr>
          <p:spPr bwMode="auto">
            <a:xfrm>
              <a:off x="1" y="166"/>
              <a:ext cx="288" cy="252"/>
            </a:xfrm>
            <a:custGeom>
              <a:avLst/>
              <a:gdLst>
                <a:gd name="T0" fmla="*/ 288 w 288"/>
                <a:gd name="T1" fmla="*/ 166 h 252"/>
                <a:gd name="T2" fmla="*/ 288 w 288"/>
                <a:gd name="T3" fmla="*/ 252 h 252"/>
                <a:gd name="T4" fmla="*/ 0 w 288"/>
                <a:gd name="T5" fmla="*/ 85 h 252"/>
                <a:gd name="T6" fmla="*/ 0 w 288"/>
                <a:gd name="T7" fmla="*/ 0 h 252"/>
                <a:gd name="T8" fmla="*/ 288 w 288"/>
                <a:gd name="T9" fmla="*/ 166 h 252"/>
                <a:gd name="T10" fmla="*/ 288 w 288"/>
                <a:gd name="T11" fmla="*/ 166 h 252"/>
                <a:gd name="T12" fmla="*/ 288 w 288"/>
                <a:gd name="T13" fmla="*/ 166 h 252"/>
                <a:gd name="T14" fmla="*/ 288 w 288"/>
                <a:gd name="T15" fmla="*/ 166 h 252"/>
                <a:gd name="T16" fmla="*/ 288 w 288"/>
                <a:gd name="T17" fmla="*/ 166 h 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8" h="252">
                  <a:moveTo>
                    <a:pt x="288" y="166"/>
                  </a:moveTo>
                  <a:lnTo>
                    <a:pt x="288" y="252"/>
                  </a:lnTo>
                  <a:lnTo>
                    <a:pt x="0" y="85"/>
                  </a:lnTo>
                  <a:lnTo>
                    <a:pt x="0" y="0"/>
                  </a:lnTo>
                  <a:lnTo>
                    <a:pt x="288" y="166"/>
                  </a:lnTo>
                  <a:lnTo>
                    <a:pt x="288" y="166"/>
                  </a:lnTo>
                  <a:lnTo>
                    <a:pt x="288" y="166"/>
                  </a:lnTo>
                  <a:lnTo>
                    <a:pt x="288" y="166"/>
                  </a:lnTo>
                  <a:lnTo>
                    <a:pt x="288" y="166"/>
                  </a:lnTo>
                  <a:close/>
                </a:path>
              </a:pathLst>
            </a:custGeom>
            <a:solidFill>
              <a:srgbClr val="36458A"/>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94" name="未知"/>
            <p:cNvSpPr/>
            <p:nvPr/>
          </p:nvSpPr>
          <p:spPr bwMode="auto">
            <a:xfrm>
              <a:off x="1" y="0"/>
              <a:ext cx="574" cy="332"/>
            </a:xfrm>
            <a:custGeom>
              <a:avLst/>
              <a:gdLst>
                <a:gd name="T0" fmla="*/ 574 w 574"/>
                <a:gd name="T1" fmla="*/ 166 h 332"/>
                <a:gd name="T2" fmla="*/ 288 w 574"/>
                <a:gd name="T3" fmla="*/ 332 h 332"/>
                <a:gd name="T4" fmla="*/ 0 w 574"/>
                <a:gd name="T5" fmla="*/ 166 h 332"/>
                <a:gd name="T6" fmla="*/ 286 w 574"/>
                <a:gd name="T7" fmla="*/ 0 h 332"/>
                <a:gd name="T8" fmla="*/ 574 w 574"/>
                <a:gd name="T9" fmla="*/ 166 h 332"/>
                <a:gd name="T10" fmla="*/ 574 w 574"/>
                <a:gd name="T11" fmla="*/ 166 h 332"/>
                <a:gd name="T12" fmla="*/ 574 w 574"/>
                <a:gd name="T13" fmla="*/ 166 h 332"/>
                <a:gd name="T14" fmla="*/ 574 w 574"/>
                <a:gd name="T15" fmla="*/ 166 h 332"/>
                <a:gd name="T16" fmla="*/ 574 w 574"/>
                <a:gd name="T17" fmla="*/ 166 h 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4" h="332">
                  <a:moveTo>
                    <a:pt x="574" y="166"/>
                  </a:moveTo>
                  <a:lnTo>
                    <a:pt x="288" y="332"/>
                  </a:lnTo>
                  <a:lnTo>
                    <a:pt x="0" y="166"/>
                  </a:lnTo>
                  <a:lnTo>
                    <a:pt x="286" y="0"/>
                  </a:lnTo>
                  <a:lnTo>
                    <a:pt x="574" y="166"/>
                  </a:lnTo>
                  <a:lnTo>
                    <a:pt x="574" y="166"/>
                  </a:lnTo>
                  <a:lnTo>
                    <a:pt x="574" y="166"/>
                  </a:lnTo>
                  <a:lnTo>
                    <a:pt x="574" y="166"/>
                  </a:lnTo>
                  <a:lnTo>
                    <a:pt x="574" y="166"/>
                  </a:lnTo>
                  <a:close/>
                </a:path>
              </a:pathLst>
            </a:custGeom>
            <a:solidFill>
              <a:srgbClr val="4D61A4"/>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95" name="未知"/>
            <p:cNvSpPr>
              <a:spLocks noEditPoints="1"/>
            </p:cNvSpPr>
            <p:nvPr/>
          </p:nvSpPr>
          <p:spPr bwMode="auto">
            <a:xfrm>
              <a:off x="80" y="48"/>
              <a:ext cx="416" cy="241"/>
            </a:xfrm>
            <a:custGeom>
              <a:avLst/>
              <a:gdLst>
                <a:gd name="T0" fmla="*/ 483 w 785"/>
                <a:gd name="T1" fmla="*/ 356 h 457"/>
                <a:gd name="T2" fmla="*/ 523 w 785"/>
                <a:gd name="T3" fmla="*/ 379 h 457"/>
                <a:gd name="T4" fmla="*/ 389 w 785"/>
                <a:gd name="T5" fmla="*/ 457 h 457"/>
                <a:gd name="T6" fmla="*/ 255 w 785"/>
                <a:gd name="T7" fmla="*/ 379 h 457"/>
                <a:gd name="T8" fmla="*/ 295 w 785"/>
                <a:gd name="T9" fmla="*/ 356 h 457"/>
                <a:gd name="T10" fmla="*/ 356 w 785"/>
                <a:gd name="T11" fmla="*/ 391 h 457"/>
                <a:gd name="T12" fmla="*/ 356 w 785"/>
                <a:gd name="T13" fmla="*/ 313 h 457"/>
                <a:gd name="T14" fmla="*/ 286 w 785"/>
                <a:gd name="T15" fmla="*/ 290 h 457"/>
                <a:gd name="T16" fmla="*/ 246 w 785"/>
                <a:gd name="T17" fmla="*/ 249 h 457"/>
                <a:gd name="T18" fmla="*/ 113 w 785"/>
                <a:gd name="T19" fmla="*/ 249 h 457"/>
                <a:gd name="T20" fmla="*/ 174 w 785"/>
                <a:gd name="T21" fmla="*/ 285 h 457"/>
                <a:gd name="T22" fmla="*/ 134 w 785"/>
                <a:gd name="T23" fmla="*/ 308 h 457"/>
                <a:gd name="T24" fmla="*/ 0 w 785"/>
                <a:gd name="T25" fmla="*/ 230 h 457"/>
                <a:gd name="T26" fmla="*/ 134 w 785"/>
                <a:gd name="T27" fmla="*/ 153 h 457"/>
                <a:gd name="T28" fmla="*/ 174 w 785"/>
                <a:gd name="T29" fmla="*/ 176 h 457"/>
                <a:gd name="T30" fmla="*/ 113 w 785"/>
                <a:gd name="T31" fmla="*/ 211 h 457"/>
                <a:gd name="T32" fmla="*/ 244 w 785"/>
                <a:gd name="T33" fmla="*/ 211 h 457"/>
                <a:gd name="T34" fmla="*/ 286 w 785"/>
                <a:gd name="T35" fmla="*/ 165 h 457"/>
                <a:gd name="T36" fmla="*/ 369 w 785"/>
                <a:gd name="T37" fmla="*/ 140 h 457"/>
                <a:gd name="T38" fmla="*/ 369 w 785"/>
                <a:gd name="T39" fmla="*/ 66 h 457"/>
                <a:gd name="T40" fmla="*/ 308 w 785"/>
                <a:gd name="T41" fmla="*/ 101 h 457"/>
                <a:gd name="T42" fmla="*/ 268 w 785"/>
                <a:gd name="T43" fmla="*/ 78 h 457"/>
                <a:gd name="T44" fmla="*/ 402 w 785"/>
                <a:gd name="T45" fmla="*/ 0 h 457"/>
                <a:gd name="T46" fmla="*/ 536 w 785"/>
                <a:gd name="T47" fmla="*/ 78 h 457"/>
                <a:gd name="T48" fmla="*/ 496 w 785"/>
                <a:gd name="T49" fmla="*/ 101 h 457"/>
                <a:gd name="T50" fmla="*/ 435 w 785"/>
                <a:gd name="T51" fmla="*/ 66 h 457"/>
                <a:gd name="T52" fmla="*/ 435 w 785"/>
                <a:gd name="T53" fmla="*/ 142 h 457"/>
                <a:gd name="T54" fmla="*/ 502 w 785"/>
                <a:gd name="T55" fmla="*/ 165 h 457"/>
                <a:gd name="T56" fmla="*/ 541 w 785"/>
                <a:gd name="T57" fmla="*/ 204 h 457"/>
                <a:gd name="T58" fmla="*/ 672 w 785"/>
                <a:gd name="T59" fmla="*/ 204 h 457"/>
                <a:gd name="T60" fmla="*/ 611 w 785"/>
                <a:gd name="T61" fmla="*/ 169 h 457"/>
                <a:gd name="T62" fmla="*/ 650 w 785"/>
                <a:gd name="T63" fmla="*/ 145 h 457"/>
                <a:gd name="T64" fmla="*/ 785 w 785"/>
                <a:gd name="T65" fmla="*/ 223 h 457"/>
                <a:gd name="T66" fmla="*/ 651 w 785"/>
                <a:gd name="T67" fmla="*/ 301 h 457"/>
                <a:gd name="T68" fmla="*/ 611 w 785"/>
                <a:gd name="T69" fmla="*/ 278 h 457"/>
                <a:gd name="T70" fmla="*/ 672 w 785"/>
                <a:gd name="T71" fmla="*/ 242 h 457"/>
                <a:gd name="T72" fmla="*/ 545 w 785"/>
                <a:gd name="T73" fmla="*/ 242 h 457"/>
                <a:gd name="T74" fmla="*/ 502 w 785"/>
                <a:gd name="T75" fmla="*/ 290 h 457"/>
                <a:gd name="T76" fmla="*/ 422 w 785"/>
                <a:gd name="T77" fmla="*/ 315 h 457"/>
                <a:gd name="T78" fmla="*/ 422 w 785"/>
                <a:gd name="T79" fmla="*/ 391 h 457"/>
                <a:gd name="T80" fmla="*/ 483 w 785"/>
                <a:gd name="T81" fmla="*/ 356 h 457"/>
                <a:gd name="T82" fmla="*/ 483 w 785"/>
                <a:gd name="T83" fmla="*/ 356 h 457"/>
                <a:gd name="T84" fmla="*/ 483 w 785"/>
                <a:gd name="T85" fmla="*/ 356 h 457"/>
                <a:gd name="T86" fmla="*/ 338 w 785"/>
                <a:gd name="T87" fmla="*/ 260 h 457"/>
                <a:gd name="T88" fmla="*/ 450 w 785"/>
                <a:gd name="T89" fmla="*/ 260 h 457"/>
                <a:gd name="T90" fmla="*/ 450 w 785"/>
                <a:gd name="T91" fmla="*/ 195 h 457"/>
                <a:gd name="T92" fmla="*/ 338 w 785"/>
                <a:gd name="T93" fmla="*/ 195 h 457"/>
                <a:gd name="T94" fmla="*/ 338 w 785"/>
                <a:gd name="T95" fmla="*/ 260 h 4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785" h="457">
                  <a:moveTo>
                    <a:pt x="483" y="356"/>
                  </a:moveTo>
                  <a:cubicBezTo>
                    <a:pt x="523" y="379"/>
                    <a:pt x="523" y="379"/>
                    <a:pt x="523" y="379"/>
                  </a:cubicBezTo>
                  <a:cubicBezTo>
                    <a:pt x="389" y="457"/>
                    <a:pt x="389" y="457"/>
                    <a:pt x="389" y="457"/>
                  </a:cubicBezTo>
                  <a:cubicBezTo>
                    <a:pt x="255" y="379"/>
                    <a:pt x="255" y="379"/>
                    <a:pt x="255" y="379"/>
                  </a:cubicBezTo>
                  <a:cubicBezTo>
                    <a:pt x="295" y="356"/>
                    <a:pt x="295" y="356"/>
                    <a:pt x="295" y="356"/>
                  </a:cubicBezTo>
                  <a:cubicBezTo>
                    <a:pt x="356" y="391"/>
                    <a:pt x="356" y="391"/>
                    <a:pt x="356" y="391"/>
                  </a:cubicBezTo>
                  <a:cubicBezTo>
                    <a:pt x="356" y="313"/>
                    <a:pt x="356" y="313"/>
                    <a:pt x="356" y="313"/>
                  </a:cubicBezTo>
                  <a:cubicBezTo>
                    <a:pt x="330" y="309"/>
                    <a:pt x="306" y="302"/>
                    <a:pt x="286" y="290"/>
                  </a:cubicBezTo>
                  <a:cubicBezTo>
                    <a:pt x="266" y="279"/>
                    <a:pt x="253" y="264"/>
                    <a:pt x="246" y="249"/>
                  </a:cubicBezTo>
                  <a:cubicBezTo>
                    <a:pt x="113" y="249"/>
                    <a:pt x="113" y="249"/>
                    <a:pt x="113" y="249"/>
                  </a:cubicBezTo>
                  <a:cubicBezTo>
                    <a:pt x="174" y="285"/>
                    <a:pt x="174" y="285"/>
                    <a:pt x="174" y="285"/>
                  </a:cubicBezTo>
                  <a:cubicBezTo>
                    <a:pt x="134" y="308"/>
                    <a:pt x="134" y="308"/>
                    <a:pt x="134" y="308"/>
                  </a:cubicBezTo>
                  <a:cubicBezTo>
                    <a:pt x="0" y="230"/>
                    <a:pt x="0" y="230"/>
                    <a:pt x="0" y="230"/>
                  </a:cubicBezTo>
                  <a:cubicBezTo>
                    <a:pt x="134" y="153"/>
                    <a:pt x="134" y="153"/>
                    <a:pt x="134" y="153"/>
                  </a:cubicBezTo>
                  <a:cubicBezTo>
                    <a:pt x="174" y="176"/>
                    <a:pt x="174" y="176"/>
                    <a:pt x="174" y="176"/>
                  </a:cubicBezTo>
                  <a:cubicBezTo>
                    <a:pt x="113" y="211"/>
                    <a:pt x="113" y="211"/>
                    <a:pt x="113" y="211"/>
                  </a:cubicBezTo>
                  <a:cubicBezTo>
                    <a:pt x="244" y="211"/>
                    <a:pt x="244" y="211"/>
                    <a:pt x="244" y="211"/>
                  </a:cubicBezTo>
                  <a:cubicBezTo>
                    <a:pt x="249" y="194"/>
                    <a:pt x="263" y="178"/>
                    <a:pt x="286" y="165"/>
                  </a:cubicBezTo>
                  <a:cubicBezTo>
                    <a:pt x="309" y="151"/>
                    <a:pt x="339" y="143"/>
                    <a:pt x="369" y="140"/>
                  </a:cubicBezTo>
                  <a:cubicBezTo>
                    <a:pt x="369" y="66"/>
                    <a:pt x="369" y="66"/>
                    <a:pt x="369" y="66"/>
                  </a:cubicBezTo>
                  <a:cubicBezTo>
                    <a:pt x="308" y="101"/>
                    <a:pt x="308" y="101"/>
                    <a:pt x="308" y="101"/>
                  </a:cubicBezTo>
                  <a:cubicBezTo>
                    <a:pt x="268" y="78"/>
                    <a:pt x="268" y="78"/>
                    <a:pt x="268" y="78"/>
                  </a:cubicBezTo>
                  <a:cubicBezTo>
                    <a:pt x="402" y="0"/>
                    <a:pt x="402" y="0"/>
                    <a:pt x="402" y="0"/>
                  </a:cubicBezTo>
                  <a:cubicBezTo>
                    <a:pt x="536" y="78"/>
                    <a:pt x="536" y="78"/>
                    <a:pt x="536" y="78"/>
                  </a:cubicBezTo>
                  <a:cubicBezTo>
                    <a:pt x="496" y="101"/>
                    <a:pt x="496" y="101"/>
                    <a:pt x="496" y="101"/>
                  </a:cubicBezTo>
                  <a:cubicBezTo>
                    <a:pt x="435" y="66"/>
                    <a:pt x="435" y="66"/>
                    <a:pt x="435" y="66"/>
                  </a:cubicBezTo>
                  <a:cubicBezTo>
                    <a:pt x="435" y="87"/>
                    <a:pt x="435" y="117"/>
                    <a:pt x="435" y="142"/>
                  </a:cubicBezTo>
                  <a:cubicBezTo>
                    <a:pt x="460" y="146"/>
                    <a:pt x="483" y="154"/>
                    <a:pt x="502" y="165"/>
                  </a:cubicBezTo>
                  <a:cubicBezTo>
                    <a:pt x="521" y="176"/>
                    <a:pt x="534" y="190"/>
                    <a:pt x="541" y="204"/>
                  </a:cubicBezTo>
                  <a:cubicBezTo>
                    <a:pt x="672" y="204"/>
                    <a:pt x="672" y="204"/>
                    <a:pt x="672" y="204"/>
                  </a:cubicBezTo>
                  <a:cubicBezTo>
                    <a:pt x="611" y="169"/>
                    <a:pt x="611" y="169"/>
                    <a:pt x="611" y="169"/>
                  </a:cubicBezTo>
                  <a:cubicBezTo>
                    <a:pt x="650" y="145"/>
                    <a:pt x="650" y="145"/>
                    <a:pt x="650" y="145"/>
                  </a:cubicBezTo>
                  <a:cubicBezTo>
                    <a:pt x="785" y="223"/>
                    <a:pt x="785" y="223"/>
                    <a:pt x="785" y="223"/>
                  </a:cubicBezTo>
                  <a:cubicBezTo>
                    <a:pt x="651" y="301"/>
                    <a:pt x="651" y="301"/>
                    <a:pt x="651" y="301"/>
                  </a:cubicBezTo>
                  <a:cubicBezTo>
                    <a:pt x="611" y="278"/>
                    <a:pt x="611" y="278"/>
                    <a:pt x="611" y="278"/>
                  </a:cubicBezTo>
                  <a:cubicBezTo>
                    <a:pt x="672" y="242"/>
                    <a:pt x="672" y="242"/>
                    <a:pt x="672" y="242"/>
                  </a:cubicBezTo>
                  <a:cubicBezTo>
                    <a:pt x="637" y="242"/>
                    <a:pt x="587" y="242"/>
                    <a:pt x="545" y="242"/>
                  </a:cubicBezTo>
                  <a:cubicBezTo>
                    <a:pt x="540" y="260"/>
                    <a:pt x="526" y="277"/>
                    <a:pt x="502" y="290"/>
                  </a:cubicBezTo>
                  <a:cubicBezTo>
                    <a:pt x="480" y="303"/>
                    <a:pt x="451" y="312"/>
                    <a:pt x="422" y="315"/>
                  </a:cubicBezTo>
                  <a:cubicBezTo>
                    <a:pt x="422" y="391"/>
                    <a:pt x="422" y="391"/>
                    <a:pt x="422" y="391"/>
                  </a:cubicBezTo>
                  <a:cubicBezTo>
                    <a:pt x="483" y="356"/>
                    <a:pt x="483" y="356"/>
                    <a:pt x="483" y="356"/>
                  </a:cubicBezTo>
                  <a:cubicBezTo>
                    <a:pt x="483" y="356"/>
                    <a:pt x="483" y="356"/>
                    <a:pt x="483" y="356"/>
                  </a:cubicBezTo>
                  <a:cubicBezTo>
                    <a:pt x="483" y="356"/>
                    <a:pt x="483" y="356"/>
                    <a:pt x="483" y="356"/>
                  </a:cubicBezTo>
                  <a:close/>
                  <a:moveTo>
                    <a:pt x="338" y="260"/>
                  </a:moveTo>
                  <a:cubicBezTo>
                    <a:pt x="369" y="278"/>
                    <a:pt x="419" y="278"/>
                    <a:pt x="450" y="260"/>
                  </a:cubicBezTo>
                  <a:cubicBezTo>
                    <a:pt x="481" y="242"/>
                    <a:pt x="481" y="213"/>
                    <a:pt x="450" y="195"/>
                  </a:cubicBezTo>
                  <a:cubicBezTo>
                    <a:pt x="419" y="177"/>
                    <a:pt x="368" y="177"/>
                    <a:pt x="338" y="195"/>
                  </a:cubicBezTo>
                  <a:cubicBezTo>
                    <a:pt x="307" y="213"/>
                    <a:pt x="307" y="242"/>
                    <a:pt x="338" y="260"/>
                  </a:cubicBezTo>
                </a:path>
              </a:pathLst>
            </a:custGeom>
            <a:solidFill>
              <a:srgbClr val="1D2977"/>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96" name="未知"/>
            <p:cNvSpPr>
              <a:spLocks noEditPoints="1"/>
            </p:cNvSpPr>
            <p:nvPr/>
          </p:nvSpPr>
          <p:spPr bwMode="auto">
            <a:xfrm>
              <a:off x="80" y="42"/>
              <a:ext cx="416" cy="241"/>
            </a:xfrm>
            <a:custGeom>
              <a:avLst/>
              <a:gdLst>
                <a:gd name="T0" fmla="*/ 483 w 785"/>
                <a:gd name="T1" fmla="*/ 355 h 456"/>
                <a:gd name="T2" fmla="*/ 523 w 785"/>
                <a:gd name="T3" fmla="*/ 379 h 456"/>
                <a:gd name="T4" fmla="*/ 389 w 785"/>
                <a:gd name="T5" fmla="*/ 456 h 456"/>
                <a:gd name="T6" fmla="*/ 255 w 785"/>
                <a:gd name="T7" fmla="*/ 379 h 456"/>
                <a:gd name="T8" fmla="*/ 295 w 785"/>
                <a:gd name="T9" fmla="*/ 355 h 456"/>
                <a:gd name="T10" fmla="*/ 356 w 785"/>
                <a:gd name="T11" fmla="*/ 391 h 456"/>
                <a:gd name="T12" fmla="*/ 356 w 785"/>
                <a:gd name="T13" fmla="*/ 313 h 456"/>
                <a:gd name="T14" fmla="*/ 286 w 785"/>
                <a:gd name="T15" fmla="*/ 290 h 456"/>
                <a:gd name="T16" fmla="*/ 246 w 785"/>
                <a:gd name="T17" fmla="*/ 249 h 456"/>
                <a:gd name="T18" fmla="*/ 113 w 785"/>
                <a:gd name="T19" fmla="*/ 249 h 456"/>
                <a:gd name="T20" fmla="*/ 174 w 785"/>
                <a:gd name="T21" fmla="*/ 284 h 456"/>
                <a:gd name="T22" fmla="*/ 134 w 785"/>
                <a:gd name="T23" fmla="*/ 308 h 456"/>
                <a:gd name="T24" fmla="*/ 0 w 785"/>
                <a:gd name="T25" fmla="*/ 230 h 456"/>
                <a:gd name="T26" fmla="*/ 134 w 785"/>
                <a:gd name="T27" fmla="*/ 152 h 456"/>
                <a:gd name="T28" fmla="*/ 174 w 785"/>
                <a:gd name="T29" fmla="*/ 175 h 456"/>
                <a:gd name="T30" fmla="*/ 113 w 785"/>
                <a:gd name="T31" fmla="*/ 211 h 456"/>
                <a:gd name="T32" fmla="*/ 244 w 785"/>
                <a:gd name="T33" fmla="*/ 211 h 456"/>
                <a:gd name="T34" fmla="*/ 286 w 785"/>
                <a:gd name="T35" fmla="*/ 165 h 456"/>
                <a:gd name="T36" fmla="*/ 369 w 785"/>
                <a:gd name="T37" fmla="*/ 140 h 456"/>
                <a:gd name="T38" fmla="*/ 369 w 785"/>
                <a:gd name="T39" fmla="*/ 65 h 456"/>
                <a:gd name="T40" fmla="*/ 308 w 785"/>
                <a:gd name="T41" fmla="*/ 101 h 456"/>
                <a:gd name="T42" fmla="*/ 268 w 785"/>
                <a:gd name="T43" fmla="*/ 78 h 456"/>
                <a:gd name="T44" fmla="*/ 402 w 785"/>
                <a:gd name="T45" fmla="*/ 0 h 456"/>
                <a:gd name="T46" fmla="*/ 536 w 785"/>
                <a:gd name="T47" fmla="*/ 78 h 456"/>
                <a:gd name="T48" fmla="*/ 496 w 785"/>
                <a:gd name="T49" fmla="*/ 101 h 456"/>
                <a:gd name="T50" fmla="*/ 435 w 785"/>
                <a:gd name="T51" fmla="*/ 65 h 456"/>
                <a:gd name="T52" fmla="*/ 435 w 785"/>
                <a:gd name="T53" fmla="*/ 142 h 456"/>
                <a:gd name="T54" fmla="*/ 502 w 785"/>
                <a:gd name="T55" fmla="*/ 165 h 456"/>
                <a:gd name="T56" fmla="*/ 541 w 785"/>
                <a:gd name="T57" fmla="*/ 204 h 456"/>
                <a:gd name="T58" fmla="*/ 672 w 785"/>
                <a:gd name="T59" fmla="*/ 204 h 456"/>
                <a:gd name="T60" fmla="*/ 611 w 785"/>
                <a:gd name="T61" fmla="*/ 168 h 456"/>
                <a:gd name="T62" fmla="*/ 650 w 785"/>
                <a:gd name="T63" fmla="*/ 145 h 456"/>
                <a:gd name="T64" fmla="*/ 785 w 785"/>
                <a:gd name="T65" fmla="*/ 223 h 456"/>
                <a:gd name="T66" fmla="*/ 651 w 785"/>
                <a:gd name="T67" fmla="*/ 300 h 456"/>
                <a:gd name="T68" fmla="*/ 611 w 785"/>
                <a:gd name="T69" fmla="*/ 277 h 456"/>
                <a:gd name="T70" fmla="*/ 672 w 785"/>
                <a:gd name="T71" fmla="*/ 242 h 456"/>
                <a:gd name="T72" fmla="*/ 545 w 785"/>
                <a:gd name="T73" fmla="*/ 242 h 456"/>
                <a:gd name="T74" fmla="*/ 502 w 785"/>
                <a:gd name="T75" fmla="*/ 290 h 456"/>
                <a:gd name="T76" fmla="*/ 422 w 785"/>
                <a:gd name="T77" fmla="*/ 314 h 456"/>
                <a:gd name="T78" fmla="*/ 422 w 785"/>
                <a:gd name="T79" fmla="*/ 391 h 456"/>
                <a:gd name="T80" fmla="*/ 483 w 785"/>
                <a:gd name="T81" fmla="*/ 355 h 456"/>
                <a:gd name="T82" fmla="*/ 483 w 785"/>
                <a:gd name="T83" fmla="*/ 355 h 456"/>
                <a:gd name="T84" fmla="*/ 483 w 785"/>
                <a:gd name="T85" fmla="*/ 355 h 456"/>
                <a:gd name="T86" fmla="*/ 338 w 785"/>
                <a:gd name="T87" fmla="*/ 260 h 456"/>
                <a:gd name="T88" fmla="*/ 450 w 785"/>
                <a:gd name="T89" fmla="*/ 260 h 456"/>
                <a:gd name="T90" fmla="*/ 450 w 785"/>
                <a:gd name="T91" fmla="*/ 195 h 456"/>
                <a:gd name="T92" fmla="*/ 338 w 785"/>
                <a:gd name="T93" fmla="*/ 195 h 456"/>
                <a:gd name="T94" fmla="*/ 338 w 785"/>
                <a:gd name="T95" fmla="*/ 260 h 4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785" h="456">
                  <a:moveTo>
                    <a:pt x="483" y="355"/>
                  </a:moveTo>
                  <a:cubicBezTo>
                    <a:pt x="523" y="379"/>
                    <a:pt x="523" y="379"/>
                    <a:pt x="523" y="379"/>
                  </a:cubicBezTo>
                  <a:cubicBezTo>
                    <a:pt x="389" y="456"/>
                    <a:pt x="389" y="456"/>
                    <a:pt x="389" y="456"/>
                  </a:cubicBezTo>
                  <a:cubicBezTo>
                    <a:pt x="255" y="379"/>
                    <a:pt x="255" y="379"/>
                    <a:pt x="255" y="379"/>
                  </a:cubicBezTo>
                  <a:cubicBezTo>
                    <a:pt x="295" y="355"/>
                    <a:pt x="295" y="355"/>
                    <a:pt x="295" y="355"/>
                  </a:cubicBezTo>
                  <a:cubicBezTo>
                    <a:pt x="356" y="391"/>
                    <a:pt x="356" y="391"/>
                    <a:pt x="356" y="391"/>
                  </a:cubicBezTo>
                  <a:cubicBezTo>
                    <a:pt x="356" y="313"/>
                    <a:pt x="356" y="313"/>
                    <a:pt x="356" y="313"/>
                  </a:cubicBezTo>
                  <a:cubicBezTo>
                    <a:pt x="330" y="309"/>
                    <a:pt x="306" y="301"/>
                    <a:pt x="286" y="290"/>
                  </a:cubicBezTo>
                  <a:cubicBezTo>
                    <a:pt x="266" y="278"/>
                    <a:pt x="253" y="264"/>
                    <a:pt x="246" y="249"/>
                  </a:cubicBezTo>
                  <a:cubicBezTo>
                    <a:pt x="113" y="249"/>
                    <a:pt x="113" y="249"/>
                    <a:pt x="113" y="249"/>
                  </a:cubicBezTo>
                  <a:cubicBezTo>
                    <a:pt x="174" y="284"/>
                    <a:pt x="174" y="284"/>
                    <a:pt x="174" y="284"/>
                  </a:cubicBezTo>
                  <a:cubicBezTo>
                    <a:pt x="134" y="308"/>
                    <a:pt x="134" y="308"/>
                    <a:pt x="134" y="308"/>
                  </a:cubicBezTo>
                  <a:cubicBezTo>
                    <a:pt x="0" y="230"/>
                    <a:pt x="0" y="230"/>
                    <a:pt x="0" y="230"/>
                  </a:cubicBezTo>
                  <a:cubicBezTo>
                    <a:pt x="134" y="152"/>
                    <a:pt x="134" y="152"/>
                    <a:pt x="134" y="152"/>
                  </a:cubicBezTo>
                  <a:cubicBezTo>
                    <a:pt x="174" y="175"/>
                    <a:pt x="174" y="175"/>
                    <a:pt x="174" y="175"/>
                  </a:cubicBezTo>
                  <a:cubicBezTo>
                    <a:pt x="113" y="211"/>
                    <a:pt x="113" y="211"/>
                    <a:pt x="113" y="211"/>
                  </a:cubicBezTo>
                  <a:cubicBezTo>
                    <a:pt x="244" y="211"/>
                    <a:pt x="244" y="211"/>
                    <a:pt x="244" y="211"/>
                  </a:cubicBezTo>
                  <a:cubicBezTo>
                    <a:pt x="249" y="194"/>
                    <a:pt x="263" y="178"/>
                    <a:pt x="286" y="165"/>
                  </a:cubicBezTo>
                  <a:cubicBezTo>
                    <a:pt x="309" y="151"/>
                    <a:pt x="339" y="143"/>
                    <a:pt x="369" y="140"/>
                  </a:cubicBezTo>
                  <a:cubicBezTo>
                    <a:pt x="369" y="65"/>
                    <a:pt x="369" y="65"/>
                    <a:pt x="369" y="65"/>
                  </a:cubicBezTo>
                  <a:cubicBezTo>
                    <a:pt x="308" y="101"/>
                    <a:pt x="308" y="101"/>
                    <a:pt x="308" y="101"/>
                  </a:cubicBezTo>
                  <a:cubicBezTo>
                    <a:pt x="268" y="78"/>
                    <a:pt x="268" y="78"/>
                    <a:pt x="268" y="78"/>
                  </a:cubicBezTo>
                  <a:cubicBezTo>
                    <a:pt x="402" y="0"/>
                    <a:pt x="402" y="0"/>
                    <a:pt x="402" y="0"/>
                  </a:cubicBezTo>
                  <a:cubicBezTo>
                    <a:pt x="536" y="78"/>
                    <a:pt x="536" y="78"/>
                    <a:pt x="536" y="78"/>
                  </a:cubicBezTo>
                  <a:cubicBezTo>
                    <a:pt x="496" y="101"/>
                    <a:pt x="496" y="101"/>
                    <a:pt x="496" y="101"/>
                  </a:cubicBezTo>
                  <a:cubicBezTo>
                    <a:pt x="435" y="65"/>
                    <a:pt x="435" y="65"/>
                    <a:pt x="435" y="65"/>
                  </a:cubicBezTo>
                  <a:cubicBezTo>
                    <a:pt x="435" y="87"/>
                    <a:pt x="435" y="117"/>
                    <a:pt x="435" y="142"/>
                  </a:cubicBezTo>
                  <a:cubicBezTo>
                    <a:pt x="460" y="146"/>
                    <a:pt x="483" y="154"/>
                    <a:pt x="502" y="165"/>
                  </a:cubicBezTo>
                  <a:cubicBezTo>
                    <a:pt x="521" y="176"/>
                    <a:pt x="534" y="189"/>
                    <a:pt x="541" y="204"/>
                  </a:cubicBezTo>
                  <a:cubicBezTo>
                    <a:pt x="672" y="204"/>
                    <a:pt x="672" y="204"/>
                    <a:pt x="672" y="204"/>
                  </a:cubicBezTo>
                  <a:cubicBezTo>
                    <a:pt x="611" y="168"/>
                    <a:pt x="611" y="168"/>
                    <a:pt x="611" y="168"/>
                  </a:cubicBezTo>
                  <a:cubicBezTo>
                    <a:pt x="650" y="145"/>
                    <a:pt x="650" y="145"/>
                    <a:pt x="650" y="145"/>
                  </a:cubicBezTo>
                  <a:cubicBezTo>
                    <a:pt x="785" y="223"/>
                    <a:pt x="785" y="223"/>
                    <a:pt x="785" y="223"/>
                  </a:cubicBezTo>
                  <a:cubicBezTo>
                    <a:pt x="651" y="300"/>
                    <a:pt x="651" y="300"/>
                    <a:pt x="651" y="300"/>
                  </a:cubicBezTo>
                  <a:cubicBezTo>
                    <a:pt x="611" y="277"/>
                    <a:pt x="611" y="277"/>
                    <a:pt x="611" y="277"/>
                  </a:cubicBezTo>
                  <a:cubicBezTo>
                    <a:pt x="672" y="242"/>
                    <a:pt x="672" y="242"/>
                    <a:pt x="672" y="242"/>
                  </a:cubicBezTo>
                  <a:cubicBezTo>
                    <a:pt x="637" y="242"/>
                    <a:pt x="587" y="242"/>
                    <a:pt x="545" y="242"/>
                  </a:cubicBezTo>
                  <a:cubicBezTo>
                    <a:pt x="540" y="259"/>
                    <a:pt x="526" y="276"/>
                    <a:pt x="502" y="290"/>
                  </a:cubicBezTo>
                  <a:cubicBezTo>
                    <a:pt x="480" y="303"/>
                    <a:pt x="451" y="311"/>
                    <a:pt x="422" y="314"/>
                  </a:cubicBezTo>
                  <a:cubicBezTo>
                    <a:pt x="422" y="391"/>
                    <a:pt x="422" y="391"/>
                    <a:pt x="422" y="391"/>
                  </a:cubicBezTo>
                  <a:cubicBezTo>
                    <a:pt x="483" y="355"/>
                    <a:pt x="483" y="355"/>
                    <a:pt x="483" y="355"/>
                  </a:cubicBezTo>
                  <a:cubicBezTo>
                    <a:pt x="483" y="355"/>
                    <a:pt x="483" y="355"/>
                    <a:pt x="483" y="355"/>
                  </a:cubicBezTo>
                  <a:cubicBezTo>
                    <a:pt x="483" y="355"/>
                    <a:pt x="483" y="355"/>
                    <a:pt x="483" y="355"/>
                  </a:cubicBezTo>
                  <a:close/>
                  <a:moveTo>
                    <a:pt x="338" y="260"/>
                  </a:moveTo>
                  <a:cubicBezTo>
                    <a:pt x="369" y="278"/>
                    <a:pt x="419" y="278"/>
                    <a:pt x="450" y="260"/>
                  </a:cubicBezTo>
                  <a:cubicBezTo>
                    <a:pt x="481" y="242"/>
                    <a:pt x="481" y="213"/>
                    <a:pt x="450" y="195"/>
                  </a:cubicBezTo>
                  <a:cubicBezTo>
                    <a:pt x="419" y="177"/>
                    <a:pt x="368" y="177"/>
                    <a:pt x="338" y="195"/>
                  </a:cubicBezTo>
                  <a:cubicBezTo>
                    <a:pt x="307" y="213"/>
                    <a:pt x="307" y="242"/>
                    <a:pt x="338" y="260"/>
                  </a:cubicBezTo>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97" name="未知"/>
            <p:cNvSpPr/>
            <p:nvPr/>
          </p:nvSpPr>
          <p:spPr bwMode="auto">
            <a:xfrm>
              <a:off x="49" y="226"/>
              <a:ext cx="30" cy="48"/>
            </a:xfrm>
            <a:custGeom>
              <a:avLst/>
              <a:gdLst>
                <a:gd name="T0" fmla="*/ 27 w 56"/>
                <a:gd name="T1" fmla="*/ 5 h 92"/>
                <a:gd name="T2" fmla="*/ 46 w 56"/>
                <a:gd name="T3" fmla="*/ 21 h 92"/>
                <a:gd name="T4" fmla="*/ 54 w 56"/>
                <a:gd name="T5" fmla="*/ 45 h 92"/>
                <a:gd name="T6" fmla="*/ 40 w 56"/>
                <a:gd name="T7" fmla="*/ 36 h 92"/>
                <a:gd name="T8" fmla="*/ 27 w 56"/>
                <a:gd name="T9" fmla="*/ 17 h 92"/>
                <a:gd name="T10" fmla="*/ 20 w 56"/>
                <a:gd name="T11" fmla="*/ 15 h 92"/>
                <a:gd name="T12" fmla="*/ 17 w 56"/>
                <a:gd name="T13" fmla="*/ 20 h 92"/>
                <a:gd name="T14" fmla="*/ 20 w 56"/>
                <a:gd name="T15" fmla="*/ 28 h 92"/>
                <a:gd name="T16" fmla="*/ 36 w 56"/>
                <a:gd name="T17" fmla="*/ 43 h 92"/>
                <a:gd name="T18" fmla="*/ 48 w 56"/>
                <a:gd name="T19" fmla="*/ 55 h 92"/>
                <a:gd name="T20" fmla="*/ 56 w 56"/>
                <a:gd name="T21" fmla="*/ 77 h 92"/>
                <a:gd name="T22" fmla="*/ 49 w 56"/>
                <a:gd name="T23" fmla="*/ 90 h 92"/>
                <a:gd name="T24" fmla="*/ 28 w 56"/>
                <a:gd name="T25" fmla="*/ 85 h 92"/>
                <a:gd name="T26" fmla="*/ 9 w 56"/>
                <a:gd name="T27" fmla="*/ 67 h 92"/>
                <a:gd name="T28" fmla="*/ 0 w 56"/>
                <a:gd name="T29" fmla="*/ 42 h 92"/>
                <a:gd name="T30" fmla="*/ 14 w 56"/>
                <a:gd name="T31" fmla="*/ 50 h 92"/>
                <a:gd name="T32" fmla="*/ 19 w 56"/>
                <a:gd name="T33" fmla="*/ 63 h 92"/>
                <a:gd name="T34" fmla="*/ 29 w 56"/>
                <a:gd name="T35" fmla="*/ 72 h 92"/>
                <a:gd name="T36" fmla="*/ 37 w 56"/>
                <a:gd name="T37" fmla="*/ 75 h 92"/>
                <a:gd name="T38" fmla="*/ 42 w 56"/>
                <a:gd name="T39" fmla="*/ 70 h 92"/>
                <a:gd name="T40" fmla="*/ 32 w 56"/>
                <a:gd name="T41" fmla="*/ 55 h 92"/>
                <a:gd name="T42" fmla="*/ 13 w 56"/>
                <a:gd name="T43" fmla="*/ 37 h 92"/>
                <a:gd name="T44" fmla="*/ 2 w 56"/>
                <a:gd name="T45" fmla="*/ 13 h 92"/>
                <a:gd name="T46" fmla="*/ 10 w 56"/>
                <a:gd name="T47" fmla="*/ 1 h 92"/>
                <a:gd name="T48" fmla="*/ 27 w 56"/>
                <a:gd name="T49" fmla="*/ 5 h 92"/>
                <a:gd name="T50" fmla="*/ 27 w 56"/>
                <a:gd name="T51" fmla="*/ 5 h 92"/>
                <a:gd name="T52" fmla="*/ 27 w 56"/>
                <a:gd name="T53" fmla="*/ 5 h 92"/>
                <a:gd name="T54" fmla="*/ 27 w 56"/>
                <a:gd name="T55" fmla="*/ 5 h 92"/>
                <a:gd name="T56" fmla="*/ 27 w 56"/>
                <a:gd name="T57" fmla="*/ 5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6" h="92">
                  <a:moveTo>
                    <a:pt x="27" y="5"/>
                  </a:moveTo>
                  <a:cubicBezTo>
                    <a:pt x="35" y="9"/>
                    <a:pt x="41" y="15"/>
                    <a:pt x="46" y="21"/>
                  </a:cubicBezTo>
                  <a:cubicBezTo>
                    <a:pt x="51" y="28"/>
                    <a:pt x="54" y="36"/>
                    <a:pt x="54" y="45"/>
                  </a:cubicBezTo>
                  <a:cubicBezTo>
                    <a:pt x="40" y="36"/>
                    <a:pt x="40" y="36"/>
                    <a:pt x="40" y="36"/>
                  </a:cubicBezTo>
                  <a:cubicBezTo>
                    <a:pt x="39" y="29"/>
                    <a:pt x="35" y="22"/>
                    <a:pt x="27" y="17"/>
                  </a:cubicBezTo>
                  <a:cubicBezTo>
                    <a:pt x="24" y="16"/>
                    <a:pt x="22" y="15"/>
                    <a:pt x="20" y="15"/>
                  </a:cubicBezTo>
                  <a:cubicBezTo>
                    <a:pt x="18" y="16"/>
                    <a:pt x="17" y="17"/>
                    <a:pt x="17" y="20"/>
                  </a:cubicBezTo>
                  <a:cubicBezTo>
                    <a:pt x="17" y="23"/>
                    <a:pt x="18" y="26"/>
                    <a:pt x="20" y="28"/>
                  </a:cubicBezTo>
                  <a:cubicBezTo>
                    <a:pt x="22" y="30"/>
                    <a:pt x="27" y="35"/>
                    <a:pt x="36" y="43"/>
                  </a:cubicBezTo>
                  <a:cubicBezTo>
                    <a:pt x="42" y="48"/>
                    <a:pt x="45" y="52"/>
                    <a:pt x="48" y="55"/>
                  </a:cubicBezTo>
                  <a:cubicBezTo>
                    <a:pt x="53" y="62"/>
                    <a:pt x="56" y="69"/>
                    <a:pt x="56" y="77"/>
                  </a:cubicBezTo>
                  <a:cubicBezTo>
                    <a:pt x="56" y="84"/>
                    <a:pt x="54" y="88"/>
                    <a:pt x="49" y="90"/>
                  </a:cubicBezTo>
                  <a:cubicBezTo>
                    <a:pt x="44" y="92"/>
                    <a:pt x="37" y="90"/>
                    <a:pt x="28" y="85"/>
                  </a:cubicBezTo>
                  <a:cubicBezTo>
                    <a:pt x="20" y="81"/>
                    <a:pt x="14" y="75"/>
                    <a:pt x="9" y="67"/>
                  </a:cubicBezTo>
                  <a:cubicBezTo>
                    <a:pt x="3" y="59"/>
                    <a:pt x="0" y="51"/>
                    <a:pt x="0" y="42"/>
                  </a:cubicBezTo>
                  <a:cubicBezTo>
                    <a:pt x="14" y="50"/>
                    <a:pt x="14" y="50"/>
                    <a:pt x="14" y="50"/>
                  </a:cubicBezTo>
                  <a:cubicBezTo>
                    <a:pt x="14" y="55"/>
                    <a:pt x="16" y="59"/>
                    <a:pt x="19" y="63"/>
                  </a:cubicBezTo>
                  <a:cubicBezTo>
                    <a:pt x="21" y="67"/>
                    <a:pt x="25" y="70"/>
                    <a:pt x="29" y="72"/>
                  </a:cubicBezTo>
                  <a:cubicBezTo>
                    <a:pt x="32" y="74"/>
                    <a:pt x="35" y="75"/>
                    <a:pt x="37" y="75"/>
                  </a:cubicBezTo>
                  <a:cubicBezTo>
                    <a:pt x="40" y="76"/>
                    <a:pt x="42" y="74"/>
                    <a:pt x="42" y="70"/>
                  </a:cubicBezTo>
                  <a:cubicBezTo>
                    <a:pt x="42" y="66"/>
                    <a:pt x="38" y="61"/>
                    <a:pt x="32" y="55"/>
                  </a:cubicBezTo>
                  <a:cubicBezTo>
                    <a:pt x="20" y="44"/>
                    <a:pt x="14" y="38"/>
                    <a:pt x="13" y="37"/>
                  </a:cubicBezTo>
                  <a:cubicBezTo>
                    <a:pt x="6" y="29"/>
                    <a:pt x="2" y="22"/>
                    <a:pt x="2" y="13"/>
                  </a:cubicBezTo>
                  <a:cubicBezTo>
                    <a:pt x="2" y="6"/>
                    <a:pt x="5" y="2"/>
                    <a:pt x="10" y="1"/>
                  </a:cubicBezTo>
                  <a:cubicBezTo>
                    <a:pt x="15" y="0"/>
                    <a:pt x="21" y="1"/>
                    <a:pt x="27" y="5"/>
                  </a:cubicBezTo>
                  <a:cubicBezTo>
                    <a:pt x="27" y="5"/>
                    <a:pt x="27" y="5"/>
                    <a:pt x="27" y="5"/>
                  </a:cubicBezTo>
                  <a:cubicBezTo>
                    <a:pt x="27" y="5"/>
                    <a:pt x="27" y="5"/>
                    <a:pt x="27" y="5"/>
                  </a:cubicBezTo>
                  <a:cubicBezTo>
                    <a:pt x="27" y="5"/>
                    <a:pt x="27" y="5"/>
                    <a:pt x="27" y="5"/>
                  </a:cubicBezTo>
                  <a:cubicBezTo>
                    <a:pt x="27" y="5"/>
                    <a:pt x="27" y="5"/>
                    <a:pt x="27" y="5"/>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98" name="未知"/>
            <p:cNvSpPr/>
            <p:nvPr/>
          </p:nvSpPr>
          <p:spPr bwMode="auto">
            <a:xfrm>
              <a:off x="80" y="238"/>
              <a:ext cx="46" cy="62"/>
            </a:xfrm>
            <a:custGeom>
              <a:avLst/>
              <a:gdLst>
                <a:gd name="T0" fmla="*/ 46 w 46"/>
                <a:gd name="T1" fmla="*/ 27 h 62"/>
                <a:gd name="T2" fmla="*/ 36 w 46"/>
                <a:gd name="T3" fmla="*/ 62 h 62"/>
                <a:gd name="T4" fmla="*/ 29 w 46"/>
                <a:gd name="T5" fmla="*/ 57 h 62"/>
                <a:gd name="T6" fmla="*/ 23 w 46"/>
                <a:gd name="T7" fmla="*/ 27 h 62"/>
                <a:gd name="T8" fmla="*/ 17 w 46"/>
                <a:gd name="T9" fmla="*/ 51 h 62"/>
                <a:gd name="T10" fmla="*/ 9 w 46"/>
                <a:gd name="T11" fmla="*/ 46 h 62"/>
                <a:gd name="T12" fmla="*/ 0 w 46"/>
                <a:gd name="T13" fmla="*/ 0 h 62"/>
                <a:gd name="T14" fmla="*/ 8 w 46"/>
                <a:gd name="T15" fmla="*/ 5 h 62"/>
                <a:gd name="T16" fmla="*/ 13 w 46"/>
                <a:gd name="T17" fmla="*/ 36 h 62"/>
                <a:gd name="T18" fmla="*/ 19 w 46"/>
                <a:gd name="T19" fmla="*/ 12 h 62"/>
                <a:gd name="T20" fmla="*/ 27 w 46"/>
                <a:gd name="T21" fmla="*/ 16 h 62"/>
                <a:gd name="T22" fmla="*/ 33 w 46"/>
                <a:gd name="T23" fmla="*/ 47 h 62"/>
                <a:gd name="T24" fmla="*/ 38 w 46"/>
                <a:gd name="T25" fmla="*/ 23 h 62"/>
                <a:gd name="T26" fmla="*/ 46 w 46"/>
                <a:gd name="T27" fmla="*/ 27 h 62"/>
                <a:gd name="T28" fmla="*/ 46 w 46"/>
                <a:gd name="T29" fmla="*/ 27 h 62"/>
                <a:gd name="T30" fmla="*/ 46 w 46"/>
                <a:gd name="T31" fmla="*/ 27 h 62"/>
                <a:gd name="T32" fmla="*/ 46 w 46"/>
                <a:gd name="T33" fmla="*/ 27 h 62"/>
                <a:gd name="T34" fmla="*/ 46 w 46"/>
                <a:gd name="T35" fmla="*/ 27 h 62"/>
                <a:gd name="T36" fmla="*/ 46 w 46"/>
                <a:gd name="T37" fmla="*/ 27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6" h="62">
                  <a:moveTo>
                    <a:pt x="46" y="27"/>
                  </a:moveTo>
                  <a:lnTo>
                    <a:pt x="36" y="62"/>
                  </a:lnTo>
                  <a:lnTo>
                    <a:pt x="29" y="57"/>
                  </a:lnTo>
                  <a:lnTo>
                    <a:pt x="23" y="27"/>
                  </a:lnTo>
                  <a:lnTo>
                    <a:pt x="17" y="51"/>
                  </a:lnTo>
                  <a:lnTo>
                    <a:pt x="9" y="46"/>
                  </a:lnTo>
                  <a:lnTo>
                    <a:pt x="0" y="0"/>
                  </a:lnTo>
                  <a:lnTo>
                    <a:pt x="8" y="5"/>
                  </a:lnTo>
                  <a:lnTo>
                    <a:pt x="13" y="36"/>
                  </a:lnTo>
                  <a:lnTo>
                    <a:pt x="19" y="12"/>
                  </a:lnTo>
                  <a:lnTo>
                    <a:pt x="27" y="16"/>
                  </a:lnTo>
                  <a:lnTo>
                    <a:pt x="33" y="47"/>
                  </a:lnTo>
                  <a:lnTo>
                    <a:pt x="38" y="23"/>
                  </a:lnTo>
                  <a:lnTo>
                    <a:pt x="46" y="27"/>
                  </a:lnTo>
                  <a:lnTo>
                    <a:pt x="46" y="27"/>
                  </a:lnTo>
                  <a:lnTo>
                    <a:pt x="46" y="27"/>
                  </a:lnTo>
                  <a:lnTo>
                    <a:pt x="46" y="27"/>
                  </a:lnTo>
                  <a:lnTo>
                    <a:pt x="46" y="27"/>
                  </a:lnTo>
                  <a:lnTo>
                    <a:pt x="46" y="27"/>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99" name="未知"/>
            <p:cNvSpPr/>
            <p:nvPr/>
          </p:nvSpPr>
          <p:spPr bwMode="auto">
            <a:xfrm>
              <a:off x="130" y="267"/>
              <a:ext cx="7" cy="45"/>
            </a:xfrm>
            <a:custGeom>
              <a:avLst/>
              <a:gdLst>
                <a:gd name="T0" fmla="*/ 7 w 7"/>
                <a:gd name="T1" fmla="*/ 5 h 45"/>
                <a:gd name="T2" fmla="*/ 7 w 7"/>
                <a:gd name="T3" fmla="*/ 45 h 45"/>
                <a:gd name="T4" fmla="*/ 0 w 7"/>
                <a:gd name="T5" fmla="*/ 41 h 45"/>
                <a:gd name="T6" fmla="*/ 0 w 7"/>
                <a:gd name="T7" fmla="*/ 0 h 45"/>
                <a:gd name="T8" fmla="*/ 7 w 7"/>
                <a:gd name="T9" fmla="*/ 5 h 45"/>
                <a:gd name="T10" fmla="*/ 7 w 7"/>
                <a:gd name="T11" fmla="*/ 5 h 45"/>
                <a:gd name="T12" fmla="*/ 7 w 7"/>
                <a:gd name="T13" fmla="*/ 5 h 45"/>
                <a:gd name="T14" fmla="*/ 7 w 7"/>
                <a:gd name="T15" fmla="*/ 5 h 45"/>
                <a:gd name="T16" fmla="*/ 7 w 7"/>
                <a:gd name="T17" fmla="*/ 5 h 45"/>
                <a:gd name="T18" fmla="*/ 7 w 7"/>
                <a:gd name="T19" fmla="*/ 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 h="45">
                  <a:moveTo>
                    <a:pt x="7" y="5"/>
                  </a:moveTo>
                  <a:lnTo>
                    <a:pt x="7" y="45"/>
                  </a:lnTo>
                  <a:lnTo>
                    <a:pt x="0" y="41"/>
                  </a:lnTo>
                  <a:lnTo>
                    <a:pt x="0" y="0"/>
                  </a:lnTo>
                  <a:lnTo>
                    <a:pt x="7" y="5"/>
                  </a:lnTo>
                  <a:lnTo>
                    <a:pt x="7" y="5"/>
                  </a:lnTo>
                  <a:lnTo>
                    <a:pt x="7" y="5"/>
                  </a:lnTo>
                  <a:lnTo>
                    <a:pt x="7" y="5"/>
                  </a:lnTo>
                  <a:lnTo>
                    <a:pt x="7" y="5"/>
                  </a:lnTo>
                  <a:lnTo>
                    <a:pt x="7" y="5"/>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500" name="未知"/>
            <p:cNvSpPr/>
            <p:nvPr/>
          </p:nvSpPr>
          <p:spPr bwMode="auto">
            <a:xfrm>
              <a:off x="141" y="274"/>
              <a:ext cx="29" cy="51"/>
            </a:xfrm>
            <a:custGeom>
              <a:avLst/>
              <a:gdLst>
                <a:gd name="T0" fmla="*/ 29 w 29"/>
                <a:gd name="T1" fmla="*/ 17 h 51"/>
                <a:gd name="T2" fmla="*/ 29 w 29"/>
                <a:gd name="T3" fmla="*/ 24 h 51"/>
                <a:gd name="T4" fmla="*/ 19 w 29"/>
                <a:gd name="T5" fmla="*/ 18 h 51"/>
                <a:gd name="T6" fmla="*/ 19 w 29"/>
                <a:gd name="T7" fmla="*/ 51 h 51"/>
                <a:gd name="T8" fmla="*/ 11 w 29"/>
                <a:gd name="T9" fmla="*/ 46 h 51"/>
                <a:gd name="T10" fmla="*/ 11 w 29"/>
                <a:gd name="T11" fmla="*/ 14 h 51"/>
                <a:gd name="T12" fmla="*/ 0 w 29"/>
                <a:gd name="T13" fmla="*/ 7 h 51"/>
                <a:gd name="T14" fmla="*/ 0 w 29"/>
                <a:gd name="T15" fmla="*/ 0 h 51"/>
                <a:gd name="T16" fmla="*/ 29 w 29"/>
                <a:gd name="T17" fmla="*/ 17 h 51"/>
                <a:gd name="T18" fmla="*/ 29 w 29"/>
                <a:gd name="T19" fmla="*/ 17 h 51"/>
                <a:gd name="T20" fmla="*/ 29 w 29"/>
                <a:gd name="T21" fmla="*/ 17 h 51"/>
                <a:gd name="T22" fmla="*/ 29 w 29"/>
                <a:gd name="T23" fmla="*/ 17 h 51"/>
                <a:gd name="T24" fmla="*/ 29 w 29"/>
                <a:gd name="T25" fmla="*/ 17 h 51"/>
                <a:gd name="T26" fmla="*/ 29 w 29"/>
                <a:gd name="T27" fmla="*/ 17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51">
                  <a:moveTo>
                    <a:pt x="29" y="17"/>
                  </a:moveTo>
                  <a:lnTo>
                    <a:pt x="29" y="24"/>
                  </a:lnTo>
                  <a:lnTo>
                    <a:pt x="19" y="18"/>
                  </a:lnTo>
                  <a:lnTo>
                    <a:pt x="19" y="51"/>
                  </a:lnTo>
                  <a:lnTo>
                    <a:pt x="11" y="46"/>
                  </a:lnTo>
                  <a:lnTo>
                    <a:pt x="11" y="14"/>
                  </a:lnTo>
                  <a:lnTo>
                    <a:pt x="0" y="7"/>
                  </a:lnTo>
                  <a:lnTo>
                    <a:pt x="0" y="0"/>
                  </a:lnTo>
                  <a:lnTo>
                    <a:pt x="29" y="17"/>
                  </a:lnTo>
                  <a:lnTo>
                    <a:pt x="29" y="17"/>
                  </a:lnTo>
                  <a:lnTo>
                    <a:pt x="29" y="17"/>
                  </a:lnTo>
                  <a:lnTo>
                    <a:pt x="29" y="17"/>
                  </a:lnTo>
                  <a:lnTo>
                    <a:pt x="29" y="17"/>
                  </a:lnTo>
                  <a:lnTo>
                    <a:pt x="29" y="17"/>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501" name="未知"/>
            <p:cNvSpPr/>
            <p:nvPr/>
          </p:nvSpPr>
          <p:spPr bwMode="auto">
            <a:xfrm>
              <a:off x="172" y="298"/>
              <a:ext cx="33" cy="48"/>
            </a:xfrm>
            <a:custGeom>
              <a:avLst/>
              <a:gdLst>
                <a:gd name="T0" fmla="*/ 33 w 62"/>
                <a:gd name="T1" fmla="*/ 7 h 92"/>
                <a:gd name="T2" fmla="*/ 52 w 62"/>
                <a:gd name="T3" fmla="*/ 25 h 92"/>
                <a:gd name="T4" fmla="*/ 62 w 62"/>
                <a:gd name="T5" fmla="*/ 50 h 92"/>
                <a:gd name="T6" fmla="*/ 48 w 62"/>
                <a:gd name="T7" fmla="*/ 42 h 92"/>
                <a:gd name="T8" fmla="*/ 43 w 62"/>
                <a:gd name="T9" fmla="*/ 30 h 92"/>
                <a:gd name="T10" fmla="*/ 33 w 62"/>
                <a:gd name="T11" fmla="*/ 21 h 92"/>
                <a:gd name="T12" fmla="*/ 19 w 62"/>
                <a:gd name="T13" fmla="*/ 21 h 92"/>
                <a:gd name="T14" fmla="*/ 15 w 62"/>
                <a:gd name="T15" fmla="*/ 36 h 92"/>
                <a:gd name="T16" fmla="*/ 19 w 62"/>
                <a:gd name="T17" fmla="*/ 56 h 92"/>
                <a:gd name="T18" fmla="*/ 33 w 62"/>
                <a:gd name="T19" fmla="*/ 72 h 92"/>
                <a:gd name="T20" fmla="*/ 43 w 62"/>
                <a:gd name="T21" fmla="*/ 74 h 92"/>
                <a:gd name="T22" fmla="*/ 48 w 62"/>
                <a:gd name="T23" fmla="*/ 64 h 92"/>
                <a:gd name="T24" fmla="*/ 62 w 62"/>
                <a:gd name="T25" fmla="*/ 72 h 92"/>
                <a:gd name="T26" fmla="*/ 53 w 62"/>
                <a:gd name="T27" fmla="*/ 90 h 92"/>
                <a:gd name="T28" fmla="*/ 33 w 62"/>
                <a:gd name="T29" fmla="*/ 86 h 92"/>
                <a:gd name="T30" fmla="*/ 9 w 62"/>
                <a:gd name="T31" fmla="*/ 61 h 92"/>
                <a:gd name="T32" fmla="*/ 0 w 62"/>
                <a:gd name="T33" fmla="*/ 28 h 92"/>
                <a:gd name="T34" fmla="*/ 9 w 62"/>
                <a:gd name="T35" fmla="*/ 4 h 92"/>
                <a:gd name="T36" fmla="*/ 33 w 62"/>
                <a:gd name="T37" fmla="*/ 7 h 92"/>
                <a:gd name="T38" fmla="*/ 33 w 62"/>
                <a:gd name="T39" fmla="*/ 7 h 92"/>
                <a:gd name="T40" fmla="*/ 33 w 62"/>
                <a:gd name="T41" fmla="*/ 7 h 92"/>
                <a:gd name="T42" fmla="*/ 33 w 62"/>
                <a:gd name="T43" fmla="*/ 7 h 92"/>
                <a:gd name="T44" fmla="*/ 33 w 62"/>
                <a:gd name="T45" fmla="*/ 7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62" h="92">
                  <a:moveTo>
                    <a:pt x="33" y="7"/>
                  </a:moveTo>
                  <a:cubicBezTo>
                    <a:pt x="41" y="11"/>
                    <a:pt x="47" y="17"/>
                    <a:pt x="52" y="25"/>
                  </a:cubicBezTo>
                  <a:cubicBezTo>
                    <a:pt x="58" y="33"/>
                    <a:pt x="61" y="41"/>
                    <a:pt x="62" y="50"/>
                  </a:cubicBezTo>
                  <a:cubicBezTo>
                    <a:pt x="48" y="42"/>
                    <a:pt x="48" y="42"/>
                    <a:pt x="48" y="42"/>
                  </a:cubicBezTo>
                  <a:cubicBezTo>
                    <a:pt x="47" y="38"/>
                    <a:pt x="46" y="34"/>
                    <a:pt x="43" y="30"/>
                  </a:cubicBezTo>
                  <a:cubicBezTo>
                    <a:pt x="40" y="26"/>
                    <a:pt x="37" y="23"/>
                    <a:pt x="33" y="21"/>
                  </a:cubicBezTo>
                  <a:cubicBezTo>
                    <a:pt x="27" y="17"/>
                    <a:pt x="22" y="17"/>
                    <a:pt x="19" y="21"/>
                  </a:cubicBezTo>
                  <a:cubicBezTo>
                    <a:pt x="16" y="24"/>
                    <a:pt x="15" y="29"/>
                    <a:pt x="15" y="36"/>
                  </a:cubicBezTo>
                  <a:cubicBezTo>
                    <a:pt x="15" y="44"/>
                    <a:pt x="16" y="50"/>
                    <a:pt x="19" y="56"/>
                  </a:cubicBezTo>
                  <a:cubicBezTo>
                    <a:pt x="22" y="63"/>
                    <a:pt x="27" y="69"/>
                    <a:pt x="33" y="72"/>
                  </a:cubicBezTo>
                  <a:cubicBezTo>
                    <a:pt x="37" y="75"/>
                    <a:pt x="41" y="75"/>
                    <a:pt x="43" y="74"/>
                  </a:cubicBezTo>
                  <a:cubicBezTo>
                    <a:pt x="46" y="72"/>
                    <a:pt x="47" y="69"/>
                    <a:pt x="48" y="64"/>
                  </a:cubicBezTo>
                  <a:cubicBezTo>
                    <a:pt x="62" y="72"/>
                    <a:pt x="62" y="72"/>
                    <a:pt x="62" y="72"/>
                  </a:cubicBezTo>
                  <a:cubicBezTo>
                    <a:pt x="61" y="81"/>
                    <a:pt x="58" y="87"/>
                    <a:pt x="53" y="90"/>
                  </a:cubicBezTo>
                  <a:cubicBezTo>
                    <a:pt x="48" y="92"/>
                    <a:pt x="41" y="91"/>
                    <a:pt x="33" y="86"/>
                  </a:cubicBezTo>
                  <a:cubicBezTo>
                    <a:pt x="23" y="81"/>
                    <a:pt x="15" y="72"/>
                    <a:pt x="9" y="61"/>
                  </a:cubicBezTo>
                  <a:cubicBezTo>
                    <a:pt x="3" y="50"/>
                    <a:pt x="0" y="39"/>
                    <a:pt x="0" y="28"/>
                  </a:cubicBezTo>
                  <a:cubicBezTo>
                    <a:pt x="0" y="16"/>
                    <a:pt x="3" y="8"/>
                    <a:pt x="9" y="4"/>
                  </a:cubicBezTo>
                  <a:cubicBezTo>
                    <a:pt x="15" y="0"/>
                    <a:pt x="23" y="1"/>
                    <a:pt x="33" y="7"/>
                  </a:cubicBezTo>
                  <a:cubicBezTo>
                    <a:pt x="33" y="7"/>
                    <a:pt x="33" y="7"/>
                    <a:pt x="33" y="7"/>
                  </a:cubicBezTo>
                  <a:cubicBezTo>
                    <a:pt x="33" y="7"/>
                    <a:pt x="33" y="7"/>
                    <a:pt x="33" y="7"/>
                  </a:cubicBezTo>
                  <a:cubicBezTo>
                    <a:pt x="33" y="7"/>
                    <a:pt x="33" y="7"/>
                    <a:pt x="33" y="7"/>
                  </a:cubicBezTo>
                  <a:cubicBezTo>
                    <a:pt x="33" y="7"/>
                    <a:pt x="33" y="7"/>
                    <a:pt x="33" y="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502" name="未知"/>
            <p:cNvSpPr/>
            <p:nvPr/>
          </p:nvSpPr>
          <p:spPr bwMode="auto">
            <a:xfrm>
              <a:off x="210" y="314"/>
              <a:ext cx="30" cy="57"/>
            </a:xfrm>
            <a:custGeom>
              <a:avLst/>
              <a:gdLst>
                <a:gd name="T0" fmla="*/ 30 w 30"/>
                <a:gd name="T1" fmla="*/ 17 h 57"/>
                <a:gd name="T2" fmla="*/ 30 w 30"/>
                <a:gd name="T3" fmla="*/ 57 h 57"/>
                <a:gd name="T4" fmla="*/ 22 w 30"/>
                <a:gd name="T5" fmla="*/ 53 h 57"/>
                <a:gd name="T6" fmla="*/ 22 w 30"/>
                <a:gd name="T7" fmla="*/ 35 h 57"/>
                <a:gd name="T8" fmla="*/ 8 w 30"/>
                <a:gd name="T9" fmla="*/ 27 h 57"/>
                <a:gd name="T10" fmla="*/ 8 w 30"/>
                <a:gd name="T11" fmla="*/ 45 h 57"/>
                <a:gd name="T12" fmla="*/ 0 w 30"/>
                <a:gd name="T13" fmla="*/ 40 h 57"/>
                <a:gd name="T14" fmla="*/ 0 w 30"/>
                <a:gd name="T15" fmla="*/ 0 h 57"/>
                <a:gd name="T16" fmla="*/ 8 w 30"/>
                <a:gd name="T17" fmla="*/ 4 h 57"/>
                <a:gd name="T18" fmla="*/ 8 w 30"/>
                <a:gd name="T19" fmla="*/ 20 h 57"/>
                <a:gd name="T20" fmla="*/ 22 w 30"/>
                <a:gd name="T21" fmla="*/ 28 h 57"/>
                <a:gd name="T22" fmla="*/ 23 w 30"/>
                <a:gd name="T23" fmla="*/ 13 h 57"/>
                <a:gd name="T24" fmla="*/ 30 w 30"/>
                <a:gd name="T25" fmla="*/ 17 h 57"/>
                <a:gd name="T26" fmla="*/ 30 w 30"/>
                <a:gd name="T27" fmla="*/ 17 h 57"/>
                <a:gd name="T28" fmla="*/ 30 w 30"/>
                <a:gd name="T29" fmla="*/ 17 h 57"/>
                <a:gd name="T30" fmla="*/ 30 w 30"/>
                <a:gd name="T31" fmla="*/ 17 h 57"/>
                <a:gd name="T32" fmla="*/ 30 w 30"/>
                <a:gd name="T33" fmla="*/ 17 h 57"/>
                <a:gd name="T34" fmla="*/ 30 w 30"/>
                <a:gd name="T35" fmla="*/ 17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0" h="57">
                  <a:moveTo>
                    <a:pt x="30" y="17"/>
                  </a:moveTo>
                  <a:lnTo>
                    <a:pt x="30" y="57"/>
                  </a:lnTo>
                  <a:lnTo>
                    <a:pt x="22" y="53"/>
                  </a:lnTo>
                  <a:lnTo>
                    <a:pt x="22" y="35"/>
                  </a:lnTo>
                  <a:lnTo>
                    <a:pt x="8" y="27"/>
                  </a:lnTo>
                  <a:lnTo>
                    <a:pt x="8" y="45"/>
                  </a:lnTo>
                  <a:lnTo>
                    <a:pt x="0" y="40"/>
                  </a:lnTo>
                  <a:lnTo>
                    <a:pt x="0" y="0"/>
                  </a:lnTo>
                  <a:lnTo>
                    <a:pt x="8" y="4"/>
                  </a:lnTo>
                  <a:lnTo>
                    <a:pt x="8" y="20"/>
                  </a:lnTo>
                  <a:lnTo>
                    <a:pt x="22" y="28"/>
                  </a:lnTo>
                  <a:lnTo>
                    <a:pt x="23" y="13"/>
                  </a:lnTo>
                  <a:lnTo>
                    <a:pt x="30" y="17"/>
                  </a:lnTo>
                  <a:lnTo>
                    <a:pt x="30" y="17"/>
                  </a:lnTo>
                  <a:lnTo>
                    <a:pt x="30" y="17"/>
                  </a:lnTo>
                  <a:lnTo>
                    <a:pt x="30" y="17"/>
                  </a:lnTo>
                  <a:lnTo>
                    <a:pt x="30" y="17"/>
                  </a:lnTo>
                  <a:lnTo>
                    <a:pt x="30" y="17"/>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grpSp>
      <p:sp>
        <p:nvSpPr>
          <p:cNvPr id="26" name="弧形 25"/>
          <p:cNvSpPr/>
          <p:nvPr/>
        </p:nvSpPr>
        <p:spPr>
          <a:xfrm rot="10800000">
            <a:off x="1752302" y="2478722"/>
            <a:ext cx="4524900" cy="1188196"/>
          </a:xfrm>
          <a:prstGeom prst="arc">
            <a:avLst>
              <a:gd name="adj1" fmla="val 11664463"/>
              <a:gd name="adj2" fmla="val 20909842"/>
            </a:avLst>
          </a:prstGeom>
          <a:ln w="76200">
            <a:solidFill>
              <a:schemeClr val="accent4"/>
            </a:solidFill>
            <a:prstDash val="sysDot"/>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ln w="38100">
                <a:solidFill>
                  <a:schemeClr val="tx1"/>
                </a:solidFill>
              </a:ln>
            </a:endParaRPr>
          </a:p>
        </p:txBody>
      </p:sp>
      <p:sp>
        <p:nvSpPr>
          <p:cNvPr id="240" name="弧形 239"/>
          <p:cNvSpPr/>
          <p:nvPr/>
        </p:nvSpPr>
        <p:spPr>
          <a:xfrm rot="10800000">
            <a:off x="1739851" y="3240998"/>
            <a:ext cx="5951105" cy="1027556"/>
          </a:xfrm>
          <a:prstGeom prst="arc">
            <a:avLst>
              <a:gd name="adj1" fmla="val 11206034"/>
              <a:gd name="adj2" fmla="val 177628"/>
            </a:avLst>
          </a:prstGeom>
          <a:ln w="76200">
            <a:solidFill>
              <a:schemeClr val="accent4"/>
            </a:solidFill>
            <a:prstDash val="sysDot"/>
            <a:headEnd type="triangl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ln w="38100">
                <a:solidFill>
                  <a:schemeClr val="tx1"/>
                </a:solidFill>
              </a:ln>
            </a:endParaRPr>
          </a:p>
        </p:txBody>
      </p:sp>
      <p:sp>
        <p:nvSpPr>
          <p:cNvPr id="218" name="日期占位符 36"/>
          <p:cNvSpPr>
            <a:spLocks noGrp="1"/>
          </p:cNvSpPr>
          <p:nvPr>
            <p:ph type="dt" sz="half" idx="10"/>
          </p:nvPr>
        </p:nvSpPr>
        <p:spPr>
          <a:xfrm>
            <a:off x="197335" y="6489303"/>
            <a:ext cx="2743200" cy="365125"/>
          </a:xfrm>
        </p:spPr>
        <p:txBody>
          <a:bodyPr/>
          <a:lstStyle/>
          <a:p>
            <a:r>
              <a:rPr lang="en-US" altLang="zh-CN" dirty="0">
                <a:latin typeface="微软雅黑" panose="020B0503020204020204" pitchFamily="34" charset="-122"/>
                <a:ea typeface="微软雅黑" panose="020B0503020204020204" pitchFamily="34" charset="-122"/>
              </a:rPr>
              <a:t>4.4 </a:t>
            </a:r>
            <a:r>
              <a:rPr lang="zh-CN" altLang="en-US" dirty="0">
                <a:latin typeface="微软雅黑" panose="020B0503020204020204" pitchFamily="34" charset="-122"/>
                <a:ea typeface="微软雅黑" panose="020B0503020204020204" pitchFamily="34" charset="-122"/>
              </a:rPr>
              <a:t>数据链路层交换</a:t>
            </a:r>
          </a:p>
        </p:txBody>
      </p:sp>
      <p:sp>
        <p:nvSpPr>
          <p:cNvPr id="221" name="灯片编号占位符 3"/>
          <p:cNvSpPr>
            <a:spLocks noGrp="1"/>
          </p:cNvSpPr>
          <p:nvPr>
            <p:ph type="sldNum" sz="quarter" idx="12"/>
          </p:nvPr>
        </p:nvSpPr>
        <p:spPr>
          <a:xfrm>
            <a:off x="8686810" y="6489303"/>
            <a:ext cx="3319670" cy="365125"/>
          </a:xfrm>
        </p:spPr>
        <p:txBody>
          <a:bodyPr/>
          <a:lstStyle/>
          <a:p>
            <a:fld id="{339BF64F-B44A-4670-AF2C-07375CE66113}" type="slidenum">
              <a:rPr kumimoji="1" lang="zh-CN" altLang="en-US" smtClean="0"/>
              <a:t>105</a:t>
            </a:fld>
            <a:endParaRPr kumimoji="1"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par>
                          <p:cTn id="8" fill="hold">
                            <p:stCondLst>
                              <p:cond delay="500"/>
                            </p:stCondLst>
                            <p:childTnLst>
                              <p:par>
                                <p:cTn id="9" presetID="22" presetClass="entr" presetSubtype="2" fill="hold" grpId="0" nodeType="afterEffect">
                                  <p:stCondLst>
                                    <p:cond delay="0"/>
                                  </p:stCondLst>
                                  <p:childTnLst>
                                    <p:set>
                                      <p:cBhvr>
                                        <p:cTn id="10" dur="1" fill="hold">
                                          <p:stCondLst>
                                            <p:cond delay="0"/>
                                          </p:stCondLst>
                                        </p:cTn>
                                        <p:tgtEl>
                                          <p:spTgt spid="26"/>
                                        </p:tgtEl>
                                        <p:attrNameLst>
                                          <p:attrName>style.visibility</p:attrName>
                                        </p:attrNameLst>
                                      </p:cBhvr>
                                      <p:to>
                                        <p:strVal val="visible"/>
                                      </p:to>
                                    </p:set>
                                    <p:animEffect transition="in" filter="wipe(right)">
                                      <p:cBhvr>
                                        <p:cTn id="11" dur="500"/>
                                        <p:tgtEl>
                                          <p:spTgt spid="26"/>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240"/>
                                        </p:tgtEl>
                                        <p:attrNameLst>
                                          <p:attrName>style.visibility</p:attrName>
                                        </p:attrNameLst>
                                      </p:cBhvr>
                                      <p:to>
                                        <p:strVal val="visible"/>
                                      </p:to>
                                    </p:set>
                                    <p:animEffect transition="in" filter="wipe(left)">
                                      <p:cBhvr>
                                        <p:cTn id="15" dur="500"/>
                                        <p:tgtEl>
                                          <p:spTgt spid="2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26" grpId="0" animBg="1"/>
      <p:bldP spid="240" grpId="0" animBg="1"/>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en-US" altLang="zh-CN" dirty="0"/>
              <a:t> </a:t>
            </a:r>
            <a:r>
              <a:rPr kumimoji="1" lang="zh-CN" altLang="zh-CN" dirty="0"/>
              <a:t>虚拟局域网</a:t>
            </a:r>
            <a:endParaRPr kumimoji="1" lang="zh-CN" altLang="en-US" dirty="0"/>
          </a:p>
        </p:txBody>
      </p:sp>
      <p:sp>
        <p:nvSpPr>
          <p:cNvPr id="91" name="内容占位符 2"/>
          <p:cNvSpPr>
            <a:spLocks noGrp="1"/>
          </p:cNvSpPr>
          <p:nvPr>
            <p:ph idx="1"/>
          </p:nvPr>
        </p:nvSpPr>
        <p:spPr>
          <a:xfrm>
            <a:off x="838200" y="1417272"/>
            <a:ext cx="10515600" cy="5131205"/>
          </a:xfrm>
          <a:ln>
            <a:noFill/>
          </a:ln>
        </p:spPr>
        <p:txBody>
          <a:bodyPr>
            <a:normAutofit/>
          </a:bodyPr>
          <a:lstStyle/>
          <a:p>
            <a:pPr>
              <a:lnSpc>
                <a:spcPct val="120000"/>
              </a:lnSpc>
            </a:pPr>
            <a:r>
              <a:rPr kumimoji="1" lang="en-US" altLang="zh-CN" dirty="0">
                <a:latin typeface="微软雅黑" panose="020B0503020204020204" pitchFamily="34" charset="-122"/>
                <a:ea typeface="微软雅黑" panose="020B0503020204020204" pitchFamily="34" charset="-122"/>
              </a:rPr>
              <a:t>VLAN</a:t>
            </a:r>
            <a:r>
              <a:rPr kumimoji="1" lang="zh-CN" altLang="en-US" dirty="0">
                <a:latin typeface="微软雅黑" panose="020B0503020204020204" pitchFamily="34" charset="-122"/>
                <a:ea typeface="微软雅黑" panose="020B0503020204020204" pitchFamily="34" charset="-122"/>
              </a:rPr>
              <a:t>类型</a:t>
            </a:r>
            <a:endParaRPr kumimoji="1" lang="en-US" altLang="zh-CN" dirty="0">
              <a:latin typeface="微软雅黑" panose="020B0503020204020204" pitchFamily="34" charset="-122"/>
              <a:ea typeface="微软雅黑" panose="020B0503020204020204" pitchFamily="34" charset="-122"/>
            </a:endParaRPr>
          </a:p>
          <a:p>
            <a:pPr lvl="1">
              <a:lnSpc>
                <a:spcPct val="120000"/>
              </a:lnSpc>
            </a:pPr>
            <a:r>
              <a:rPr lang="zh-CN" altLang="zh-CN" sz="2800" kern="100" dirty="0">
                <a:effectLst/>
                <a:latin typeface="微软雅黑" panose="020B0503020204020204" pitchFamily="34" charset="-122"/>
                <a:ea typeface="微软雅黑" panose="020B0503020204020204" pitchFamily="34" charset="-122"/>
              </a:rPr>
              <a:t>基于端口的</a:t>
            </a:r>
            <a:r>
              <a:rPr lang="en-US" altLang="zh-CN" sz="2800" kern="100" dirty="0">
                <a:effectLst/>
                <a:latin typeface="微软雅黑" panose="020B0503020204020204" pitchFamily="34" charset="-122"/>
                <a:ea typeface="微软雅黑" panose="020B0503020204020204" pitchFamily="34" charset="-122"/>
              </a:rPr>
              <a:t>VLAN</a:t>
            </a:r>
            <a:r>
              <a:rPr lang="zh-CN" altLang="en-US" sz="2800" kern="100" dirty="0">
                <a:effectLst/>
                <a:latin typeface="微软雅黑" panose="020B0503020204020204" pitchFamily="34" charset="-122"/>
                <a:ea typeface="微软雅黑" panose="020B0503020204020204" pitchFamily="34" charset="-122"/>
              </a:rPr>
              <a:t>（</a:t>
            </a:r>
            <a:r>
              <a:rPr lang="zh-CN" altLang="en-US" sz="2800" kern="100" dirty="0">
                <a:solidFill>
                  <a:srgbClr val="C00000"/>
                </a:solidFill>
                <a:effectLst/>
                <a:latin typeface="微软雅黑" panose="020B0503020204020204" pitchFamily="34" charset="-122"/>
                <a:ea typeface="微软雅黑" panose="020B0503020204020204" pitchFamily="34" charset="-122"/>
              </a:rPr>
              <a:t>最常见</a:t>
            </a:r>
            <a:r>
              <a:rPr lang="zh-CN" altLang="en-US" sz="2800" kern="100" dirty="0">
                <a:effectLst/>
                <a:latin typeface="微软雅黑" panose="020B0503020204020204" pitchFamily="34" charset="-122"/>
                <a:ea typeface="微软雅黑" panose="020B0503020204020204" pitchFamily="34" charset="-122"/>
              </a:rPr>
              <a:t>）</a:t>
            </a:r>
            <a:endParaRPr lang="en-US" altLang="zh-CN" sz="2800" kern="100" dirty="0">
              <a:effectLst/>
              <a:latin typeface="微软雅黑" panose="020B0503020204020204" pitchFamily="34" charset="-122"/>
              <a:ea typeface="微软雅黑" panose="020B0503020204020204" pitchFamily="34" charset="-122"/>
            </a:endParaRPr>
          </a:p>
          <a:p>
            <a:pPr lvl="1">
              <a:lnSpc>
                <a:spcPct val="120000"/>
              </a:lnSpc>
            </a:pPr>
            <a:r>
              <a:rPr lang="zh-CN" altLang="zh-CN" sz="2800" kern="100" dirty="0">
                <a:effectLst/>
                <a:latin typeface="微软雅黑" panose="020B0503020204020204" pitchFamily="34" charset="-122"/>
                <a:ea typeface="微软雅黑" panose="020B0503020204020204" pitchFamily="34" charset="-122"/>
              </a:rPr>
              <a:t>基于</a:t>
            </a:r>
            <a:r>
              <a:rPr lang="en-US" altLang="zh-CN" sz="2800" kern="100" dirty="0">
                <a:effectLst/>
                <a:latin typeface="微软雅黑" panose="020B0503020204020204" pitchFamily="34" charset="-122"/>
                <a:ea typeface="微软雅黑" panose="020B0503020204020204" pitchFamily="34" charset="-122"/>
              </a:rPr>
              <a:t>MAC</a:t>
            </a:r>
            <a:r>
              <a:rPr lang="zh-CN" altLang="zh-CN" sz="2800" kern="100" dirty="0">
                <a:effectLst/>
                <a:latin typeface="微软雅黑" panose="020B0503020204020204" pitchFamily="34" charset="-122"/>
                <a:ea typeface="微软雅黑" panose="020B0503020204020204" pitchFamily="34" charset="-122"/>
              </a:rPr>
              <a:t>地址的</a:t>
            </a:r>
            <a:r>
              <a:rPr lang="en-US" altLang="zh-CN" sz="2800" kern="100" dirty="0">
                <a:effectLst/>
                <a:latin typeface="微软雅黑" panose="020B0503020204020204" pitchFamily="34" charset="-122"/>
                <a:ea typeface="微软雅黑" panose="020B0503020204020204" pitchFamily="34" charset="-122"/>
              </a:rPr>
              <a:t>VLAN </a:t>
            </a:r>
          </a:p>
          <a:p>
            <a:pPr lvl="1">
              <a:lnSpc>
                <a:spcPct val="120000"/>
              </a:lnSpc>
            </a:pPr>
            <a:r>
              <a:rPr lang="zh-CN" altLang="zh-CN" sz="2800" kern="100" dirty="0">
                <a:effectLst/>
                <a:latin typeface="微软雅黑" panose="020B0503020204020204" pitchFamily="34" charset="-122"/>
                <a:ea typeface="微软雅黑" panose="020B0503020204020204" pitchFamily="34" charset="-122"/>
              </a:rPr>
              <a:t>基于协议的</a:t>
            </a:r>
            <a:r>
              <a:rPr lang="en-US" altLang="zh-CN" sz="2800" kern="100" dirty="0">
                <a:effectLst/>
                <a:latin typeface="微软雅黑" panose="020B0503020204020204" pitchFamily="34" charset="-122"/>
                <a:ea typeface="微软雅黑" panose="020B0503020204020204" pitchFamily="34" charset="-122"/>
              </a:rPr>
              <a:t>VLAN</a:t>
            </a:r>
          </a:p>
          <a:p>
            <a:pPr lvl="1">
              <a:lnSpc>
                <a:spcPct val="120000"/>
              </a:lnSpc>
            </a:pPr>
            <a:r>
              <a:rPr lang="zh-CN" altLang="zh-CN" sz="2800" kern="100" dirty="0">
                <a:effectLst/>
                <a:latin typeface="微软雅黑" panose="020B0503020204020204" pitchFamily="34" charset="-122"/>
                <a:ea typeface="微软雅黑" panose="020B0503020204020204" pitchFamily="34" charset="-122"/>
              </a:rPr>
              <a:t>基于子网的</a:t>
            </a:r>
            <a:r>
              <a:rPr lang="en-US" altLang="zh-CN" sz="2800" kern="100" dirty="0">
                <a:effectLst/>
                <a:latin typeface="微软雅黑" panose="020B0503020204020204" pitchFamily="34" charset="-122"/>
                <a:ea typeface="微软雅黑" panose="020B0503020204020204" pitchFamily="34" charset="-122"/>
              </a:rPr>
              <a:t>VLAN</a:t>
            </a:r>
            <a:endParaRPr lang="zh-CN" altLang="zh-CN" sz="2800" kern="100" dirty="0">
              <a:effectLst/>
              <a:latin typeface="微软雅黑" panose="020B0503020204020204" pitchFamily="34" charset="-122"/>
              <a:ea typeface="微软雅黑" panose="020B0503020204020204" pitchFamily="34" charset="-122"/>
            </a:endParaRPr>
          </a:p>
          <a:p>
            <a:pPr>
              <a:lnSpc>
                <a:spcPct val="120000"/>
              </a:lnSpc>
            </a:pPr>
            <a:endParaRPr kumimoji="1" lang="zh-CN" altLang="en-US" dirty="0">
              <a:latin typeface="微软雅黑" panose="020B0503020204020204" pitchFamily="34" charset="-122"/>
              <a:ea typeface="微软雅黑" panose="020B0503020204020204" pitchFamily="34" charset="-122"/>
            </a:endParaRPr>
          </a:p>
          <a:p>
            <a:pPr>
              <a:lnSpc>
                <a:spcPct val="120000"/>
              </a:lnSpc>
            </a:pPr>
            <a:endParaRPr lang="en-US" altLang="zh-CN" sz="2800" dirty="0">
              <a:latin typeface="微软雅黑" panose="020B0503020204020204" pitchFamily="34" charset="-122"/>
              <a:ea typeface="微软雅黑" panose="020B0503020204020204" pitchFamily="34" charset="-122"/>
            </a:endParaRPr>
          </a:p>
        </p:txBody>
      </p:sp>
      <p:sp>
        <p:nvSpPr>
          <p:cNvPr id="8" name="日期占位符 36"/>
          <p:cNvSpPr>
            <a:spLocks noGrp="1"/>
          </p:cNvSpPr>
          <p:nvPr>
            <p:ph type="dt" sz="half" idx="10"/>
          </p:nvPr>
        </p:nvSpPr>
        <p:spPr>
          <a:xfrm>
            <a:off x="197335" y="6489303"/>
            <a:ext cx="2743200" cy="365125"/>
          </a:xfrm>
        </p:spPr>
        <p:txBody>
          <a:bodyPr/>
          <a:lstStyle/>
          <a:p>
            <a:r>
              <a:rPr lang="en-US" altLang="zh-CN" dirty="0">
                <a:latin typeface="微软雅黑" panose="020B0503020204020204" pitchFamily="34" charset="-122"/>
                <a:ea typeface="微软雅黑" panose="020B0503020204020204" pitchFamily="34" charset="-122"/>
              </a:rPr>
              <a:t>4.4 </a:t>
            </a:r>
            <a:r>
              <a:rPr lang="zh-CN" altLang="en-US" dirty="0">
                <a:latin typeface="微软雅黑" panose="020B0503020204020204" pitchFamily="34" charset="-122"/>
                <a:ea typeface="微软雅黑" panose="020B0503020204020204" pitchFamily="34" charset="-122"/>
              </a:rPr>
              <a:t>数据链路层交换</a:t>
            </a:r>
          </a:p>
        </p:txBody>
      </p:sp>
      <p:sp>
        <p:nvSpPr>
          <p:cNvPr id="9" name="灯片编号占位符 38"/>
          <p:cNvSpPr>
            <a:spLocks noGrp="1"/>
          </p:cNvSpPr>
          <p:nvPr>
            <p:ph type="sldNum" sz="quarter" idx="12"/>
          </p:nvPr>
        </p:nvSpPr>
        <p:spPr>
          <a:xfrm>
            <a:off x="8686810" y="6489303"/>
            <a:ext cx="3319670" cy="365125"/>
          </a:xfrm>
        </p:spPr>
        <p:txBody>
          <a:bodyPr/>
          <a:lstStyle/>
          <a:p>
            <a:fld id="{8D4D1E41-7A09-AB4A-A4E1-09765ADA2698}" type="slidenum">
              <a:rPr kumimoji="1" lang="zh-CN" altLang="en-US" smtClean="0"/>
              <a:t>106</a:t>
            </a:fld>
            <a:endParaRPr kumimoji="1" lang="zh-CN" altLang="en-US" dirty="0"/>
          </a:p>
        </p:txBody>
      </p:sp>
      <p:pic>
        <p:nvPicPr>
          <p:cNvPr id="6" name="图片 5"/>
          <p:cNvPicPr>
            <a:picLocks noChangeAspect="1"/>
          </p:cNvPicPr>
          <p:nvPr/>
        </p:nvPicPr>
        <p:blipFill>
          <a:blip r:embed="rId3"/>
          <a:stretch>
            <a:fillRect/>
          </a:stretch>
        </p:blipFill>
        <p:spPr>
          <a:xfrm>
            <a:off x="5524017" y="2911323"/>
            <a:ext cx="6010275" cy="2905125"/>
          </a:xfrm>
          <a:prstGeom prst="rect">
            <a:avLst/>
          </a:prstGeom>
        </p:spPr>
      </p:pic>
      <p:sp>
        <p:nvSpPr>
          <p:cNvPr id="10" name="思想气泡: 云 9"/>
          <p:cNvSpPr/>
          <p:nvPr/>
        </p:nvSpPr>
        <p:spPr>
          <a:xfrm>
            <a:off x="7672551" y="1996966"/>
            <a:ext cx="2091559" cy="914357"/>
          </a:xfrm>
          <a:prstGeom prst="cloud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dirty="0"/>
          </a:p>
          <a:p>
            <a:pPr algn="ctr"/>
            <a:r>
              <a:rPr lang="zh-CN" altLang="en-US" dirty="0">
                <a:latin typeface="微软雅黑" panose="020B0503020204020204" pitchFamily="34" charset="-122"/>
                <a:ea typeface="微软雅黑" panose="020B0503020204020204" pitchFamily="34" charset="-122"/>
              </a:rPr>
              <a:t>如何划分</a:t>
            </a:r>
            <a:r>
              <a:rPr lang="en-US" altLang="zh-CN" dirty="0">
                <a:latin typeface="微软雅黑" panose="020B0503020204020204" pitchFamily="34" charset="-122"/>
                <a:ea typeface="微软雅黑" panose="020B0503020204020204" pitchFamily="34" charset="-122"/>
              </a:rPr>
              <a:t>VLAN?</a:t>
            </a:r>
            <a:endParaRPr lang="zh-CN" altLang="en-US" dirty="0">
              <a:latin typeface="微软雅黑" panose="020B0503020204020204" pitchFamily="34" charset="-122"/>
              <a:ea typeface="微软雅黑" panose="020B0503020204020204" pitchFamily="34" charset="-122"/>
            </a:endParaRPr>
          </a:p>
          <a:p>
            <a:pPr algn="ctr"/>
            <a:endParaRPr lang="zh-CN" altLang="en-US"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en-US" altLang="zh-CN" dirty="0"/>
              <a:t> </a:t>
            </a:r>
            <a:r>
              <a:rPr kumimoji="1" lang="zh-CN" altLang="zh-CN" dirty="0"/>
              <a:t>虚拟局域网</a:t>
            </a:r>
            <a:endParaRPr kumimoji="1" lang="zh-CN" altLang="en-US" dirty="0"/>
          </a:p>
        </p:txBody>
      </p:sp>
      <p:sp>
        <p:nvSpPr>
          <p:cNvPr id="91" name="内容占位符 2"/>
          <p:cNvSpPr>
            <a:spLocks noGrp="1"/>
          </p:cNvSpPr>
          <p:nvPr>
            <p:ph idx="1"/>
          </p:nvPr>
        </p:nvSpPr>
        <p:spPr>
          <a:xfrm>
            <a:off x="838200" y="1417272"/>
            <a:ext cx="10515600" cy="5131205"/>
          </a:xfrm>
          <a:ln>
            <a:noFill/>
          </a:ln>
        </p:spPr>
        <p:txBody>
          <a:bodyPr>
            <a:normAutofit/>
          </a:bodyPr>
          <a:lstStyle/>
          <a:p>
            <a:pPr>
              <a:lnSpc>
                <a:spcPct val="120000"/>
              </a:lnSpc>
            </a:pPr>
            <a:r>
              <a:rPr lang="zh-CN" altLang="zh-CN" kern="100" dirty="0">
                <a:effectLst/>
                <a:latin typeface="微软雅黑" panose="020B0503020204020204" pitchFamily="34" charset="-122"/>
                <a:ea typeface="微软雅黑" panose="020B0503020204020204" pitchFamily="34" charset="-122"/>
              </a:rPr>
              <a:t>基于端口的</a:t>
            </a:r>
            <a:r>
              <a:rPr lang="en-US" altLang="zh-CN" kern="100" dirty="0">
                <a:effectLst/>
                <a:latin typeface="微软雅黑" panose="020B0503020204020204" pitchFamily="34" charset="-122"/>
                <a:ea typeface="微软雅黑" panose="020B0503020204020204" pitchFamily="34" charset="-122"/>
              </a:rPr>
              <a:t>VLAN</a:t>
            </a:r>
          </a:p>
          <a:p>
            <a:pPr lvl="1">
              <a:lnSpc>
                <a:spcPct val="120000"/>
              </a:lnSpc>
            </a:pPr>
            <a:r>
              <a:rPr kumimoji="1" lang="zh-CN" altLang="en-US" dirty="0">
                <a:solidFill>
                  <a:srgbClr val="C00000"/>
                </a:solidFill>
                <a:latin typeface="微软雅黑" panose="020B0503020204020204" pitchFamily="34" charset="-122"/>
                <a:ea typeface="微软雅黑" panose="020B0503020204020204" pitchFamily="34" charset="-122"/>
              </a:rPr>
              <a:t>创建</a:t>
            </a:r>
            <a:r>
              <a:rPr kumimoji="1" lang="en-US" altLang="zh-CN" dirty="0">
                <a:latin typeface="微软雅黑" panose="020B0503020204020204" pitchFamily="34" charset="-122"/>
                <a:ea typeface="微软雅黑" panose="020B0503020204020204" pitchFamily="34" charset="-122"/>
              </a:rPr>
              <a:t>VLAN</a:t>
            </a:r>
          </a:p>
          <a:p>
            <a:pPr lvl="1">
              <a:lnSpc>
                <a:spcPct val="120000"/>
              </a:lnSpc>
            </a:pPr>
            <a:r>
              <a:rPr kumimoji="1" lang="zh-CN" altLang="en-US" dirty="0">
                <a:solidFill>
                  <a:srgbClr val="C00000"/>
                </a:solidFill>
                <a:latin typeface="微软雅黑" panose="020B0503020204020204" pitchFamily="34" charset="-122"/>
                <a:ea typeface="微软雅黑" panose="020B0503020204020204" pitchFamily="34" charset="-122"/>
              </a:rPr>
              <a:t>指定</a:t>
            </a:r>
            <a:r>
              <a:rPr kumimoji="1" lang="zh-CN" altLang="en-US" dirty="0">
                <a:latin typeface="微软雅黑" panose="020B0503020204020204" pitchFamily="34" charset="-122"/>
                <a:ea typeface="微软雅黑" panose="020B0503020204020204" pitchFamily="34" charset="-122"/>
              </a:rPr>
              <a:t>成员端口</a:t>
            </a:r>
          </a:p>
          <a:p>
            <a:pPr>
              <a:lnSpc>
                <a:spcPct val="120000"/>
              </a:lnSpc>
            </a:pPr>
            <a:endParaRPr lang="en-US" altLang="zh-CN" kern="100" dirty="0">
              <a:effectLst/>
              <a:latin typeface="微软雅黑" panose="020B0503020204020204" pitchFamily="34" charset="-122"/>
              <a:ea typeface="微软雅黑" panose="020B0503020204020204" pitchFamily="34" charset="-122"/>
            </a:endParaRPr>
          </a:p>
          <a:p>
            <a:pPr>
              <a:lnSpc>
                <a:spcPct val="120000"/>
              </a:lnSpc>
            </a:pPr>
            <a:endParaRPr kumimoji="1" lang="zh-CN" altLang="en-US" dirty="0">
              <a:latin typeface="微软雅黑" panose="020B0503020204020204" pitchFamily="34" charset="-122"/>
              <a:ea typeface="微软雅黑" panose="020B0503020204020204" pitchFamily="34" charset="-122"/>
            </a:endParaRPr>
          </a:p>
          <a:p>
            <a:pPr>
              <a:lnSpc>
                <a:spcPct val="120000"/>
              </a:lnSpc>
            </a:pPr>
            <a:endParaRPr lang="en-US" altLang="zh-CN" sz="2800" dirty="0">
              <a:latin typeface="微软雅黑" panose="020B0503020204020204" pitchFamily="34" charset="-122"/>
              <a:ea typeface="微软雅黑" panose="020B0503020204020204" pitchFamily="34" charset="-122"/>
            </a:endParaRPr>
          </a:p>
        </p:txBody>
      </p:sp>
      <p:sp>
        <p:nvSpPr>
          <p:cNvPr id="5" name="Rectangle 2"/>
          <p:cNvSpPr>
            <a:spLocks noChangeAspect="1" noChangeArrowheads="1"/>
          </p:cNvSpPr>
          <p:nvPr/>
        </p:nvSpPr>
        <p:spPr bwMode="auto">
          <a:xfrm>
            <a:off x="8755767" y="3272269"/>
            <a:ext cx="1354138" cy="2952750"/>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endParaRPr lang="zh-CN" altLang="en-US">
              <a:latin typeface="微软雅黑" panose="020B0503020204020204" pitchFamily="34" charset="-122"/>
              <a:ea typeface="微软雅黑" panose="020B0503020204020204" pitchFamily="34" charset="-122"/>
            </a:endParaRPr>
          </a:p>
        </p:txBody>
      </p:sp>
      <p:sp>
        <p:nvSpPr>
          <p:cNvPr id="6" name="Rectangle 3"/>
          <p:cNvSpPr>
            <a:spLocks noChangeAspect="1" noChangeArrowheads="1"/>
          </p:cNvSpPr>
          <p:nvPr/>
        </p:nvSpPr>
        <p:spPr bwMode="auto">
          <a:xfrm>
            <a:off x="2261305" y="3272269"/>
            <a:ext cx="1354137" cy="2952750"/>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endParaRPr lang="zh-CN" altLang="en-US">
              <a:latin typeface="微软雅黑" panose="020B0503020204020204" pitchFamily="34" charset="-122"/>
              <a:ea typeface="微软雅黑" panose="020B0503020204020204" pitchFamily="34" charset="-122"/>
            </a:endParaRPr>
          </a:p>
        </p:txBody>
      </p:sp>
      <p:sp>
        <p:nvSpPr>
          <p:cNvPr id="7" name="Line 5"/>
          <p:cNvSpPr>
            <a:spLocks noChangeShapeType="1"/>
          </p:cNvSpPr>
          <p:nvPr/>
        </p:nvSpPr>
        <p:spPr bwMode="auto">
          <a:xfrm>
            <a:off x="3197930" y="3991406"/>
            <a:ext cx="576262" cy="0"/>
          </a:xfrm>
          <a:prstGeom prst="line">
            <a:avLst/>
          </a:prstGeom>
          <a:noFill/>
          <a:ln w="2857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8" name="Line 6"/>
          <p:cNvSpPr>
            <a:spLocks noChangeShapeType="1"/>
          </p:cNvSpPr>
          <p:nvPr/>
        </p:nvSpPr>
        <p:spPr bwMode="auto">
          <a:xfrm>
            <a:off x="3197930" y="5359831"/>
            <a:ext cx="576262" cy="0"/>
          </a:xfrm>
          <a:prstGeom prst="line">
            <a:avLst/>
          </a:prstGeom>
          <a:noFill/>
          <a:ln w="2857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9" name="Line 7"/>
          <p:cNvSpPr>
            <a:spLocks noChangeShapeType="1"/>
          </p:cNvSpPr>
          <p:nvPr/>
        </p:nvSpPr>
        <p:spPr bwMode="auto">
          <a:xfrm>
            <a:off x="8527167" y="3918381"/>
            <a:ext cx="576263" cy="0"/>
          </a:xfrm>
          <a:prstGeom prst="line">
            <a:avLst/>
          </a:prstGeom>
          <a:noFill/>
          <a:ln w="2857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0" name="Line 8"/>
          <p:cNvSpPr>
            <a:spLocks noChangeShapeType="1"/>
          </p:cNvSpPr>
          <p:nvPr/>
        </p:nvSpPr>
        <p:spPr bwMode="auto">
          <a:xfrm>
            <a:off x="8527167" y="5359831"/>
            <a:ext cx="576263" cy="0"/>
          </a:xfrm>
          <a:prstGeom prst="line">
            <a:avLst/>
          </a:prstGeom>
          <a:noFill/>
          <a:ln w="2857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1" name="Line 9"/>
          <p:cNvSpPr>
            <a:spLocks noChangeShapeType="1"/>
          </p:cNvSpPr>
          <p:nvPr/>
        </p:nvSpPr>
        <p:spPr bwMode="auto">
          <a:xfrm>
            <a:off x="6582480" y="4999469"/>
            <a:ext cx="1943100" cy="0"/>
          </a:xfrm>
          <a:prstGeom prst="line">
            <a:avLst/>
          </a:prstGeom>
          <a:noFill/>
          <a:ln w="2857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2" name="Line 10"/>
          <p:cNvSpPr>
            <a:spLocks noChangeShapeType="1"/>
          </p:cNvSpPr>
          <p:nvPr/>
        </p:nvSpPr>
        <p:spPr bwMode="auto">
          <a:xfrm>
            <a:off x="6726942" y="4710544"/>
            <a:ext cx="1800225" cy="0"/>
          </a:xfrm>
          <a:prstGeom prst="line">
            <a:avLst/>
          </a:prstGeom>
          <a:noFill/>
          <a:ln w="2857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3" name="Line 11"/>
          <p:cNvSpPr>
            <a:spLocks noChangeShapeType="1"/>
          </p:cNvSpPr>
          <p:nvPr/>
        </p:nvSpPr>
        <p:spPr bwMode="auto">
          <a:xfrm>
            <a:off x="3774192" y="4999469"/>
            <a:ext cx="1728788" cy="0"/>
          </a:xfrm>
          <a:prstGeom prst="line">
            <a:avLst/>
          </a:prstGeom>
          <a:noFill/>
          <a:ln w="2857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4" name="Line 12"/>
          <p:cNvSpPr>
            <a:spLocks noChangeShapeType="1"/>
          </p:cNvSpPr>
          <p:nvPr/>
        </p:nvSpPr>
        <p:spPr bwMode="auto">
          <a:xfrm>
            <a:off x="3774192" y="4710544"/>
            <a:ext cx="1727200" cy="0"/>
          </a:xfrm>
          <a:prstGeom prst="line">
            <a:avLst/>
          </a:prstGeom>
          <a:noFill/>
          <a:ln w="2857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5" name="Line 13"/>
          <p:cNvSpPr>
            <a:spLocks noChangeShapeType="1"/>
          </p:cNvSpPr>
          <p:nvPr/>
        </p:nvSpPr>
        <p:spPr bwMode="auto">
          <a:xfrm flipV="1">
            <a:off x="3774192" y="4999469"/>
            <a:ext cx="0" cy="360362"/>
          </a:xfrm>
          <a:prstGeom prst="line">
            <a:avLst/>
          </a:prstGeom>
          <a:noFill/>
          <a:ln w="2857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6" name="Line 14"/>
          <p:cNvSpPr>
            <a:spLocks noChangeShapeType="1"/>
          </p:cNvSpPr>
          <p:nvPr/>
        </p:nvSpPr>
        <p:spPr bwMode="auto">
          <a:xfrm>
            <a:off x="3774192" y="3991406"/>
            <a:ext cx="0" cy="719138"/>
          </a:xfrm>
          <a:prstGeom prst="line">
            <a:avLst/>
          </a:prstGeom>
          <a:noFill/>
          <a:ln w="2857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7" name="Line 15"/>
          <p:cNvSpPr>
            <a:spLocks noChangeShapeType="1"/>
          </p:cNvSpPr>
          <p:nvPr/>
        </p:nvSpPr>
        <p:spPr bwMode="auto">
          <a:xfrm flipV="1">
            <a:off x="8527167" y="3918381"/>
            <a:ext cx="0" cy="792163"/>
          </a:xfrm>
          <a:prstGeom prst="line">
            <a:avLst/>
          </a:prstGeom>
          <a:noFill/>
          <a:ln w="2857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8" name="Line 16"/>
          <p:cNvSpPr>
            <a:spLocks noChangeShapeType="1"/>
          </p:cNvSpPr>
          <p:nvPr/>
        </p:nvSpPr>
        <p:spPr bwMode="auto">
          <a:xfrm>
            <a:off x="8527167" y="4999469"/>
            <a:ext cx="0" cy="360362"/>
          </a:xfrm>
          <a:prstGeom prst="line">
            <a:avLst/>
          </a:prstGeom>
          <a:noFill/>
          <a:ln w="2857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微软雅黑" panose="020B0503020204020204" pitchFamily="34" charset="-122"/>
              <a:ea typeface="微软雅黑" panose="020B0503020204020204" pitchFamily="34" charset="-122"/>
            </a:endParaRPr>
          </a:p>
        </p:txBody>
      </p:sp>
      <p:grpSp>
        <p:nvGrpSpPr>
          <p:cNvPr id="19" name="Group 17"/>
          <p:cNvGrpSpPr>
            <a:grpSpLocks noChangeAspect="1"/>
          </p:cNvGrpSpPr>
          <p:nvPr/>
        </p:nvGrpSpPr>
        <p:grpSpPr bwMode="auto">
          <a:xfrm>
            <a:off x="5358517" y="4337481"/>
            <a:ext cx="1511300" cy="1093788"/>
            <a:chOff x="0" y="0"/>
            <a:chExt cx="576" cy="417"/>
          </a:xfrm>
        </p:grpSpPr>
        <p:sp>
          <p:nvSpPr>
            <p:cNvPr id="20" name="AutoShape 18"/>
            <p:cNvSpPr>
              <a:spLocks noChangeAspect="1" noChangeArrowheads="1" noTextEdit="1"/>
            </p:cNvSpPr>
            <p:nvPr/>
          </p:nvSpPr>
          <p:spPr bwMode="auto">
            <a:xfrm>
              <a:off x="0" y="0"/>
              <a:ext cx="576" cy="4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21" name="未知"/>
            <p:cNvSpPr/>
            <p:nvPr/>
          </p:nvSpPr>
          <p:spPr bwMode="auto">
            <a:xfrm>
              <a:off x="289" y="166"/>
              <a:ext cx="286" cy="252"/>
            </a:xfrm>
            <a:custGeom>
              <a:avLst/>
              <a:gdLst>
                <a:gd name="T0" fmla="*/ 286 w 286"/>
                <a:gd name="T1" fmla="*/ 0 h 252"/>
                <a:gd name="T2" fmla="*/ 286 w 286"/>
                <a:gd name="T3" fmla="*/ 85 h 252"/>
                <a:gd name="T4" fmla="*/ 0 w 286"/>
                <a:gd name="T5" fmla="*/ 252 h 252"/>
                <a:gd name="T6" fmla="*/ 0 w 286"/>
                <a:gd name="T7" fmla="*/ 166 h 252"/>
                <a:gd name="T8" fmla="*/ 286 w 286"/>
                <a:gd name="T9" fmla="*/ 0 h 252"/>
                <a:gd name="T10" fmla="*/ 286 w 286"/>
                <a:gd name="T11" fmla="*/ 0 h 252"/>
                <a:gd name="T12" fmla="*/ 286 w 286"/>
                <a:gd name="T13" fmla="*/ 0 h 252"/>
                <a:gd name="T14" fmla="*/ 286 w 286"/>
                <a:gd name="T15" fmla="*/ 0 h 252"/>
                <a:gd name="T16" fmla="*/ 286 w 286"/>
                <a:gd name="T17" fmla="*/ 0 h 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6" h="252">
                  <a:moveTo>
                    <a:pt x="286" y="0"/>
                  </a:moveTo>
                  <a:lnTo>
                    <a:pt x="286" y="85"/>
                  </a:lnTo>
                  <a:lnTo>
                    <a:pt x="0" y="252"/>
                  </a:lnTo>
                  <a:lnTo>
                    <a:pt x="0" y="166"/>
                  </a:lnTo>
                  <a:lnTo>
                    <a:pt x="286" y="0"/>
                  </a:lnTo>
                  <a:lnTo>
                    <a:pt x="286" y="0"/>
                  </a:lnTo>
                  <a:lnTo>
                    <a:pt x="286" y="0"/>
                  </a:lnTo>
                  <a:lnTo>
                    <a:pt x="286" y="0"/>
                  </a:lnTo>
                  <a:lnTo>
                    <a:pt x="286" y="0"/>
                  </a:lnTo>
                  <a:close/>
                </a:path>
              </a:pathLst>
            </a:custGeom>
            <a:solidFill>
              <a:srgbClr val="1D2977"/>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22" name="未知"/>
            <p:cNvSpPr/>
            <p:nvPr/>
          </p:nvSpPr>
          <p:spPr bwMode="auto">
            <a:xfrm>
              <a:off x="1" y="166"/>
              <a:ext cx="288" cy="252"/>
            </a:xfrm>
            <a:custGeom>
              <a:avLst/>
              <a:gdLst>
                <a:gd name="T0" fmla="*/ 288 w 288"/>
                <a:gd name="T1" fmla="*/ 166 h 252"/>
                <a:gd name="T2" fmla="*/ 288 w 288"/>
                <a:gd name="T3" fmla="*/ 252 h 252"/>
                <a:gd name="T4" fmla="*/ 0 w 288"/>
                <a:gd name="T5" fmla="*/ 85 h 252"/>
                <a:gd name="T6" fmla="*/ 0 w 288"/>
                <a:gd name="T7" fmla="*/ 0 h 252"/>
                <a:gd name="T8" fmla="*/ 288 w 288"/>
                <a:gd name="T9" fmla="*/ 166 h 252"/>
                <a:gd name="T10" fmla="*/ 288 w 288"/>
                <a:gd name="T11" fmla="*/ 166 h 252"/>
                <a:gd name="T12" fmla="*/ 288 w 288"/>
                <a:gd name="T13" fmla="*/ 166 h 252"/>
                <a:gd name="T14" fmla="*/ 288 w 288"/>
                <a:gd name="T15" fmla="*/ 166 h 252"/>
                <a:gd name="T16" fmla="*/ 288 w 288"/>
                <a:gd name="T17" fmla="*/ 166 h 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8" h="252">
                  <a:moveTo>
                    <a:pt x="288" y="166"/>
                  </a:moveTo>
                  <a:lnTo>
                    <a:pt x="288" y="252"/>
                  </a:lnTo>
                  <a:lnTo>
                    <a:pt x="0" y="85"/>
                  </a:lnTo>
                  <a:lnTo>
                    <a:pt x="0" y="0"/>
                  </a:lnTo>
                  <a:lnTo>
                    <a:pt x="288" y="166"/>
                  </a:lnTo>
                  <a:lnTo>
                    <a:pt x="288" y="166"/>
                  </a:lnTo>
                  <a:lnTo>
                    <a:pt x="288" y="166"/>
                  </a:lnTo>
                  <a:lnTo>
                    <a:pt x="288" y="166"/>
                  </a:lnTo>
                  <a:lnTo>
                    <a:pt x="288" y="166"/>
                  </a:lnTo>
                  <a:close/>
                </a:path>
              </a:pathLst>
            </a:custGeom>
            <a:solidFill>
              <a:srgbClr val="36458A"/>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23" name="未知"/>
            <p:cNvSpPr/>
            <p:nvPr/>
          </p:nvSpPr>
          <p:spPr bwMode="auto">
            <a:xfrm>
              <a:off x="1" y="0"/>
              <a:ext cx="574" cy="332"/>
            </a:xfrm>
            <a:custGeom>
              <a:avLst/>
              <a:gdLst>
                <a:gd name="T0" fmla="*/ 574 w 574"/>
                <a:gd name="T1" fmla="*/ 166 h 332"/>
                <a:gd name="T2" fmla="*/ 288 w 574"/>
                <a:gd name="T3" fmla="*/ 332 h 332"/>
                <a:gd name="T4" fmla="*/ 0 w 574"/>
                <a:gd name="T5" fmla="*/ 166 h 332"/>
                <a:gd name="T6" fmla="*/ 286 w 574"/>
                <a:gd name="T7" fmla="*/ 0 h 332"/>
                <a:gd name="T8" fmla="*/ 574 w 574"/>
                <a:gd name="T9" fmla="*/ 166 h 332"/>
                <a:gd name="T10" fmla="*/ 574 w 574"/>
                <a:gd name="T11" fmla="*/ 166 h 332"/>
                <a:gd name="T12" fmla="*/ 574 w 574"/>
                <a:gd name="T13" fmla="*/ 166 h 332"/>
                <a:gd name="T14" fmla="*/ 574 w 574"/>
                <a:gd name="T15" fmla="*/ 166 h 332"/>
                <a:gd name="T16" fmla="*/ 574 w 574"/>
                <a:gd name="T17" fmla="*/ 166 h 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4" h="332">
                  <a:moveTo>
                    <a:pt x="574" y="166"/>
                  </a:moveTo>
                  <a:lnTo>
                    <a:pt x="288" y="332"/>
                  </a:lnTo>
                  <a:lnTo>
                    <a:pt x="0" y="166"/>
                  </a:lnTo>
                  <a:lnTo>
                    <a:pt x="286" y="0"/>
                  </a:lnTo>
                  <a:lnTo>
                    <a:pt x="574" y="166"/>
                  </a:lnTo>
                  <a:lnTo>
                    <a:pt x="574" y="166"/>
                  </a:lnTo>
                  <a:lnTo>
                    <a:pt x="574" y="166"/>
                  </a:lnTo>
                  <a:lnTo>
                    <a:pt x="574" y="166"/>
                  </a:lnTo>
                  <a:lnTo>
                    <a:pt x="574" y="166"/>
                  </a:lnTo>
                  <a:close/>
                </a:path>
              </a:pathLst>
            </a:custGeom>
            <a:solidFill>
              <a:srgbClr val="4D61A4"/>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24" name="未知"/>
            <p:cNvSpPr>
              <a:spLocks noEditPoints="1"/>
            </p:cNvSpPr>
            <p:nvPr/>
          </p:nvSpPr>
          <p:spPr bwMode="auto">
            <a:xfrm>
              <a:off x="80" y="48"/>
              <a:ext cx="416" cy="241"/>
            </a:xfrm>
            <a:custGeom>
              <a:avLst/>
              <a:gdLst>
                <a:gd name="T0" fmla="*/ 483 w 785"/>
                <a:gd name="T1" fmla="*/ 356 h 457"/>
                <a:gd name="T2" fmla="*/ 523 w 785"/>
                <a:gd name="T3" fmla="*/ 379 h 457"/>
                <a:gd name="T4" fmla="*/ 389 w 785"/>
                <a:gd name="T5" fmla="*/ 457 h 457"/>
                <a:gd name="T6" fmla="*/ 255 w 785"/>
                <a:gd name="T7" fmla="*/ 379 h 457"/>
                <a:gd name="T8" fmla="*/ 295 w 785"/>
                <a:gd name="T9" fmla="*/ 356 h 457"/>
                <a:gd name="T10" fmla="*/ 356 w 785"/>
                <a:gd name="T11" fmla="*/ 391 h 457"/>
                <a:gd name="T12" fmla="*/ 356 w 785"/>
                <a:gd name="T13" fmla="*/ 313 h 457"/>
                <a:gd name="T14" fmla="*/ 286 w 785"/>
                <a:gd name="T15" fmla="*/ 290 h 457"/>
                <a:gd name="T16" fmla="*/ 246 w 785"/>
                <a:gd name="T17" fmla="*/ 249 h 457"/>
                <a:gd name="T18" fmla="*/ 113 w 785"/>
                <a:gd name="T19" fmla="*/ 249 h 457"/>
                <a:gd name="T20" fmla="*/ 174 w 785"/>
                <a:gd name="T21" fmla="*/ 285 h 457"/>
                <a:gd name="T22" fmla="*/ 134 w 785"/>
                <a:gd name="T23" fmla="*/ 308 h 457"/>
                <a:gd name="T24" fmla="*/ 0 w 785"/>
                <a:gd name="T25" fmla="*/ 230 h 457"/>
                <a:gd name="T26" fmla="*/ 134 w 785"/>
                <a:gd name="T27" fmla="*/ 153 h 457"/>
                <a:gd name="T28" fmla="*/ 174 w 785"/>
                <a:gd name="T29" fmla="*/ 176 h 457"/>
                <a:gd name="T30" fmla="*/ 113 w 785"/>
                <a:gd name="T31" fmla="*/ 211 h 457"/>
                <a:gd name="T32" fmla="*/ 244 w 785"/>
                <a:gd name="T33" fmla="*/ 211 h 457"/>
                <a:gd name="T34" fmla="*/ 286 w 785"/>
                <a:gd name="T35" fmla="*/ 165 h 457"/>
                <a:gd name="T36" fmla="*/ 369 w 785"/>
                <a:gd name="T37" fmla="*/ 140 h 457"/>
                <a:gd name="T38" fmla="*/ 369 w 785"/>
                <a:gd name="T39" fmla="*/ 66 h 457"/>
                <a:gd name="T40" fmla="*/ 308 w 785"/>
                <a:gd name="T41" fmla="*/ 101 h 457"/>
                <a:gd name="T42" fmla="*/ 268 w 785"/>
                <a:gd name="T43" fmla="*/ 78 h 457"/>
                <a:gd name="T44" fmla="*/ 402 w 785"/>
                <a:gd name="T45" fmla="*/ 0 h 457"/>
                <a:gd name="T46" fmla="*/ 536 w 785"/>
                <a:gd name="T47" fmla="*/ 78 h 457"/>
                <a:gd name="T48" fmla="*/ 496 w 785"/>
                <a:gd name="T49" fmla="*/ 101 h 457"/>
                <a:gd name="T50" fmla="*/ 435 w 785"/>
                <a:gd name="T51" fmla="*/ 66 h 457"/>
                <a:gd name="T52" fmla="*/ 435 w 785"/>
                <a:gd name="T53" fmla="*/ 142 h 457"/>
                <a:gd name="T54" fmla="*/ 502 w 785"/>
                <a:gd name="T55" fmla="*/ 165 h 457"/>
                <a:gd name="T56" fmla="*/ 541 w 785"/>
                <a:gd name="T57" fmla="*/ 204 h 457"/>
                <a:gd name="T58" fmla="*/ 672 w 785"/>
                <a:gd name="T59" fmla="*/ 204 h 457"/>
                <a:gd name="T60" fmla="*/ 611 w 785"/>
                <a:gd name="T61" fmla="*/ 169 h 457"/>
                <a:gd name="T62" fmla="*/ 650 w 785"/>
                <a:gd name="T63" fmla="*/ 145 h 457"/>
                <a:gd name="T64" fmla="*/ 785 w 785"/>
                <a:gd name="T65" fmla="*/ 223 h 457"/>
                <a:gd name="T66" fmla="*/ 651 w 785"/>
                <a:gd name="T67" fmla="*/ 301 h 457"/>
                <a:gd name="T68" fmla="*/ 611 w 785"/>
                <a:gd name="T69" fmla="*/ 278 h 457"/>
                <a:gd name="T70" fmla="*/ 672 w 785"/>
                <a:gd name="T71" fmla="*/ 242 h 457"/>
                <a:gd name="T72" fmla="*/ 545 w 785"/>
                <a:gd name="T73" fmla="*/ 242 h 457"/>
                <a:gd name="T74" fmla="*/ 502 w 785"/>
                <a:gd name="T75" fmla="*/ 290 h 457"/>
                <a:gd name="T76" fmla="*/ 422 w 785"/>
                <a:gd name="T77" fmla="*/ 315 h 457"/>
                <a:gd name="T78" fmla="*/ 422 w 785"/>
                <a:gd name="T79" fmla="*/ 391 h 457"/>
                <a:gd name="T80" fmla="*/ 483 w 785"/>
                <a:gd name="T81" fmla="*/ 356 h 457"/>
                <a:gd name="T82" fmla="*/ 483 w 785"/>
                <a:gd name="T83" fmla="*/ 356 h 457"/>
                <a:gd name="T84" fmla="*/ 483 w 785"/>
                <a:gd name="T85" fmla="*/ 356 h 457"/>
                <a:gd name="T86" fmla="*/ 338 w 785"/>
                <a:gd name="T87" fmla="*/ 260 h 457"/>
                <a:gd name="T88" fmla="*/ 450 w 785"/>
                <a:gd name="T89" fmla="*/ 260 h 457"/>
                <a:gd name="T90" fmla="*/ 450 w 785"/>
                <a:gd name="T91" fmla="*/ 195 h 457"/>
                <a:gd name="T92" fmla="*/ 338 w 785"/>
                <a:gd name="T93" fmla="*/ 195 h 457"/>
                <a:gd name="T94" fmla="*/ 338 w 785"/>
                <a:gd name="T95" fmla="*/ 260 h 4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785" h="457">
                  <a:moveTo>
                    <a:pt x="483" y="356"/>
                  </a:moveTo>
                  <a:cubicBezTo>
                    <a:pt x="523" y="379"/>
                    <a:pt x="523" y="379"/>
                    <a:pt x="523" y="379"/>
                  </a:cubicBezTo>
                  <a:cubicBezTo>
                    <a:pt x="389" y="457"/>
                    <a:pt x="389" y="457"/>
                    <a:pt x="389" y="457"/>
                  </a:cubicBezTo>
                  <a:cubicBezTo>
                    <a:pt x="255" y="379"/>
                    <a:pt x="255" y="379"/>
                    <a:pt x="255" y="379"/>
                  </a:cubicBezTo>
                  <a:cubicBezTo>
                    <a:pt x="295" y="356"/>
                    <a:pt x="295" y="356"/>
                    <a:pt x="295" y="356"/>
                  </a:cubicBezTo>
                  <a:cubicBezTo>
                    <a:pt x="356" y="391"/>
                    <a:pt x="356" y="391"/>
                    <a:pt x="356" y="391"/>
                  </a:cubicBezTo>
                  <a:cubicBezTo>
                    <a:pt x="356" y="313"/>
                    <a:pt x="356" y="313"/>
                    <a:pt x="356" y="313"/>
                  </a:cubicBezTo>
                  <a:cubicBezTo>
                    <a:pt x="330" y="309"/>
                    <a:pt x="306" y="302"/>
                    <a:pt x="286" y="290"/>
                  </a:cubicBezTo>
                  <a:cubicBezTo>
                    <a:pt x="266" y="279"/>
                    <a:pt x="253" y="264"/>
                    <a:pt x="246" y="249"/>
                  </a:cubicBezTo>
                  <a:cubicBezTo>
                    <a:pt x="113" y="249"/>
                    <a:pt x="113" y="249"/>
                    <a:pt x="113" y="249"/>
                  </a:cubicBezTo>
                  <a:cubicBezTo>
                    <a:pt x="174" y="285"/>
                    <a:pt x="174" y="285"/>
                    <a:pt x="174" y="285"/>
                  </a:cubicBezTo>
                  <a:cubicBezTo>
                    <a:pt x="134" y="308"/>
                    <a:pt x="134" y="308"/>
                    <a:pt x="134" y="308"/>
                  </a:cubicBezTo>
                  <a:cubicBezTo>
                    <a:pt x="0" y="230"/>
                    <a:pt x="0" y="230"/>
                    <a:pt x="0" y="230"/>
                  </a:cubicBezTo>
                  <a:cubicBezTo>
                    <a:pt x="134" y="153"/>
                    <a:pt x="134" y="153"/>
                    <a:pt x="134" y="153"/>
                  </a:cubicBezTo>
                  <a:cubicBezTo>
                    <a:pt x="174" y="176"/>
                    <a:pt x="174" y="176"/>
                    <a:pt x="174" y="176"/>
                  </a:cubicBezTo>
                  <a:cubicBezTo>
                    <a:pt x="113" y="211"/>
                    <a:pt x="113" y="211"/>
                    <a:pt x="113" y="211"/>
                  </a:cubicBezTo>
                  <a:cubicBezTo>
                    <a:pt x="244" y="211"/>
                    <a:pt x="244" y="211"/>
                    <a:pt x="244" y="211"/>
                  </a:cubicBezTo>
                  <a:cubicBezTo>
                    <a:pt x="249" y="194"/>
                    <a:pt x="263" y="178"/>
                    <a:pt x="286" y="165"/>
                  </a:cubicBezTo>
                  <a:cubicBezTo>
                    <a:pt x="309" y="151"/>
                    <a:pt x="339" y="143"/>
                    <a:pt x="369" y="140"/>
                  </a:cubicBezTo>
                  <a:cubicBezTo>
                    <a:pt x="369" y="66"/>
                    <a:pt x="369" y="66"/>
                    <a:pt x="369" y="66"/>
                  </a:cubicBezTo>
                  <a:cubicBezTo>
                    <a:pt x="308" y="101"/>
                    <a:pt x="308" y="101"/>
                    <a:pt x="308" y="101"/>
                  </a:cubicBezTo>
                  <a:cubicBezTo>
                    <a:pt x="268" y="78"/>
                    <a:pt x="268" y="78"/>
                    <a:pt x="268" y="78"/>
                  </a:cubicBezTo>
                  <a:cubicBezTo>
                    <a:pt x="402" y="0"/>
                    <a:pt x="402" y="0"/>
                    <a:pt x="402" y="0"/>
                  </a:cubicBezTo>
                  <a:cubicBezTo>
                    <a:pt x="536" y="78"/>
                    <a:pt x="536" y="78"/>
                    <a:pt x="536" y="78"/>
                  </a:cubicBezTo>
                  <a:cubicBezTo>
                    <a:pt x="496" y="101"/>
                    <a:pt x="496" y="101"/>
                    <a:pt x="496" y="101"/>
                  </a:cubicBezTo>
                  <a:cubicBezTo>
                    <a:pt x="435" y="66"/>
                    <a:pt x="435" y="66"/>
                    <a:pt x="435" y="66"/>
                  </a:cubicBezTo>
                  <a:cubicBezTo>
                    <a:pt x="435" y="87"/>
                    <a:pt x="435" y="117"/>
                    <a:pt x="435" y="142"/>
                  </a:cubicBezTo>
                  <a:cubicBezTo>
                    <a:pt x="460" y="146"/>
                    <a:pt x="483" y="154"/>
                    <a:pt x="502" y="165"/>
                  </a:cubicBezTo>
                  <a:cubicBezTo>
                    <a:pt x="521" y="176"/>
                    <a:pt x="534" y="190"/>
                    <a:pt x="541" y="204"/>
                  </a:cubicBezTo>
                  <a:cubicBezTo>
                    <a:pt x="672" y="204"/>
                    <a:pt x="672" y="204"/>
                    <a:pt x="672" y="204"/>
                  </a:cubicBezTo>
                  <a:cubicBezTo>
                    <a:pt x="611" y="169"/>
                    <a:pt x="611" y="169"/>
                    <a:pt x="611" y="169"/>
                  </a:cubicBezTo>
                  <a:cubicBezTo>
                    <a:pt x="650" y="145"/>
                    <a:pt x="650" y="145"/>
                    <a:pt x="650" y="145"/>
                  </a:cubicBezTo>
                  <a:cubicBezTo>
                    <a:pt x="785" y="223"/>
                    <a:pt x="785" y="223"/>
                    <a:pt x="785" y="223"/>
                  </a:cubicBezTo>
                  <a:cubicBezTo>
                    <a:pt x="651" y="301"/>
                    <a:pt x="651" y="301"/>
                    <a:pt x="651" y="301"/>
                  </a:cubicBezTo>
                  <a:cubicBezTo>
                    <a:pt x="611" y="278"/>
                    <a:pt x="611" y="278"/>
                    <a:pt x="611" y="278"/>
                  </a:cubicBezTo>
                  <a:cubicBezTo>
                    <a:pt x="672" y="242"/>
                    <a:pt x="672" y="242"/>
                    <a:pt x="672" y="242"/>
                  </a:cubicBezTo>
                  <a:cubicBezTo>
                    <a:pt x="637" y="242"/>
                    <a:pt x="587" y="242"/>
                    <a:pt x="545" y="242"/>
                  </a:cubicBezTo>
                  <a:cubicBezTo>
                    <a:pt x="540" y="260"/>
                    <a:pt x="526" y="277"/>
                    <a:pt x="502" y="290"/>
                  </a:cubicBezTo>
                  <a:cubicBezTo>
                    <a:pt x="480" y="303"/>
                    <a:pt x="451" y="312"/>
                    <a:pt x="422" y="315"/>
                  </a:cubicBezTo>
                  <a:cubicBezTo>
                    <a:pt x="422" y="391"/>
                    <a:pt x="422" y="391"/>
                    <a:pt x="422" y="391"/>
                  </a:cubicBezTo>
                  <a:cubicBezTo>
                    <a:pt x="483" y="356"/>
                    <a:pt x="483" y="356"/>
                    <a:pt x="483" y="356"/>
                  </a:cubicBezTo>
                  <a:cubicBezTo>
                    <a:pt x="483" y="356"/>
                    <a:pt x="483" y="356"/>
                    <a:pt x="483" y="356"/>
                  </a:cubicBezTo>
                  <a:cubicBezTo>
                    <a:pt x="483" y="356"/>
                    <a:pt x="483" y="356"/>
                    <a:pt x="483" y="356"/>
                  </a:cubicBezTo>
                  <a:close/>
                  <a:moveTo>
                    <a:pt x="338" y="260"/>
                  </a:moveTo>
                  <a:cubicBezTo>
                    <a:pt x="369" y="278"/>
                    <a:pt x="419" y="278"/>
                    <a:pt x="450" y="260"/>
                  </a:cubicBezTo>
                  <a:cubicBezTo>
                    <a:pt x="481" y="242"/>
                    <a:pt x="481" y="213"/>
                    <a:pt x="450" y="195"/>
                  </a:cubicBezTo>
                  <a:cubicBezTo>
                    <a:pt x="419" y="177"/>
                    <a:pt x="368" y="177"/>
                    <a:pt x="338" y="195"/>
                  </a:cubicBezTo>
                  <a:cubicBezTo>
                    <a:pt x="307" y="213"/>
                    <a:pt x="307" y="242"/>
                    <a:pt x="338" y="260"/>
                  </a:cubicBezTo>
                </a:path>
              </a:pathLst>
            </a:custGeom>
            <a:solidFill>
              <a:srgbClr val="1D2977"/>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25" name="未知"/>
            <p:cNvSpPr>
              <a:spLocks noEditPoints="1"/>
            </p:cNvSpPr>
            <p:nvPr/>
          </p:nvSpPr>
          <p:spPr bwMode="auto">
            <a:xfrm>
              <a:off x="80" y="42"/>
              <a:ext cx="416" cy="241"/>
            </a:xfrm>
            <a:custGeom>
              <a:avLst/>
              <a:gdLst>
                <a:gd name="T0" fmla="*/ 483 w 785"/>
                <a:gd name="T1" fmla="*/ 355 h 456"/>
                <a:gd name="T2" fmla="*/ 523 w 785"/>
                <a:gd name="T3" fmla="*/ 379 h 456"/>
                <a:gd name="T4" fmla="*/ 389 w 785"/>
                <a:gd name="T5" fmla="*/ 456 h 456"/>
                <a:gd name="T6" fmla="*/ 255 w 785"/>
                <a:gd name="T7" fmla="*/ 379 h 456"/>
                <a:gd name="T8" fmla="*/ 295 w 785"/>
                <a:gd name="T9" fmla="*/ 355 h 456"/>
                <a:gd name="T10" fmla="*/ 356 w 785"/>
                <a:gd name="T11" fmla="*/ 391 h 456"/>
                <a:gd name="T12" fmla="*/ 356 w 785"/>
                <a:gd name="T13" fmla="*/ 313 h 456"/>
                <a:gd name="T14" fmla="*/ 286 w 785"/>
                <a:gd name="T15" fmla="*/ 290 h 456"/>
                <a:gd name="T16" fmla="*/ 246 w 785"/>
                <a:gd name="T17" fmla="*/ 249 h 456"/>
                <a:gd name="T18" fmla="*/ 113 w 785"/>
                <a:gd name="T19" fmla="*/ 249 h 456"/>
                <a:gd name="T20" fmla="*/ 174 w 785"/>
                <a:gd name="T21" fmla="*/ 284 h 456"/>
                <a:gd name="T22" fmla="*/ 134 w 785"/>
                <a:gd name="T23" fmla="*/ 308 h 456"/>
                <a:gd name="T24" fmla="*/ 0 w 785"/>
                <a:gd name="T25" fmla="*/ 230 h 456"/>
                <a:gd name="T26" fmla="*/ 134 w 785"/>
                <a:gd name="T27" fmla="*/ 152 h 456"/>
                <a:gd name="T28" fmla="*/ 174 w 785"/>
                <a:gd name="T29" fmla="*/ 175 h 456"/>
                <a:gd name="T30" fmla="*/ 113 w 785"/>
                <a:gd name="T31" fmla="*/ 211 h 456"/>
                <a:gd name="T32" fmla="*/ 244 w 785"/>
                <a:gd name="T33" fmla="*/ 211 h 456"/>
                <a:gd name="T34" fmla="*/ 286 w 785"/>
                <a:gd name="T35" fmla="*/ 165 h 456"/>
                <a:gd name="T36" fmla="*/ 369 w 785"/>
                <a:gd name="T37" fmla="*/ 140 h 456"/>
                <a:gd name="T38" fmla="*/ 369 w 785"/>
                <a:gd name="T39" fmla="*/ 65 h 456"/>
                <a:gd name="T40" fmla="*/ 308 w 785"/>
                <a:gd name="T41" fmla="*/ 101 h 456"/>
                <a:gd name="T42" fmla="*/ 268 w 785"/>
                <a:gd name="T43" fmla="*/ 78 h 456"/>
                <a:gd name="T44" fmla="*/ 402 w 785"/>
                <a:gd name="T45" fmla="*/ 0 h 456"/>
                <a:gd name="T46" fmla="*/ 536 w 785"/>
                <a:gd name="T47" fmla="*/ 78 h 456"/>
                <a:gd name="T48" fmla="*/ 496 w 785"/>
                <a:gd name="T49" fmla="*/ 101 h 456"/>
                <a:gd name="T50" fmla="*/ 435 w 785"/>
                <a:gd name="T51" fmla="*/ 65 h 456"/>
                <a:gd name="T52" fmla="*/ 435 w 785"/>
                <a:gd name="T53" fmla="*/ 142 h 456"/>
                <a:gd name="T54" fmla="*/ 502 w 785"/>
                <a:gd name="T55" fmla="*/ 165 h 456"/>
                <a:gd name="T56" fmla="*/ 541 w 785"/>
                <a:gd name="T57" fmla="*/ 204 h 456"/>
                <a:gd name="T58" fmla="*/ 672 w 785"/>
                <a:gd name="T59" fmla="*/ 204 h 456"/>
                <a:gd name="T60" fmla="*/ 611 w 785"/>
                <a:gd name="T61" fmla="*/ 168 h 456"/>
                <a:gd name="T62" fmla="*/ 650 w 785"/>
                <a:gd name="T63" fmla="*/ 145 h 456"/>
                <a:gd name="T64" fmla="*/ 785 w 785"/>
                <a:gd name="T65" fmla="*/ 223 h 456"/>
                <a:gd name="T66" fmla="*/ 651 w 785"/>
                <a:gd name="T67" fmla="*/ 300 h 456"/>
                <a:gd name="T68" fmla="*/ 611 w 785"/>
                <a:gd name="T69" fmla="*/ 277 h 456"/>
                <a:gd name="T70" fmla="*/ 672 w 785"/>
                <a:gd name="T71" fmla="*/ 242 h 456"/>
                <a:gd name="T72" fmla="*/ 545 w 785"/>
                <a:gd name="T73" fmla="*/ 242 h 456"/>
                <a:gd name="T74" fmla="*/ 502 w 785"/>
                <a:gd name="T75" fmla="*/ 290 h 456"/>
                <a:gd name="T76" fmla="*/ 422 w 785"/>
                <a:gd name="T77" fmla="*/ 314 h 456"/>
                <a:gd name="T78" fmla="*/ 422 w 785"/>
                <a:gd name="T79" fmla="*/ 391 h 456"/>
                <a:gd name="T80" fmla="*/ 483 w 785"/>
                <a:gd name="T81" fmla="*/ 355 h 456"/>
                <a:gd name="T82" fmla="*/ 483 w 785"/>
                <a:gd name="T83" fmla="*/ 355 h 456"/>
                <a:gd name="T84" fmla="*/ 483 w 785"/>
                <a:gd name="T85" fmla="*/ 355 h 456"/>
                <a:gd name="T86" fmla="*/ 338 w 785"/>
                <a:gd name="T87" fmla="*/ 260 h 456"/>
                <a:gd name="T88" fmla="*/ 450 w 785"/>
                <a:gd name="T89" fmla="*/ 260 h 456"/>
                <a:gd name="T90" fmla="*/ 450 w 785"/>
                <a:gd name="T91" fmla="*/ 195 h 456"/>
                <a:gd name="T92" fmla="*/ 338 w 785"/>
                <a:gd name="T93" fmla="*/ 195 h 456"/>
                <a:gd name="T94" fmla="*/ 338 w 785"/>
                <a:gd name="T95" fmla="*/ 260 h 4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785" h="456">
                  <a:moveTo>
                    <a:pt x="483" y="355"/>
                  </a:moveTo>
                  <a:cubicBezTo>
                    <a:pt x="523" y="379"/>
                    <a:pt x="523" y="379"/>
                    <a:pt x="523" y="379"/>
                  </a:cubicBezTo>
                  <a:cubicBezTo>
                    <a:pt x="389" y="456"/>
                    <a:pt x="389" y="456"/>
                    <a:pt x="389" y="456"/>
                  </a:cubicBezTo>
                  <a:cubicBezTo>
                    <a:pt x="255" y="379"/>
                    <a:pt x="255" y="379"/>
                    <a:pt x="255" y="379"/>
                  </a:cubicBezTo>
                  <a:cubicBezTo>
                    <a:pt x="295" y="355"/>
                    <a:pt x="295" y="355"/>
                    <a:pt x="295" y="355"/>
                  </a:cubicBezTo>
                  <a:cubicBezTo>
                    <a:pt x="356" y="391"/>
                    <a:pt x="356" y="391"/>
                    <a:pt x="356" y="391"/>
                  </a:cubicBezTo>
                  <a:cubicBezTo>
                    <a:pt x="356" y="313"/>
                    <a:pt x="356" y="313"/>
                    <a:pt x="356" y="313"/>
                  </a:cubicBezTo>
                  <a:cubicBezTo>
                    <a:pt x="330" y="309"/>
                    <a:pt x="306" y="301"/>
                    <a:pt x="286" y="290"/>
                  </a:cubicBezTo>
                  <a:cubicBezTo>
                    <a:pt x="266" y="278"/>
                    <a:pt x="253" y="264"/>
                    <a:pt x="246" y="249"/>
                  </a:cubicBezTo>
                  <a:cubicBezTo>
                    <a:pt x="113" y="249"/>
                    <a:pt x="113" y="249"/>
                    <a:pt x="113" y="249"/>
                  </a:cubicBezTo>
                  <a:cubicBezTo>
                    <a:pt x="174" y="284"/>
                    <a:pt x="174" y="284"/>
                    <a:pt x="174" y="284"/>
                  </a:cubicBezTo>
                  <a:cubicBezTo>
                    <a:pt x="134" y="308"/>
                    <a:pt x="134" y="308"/>
                    <a:pt x="134" y="308"/>
                  </a:cubicBezTo>
                  <a:cubicBezTo>
                    <a:pt x="0" y="230"/>
                    <a:pt x="0" y="230"/>
                    <a:pt x="0" y="230"/>
                  </a:cubicBezTo>
                  <a:cubicBezTo>
                    <a:pt x="134" y="152"/>
                    <a:pt x="134" y="152"/>
                    <a:pt x="134" y="152"/>
                  </a:cubicBezTo>
                  <a:cubicBezTo>
                    <a:pt x="174" y="175"/>
                    <a:pt x="174" y="175"/>
                    <a:pt x="174" y="175"/>
                  </a:cubicBezTo>
                  <a:cubicBezTo>
                    <a:pt x="113" y="211"/>
                    <a:pt x="113" y="211"/>
                    <a:pt x="113" y="211"/>
                  </a:cubicBezTo>
                  <a:cubicBezTo>
                    <a:pt x="244" y="211"/>
                    <a:pt x="244" y="211"/>
                    <a:pt x="244" y="211"/>
                  </a:cubicBezTo>
                  <a:cubicBezTo>
                    <a:pt x="249" y="194"/>
                    <a:pt x="263" y="178"/>
                    <a:pt x="286" y="165"/>
                  </a:cubicBezTo>
                  <a:cubicBezTo>
                    <a:pt x="309" y="151"/>
                    <a:pt x="339" y="143"/>
                    <a:pt x="369" y="140"/>
                  </a:cubicBezTo>
                  <a:cubicBezTo>
                    <a:pt x="369" y="65"/>
                    <a:pt x="369" y="65"/>
                    <a:pt x="369" y="65"/>
                  </a:cubicBezTo>
                  <a:cubicBezTo>
                    <a:pt x="308" y="101"/>
                    <a:pt x="308" y="101"/>
                    <a:pt x="308" y="101"/>
                  </a:cubicBezTo>
                  <a:cubicBezTo>
                    <a:pt x="268" y="78"/>
                    <a:pt x="268" y="78"/>
                    <a:pt x="268" y="78"/>
                  </a:cubicBezTo>
                  <a:cubicBezTo>
                    <a:pt x="402" y="0"/>
                    <a:pt x="402" y="0"/>
                    <a:pt x="402" y="0"/>
                  </a:cubicBezTo>
                  <a:cubicBezTo>
                    <a:pt x="536" y="78"/>
                    <a:pt x="536" y="78"/>
                    <a:pt x="536" y="78"/>
                  </a:cubicBezTo>
                  <a:cubicBezTo>
                    <a:pt x="496" y="101"/>
                    <a:pt x="496" y="101"/>
                    <a:pt x="496" y="101"/>
                  </a:cubicBezTo>
                  <a:cubicBezTo>
                    <a:pt x="435" y="65"/>
                    <a:pt x="435" y="65"/>
                    <a:pt x="435" y="65"/>
                  </a:cubicBezTo>
                  <a:cubicBezTo>
                    <a:pt x="435" y="87"/>
                    <a:pt x="435" y="117"/>
                    <a:pt x="435" y="142"/>
                  </a:cubicBezTo>
                  <a:cubicBezTo>
                    <a:pt x="460" y="146"/>
                    <a:pt x="483" y="154"/>
                    <a:pt x="502" y="165"/>
                  </a:cubicBezTo>
                  <a:cubicBezTo>
                    <a:pt x="521" y="176"/>
                    <a:pt x="534" y="189"/>
                    <a:pt x="541" y="204"/>
                  </a:cubicBezTo>
                  <a:cubicBezTo>
                    <a:pt x="672" y="204"/>
                    <a:pt x="672" y="204"/>
                    <a:pt x="672" y="204"/>
                  </a:cubicBezTo>
                  <a:cubicBezTo>
                    <a:pt x="611" y="168"/>
                    <a:pt x="611" y="168"/>
                    <a:pt x="611" y="168"/>
                  </a:cubicBezTo>
                  <a:cubicBezTo>
                    <a:pt x="650" y="145"/>
                    <a:pt x="650" y="145"/>
                    <a:pt x="650" y="145"/>
                  </a:cubicBezTo>
                  <a:cubicBezTo>
                    <a:pt x="785" y="223"/>
                    <a:pt x="785" y="223"/>
                    <a:pt x="785" y="223"/>
                  </a:cubicBezTo>
                  <a:cubicBezTo>
                    <a:pt x="651" y="300"/>
                    <a:pt x="651" y="300"/>
                    <a:pt x="651" y="300"/>
                  </a:cubicBezTo>
                  <a:cubicBezTo>
                    <a:pt x="611" y="277"/>
                    <a:pt x="611" y="277"/>
                    <a:pt x="611" y="277"/>
                  </a:cubicBezTo>
                  <a:cubicBezTo>
                    <a:pt x="672" y="242"/>
                    <a:pt x="672" y="242"/>
                    <a:pt x="672" y="242"/>
                  </a:cubicBezTo>
                  <a:cubicBezTo>
                    <a:pt x="637" y="242"/>
                    <a:pt x="587" y="242"/>
                    <a:pt x="545" y="242"/>
                  </a:cubicBezTo>
                  <a:cubicBezTo>
                    <a:pt x="540" y="259"/>
                    <a:pt x="526" y="276"/>
                    <a:pt x="502" y="290"/>
                  </a:cubicBezTo>
                  <a:cubicBezTo>
                    <a:pt x="480" y="303"/>
                    <a:pt x="451" y="311"/>
                    <a:pt x="422" y="314"/>
                  </a:cubicBezTo>
                  <a:cubicBezTo>
                    <a:pt x="422" y="391"/>
                    <a:pt x="422" y="391"/>
                    <a:pt x="422" y="391"/>
                  </a:cubicBezTo>
                  <a:cubicBezTo>
                    <a:pt x="483" y="355"/>
                    <a:pt x="483" y="355"/>
                    <a:pt x="483" y="355"/>
                  </a:cubicBezTo>
                  <a:cubicBezTo>
                    <a:pt x="483" y="355"/>
                    <a:pt x="483" y="355"/>
                    <a:pt x="483" y="355"/>
                  </a:cubicBezTo>
                  <a:cubicBezTo>
                    <a:pt x="483" y="355"/>
                    <a:pt x="483" y="355"/>
                    <a:pt x="483" y="355"/>
                  </a:cubicBezTo>
                  <a:close/>
                  <a:moveTo>
                    <a:pt x="338" y="260"/>
                  </a:moveTo>
                  <a:cubicBezTo>
                    <a:pt x="369" y="278"/>
                    <a:pt x="419" y="278"/>
                    <a:pt x="450" y="260"/>
                  </a:cubicBezTo>
                  <a:cubicBezTo>
                    <a:pt x="481" y="242"/>
                    <a:pt x="481" y="213"/>
                    <a:pt x="450" y="195"/>
                  </a:cubicBezTo>
                  <a:cubicBezTo>
                    <a:pt x="419" y="177"/>
                    <a:pt x="368" y="177"/>
                    <a:pt x="338" y="195"/>
                  </a:cubicBezTo>
                  <a:cubicBezTo>
                    <a:pt x="307" y="213"/>
                    <a:pt x="307" y="242"/>
                    <a:pt x="338" y="260"/>
                  </a:cubicBezTo>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26" name="未知"/>
            <p:cNvSpPr/>
            <p:nvPr/>
          </p:nvSpPr>
          <p:spPr bwMode="auto">
            <a:xfrm>
              <a:off x="49" y="226"/>
              <a:ext cx="30" cy="48"/>
            </a:xfrm>
            <a:custGeom>
              <a:avLst/>
              <a:gdLst>
                <a:gd name="T0" fmla="*/ 27 w 56"/>
                <a:gd name="T1" fmla="*/ 5 h 92"/>
                <a:gd name="T2" fmla="*/ 46 w 56"/>
                <a:gd name="T3" fmla="*/ 21 h 92"/>
                <a:gd name="T4" fmla="*/ 54 w 56"/>
                <a:gd name="T5" fmla="*/ 45 h 92"/>
                <a:gd name="T6" fmla="*/ 40 w 56"/>
                <a:gd name="T7" fmla="*/ 36 h 92"/>
                <a:gd name="T8" fmla="*/ 27 w 56"/>
                <a:gd name="T9" fmla="*/ 17 h 92"/>
                <a:gd name="T10" fmla="*/ 20 w 56"/>
                <a:gd name="T11" fmla="*/ 15 h 92"/>
                <a:gd name="T12" fmla="*/ 17 w 56"/>
                <a:gd name="T13" fmla="*/ 20 h 92"/>
                <a:gd name="T14" fmla="*/ 20 w 56"/>
                <a:gd name="T15" fmla="*/ 28 h 92"/>
                <a:gd name="T16" fmla="*/ 36 w 56"/>
                <a:gd name="T17" fmla="*/ 43 h 92"/>
                <a:gd name="T18" fmla="*/ 48 w 56"/>
                <a:gd name="T19" fmla="*/ 55 h 92"/>
                <a:gd name="T20" fmla="*/ 56 w 56"/>
                <a:gd name="T21" fmla="*/ 77 h 92"/>
                <a:gd name="T22" fmla="*/ 49 w 56"/>
                <a:gd name="T23" fmla="*/ 90 h 92"/>
                <a:gd name="T24" fmla="*/ 28 w 56"/>
                <a:gd name="T25" fmla="*/ 85 h 92"/>
                <a:gd name="T26" fmla="*/ 9 w 56"/>
                <a:gd name="T27" fmla="*/ 67 h 92"/>
                <a:gd name="T28" fmla="*/ 0 w 56"/>
                <a:gd name="T29" fmla="*/ 42 h 92"/>
                <a:gd name="T30" fmla="*/ 14 w 56"/>
                <a:gd name="T31" fmla="*/ 50 h 92"/>
                <a:gd name="T32" fmla="*/ 19 w 56"/>
                <a:gd name="T33" fmla="*/ 63 h 92"/>
                <a:gd name="T34" fmla="*/ 29 w 56"/>
                <a:gd name="T35" fmla="*/ 72 h 92"/>
                <a:gd name="T36" fmla="*/ 37 w 56"/>
                <a:gd name="T37" fmla="*/ 75 h 92"/>
                <a:gd name="T38" fmla="*/ 42 w 56"/>
                <a:gd name="T39" fmla="*/ 70 h 92"/>
                <a:gd name="T40" fmla="*/ 32 w 56"/>
                <a:gd name="T41" fmla="*/ 55 h 92"/>
                <a:gd name="T42" fmla="*/ 13 w 56"/>
                <a:gd name="T43" fmla="*/ 37 h 92"/>
                <a:gd name="T44" fmla="*/ 2 w 56"/>
                <a:gd name="T45" fmla="*/ 13 h 92"/>
                <a:gd name="T46" fmla="*/ 10 w 56"/>
                <a:gd name="T47" fmla="*/ 1 h 92"/>
                <a:gd name="T48" fmla="*/ 27 w 56"/>
                <a:gd name="T49" fmla="*/ 5 h 92"/>
                <a:gd name="T50" fmla="*/ 27 w 56"/>
                <a:gd name="T51" fmla="*/ 5 h 92"/>
                <a:gd name="T52" fmla="*/ 27 w 56"/>
                <a:gd name="T53" fmla="*/ 5 h 92"/>
                <a:gd name="T54" fmla="*/ 27 w 56"/>
                <a:gd name="T55" fmla="*/ 5 h 92"/>
                <a:gd name="T56" fmla="*/ 27 w 56"/>
                <a:gd name="T57" fmla="*/ 5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6" h="92">
                  <a:moveTo>
                    <a:pt x="27" y="5"/>
                  </a:moveTo>
                  <a:cubicBezTo>
                    <a:pt x="35" y="9"/>
                    <a:pt x="41" y="15"/>
                    <a:pt x="46" y="21"/>
                  </a:cubicBezTo>
                  <a:cubicBezTo>
                    <a:pt x="51" y="28"/>
                    <a:pt x="54" y="36"/>
                    <a:pt x="54" y="45"/>
                  </a:cubicBezTo>
                  <a:cubicBezTo>
                    <a:pt x="40" y="36"/>
                    <a:pt x="40" y="36"/>
                    <a:pt x="40" y="36"/>
                  </a:cubicBezTo>
                  <a:cubicBezTo>
                    <a:pt x="39" y="29"/>
                    <a:pt x="35" y="22"/>
                    <a:pt x="27" y="17"/>
                  </a:cubicBezTo>
                  <a:cubicBezTo>
                    <a:pt x="24" y="16"/>
                    <a:pt x="22" y="15"/>
                    <a:pt x="20" y="15"/>
                  </a:cubicBezTo>
                  <a:cubicBezTo>
                    <a:pt x="18" y="16"/>
                    <a:pt x="17" y="17"/>
                    <a:pt x="17" y="20"/>
                  </a:cubicBezTo>
                  <a:cubicBezTo>
                    <a:pt x="17" y="23"/>
                    <a:pt x="18" y="26"/>
                    <a:pt x="20" y="28"/>
                  </a:cubicBezTo>
                  <a:cubicBezTo>
                    <a:pt x="22" y="30"/>
                    <a:pt x="27" y="35"/>
                    <a:pt x="36" y="43"/>
                  </a:cubicBezTo>
                  <a:cubicBezTo>
                    <a:pt x="42" y="48"/>
                    <a:pt x="45" y="52"/>
                    <a:pt x="48" y="55"/>
                  </a:cubicBezTo>
                  <a:cubicBezTo>
                    <a:pt x="53" y="62"/>
                    <a:pt x="56" y="69"/>
                    <a:pt x="56" y="77"/>
                  </a:cubicBezTo>
                  <a:cubicBezTo>
                    <a:pt x="56" y="84"/>
                    <a:pt x="54" y="88"/>
                    <a:pt x="49" y="90"/>
                  </a:cubicBezTo>
                  <a:cubicBezTo>
                    <a:pt x="44" y="92"/>
                    <a:pt x="37" y="90"/>
                    <a:pt x="28" y="85"/>
                  </a:cubicBezTo>
                  <a:cubicBezTo>
                    <a:pt x="20" y="81"/>
                    <a:pt x="14" y="75"/>
                    <a:pt x="9" y="67"/>
                  </a:cubicBezTo>
                  <a:cubicBezTo>
                    <a:pt x="3" y="59"/>
                    <a:pt x="0" y="51"/>
                    <a:pt x="0" y="42"/>
                  </a:cubicBezTo>
                  <a:cubicBezTo>
                    <a:pt x="14" y="50"/>
                    <a:pt x="14" y="50"/>
                    <a:pt x="14" y="50"/>
                  </a:cubicBezTo>
                  <a:cubicBezTo>
                    <a:pt x="14" y="55"/>
                    <a:pt x="16" y="59"/>
                    <a:pt x="19" y="63"/>
                  </a:cubicBezTo>
                  <a:cubicBezTo>
                    <a:pt x="21" y="67"/>
                    <a:pt x="25" y="70"/>
                    <a:pt x="29" y="72"/>
                  </a:cubicBezTo>
                  <a:cubicBezTo>
                    <a:pt x="32" y="74"/>
                    <a:pt x="35" y="75"/>
                    <a:pt x="37" y="75"/>
                  </a:cubicBezTo>
                  <a:cubicBezTo>
                    <a:pt x="40" y="76"/>
                    <a:pt x="42" y="74"/>
                    <a:pt x="42" y="70"/>
                  </a:cubicBezTo>
                  <a:cubicBezTo>
                    <a:pt x="42" y="66"/>
                    <a:pt x="38" y="61"/>
                    <a:pt x="32" y="55"/>
                  </a:cubicBezTo>
                  <a:cubicBezTo>
                    <a:pt x="20" y="44"/>
                    <a:pt x="14" y="38"/>
                    <a:pt x="13" y="37"/>
                  </a:cubicBezTo>
                  <a:cubicBezTo>
                    <a:pt x="6" y="29"/>
                    <a:pt x="2" y="22"/>
                    <a:pt x="2" y="13"/>
                  </a:cubicBezTo>
                  <a:cubicBezTo>
                    <a:pt x="2" y="6"/>
                    <a:pt x="5" y="2"/>
                    <a:pt x="10" y="1"/>
                  </a:cubicBezTo>
                  <a:cubicBezTo>
                    <a:pt x="15" y="0"/>
                    <a:pt x="21" y="1"/>
                    <a:pt x="27" y="5"/>
                  </a:cubicBezTo>
                  <a:cubicBezTo>
                    <a:pt x="27" y="5"/>
                    <a:pt x="27" y="5"/>
                    <a:pt x="27" y="5"/>
                  </a:cubicBezTo>
                  <a:cubicBezTo>
                    <a:pt x="27" y="5"/>
                    <a:pt x="27" y="5"/>
                    <a:pt x="27" y="5"/>
                  </a:cubicBezTo>
                  <a:cubicBezTo>
                    <a:pt x="27" y="5"/>
                    <a:pt x="27" y="5"/>
                    <a:pt x="27" y="5"/>
                  </a:cubicBezTo>
                  <a:cubicBezTo>
                    <a:pt x="27" y="5"/>
                    <a:pt x="27" y="5"/>
                    <a:pt x="27" y="5"/>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27" name="未知"/>
            <p:cNvSpPr/>
            <p:nvPr/>
          </p:nvSpPr>
          <p:spPr bwMode="auto">
            <a:xfrm>
              <a:off x="80" y="238"/>
              <a:ext cx="46" cy="62"/>
            </a:xfrm>
            <a:custGeom>
              <a:avLst/>
              <a:gdLst>
                <a:gd name="T0" fmla="*/ 46 w 46"/>
                <a:gd name="T1" fmla="*/ 27 h 62"/>
                <a:gd name="T2" fmla="*/ 36 w 46"/>
                <a:gd name="T3" fmla="*/ 62 h 62"/>
                <a:gd name="T4" fmla="*/ 29 w 46"/>
                <a:gd name="T5" fmla="*/ 57 h 62"/>
                <a:gd name="T6" fmla="*/ 23 w 46"/>
                <a:gd name="T7" fmla="*/ 27 h 62"/>
                <a:gd name="T8" fmla="*/ 17 w 46"/>
                <a:gd name="T9" fmla="*/ 51 h 62"/>
                <a:gd name="T10" fmla="*/ 9 w 46"/>
                <a:gd name="T11" fmla="*/ 46 h 62"/>
                <a:gd name="T12" fmla="*/ 0 w 46"/>
                <a:gd name="T13" fmla="*/ 0 h 62"/>
                <a:gd name="T14" fmla="*/ 8 w 46"/>
                <a:gd name="T15" fmla="*/ 5 h 62"/>
                <a:gd name="T16" fmla="*/ 13 w 46"/>
                <a:gd name="T17" fmla="*/ 36 h 62"/>
                <a:gd name="T18" fmla="*/ 19 w 46"/>
                <a:gd name="T19" fmla="*/ 12 h 62"/>
                <a:gd name="T20" fmla="*/ 27 w 46"/>
                <a:gd name="T21" fmla="*/ 16 h 62"/>
                <a:gd name="T22" fmla="*/ 33 w 46"/>
                <a:gd name="T23" fmla="*/ 47 h 62"/>
                <a:gd name="T24" fmla="*/ 38 w 46"/>
                <a:gd name="T25" fmla="*/ 23 h 62"/>
                <a:gd name="T26" fmla="*/ 46 w 46"/>
                <a:gd name="T27" fmla="*/ 27 h 62"/>
                <a:gd name="T28" fmla="*/ 46 w 46"/>
                <a:gd name="T29" fmla="*/ 27 h 62"/>
                <a:gd name="T30" fmla="*/ 46 w 46"/>
                <a:gd name="T31" fmla="*/ 27 h 62"/>
                <a:gd name="T32" fmla="*/ 46 w 46"/>
                <a:gd name="T33" fmla="*/ 27 h 62"/>
                <a:gd name="T34" fmla="*/ 46 w 46"/>
                <a:gd name="T35" fmla="*/ 27 h 62"/>
                <a:gd name="T36" fmla="*/ 46 w 46"/>
                <a:gd name="T37" fmla="*/ 27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6" h="62">
                  <a:moveTo>
                    <a:pt x="46" y="27"/>
                  </a:moveTo>
                  <a:lnTo>
                    <a:pt x="36" y="62"/>
                  </a:lnTo>
                  <a:lnTo>
                    <a:pt x="29" y="57"/>
                  </a:lnTo>
                  <a:lnTo>
                    <a:pt x="23" y="27"/>
                  </a:lnTo>
                  <a:lnTo>
                    <a:pt x="17" y="51"/>
                  </a:lnTo>
                  <a:lnTo>
                    <a:pt x="9" y="46"/>
                  </a:lnTo>
                  <a:lnTo>
                    <a:pt x="0" y="0"/>
                  </a:lnTo>
                  <a:lnTo>
                    <a:pt x="8" y="5"/>
                  </a:lnTo>
                  <a:lnTo>
                    <a:pt x="13" y="36"/>
                  </a:lnTo>
                  <a:lnTo>
                    <a:pt x="19" y="12"/>
                  </a:lnTo>
                  <a:lnTo>
                    <a:pt x="27" y="16"/>
                  </a:lnTo>
                  <a:lnTo>
                    <a:pt x="33" y="47"/>
                  </a:lnTo>
                  <a:lnTo>
                    <a:pt x="38" y="23"/>
                  </a:lnTo>
                  <a:lnTo>
                    <a:pt x="46" y="27"/>
                  </a:lnTo>
                  <a:lnTo>
                    <a:pt x="46" y="27"/>
                  </a:lnTo>
                  <a:lnTo>
                    <a:pt x="46" y="27"/>
                  </a:lnTo>
                  <a:lnTo>
                    <a:pt x="46" y="27"/>
                  </a:lnTo>
                  <a:lnTo>
                    <a:pt x="46" y="27"/>
                  </a:lnTo>
                  <a:lnTo>
                    <a:pt x="46" y="27"/>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28" name="未知"/>
            <p:cNvSpPr/>
            <p:nvPr/>
          </p:nvSpPr>
          <p:spPr bwMode="auto">
            <a:xfrm>
              <a:off x="130" y="267"/>
              <a:ext cx="7" cy="45"/>
            </a:xfrm>
            <a:custGeom>
              <a:avLst/>
              <a:gdLst>
                <a:gd name="T0" fmla="*/ 7 w 7"/>
                <a:gd name="T1" fmla="*/ 5 h 45"/>
                <a:gd name="T2" fmla="*/ 7 w 7"/>
                <a:gd name="T3" fmla="*/ 45 h 45"/>
                <a:gd name="T4" fmla="*/ 0 w 7"/>
                <a:gd name="T5" fmla="*/ 41 h 45"/>
                <a:gd name="T6" fmla="*/ 0 w 7"/>
                <a:gd name="T7" fmla="*/ 0 h 45"/>
                <a:gd name="T8" fmla="*/ 7 w 7"/>
                <a:gd name="T9" fmla="*/ 5 h 45"/>
                <a:gd name="T10" fmla="*/ 7 w 7"/>
                <a:gd name="T11" fmla="*/ 5 h 45"/>
                <a:gd name="T12" fmla="*/ 7 w 7"/>
                <a:gd name="T13" fmla="*/ 5 h 45"/>
                <a:gd name="T14" fmla="*/ 7 w 7"/>
                <a:gd name="T15" fmla="*/ 5 h 45"/>
                <a:gd name="T16" fmla="*/ 7 w 7"/>
                <a:gd name="T17" fmla="*/ 5 h 45"/>
                <a:gd name="T18" fmla="*/ 7 w 7"/>
                <a:gd name="T19" fmla="*/ 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 h="45">
                  <a:moveTo>
                    <a:pt x="7" y="5"/>
                  </a:moveTo>
                  <a:lnTo>
                    <a:pt x="7" y="45"/>
                  </a:lnTo>
                  <a:lnTo>
                    <a:pt x="0" y="41"/>
                  </a:lnTo>
                  <a:lnTo>
                    <a:pt x="0" y="0"/>
                  </a:lnTo>
                  <a:lnTo>
                    <a:pt x="7" y="5"/>
                  </a:lnTo>
                  <a:lnTo>
                    <a:pt x="7" y="5"/>
                  </a:lnTo>
                  <a:lnTo>
                    <a:pt x="7" y="5"/>
                  </a:lnTo>
                  <a:lnTo>
                    <a:pt x="7" y="5"/>
                  </a:lnTo>
                  <a:lnTo>
                    <a:pt x="7" y="5"/>
                  </a:lnTo>
                  <a:lnTo>
                    <a:pt x="7" y="5"/>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29" name="未知"/>
            <p:cNvSpPr/>
            <p:nvPr/>
          </p:nvSpPr>
          <p:spPr bwMode="auto">
            <a:xfrm>
              <a:off x="141" y="274"/>
              <a:ext cx="29" cy="51"/>
            </a:xfrm>
            <a:custGeom>
              <a:avLst/>
              <a:gdLst>
                <a:gd name="T0" fmla="*/ 29 w 29"/>
                <a:gd name="T1" fmla="*/ 17 h 51"/>
                <a:gd name="T2" fmla="*/ 29 w 29"/>
                <a:gd name="T3" fmla="*/ 24 h 51"/>
                <a:gd name="T4" fmla="*/ 19 w 29"/>
                <a:gd name="T5" fmla="*/ 18 h 51"/>
                <a:gd name="T6" fmla="*/ 19 w 29"/>
                <a:gd name="T7" fmla="*/ 51 h 51"/>
                <a:gd name="T8" fmla="*/ 11 w 29"/>
                <a:gd name="T9" fmla="*/ 46 h 51"/>
                <a:gd name="T10" fmla="*/ 11 w 29"/>
                <a:gd name="T11" fmla="*/ 14 h 51"/>
                <a:gd name="T12" fmla="*/ 0 w 29"/>
                <a:gd name="T13" fmla="*/ 7 h 51"/>
                <a:gd name="T14" fmla="*/ 0 w 29"/>
                <a:gd name="T15" fmla="*/ 0 h 51"/>
                <a:gd name="T16" fmla="*/ 29 w 29"/>
                <a:gd name="T17" fmla="*/ 17 h 51"/>
                <a:gd name="T18" fmla="*/ 29 w 29"/>
                <a:gd name="T19" fmla="*/ 17 h 51"/>
                <a:gd name="T20" fmla="*/ 29 w 29"/>
                <a:gd name="T21" fmla="*/ 17 h 51"/>
                <a:gd name="T22" fmla="*/ 29 w 29"/>
                <a:gd name="T23" fmla="*/ 17 h 51"/>
                <a:gd name="T24" fmla="*/ 29 w 29"/>
                <a:gd name="T25" fmla="*/ 17 h 51"/>
                <a:gd name="T26" fmla="*/ 29 w 29"/>
                <a:gd name="T27" fmla="*/ 17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51">
                  <a:moveTo>
                    <a:pt x="29" y="17"/>
                  </a:moveTo>
                  <a:lnTo>
                    <a:pt x="29" y="24"/>
                  </a:lnTo>
                  <a:lnTo>
                    <a:pt x="19" y="18"/>
                  </a:lnTo>
                  <a:lnTo>
                    <a:pt x="19" y="51"/>
                  </a:lnTo>
                  <a:lnTo>
                    <a:pt x="11" y="46"/>
                  </a:lnTo>
                  <a:lnTo>
                    <a:pt x="11" y="14"/>
                  </a:lnTo>
                  <a:lnTo>
                    <a:pt x="0" y="7"/>
                  </a:lnTo>
                  <a:lnTo>
                    <a:pt x="0" y="0"/>
                  </a:lnTo>
                  <a:lnTo>
                    <a:pt x="29" y="17"/>
                  </a:lnTo>
                  <a:lnTo>
                    <a:pt x="29" y="17"/>
                  </a:lnTo>
                  <a:lnTo>
                    <a:pt x="29" y="17"/>
                  </a:lnTo>
                  <a:lnTo>
                    <a:pt x="29" y="17"/>
                  </a:lnTo>
                  <a:lnTo>
                    <a:pt x="29" y="17"/>
                  </a:lnTo>
                  <a:lnTo>
                    <a:pt x="29" y="17"/>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30" name="未知"/>
            <p:cNvSpPr/>
            <p:nvPr/>
          </p:nvSpPr>
          <p:spPr bwMode="auto">
            <a:xfrm>
              <a:off x="172" y="298"/>
              <a:ext cx="33" cy="48"/>
            </a:xfrm>
            <a:custGeom>
              <a:avLst/>
              <a:gdLst>
                <a:gd name="T0" fmla="*/ 33 w 62"/>
                <a:gd name="T1" fmla="*/ 7 h 92"/>
                <a:gd name="T2" fmla="*/ 52 w 62"/>
                <a:gd name="T3" fmla="*/ 25 h 92"/>
                <a:gd name="T4" fmla="*/ 62 w 62"/>
                <a:gd name="T5" fmla="*/ 50 h 92"/>
                <a:gd name="T6" fmla="*/ 48 w 62"/>
                <a:gd name="T7" fmla="*/ 42 h 92"/>
                <a:gd name="T8" fmla="*/ 43 w 62"/>
                <a:gd name="T9" fmla="*/ 30 h 92"/>
                <a:gd name="T10" fmla="*/ 33 w 62"/>
                <a:gd name="T11" fmla="*/ 21 h 92"/>
                <a:gd name="T12" fmla="*/ 19 w 62"/>
                <a:gd name="T13" fmla="*/ 21 h 92"/>
                <a:gd name="T14" fmla="*/ 15 w 62"/>
                <a:gd name="T15" fmla="*/ 36 h 92"/>
                <a:gd name="T16" fmla="*/ 19 w 62"/>
                <a:gd name="T17" fmla="*/ 56 h 92"/>
                <a:gd name="T18" fmla="*/ 33 w 62"/>
                <a:gd name="T19" fmla="*/ 72 h 92"/>
                <a:gd name="T20" fmla="*/ 43 w 62"/>
                <a:gd name="T21" fmla="*/ 74 h 92"/>
                <a:gd name="T22" fmla="*/ 48 w 62"/>
                <a:gd name="T23" fmla="*/ 64 h 92"/>
                <a:gd name="T24" fmla="*/ 62 w 62"/>
                <a:gd name="T25" fmla="*/ 72 h 92"/>
                <a:gd name="T26" fmla="*/ 53 w 62"/>
                <a:gd name="T27" fmla="*/ 90 h 92"/>
                <a:gd name="T28" fmla="*/ 33 w 62"/>
                <a:gd name="T29" fmla="*/ 86 h 92"/>
                <a:gd name="T30" fmla="*/ 9 w 62"/>
                <a:gd name="T31" fmla="*/ 61 h 92"/>
                <a:gd name="T32" fmla="*/ 0 w 62"/>
                <a:gd name="T33" fmla="*/ 28 h 92"/>
                <a:gd name="T34" fmla="*/ 9 w 62"/>
                <a:gd name="T35" fmla="*/ 4 h 92"/>
                <a:gd name="T36" fmla="*/ 33 w 62"/>
                <a:gd name="T37" fmla="*/ 7 h 92"/>
                <a:gd name="T38" fmla="*/ 33 w 62"/>
                <a:gd name="T39" fmla="*/ 7 h 92"/>
                <a:gd name="T40" fmla="*/ 33 w 62"/>
                <a:gd name="T41" fmla="*/ 7 h 92"/>
                <a:gd name="T42" fmla="*/ 33 w 62"/>
                <a:gd name="T43" fmla="*/ 7 h 92"/>
                <a:gd name="T44" fmla="*/ 33 w 62"/>
                <a:gd name="T45" fmla="*/ 7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62" h="92">
                  <a:moveTo>
                    <a:pt x="33" y="7"/>
                  </a:moveTo>
                  <a:cubicBezTo>
                    <a:pt x="41" y="11"/>
                    <a:pt x="47" y="17"/>
                    <a:pt x="52" y="25"/>
                  </a:cubicBezTo>
                  <a:cubicBezTo>
                    <a:pt x="58" y="33"/>
                    <a:pt x="61" y="41"/>
                    <a:pt x="62" y="50"/>
                  </a:cubicBezTo>
                  <a:cubicBezTo>
                    <a:pt x="48" y="42"/>
                    <a:pt x="48" y="42"/>
                    <a:pt x="48" y="42"/>
                  </a:cubicBezTo>
                  <a:cubicBezTo>
                    <a:pt x="47" y="38"/>
                    <a:pt x="46" y="34"/>
                    <a:pt x="43" y="30"/>
                  </a:cubicBezTo>
                  <a:cubicBezTo>
                    <a:pt x="40" y="26"/>
                    <a:pt x="37" y="23"/>
                    <a:pt x="33" y="21"/>
                  </a:cubicBezTo>
                  <a:cubicBezTo>
                    <a:pt x="27" y="17"/>
                    <a:pt x="22" y="17"/>
                    <a:pt x="19" y="21"/>
                  </a:cubicBezTo>
                  <a:cubicBezTo>
                    <a:pt x="16" y="24"/>
                    <a:pt x="15" y="29"/>
                    <a:pt x="15" y="36"/>
                  </a:cubicBezTo>
                  <a:cubicBezTo>
                    <a:pt x="15" y="44"/>
                    <a:pt x="16" y="50"/>
                    <a:pt x="19" y="56"/>
                  </a:cubicBezTo>
                  <a:cubicBezTo>
                    <a:pt x="22" y="63"/>
                    <a:pt x="27" y="69"/>
                    <a:pt x="33" y="72"/>
                  </a:cubicBezTo>
                  <a:cubicBezTo>
                    <a:pt x="37" y="75"/>
                    <a:pt x="41" y="75"/>
                    <a:pt x="43" y="74"/>
                  </a:cubicBezTo>
                  <a:cubicBezTo>
                    <a:pt x="46" y="72"/>
                    <a:pt x="47" y="69"/>
                    <a:pt x="48" y="64"/>
                  </a:cubicBezTo>
                  <a:cubicBezTo>
                    <a:pt x="62" y="72"/>
                    <a:pt x="62" y="72"/>
                    <a:pt x="62" y="72"/>
                  </a:cubicBezTo>
                  <a:cubicBezTo>
                    <a:pt x="61" y="81"/>
                    <a:pt x="58" y="87"/>
                    <a:pt x="53" y="90"/>
                  </a:cubicBezTo>
                  <a:cubicBezTo>
                    <a:pt x="48" y="92"/>
                    <a:pt x="41" y="91"/>
                    <a:pt x="33" y="86"/>
                  </a:cubicBezTo>
                  <a:cubicBezTo>
                    <a:pt x="23" y="81"/>
                    <a:pt x="15" y="72"/>
                    <a:pt x="9" y="61"/>
                  </a:cubicBezTo>
                  <a:cubicBezTo>
                    <a:pt x="3" y="50"/>
                    <a:pt x="0" y="39"/>
                    <a:pt x="0" y="28"/>
                  </a:cubicBezTo>
                  <a:cubicBezTo>
                    <a:pt x="0" y="16"/>
                    <a:pt x="3" y="8"/>
                    <a:pt x="9" y="4"/>
                  </a:cubicBezTo>
                  <a:cubicBezTo>
                    <a:pt x="15" y="0"/>
                    <a:pt x="23" y="1"/>
                    <a:pt x="33" y="7"/>
                  </a:cubicBezTo>
                  <a:cubicBezTo>
                    <a:pt x="33" y="7"/>
                    <a:pt x="33" y="7"/>
                    <a:pt x="33" y="7"/>
                  </a:cubicBezTo>
                  <a:cubicBezTo>
                    <a:pt x="33" y="7"/>
                    <a:pt x="33" y="7"/>
                    <a:pt x="33" y="7"/>
                  </a:cubicBezTo>
                  <a:cubicBezTo>
                    <a:pt x="33" y="7"/>
                    <a:pt x="33" y="7"/>
                    <a:pt x="33" y="7"/>
                  </a:cubicBezTo>
                  <a:cubicBezTo>
                    <a:pt x="33" y="7"/>
                    <a:pt x="33" y="7"/>
                    <a:pt x="33" y="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31" name="未知"/>
            <p:cNvSpPr/>
            <p:nvPr/>
          </p:nvSpPr>
          <p:spPr bwMode="auto">
            <a:xfrm>
              <a:off x="210" y="314"/>
              <a:ext cx="30" cy="57"/>
            </a:xfrm>
            <a:custGeom>
              <a:avLst/>
              <a:gdLst>
                <a:gd name="T0" fmla="*/ 30 w 30"/>
                <a:gd name="T1" fmla="*/ 17 h 57"/>
                <a:gd name="T2" fmla="*/ 30 w 30"/>
                <a:gd name="T3" fmla="*/ 57 h 57"/>
                <a:gd name="T4" fmla="*/ 22 w 30"/>
                <a:gd name="T5" fmla="*/ 53 h 57"/>
                <a:gd name="T6" fmla="*/ 22 w 30"/>
                <a:gd name="T7" fmla="*/ 35 h 57"/>
                <a:gd name="T8" fmla="*/ 8 w 30"/>
                <a:gd name="T9" fmla="*/ 27 h 57"/>
                <a:gd name="T10" fmla="*/ 8 w 30"/>
                <a:gd name="T11" fmla="*/ 45 h 57"/>
                <a:gd name="T12" fmla="*/ 0 w 30"/>
                <a:gd name="T13" fmla="*/ 40 h 57"/>
                <a:gd name="T14" fmla="*/ 0 w 30"/>
                <a:gd name="T15" fmla="*/ 0 h 57"/>
                <a:gd name="T16" fmla="*/ 8 w 30"/>
                <a:gd name="T17" fmla="*/ 4 h 57"/>
                <a:gd name="T18" fmla="*/ 8 w 30"/>
                <a:gd name="T19" fmla="*/ 20 h 57"/>
                <a:gd name="T20" fmla="*/ 22 w 30"/>
                <a:gd name="T21" fmla="*/ 28 h 57"/>
                <a:gd name="T22" fmla="*/ 23 w 30"/>
                <a:gd name="T23" fmla="*/ 13 h 57"/>
                <a:gd name="T24" fmla="*/ 30 w 30"/>
                <a:gd name="T25" fmla="*/ 17 h 57"/>
                <a:gd name="T26" fmla="*/ 30 w 30"/>
                <a:gd name="T27" fmla="*/ 17 h 57"/>
                <a:gd name="T28" fmla="*/ 30 w 30"/>
                <a:gd name="T29" fmla="*/ 17 h 57"/>
                <a:gd name="T30" fmla="*/ 30 w 30"/>
                <a:gd name="T31" fmla="*/ 17 h 57"/>
                <a:gd name="T32" fmla="*/ 30 w 30"/>
                <a:gd name="T33" fmla="*/ 17 h 57"/>
                <a:gd name="T34" fmla="*/ 30 w 30"/>
                <a:gd name="T35" fmla="*/ 17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0" h="57">
                  <a:moveTo>
                    <a:pt x="30" y="17"/>
                  </a:moveTo>
                  <a:lnTo>
                    <a:pt x="30" y="57"/>
                  </a:lnTo>
                  <a:lnTo>
                    <a:pt x="22" y="53"/>
                  </a:lnTo>
                  <a:lnTo>
                    <a:pt x="22" y="35"/>
                  </a:lnTo>
                  <a:lnTo>
                    <a:pt x="8" y="27"/>
                  </a:lnTo>
                  <a:lnTo>
                    <a:pt x="8" y="45"/>
                  </a:lnTo>
                  <a:lnTo>
                    <a:pt x="0" y="40"/>
                  </a:lnTo>
                  <a:lnTo>
                    <a:pt x="0" y="0"/>
                  </a:lnTo>
                  <a:lnTo>
                    <a:pt x="8" y="4"/>
                  </a:lnTo>
                  <a:lnTo>
                    <a:pt x="8" y="20"/>
                  </a:lnTo>
                  <a:lnTo>
                    <a:pt x="22" y="28"/>
                  </a:lnTo>
                  <a:lnTo>
                    <a:pt x="23" y="13"/>
                  </a:lnTo>
                  <a:lnTo>
                    <a:pt x="30" y="17"/>
                  </a:lnTo>
                  <a:lnTo>
                    <a:pt x="30" y="17"/>
                  </a:lnTo>
                  <a:lnTo>
                    <a:pt x="30" y="17"/>
                  </a:lnTo>
                  <a:lnTo>
                    <a:pt x="30" y="17"/>
                  </a:lnTo>
                  <a:lnTo>
                    <a:pt x="30" y="17"/>
                  </a:lnTo>
                  <a:lnTo>
                    <a:pt x="30" y="17"/>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grpSp>
      <p:pic>
        <p:nvPicPr>
          <p:cNvPr id="32" name="Picture 3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21667" y="3486581"/>
            <a:ext cx="720725" cy="684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 name="Picture 3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21667" y="4855006"/>
            <a:ext cx="720725" cy="684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 name="Picture 3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30405" y="3486581"/>
            <a:ext cx="720725" cy="684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 name="Picture 3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31992" y="4855006"/>
            <a:ext cx="720725" cy="684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 name="Text Box 34"/>
          <p:cNvSpPr txBox="1">
            <a:spLocks noChangeArrowheads="1"/>
          </p:cNvSpPr>
          <p:nvPr/>
        </p:nvSpPr>
        <p:spPr bwMode="auto">
          <a:xfrm>
            <a:off x="5000316" y="4390348"/>
            <a:ext cx="8636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dirty="0">
                <a:latin typeface="微软雅黑" panose="020B0503020204020204" pitchFamily="34" charset="-122"/>
                <a:ea typeface="微软雅黑" panose="020B0503020204020204" pitchFamily="34" charset="-122"/>
              </a:rPr>
              <a:t>F</a:t>
            </a:r>
            <a:r>
              <a:rPr lang="zh-CN" altLang="zh-CN" sz="1600" dirty="0">
                <a:latin typeface="微软雅黑" panose="020B0503020204020204" pitchFamily="34" charset="-122"/>
                <a:ea typeface="微软雅黑" panose="020B0503020204020204" pitchFamily="34" charset="-122"/>
              </a:rPr>
              <a:t>0/1</a:t>
            </a:r>
          </a:p>
        </p:txBody>
      </p:sp>
      <p:sp>
        <p:nvSpPr>
          <p:cNvPr id="37" name="Text Box 35"/>
          <p:cNvSpPr txBox="1">
            <a:spLocks noChangeArrowheads="1"/>
          </p:cNvSpPr>
          <p:nvPr/>
        </p:nvSpPr>
        <p:spPr bwMode="auto">
          <a:xfrm>
            <a:off x="4999743" y="4992826"/>
            <a:ext cx="8636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dirty="0">
                <a:latin typeface="微软雅黑" panose="020B0503020204020204" pitchFamily="34" charset="-122"/>
                <a:ea typeface="微软雅黑" panose="020B0503020204020204" pitchFamily="34" charset="-122"/>
              </a:rPr>
              <a:t>F</a:t>
            </a:r>
            <a:r>
              <a:rPr lang="zh-CN" altLang="zh-CN" sz="1600" dirty="0">
                <a:latin typeface="微软雅黑" panose="020B0503020204020204" pitchFamily="34" charset="-122"/>
                <a:ea typeface="微软雅黑" panose="020B0503020204020204" pitchFamily="34" charset="-122"/>
              </a:rPr>
              <a:t>0/2</a:t>
            </a:r>
          </a:p>
        </p:txBody>
      </p:sp>
      <p:sp>
        <p:nvSpPr>
          <p:cNvPr id="38" name="Text Box 36"/>
          <p:cNvSpPr txBox="1">
            <a:spLocks noChangeArrowheads="1"/>
          </p:cNvSpPr>
          <p:nvPr/>
        </p:nvSpPr>
        <p:spPr bwMode="auto">
          <a:xfrm>
            <a:off x="6726942" y="4390348"/>
            <a:ext cx="8636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dirty="0">
                <a:latin typeface="微软雅黑" panose="020B0503020204020204" pitchFamily="34" charset="-122"/>
                <a:ea typeface="微软雅黑" panose="020B0503020204020204" pitchFamily="34" charset="-122"/>
              </a:rPr>
              <a:t>F</a:t>
            </a:r>
            <a:r>
              <a:rPr lang="zh-CN" altLang="zh-CN" sz="1600" dirty="0">
                <a:latin typeface="微软雅黑" panose="020B0503020204020204" pitchFamily="34" charset="-122"/>
                <a:ea typeface="微软雅黑" panose="020B0503020204020204" pitchFamily="34" charset="-122"/>
              </a:rPr>
              <a:t>0/3</a:t>
            </a:r>
          </a:p>
        </p:txBody>
      </p:sp>
      <p:sp>
        <p:nvSpPr>
          <p:cNvPr id="39" name="Text Box 37"/>
          <p:cNvSpPr txBox="1">
            <a:spLocks noChangeArrowheads="1"/>
          </p:cNvSpPr>
          <p:nvPr/>
        </p:nvSpPr>
        <p:spPr bwMode="auto">
          <a:xfrm>
            <a:off x="6737801" y="5013554"/>
            <a:ext cx="8636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dirty="0">
                <a:latin typeface="微软雅黑" panose="020B0503020204020204" pitchFamily="34" charset="-122"/>
                <a:ea typeface="微软雅黑" panose="020B0503020204020204" pitchFamily="34" charset="-122"/>
              </a:rPr>
              <a:t>F</a:t>
            </a:r>
            <a:r>
              <a:rPr lang="zh-CN" altLang="zh-CN" sz="1600" dirty="0">
                <a:latin typeface="微软雅黑" panose="020B0503020204020204" pitchFamily="34" charset="-122"/>
                <a:ea typeface="微软雅黑" panose="020B0503020204020204" pitchFamily="34" charset="-122"/>
              </a:rPr>
              <a:t>0/4</a:t>
            </a:r>
          </a:p>
        </p:txBody>
      </p:sp>
      <p:sp>
        <p:nvSpPr>
          <p:cNvPr id="40" name="Text Box 38"/>
          <p:cNvSpPr txBox="1">
            <a:spLocks noChangeArrowheads="1"/>
          </p:cNvSpPr>
          <p:nvPr/>
        </p:nvSpPr>
        <p:spPr bwMode="auto">
          <a:xfrm>
            <a:off x="2804236" y="4146187"/>
            <a:ext cx="347916"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zh-CN" sz="1600" dirty="0">
                <a:latin typeface="微软雅黑" panose="020B0503020204020204" pitchFamily="34" charset="-122"/>
                <a:ea typeface="微软雅黑" panose="020B0503020204020204" pitchFamily="34" charset="-122"/>
              </a:rPr>
              <a:t>A</a:t>
            </a:r>
          </a:p>
        </p:txBody>
      </p:sp>
      <p:sp>
        <p:nvSpPr>
          <p:cNvPr id="41" name="Text Box 39"/>
          <p:cNvSpPr txBox="1">
            <a:spLocks noChangeArrowheads="1"/>
          </p:cNvSpPr>
          <p:nvPr/>
        </p:nvSpPr>
        <p:spPr bwMode="auto">
          <a:xfrm>
            <a:off x="2798852" y="5536093"/>
            <a:ext cx="3533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zh-CN" sz="1600" dirty="0">
                <a:latin typeface="微软雅黑" panose="020B0503020204020204" pitchFamily="34" charset="-122"/>
                <a:ea typeface="微软雅黑" panose="020B0503020204020204" pitchFamily="34" charset="-122"/>
              </a:rPr>
              <a:t>B</a:t>
            </a:r>
          </a:p>
        </p:txBody>
      </p:sp>
      <p:sp>
        <p:nvSpPr>
          <p:cNvPr id="42" name="Text Box 40"/>
          <p:cNvSpPr txBox="1">
            <a:spLocks noChangeArrowheads="1"/>
          </p:cNvSpPr>
          <p:nvPr/>
        </p:nvSpPr>
        <p:spPr bwMode="auto">
          <a:xfrm>
            <a:off x="9220767" y="4105699"/>
            <a:ext cx="3714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zh-CN" sz="1600" dirty="0">
                <a:latin typeface="微软雅黑" panose="020B0503020204020204" pitchFamily="34" charset="-122"/>
                <a:ea typeface="微软雅黑" panose="020B0503020204020204" pitchFamily="34" charset="-122"/>
              </a:rPr>
              <a:t>C</a:t>
            </a:r>
          </a:p>
        </p:txBody>
      </p:sp>
      <p:sp>
        <p:nvSpPr>
          <p:cNvPr id="44" name="Text Box 41"/>
          <p:cNvSpPr txBox="1">
            <a:spLocks noChangeArrowheads="1"/>
          </p:cNvSpPr>
          <p:nvPr/>
        </p:nvSpPr>
        <p:spPr bwMode="auto">
          <a:xfrm>
            <a:off x="9220767" y="5530355"/>
            <a:ext cx="3714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zh-CN" sz="1600" dirty="0">
                <a:latin typeface="微软雅黑" panose="020B0503020204020204" pitchFamily="34" charset="-122"/>
                <a:ea typeface="微软雅黑" panose="020B0503020204020204" pitchFamily="34" charset="-122"/>
              </a:rPr>
              <a:t>D</a:t>
            </a:r>
          </a:p>
        </p:txBody>
      </p:sp>
      <p:graphicFrame>
        <p:nvGraphicFramePr>
          <p:cNvPr id="45" name="Group 42"/>
          <p:cNvGraphicFramePr>
            <a:graphicFrameLocks noGrp="1"/>
          </p:cNvGraphicFramePr>
          <p:nvPr/>
        </p:nvGraphicFramePr>
        <p:xfrm>
          <a:off x="4741504" y="2192769"/>
          <a:ext cx="2879725" cy="2012950"/>
        </p:xfrm>
        <a:graphic>
          <a:graphicData uri="http://schemas.openxmlformats.org/drawingml/2006/table">
            <a:tbl>
              <a:tblPr/>
              <a:tblGrid>
                <a:gridCol w="1368425">
                  <a:extLst>
                    <a:ext uri="{9D8B030D-6E8A-4147-A177-3AD203B41FA5}">
                      <a16:colId xmlns:a16="http://schemas.microsoft.com/office/drawing/2014/main" val="20000"/>
                    </a:ext>
                  </a:extLst>
                </a:gridCol>
                <a:gridCol w="1511300">
                  <a:extLst>
                    <a:ext uri="{9D8B030D-6E8A-4147-A177-3AD203B41FA5}">
                      <a16:colId xmlns:a16="http://schemas.microsoft.com/office/drawing/2014/main" val="20001"/>
                    </a:ext>
                  </a:extLst>
                </a:gridCol>
              </a:tblGrid>
              <a:tr h="334963">
                <a:tc gridSpan="2">
                  <a:txBody>
                    <a:bodyPr/>
                    <a:lstStyle>
                      <a:lvl1pPr>
                        <a:spcBef>
                          <a:spcPct val="10000"/>
                        </a:spcBef>
                        <a:spcAft>
                          <a:spcPct val="25000"/>
                        </a:spcAft>
                        <a:buClr>
                          <a:schemeClr val="tx1"/>
                        </a:buClr>
                        <a:buSzPct val="80000"/>
                        <a:buFont typeface="Wingdings" panose="05000000000000000000" pitchFamily="2" charset="2"/>
                        <a:defRPr sz="2600" b="1">
                          <a:solidFill>
                            <a:srgbClr val="000000"/>
                          </a:solidFill>
                          <a:latin typeface="Arial" panose="020B0604020202090204" pitchFamily="34" charset="0"/>
                          <a:ea typeface="华文细黑" panose="02010600040101010101" pitchFamily="2" charset="-122"/>
                        </a:defRPr>
                      </a:lvl1pPr>
                      <a:lvl2pPr marL="386080" indent="71755">
                        <a:spcBef>
                          <a:spcPct val="10000"/>
                        </a:spcBef>
                        <a:spcAft>
                          <a:spcPct val="25000"/>
                        </a:spcAft>
                        <a:buClr>
                          <a:schemeClr val="tx1"/>
                        </a:buClr>
                        <a:buSzPct val="80000"/>
                        <a:buFont typeface="Wingdings" panose="05000000000000000000" pitchFamily="2" charset="2"/>
                        <a:defRPr sz="2000">
                          <a:solidFill>
                            <a:srgbClr val="000000"/>
                          </a:solidFill>
                          <a:latin typeface="Arial" panose="020B0604020202090204" pitchFamily="34" charset="0"/>
                          <a:ea typeface="华文细黑" panose="02010600040101010101" pitchFamily="2" charset="-122"/>
                        </a:defRPr>
                      </a:lvl2pPr>
                      <a:lvl3pPr marL="862330" indent="52705">
                        <a:spcBef>
                          <a:spcPct val="10000"/>
                        </a:spcBef>
                        <a:spcAft>
                          <a:spcPct val="25000"/>
                        </a:spcAft>
                        <a:buClr>
                          <a:schemeClr val="tx1"/>
                        </a:buClr>
                        <a:buFont typeface="Times New Roman" panose="02020503050405090304" pitchFamily="18" charset="0"/>
                        <a:defRPr sz="2000">
                          <a:solidFill>
                            <a:srgbClr val="000000"/>
                          </a:solidFill>
                          <a:latin typeface="Arial" panose="020B0604020202090204" pitchFamily="34" charset="0"/>
                          <a:ea typeface="华文细黑" panose="02010600040101010101" pitchFamily="2" charset="-122"/>
                        </a:defRPr>
                      </a:lvl3pPr>
                      <a:lvl4pPr marL="1281430" indent="90805">
                        <a:spcBef>
                          <a:spcPct val="10000"/>
                        </a:spcBef>
                        <a:spcAft>
                          <a:spcPct val="25000"/>
                        </a:spcAft>
                        <a:buClr>
                          <a:schemeClr val="tx1"/>
                        </a:buClr>
                        <a:buFont typeface="Arial" panose="020B0604020202090204" pitchFamily="34" charset="0"/>
                        <a:defRPr sz="1600">
                          <a:solidFill>
                            <a:srgbClr val="000000"/>
                          </a:solidFill>
                          <a:latin typeface="Arial" panose="020B0604020202090204" pitchFamily="34" charset="0"/>
                          <a:ea typeface="华文细黑" panose="02010600040101010101" pitchFamily="2" charset="-122"/>
                        </a:defRPr>
                      </a:lvl4pPr>
                      <a:lvl5pPr marL="1700530" indent="128905">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5pPr>
                      <a:lvl6pPr marL="21577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6pPr>
                      <a:lvl7pPr marL="26149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7pPr>
                      <a:lvl8pPr marL="30721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8pPr>
                      <a:lvl9pPr marL="35293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i="0" u="none" strike="noStrike" cap="none" normalizeH="0" baseline="0">
                          <a:ln>
                            <a:noFill/>
                          </a:ln>
                          <a:solidFill>
                            <a:schemeClr val="tx1"/>
                          </a:solidFill>
                          <a:effectLst/>
                          <a:latin typeface="Arial" panose="020B0604020202090204" pitchFamily="34" charset="0"/>
                          <a:ea typeface="宋体" panose="02010600030101010101" pitchFamily="2" charset="-122"/>
                        </a:rPr>
                        <a:t>VLAN Table</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extLst>
                  <a:ext uri="{0D108BD9-81ED-4DB2-BD59-A6C34878D82A}">
                    <a16:rowId xmlns:a16="http://schemas.microsoft.com/office/drawing/2014/main" val="10000"/>
                  </a:ext>
                </a:extLst>
              </a:tr>
              <a:tr h="334963">
                <a:tc>
                  <a:txBody>
                    <a:bodyPr/>
                    <a:lstStyle>
                      <a:lvl1pPr>
                        <a:spcBef>
                          <a:spcPct val="10000"/>
                        </a:spcBef>
                        <a:spcAft>
                          <a:spcPct val="25000"/>
                        </a:spcAft>
                        <a:buClr>
                          <a:schemeClr val="tx1"/>
                        </a:buClr>
                        <a:buSzPct val="80000"/>
                        <a:buFont typeface="Wingdings" panose="05000000000000000000" pitchFamily="2" charset="2"/>
                        <a:defRPr sz="2600" b="1">
                          <a:solidFill>
                            <a:srgbClr val="000000"/>
                          </a:solidFill>
                          <a:latin typeface="Arial" panose="020B0604020202090204" pitchFamily="34" charset="0"/>
                          <a:ea typeface="华文细黑" panose="02010600040101010101" pitchFamily="2" charset="-122"/>
                        </a:defRPr>
                      </a:lvl1pPr>
                      <a:lvl2pPr marL="386080" indent="71755">
                        <a:spcBef>
                          <a:spcPct val="10000"/>
                        </a:spcBef>
                        <a:spcAft>
                          <a:spcPct val="25000"/>
                        </a:spcAft>
                        <a:buClr>
                          <a:schemeClr val="tx1"/>
                        </a:buClr>
                        <a:buSzPct val="80000"/>
                        <a:buFont typeface="Wingdings" panose="05000000000000000000" pitchFamily="2" charset="2"/>
                        <a:defRPr sz="2000">
                          <a:solidFill>
                            <a:srgbClr val="000000"/>
                          </a:solidFill>
                          <a:latin typeface="Arial" panose="020B0604020202090204" pitchFamily="34" charset="0"/>
                          <a:ea typeface="华文细黑" panose="02010600040101010101" pitchFamily="2" charset="-122"/>
                        </a:defRPr>
                      </a:lvl2pPr>
                      <a:lvl3pPr marL="862330" indent="52705">
                        <a:spcBef>
                          <a:spcPct val="10000"/>
                        </a:spcBef>
                        <a:spcAft>
                          <a:spcPct val="25000"/>
                        </a:spcAft>
                        <a:buClr>
                          <a:schemeClr val="tx1"/>
                        </a:buClr>
                        <a:buFont typeface="Times New Roman" panose="02020503050405090304" pitchFamily="18" charset="0"/>
                        <a:defRPr sz="2000">
                          <a:solidFill>
                            <a:srgbClr val="000000"/>
                          </a:solidFill>
                          <a:latin typeface="Arial" panose="020B0604020202090204" pitchFamily="34" charset="0"/>
                          <a:ea typeface="华文细黑" panose="02010600040101010101" pitchFamily="2" charset="-122"/>
                        </a:defRPr>
                      </a:lvl3pPr>
                      <a:lvl4pPr marL="1281430" indent="90805">
                        <a:spcBef>
                          <a:spcPct val="10000"/>
                        </a:spcBef>
                        <a:spcAft>
                          <a:spcPct val="25000"/>
                        </a:spcAft>
                        <a:buClr>
                          <a:schemeClr val="tx1"/>
                        </a:buClr>
                        <a:buFont typeface="Arial" panose="020B0604020202090204" pitchFamily="34" charset="0"/>
                        <a:defRPr sz="1600">
                          <a:solidFill>
                            <a:srgbClr val="000000"/>
                          </a:solidFill>
                          <a:latin typeface="Arial" panose="020B0604020202090204" pitchFamily="34" charset="0"/>
                          <a:ea typeface="华文细黑" panose="02010600040101010101" pitchFamily="2" charset="-122"/>
                        </a:defRPr>
                      </a:lvl4pPr>
                      <a:lvl5pPr marL="1700530" indent="128905">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5pPr>
                      <a:lvl6pPr marL="21577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6pPr>
                      <a:lvl7pPr marL="26149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7pPr>
                      <a:lvl8pPr marL="30721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8pPr>
                      <a:lvl9pPr marL="35293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i="0" u="none" strike="noStrike" cap="none" normalizeH="0" baseline="0" dirty="0">
                          <a:ln>
                            <a:noFill/>
                          </a:ln>
                          <a:solidFill>
                            <a:schemeClr val="tx1"/>
                          </a:solidFill>
                          <a:effectLst/>
                          <a:latin typeface="Arial" panose="020B0604020202090204" pitchFamily="34" charset="0"/>
                          <a:ea typeface="宋体" panose="02010600030101010101" pitchFamily="2" charset="-122"/>
                        </a:rPr>
                        <a:t>VLAN ID</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spcAft>
                          <a:spcPct val="25000"/>
                        </a:spcAft>
                        <a:buClr>
                          <a:schemeClr val="tx1"/>
                        </a:buClr>
                        <a:buSzPct val="80000"/>
                        <a:buFont typeface="Wingdings" panose="05000000000000000000" pitchFamily="2" charset="2"/>
                        <a:defRPr sz="2600" b="1">
                          <a:solidFill>
                            <a:srgbClr val="000000"/>
                          </a:solidFill>
                          <a:latin typeface="Arial" panose="020B0604020202090204" pitchFamily="34" charset="0"/>
                          <a:ea typeface="华文细黑" panose="02010600040101010101" pitchFamily="2" charset="-122"/>
                        </a:defRPr>
                      </a:lvl1pPr>
                      <a:lvl2pPr marL="386080" indent="71755">
                        <a:spcBef>
                          <a:spcPct val="10000"/>
                        </a:spcBef>
                        <a:spcAft>
                          <a:spcPct val="25000"/>
                        </a:spcAft>
                        <a:buClr>
                          <a:schemeClr val="tx1"/>
                        </a:buClr>
                        <a:buSzPct val="80000"/>
                        <a:buFont typeface="Wingdings" panose="05000000000000000000" pitchFamily="2" charset="2"/>
                        <a:defRPr sz="2000">
                          <a:solidFill>
                            <a:srgbClr val="000000"/>
                          </a:solidFill>
                          <a:latin typeface="Arial" panose="020B0604020202090204" pitchFamily="34" charset="0"/>
                          <a:ea typeface="华文细黑" panose="02010600040101010101" pitchFamily="2" charset="-122"/>
                        </a:defRPr>
                      </a:lvl2pPr>
                      <a:lvl3pPr marL="862330" indent="52705">
                        <a:spcBef>
                          <a:spcPct val="10000"/>
                        </a:spcBef>
                        <a:spcAft>
                          <a:spcPct val="25000"/>
                        </a:spcAft>
                        <a:buClr>
                          <a:schemeClr val="tx1"/>
                        </a:buClr>
                        <a:buFont typeface="Times New Roman" panose="02020503050405090304" pitchFamily="18" charset="0"/>
                        <a:defRPr sz="2000">
                          <a:solidFill>
                            <a:srgbClr val="000000"/>
                          </a:solidFill>
                          <a:latin typeface="Arial" panose="020B0604020202090204" pitchFamily="34" charset="0"/>
                          <a:ea typeface="华文细黑" panose="02010600040101010101" pitchFamily="2" charset="-122"/>
                        </a:defRPr>
                      </a:lvl3pPr>
                      <a:lvl4pPr marL="1281430" indent="90805">
                        <a:spcBef>
                          <a:spcPct val="10000"/>
                        </a:spcBef>
                        <a:spcAft>
                          <a:spcPct val="25000"/>
                        </a:spcAft>
                        <a:buClr>
                          <a:schemeClr val="tx1"/>
                        </a:buClr>
                        <a:buFont typeface="Arial" panose="020B0604020202090204" pitchFamily="34" charset="0"/>
                        <a:defRPr sz="1600">
                          <a:solidFill>
                            <a:srgbClr val="000000"/>
                          </a:solidFill>
                          <a:latin typeface="Arial" panose="020B0604020202090204" pitchFamily="34" charset="0"/>
                          <a:ea typeface="华文细黑" panose="02010600040101010101" pitchFamily="2" charset="-122"/>
                        </a:defRPr>
                      </a:lvl4pPr>
                      <a:lvl5pPr marL="1700530" indent="128905">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5pPr>
                      <a:lvl6pPr marL="21577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6pPr>
                      <a:lvl7pPr marL="26149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7pPr>
                      <a:lvl8pPr marL="30721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8pPr>
                      <a:lvl9pPr marL="35293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i="0" u="none" strike="noStrike" cap="none" normalizeH="0" baseline="0" dirty="0">
                          <a:ln>
                            <a:noFill/>
                          </a:ln>
                          <a:solidFill>
                            <a:schemeClr val="tx1"/>
                          </a:solidFill>
                          <a:effectLst/>
                          <a:latin typeface="Arial" panose="020B0604020202090204" pitchFamily="34" charset="0"/>
                          <a:ea typeface="宋体" panose="02010600030101010101" pitchFamily="2" charset="-122"/>
                        </a:rPr>
                        <a:t>Port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36550">
                <a:tc>
                  <a:txBody>
                    <a:bodyPr/>
                    <a:lstStyle>
                      <a:lvl1pPr>
                        <a:spcBef>
                          <a:spcPct val="10000"/>
                        </a:spcBef>
                        <a:spcAft>
                          <a:spcPct val="25000"/>
                        </a:spcAft>
                        <a:buClr>
                          <a:schemeClr val="tx1"/>
                        </a:buClr>
                        <a:buSzPct val="80000"/>
                        <a:buFont typeface="Wingdings" panose="05000000000000000000" pitchFamily="2" charset="2"/>
                        <a:defRPr sz="2600" b="1">
                          <a:solidFill>
                            <a:srgbClr val="000000"/>
                          </a:solidFill>
                          <a:latin typeface="Arial" panose="020B0604020202090204" pitchFamily="34" charset="0"/>
                          <a:ea typeface="华文细黑" panose="02010600040101010101" pitchFamily="2" charset="-122"/>
                        </a:defRPr>
                      </a:lvl1pPr>
                      <a:lvl2pPr marL="386080" indent="71755">
                        <a:spcBef>
                          <a:spcPct val="10000"/>
                        </a:spcBef>
                        <a:spcAft>
                          <a:spcPct val="25000"/>
                        </a:spcAft>
                        <a:buClr>
                          <a:schemeClr val="tx1"/>
                        </a:buClr>
                        <a:buSzPct val="80000"/>
                        <a:buFont typeface="Wingdings" panose="05000000000000000000" pitchFamily="2" charset="2"/>
                        <a:defRPr sz="2000">
                          <a:solidFill>
                            <a:srgbClr val="000000"/>
                          </a:solidFill>
                          <a:latin typeface="Arial" panose="020B0604020202090204" pitchFamily="34" charset="0"/>
                          <a:ea typeface="华文细黑" panose="02010600040101010101" pitchFamily="2" charset="-122"/>
                        </a:defRPr>
                      </a:lvl2pPr>
                      <a:lvl3pPr marL="862330" indent="52705">
                        <a:spcBef>
                          <a:spcPct val="10000"/>
                        </a:spcBef>
                        <a:spcAft>
                          <a:spcPct val="25000"/>
                        </a:spcAft>
                        <a:buClr>
                          <a:schemeClr val="tx1"/>
                        </a:buClr>
                        <a:buFont typeface="Times New Roman" panose="02020503050405090304" pitchFamily="18" charset="0"/>
                        <a:defRPr sz="2000">
                          <a:solidFill>
                            <a:srgbClr val="000000"/>
                          </a:solidFill>
                          <a:latin typeface="Arial" panose="020B0604020202090204" pitchFamily="34" charset="0"/>
                          <a:ea typeface="华文细黑" panose="02010600040101010101" pitchFamily="2" charset="-122"/>
                        </a:defRPr>
                      </a:lvl3pPr>
                      <a:lvl4pPr marL="1281430" indent="90805">
                        <a:spcBef>
                          <a:spcPct val="10000"/>
                        </a:spcBef>
                        <a:spcAft>
                          <a:spcPct val="25000"/>
                        </a:spcAft>
                        <a:buClr>
                          <a:schemeClr val="tx1"/>
                        </a:buClr>
                        <a:buFont typeface="Arial" panose="020B0604020202090204" pitchFamily="34" charset="0"/>
                        <a:defRPr sz="1600">
                          <a:solidFill>
                            <a:srgbClr val="000000"/>
                          </a:solidFill>
                          <a:latin typeface="Arial" panose="020B0604020202090204" pitchFamily="34" charset="0"/>
                          <a:ea typeface="华文细黑" panose="02010600040101010101" pitchFamily="2" charset="-122"/>
                        </a:defRPr>
                      </a:lvl4pPr>
                      <a:lvl5pPr marL="1700530" indent="128905">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5pPr>
                      <a:lvl6pPr marL="21577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6pPr>
                      <a:lvl7pPr marL="26149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7pPr>
                      <a:lvl8pPr marL="30721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8pPr>
                      <a:lvl9pPr marL="35293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i="0" u="none" strike="noStrike" cap="none" normalizeH="0" baseline="0" dirty="0">
                          <a:ln>
                            <a:noFill/>
                          </a:ln>
                          <a:solidFill>
                            <a:schemeClr val="tx1"/>
                          </a:solidFill>
                          <a:effectLst/>
                          <a:latin typeface="Arial" panose="020B0604020202090204" pitchFamily="34" charset="0"/>
                          <a:ea typeface="宋体" panose="02010600030101010101" pitchFamily="2" charset="-122"/>
                        </a:rPr>
                        <a:t>10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a:spcBef>
                          <a:spcPct val="10000"/>
                        </a:spcBef>
                        <a:spcAft>
                          <a:spcPct val="25000"/>
                        </a:spcAft>
                        <a:buClr>
                          <a:schemeClr val="tx1"/>
                        </a:buClr>
                        <a:buSzPct val="80000"/>
                        <a:buFont typeface="Wingdings" panose="05000000000000000000" pitchFamily="2" charset="2"/>
                        <a:defRPr sz="2600" b="1">
                          <a:solidFill>
                            <a:srgbClr val="000000"/>
                          </a:solidFill>
                          <a:latin typeface="Arial" panose="020B0604020202090204" pitchFamily="34" charset="0"/>
                          <a:ea typeface="华文细黑" panose="02010600040101010101" pitchFamily="2" charset="-122"/>
                        </a:defRPr>
                      </a:lvl1pPr>
                      <a:lvl2pPr marL="386080" indent="71755">
                        <a:spcBef>
                          <a:spcPct val="10000"/>
                        </a:spcBef>
                        <a:spcAft>
                          <a:spcPct val="25000"/>
                        </a:spcAft>
                        <a:buClr>
                          <a:schemeClr val="tx1"/>
                        </a:buClr>
                        <a:buSzPct val="80000"/>
                        <a:buFont typeface="Wingdings" panose="05000000000000000000" pitchFamily="2" charset="2"/>
                        <a:defRPr sz="2000">
                          <a:solidFill>
                            <a:srgbClr val="000000"/>
                          </a:solidFill>
                          <a:latin typeface="Arial" panose="020B0604020202090204" pitchFamily="34" charset="0"/>
                          <a:ea typeface="华文细黑" panose="02010600040101010101" pitchFamily="2" charset="-122"/>
                        </a:defRPr>
                      </a:lvl2pPr>
                      <a:lvl3pPr marL="862330" indent="52705">
                        <a:spcBef>
                          <a:spcPct val="10000"/>
                        </a:spcBef>
                        <a:spcAft>
                          <a:spcPct val="25000"/>
                        </a:spcAft>
                        <a:buClr>
                          <a:schemeClr val="tx1"/>
                        </a:buClr>
                        <a:buFont typeface="Times New Roman" panose="02020503050405090304" pitchFamily="18" charset="0"/>
                        <a:defRPr sz="2000">
                          <a:solidFill>
                            <a:srgbClr val="000000"/>
                          </a:solidFill>
                          <a:latin typeface="Arial" panose="020B0604020202090204" pitchFamily="34" charset="0"/>
                          <a:ea typeface="华文细黑" panose="02010600040101010101" pitchFamily="2" charset="-122"/>
                        </a:defRPr>
                      </a:lvl3pPr>
                      <a:lvl4pPr marL="1281430" indent="90805">
                        <a:spcBef>
                          <a:spcPct val="10000"/>
                        </a:spcBef>
                        <a:spcAft>
                          <a:spcPct val="25000"/>
                        </a:spcAft>
                        <a:buClr>
                          <a:schemeClr val="tx1"/>
                        </a:buClr>
                        <a:buFont typeface="Arial" panose="020B0604020202090204" pitchFamily="34" charset="0"/>
                        <a:defRPr sz="1600">
                          <a:solidFill>
                            <a:srgbClr val="000000"/>
                          </a:solidFill>
                          <a:latin typeface="Arial" panose="020B0604020202090204" pitchFamily="34" charset="0"/>
                          <a:ea typeface="华文细黑" panose="02010600040101010101" pitchFamily="2" charset="-122"/>
                        </a:defRPr>
                      </a:lvl4pPr>
                      <a:lvl5pPr marL="1700530" indent="128905">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5pPr>
                      <a:lvl6pPr marL="21577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6pPr>
                      <a:lvl7pPr marL="26149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7pPr>
                      <a:lvl8pPr marL="30721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8pPr>
                      <a:lvl9pPr marL="35293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dirty="0">
                          <a:ln>
                            <a:noFill/>
                          </a:ln>
                          <a:solidFill>
                            <a:schemeClr val="tx1"/>
                          </a:solidFill>
                          <a:effectLst/>
                          <a:latin typeface="Arial" panose="020B0604020202090204" pitchFamily="34" charset="0"/>
                          <a:ea typeface="宋体" panose="02010600030101010101" pitchFamily="2" charset="-122"/>
                        </a:rPr>
                        <a:t>F</a:t>
                      </a:r>
                      <a:r>
                        <a:rPr kumimoji="0" lang="zh-CN" altLang="zh-CN" sz="1600" b="0" i="0" u="none" strike="noStrike" cap="none" normalizeH="0" baseline="0" dirty="0">
                          <a:ln>
                            <a:noFill/>
                          </a:ln>
                          <a:solidFill>
                            <a:schemeClr val="tx1"/>
                          </a:solidFill>
                          <a:effectLst/>
                          <a:latin typeface="Arial" panose="020B0604020202090204" pitchFamily="34" charset="0"/>
                          <a:ea typeface="宋体" panose="02010600030101010101" pitchFamily="2" charset="-122"/>
                        </a:rPr>
                        <a:t>0/1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2"/>
                  </a:ext>
                </a:extLst>
              </a:tr>
              <a:tr h="334963">
                <a:tc>
                  <a:txBody>
                    <a:bodyPr/>
                    <a:lstStyle>
                      <a:lvl1pPr>
                        <a:spcBef>
                          <a:spcPct val="10000"/>
                        </a:spcBef>
                        <a:spcAft>
                          <a:spcPct val="25000"/>
                        </a:spcAft>
                        <a:buClr>
                          <a:schemeClr val="tx1"/>
                        </a:buClr>
                        <a:buSzPct val="80000"/>
                        <a:buFont typeface="Wingdings" panose="05000000000000000000" pitchFamily="2" charset="2"/>
                        <a:defRPr sz="2600" b="1">
                          <a:solidFill>
                            <a:srgbClr val="000000"/>
                          </a:solidFill>
                          <a:latin typeface="Arial" panose="020B0604020202090204" pitchFamily="34" charset="0"/>
                          <a:ea typeface="华文细黑" panose="02010600040101010101" pitchFamily="2" charset="-122"/>
                        </a:defRPr>
                      </a:lvl1pPr>
                      <a:lvl2pPr marL="386080" indent="71755">
                        <a:spcBef>
                          <a:spcPct val="10000"/>
                        </a:spcBef>
                        <a:spcAft>
                          <a:spcPct val="25000"/>
                        </a:spcAft>
                        <a:buClr>
                          <a:schemeClr val="tx1"/>
                        </a:buClr>
                        <a:buSzPct val="80000"/>
                        <a:buFont typeface="Wingdings" panose="05000000000000000000" pitchFamily="2" charset="2"/>
                        <a:defRPr sz="2000">
                          <a:solidFill>
                            <a:srgbClr val="000000"/>
                          </a:solidFill>
                          <a:latin typeface="Arial" panose="020B0604020202090204" pitchFamily="34" charset="0"/>
                          <a:ea typeface="华文细黑" panose="02010600040101010101" pitchFamily="2" charset="-122"/>
                        </a:defRPr>
                      </a:lvl2pPr>
                      <a:lvl3pPr marL="862330" indent="52705">
                        <a:spcBef>
                          <a:spcPct val="10000"/>
                        </a:spcBef>
                        <a:spcAft>
                          <a:spcPct val="25000"/>
                        </a:spcAft>
                        <a:buClr>
                          <a:schemeClr val="tx1"/>
                        </a:buClr>
                        <a:buFont typeface="Times New Roman" panose="02020503050405090304" pitchFamily="18" charset="0"/>
                        <a:defRPr sz="2000">
                          <a:solidFill>
                            <a:srgbClr val="000000"/>
                          </a:solidFill>
                          <a:latin typeface="Arial" panose="020B0604020202090204" pitchFamily="34" charset="0"/>
                          <a:ea typeface="华文细黑" panose="02010600040101010101" pitchFamily="2" charset="-122"/>
                        </a:defRPr>
                      </a:lvl3pPr>
                      <a:lvl4pPr marL="1281430" indent="90805">
                        <a:spcBef>
                          <a:spcPct val="10000"/>
                        </a:spcBef>
                        <a:spcAft>
                          <a:spcPct val="25000"/>
                        </a:spcAft>
                        <a:buClr>
                          <a:schemeClr val="tx1"/>
                        </a:buClr>
                        <a:buFont typeface="Arial" panose="020B0604020202090204" pitchFamily="34" charset="0"/>
                        <a:defRPr sz="1600">
                          <a:solidFill>
                            <a:srgbClr val="000000"/>
                          </a:solidFill>
                          <a:latin typeface="Arial" panose="020B0604020202090204" pitchFamily="34" charset="0"/>
                          <a:ea typeface="华文细黑" panose="02010600040101010101" pitchFamily="2" charset="-122"/>
                        </a:defRPr>
                      </a:lvl4pPr>
                      <a:lvl5pPr marL="1700530" indent="128905">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5pPr>
                      <a:lvl6pPr marL="21577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6pPr>
                      <a:lvl7pPr marL="26149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7pPr>
                      <a:lvl8pPr marL="30721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8pPr>
                      <a:lvl9pPr marL="35293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i="0" u="none" strike="noStrike" cap="none" normalizeH="0" baseline="0">
                          <a:ln>
                            <a:noFill/>
                          </a:ln>
                          <a:solidFill>
                            <a:schemeClr val="tx1"/>
                          </a:solidFill>
                          <a:effectLst/>
                          <a:latin typeface="Arial" panose="020B0604020202090204" pitchFamily="34" charset="0"/>
                          <a:ea typeface="宋体" panose="02010600030101010101" pitchFamily="2" charset="-122"/>
                        </a:rPr>
                        <a:t>10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a:spcBef>
                          <a:spcPct val="10000"/>
                        </a:spcBef>
                        <a:spcAft>
                          <a:spcPct val="25000"/>
                        </a:spcAft>
                        <a:buClr>
                          <a:schemeClr val="tx1"/>
                        </a:buClr>
                        <a:buSzPct val="80000"/>
                        <a:buFont typeface="Wingdings" panose="05000000000000000000" pitchFamily="2" charset="2"/>
                        <a:defRPr sz="2600" b="1">
                          <a:solidFill>
                            <a:srgbClr val="000000"/>
                          </a:solidFill>
                          <a:latin typeface="Arial" panose="020B0604020202090204" pitchFamily="34" charset="0"/>
                          <a:ea typeface="华文细黑" panose="02010600040101010101" pitchFamily="2" charset="-122"/>
                        </a:defRPr>
                      </a:lvl1pPr>
                      <a:lvl2pPr marL="386080" indent="71755">
                        <a:spcBef>
                          <a:spcPct val="10000"/>
                        </a:spcBef>
                        <a:spcAft>
                          <a:spcPct val="25000"/>
                        </a:spcAft>
                        <a:buClr>
                          <a:schemeClr val="tx1"/>
                        </a:buClr>
                        <a:buSzPct val="80000"/>
                        <a:buFont typeface="Wingdings" panose="05000000000000000000" pitchFamily="2" charset="2"/>
                        <a:defRPr sz="2000">
                          <a:solidFill>
                            <a:srgbClr val="000000"/>
                          </a:solidFill>
                          <a:latin typeface="Arial" panose="020B0604020202090204" pitchFamily="34" charset="0"/>
                          <a:ea typeface="华文细黑" panose="02010600040101010101" pitchFamily="2" charset="-122"/>
                        </a:defRPr>
                      </a:lvl2pPr>
                      <a:lvl3pPr marL="862330" indent="52705">
                        <a:spcBef>
                          <a:spcPct val="10000"/>
                        </a:spcBef>
                        <a:spcAft>
                          <a:spcPct val="25000"/>
                        </a:spcAft>
                        <a:buClr>
                          <a:schemeClr val="tx1"/>
                        </a:buClr>
                        <a:buFont typeface="Times New Roman" panose="02020503050405090304" pitchFamily="18" charset="0"/>
                        <a:defRPr sz="2000">
                          <a:solidFill>
                            <a:srgbClr val="000000"/>
                          </a:solidFill>
                          <a:latin typeface="Arial" panose="020B0604020202090204" pitchFamily="34" charset="0"/>
                          <a:ea typeface="华文细黑" panose="02010600040101010101" pitchFamily="2" charset="-122"/>
                        </a:defRPr>
                      </a:lvl3pPr>
                      <a:lvl4pPr marL="1281430" indent="90805">
                        <a:spcBef>
                          <a:spcPct val="10000"/>
                        </a:spcBef>
                        <a:spcAft>
                          <a:spcPct val="25000"/>
                        </a:spcAft>
                        <a:buClr>
                          <a:schemeClr val="tx1"/>
                        </a:buClr>
                        <a:buFont typeface="Arial" panose="020B0604020202090204" pitchFamily="34" charset="0"/>
                        <a:defRPr sz="1600">
                          <a:solidFill>
                            <a:srgbClr val="000000"/>
                          </a:solidFill>
                          <a:latin typeface="Arial" panose="020B0604020202090204" pitchFamily="34" charset="0"/>
                          <a:ea typeface="华文细黑" panose="02010600040101010101" pitchFamily="2" charset="-122"/>
                        </a:defRPr>
                      </a:lvl4pPr>
                      <a:lvl5pPr marL="1700530" indent="128905">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5pPr>
                      <a:lvl6pPr marL="21577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6pPr>
                      <a:lvl7pPr marL="26149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7pPr>
                      <a:lvl8pPr marL="30721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8pPr>
                      <a:lvl9pPr marL="35293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dirty="0">
                          <a:ln>
                            <a:noFill/>
                          </a:ln>
                          <a:solidFill>
                            <a:schemeClr val="tx1"/>
                          </a:solidFill>
                          <a:effectLst/>
                          <a:latin typeface="Arial" panose="020B0604020202090204" pitchFamily="34" charset="0"/>
                          <a:ea typeface="宋体" panose="02010600030101010101" pitchFamily="2" charset="-122"/>
                        </a:rPr>
                        <a:t>F</a:t>
                      </a:r>
                      <a:r>
                        <a:rPr kumimoji="0" lang="zh-CN" altLang="zh-CN" sz="1600" b="0" i="0" u="none" strike="noStrike" cap="none" normalizeH="0" baseline="0" dirty="0">
                          <a:ln>
                            <a:noFill/>
                          </a:ln>
                          <a:solidFill>
                            <a:schemeClr val="tx1"/>
                          </a:solidFill>
                          <a:effectLst/>
                          <a:latin typeface="Arial" panose="020B0604020202090204" pitchFamily="34" charset="0"/>
                          <a:ea typeface="宋体" panose="02010600030101010101" pitchFamily="2" charset="-122"/>
                        </a:rPr>
                        <a:t>0/2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3"/>
                  </a:ext>
                </a:extLst>
              </a:tr>
              <a:tr h="334963">
                <a:tc>
                  <a:txBody>
                    <a:bodyPr/>
                    <a:lstStyle>
                      <a:lvl1pPr>
                        <a:spcBef>
                          <a:spcPct val="10000"/>
                        </a:spcBef>
                        <a:spcAft>
                          <a:spcPct val="25000"/>
                        </a:spcAft>
                        <a:buClr>
                          <a:schemeClr val="tx1"/>
                        </a:buClr>
                        <a:buSzPct val="80000"/>
                        <a:buFont typeface="Wingdings" panose="05000000000000000000" pitchFamily="2" charset="2"/>
                        <a:defRPr sz="2600" b="1">
                          <a:solidFill>
                            <a:srgbClr val="000000"/>
                          </a:solidFill>
                          <a:latin typeface="Arial" panose="020B0604020202090204" pitchFamily="34" charset="0"/>
                          <a:ea typeface="华文细黑" panose="02010600040101010101" pitchFamily="2" charset="-122"/>
                        </a:defRPr>
                      </a:lvl1pPr>
                      <a:lvl2pPr marL="386080" indent="71755">
                        <a:spcBef>
                          <a:spcPct val="10000"/>
                        </a:spcBef>
                        <a:spcAft>
                          <a:spcPct val="25000"/>
                        </a:spcAft>
                        <a:buClr>
                          <a:schemeClr val="tx1"/>
                        </a:buClr>
                        <a:buSzPct val="80000"/>
                        <a:buFont typeface="Wingdings" panose="05000000000000000000" pitchFamily="2" charset="2"/>
                        <a:defRPr sz="2000">
                          <a:solidFill>
                            <a:srgbClr val="000000"/>
                          </a:solidFill>
                          <a:latin typeface="Arial" panose="020B0604020202090204" pitchFamily="34" charset="0"/>
                          <a:ea typeface="华文细黑" panose="02010600040101010101" pitchFamily="2" charset="-122"/>
                        </a:defRPr>
                      </a:lvl2pPr>
                      <a:lvl3pPr marL="862330" indent="52705">
                        <a:spcBef>
                          <a:spcPct val="10000"/>
                        </a:spcBef>
                        <a:spcAft>
                          <a:spcPct val="25000"/>
                        </a:spcAft>
                        <a:buClr>
                          <a:schemeClr val="tx1"/>
                        </a:buClr>
                        <a:buFont typeface="Times New Roman" panose="02020503050405090304" pitchFamily="18" charset="0"/>
                        <a:defRPr sz="2000">
                          <a:solidFill>
                            <a:srgbClr val="000000"/>
                          </a:solidFill>
                          <a:latin typeface="Arial" panose="020B0604020202090204" pitchFamily="34" charset="0"/>
                          <a:ea typeface="华文细黑" panose="02010600040101010101" pitchFamily="2" charset="-122"/>
                        </a:defRPr>
                      </a:lvl3pPr>
                      <a:lvl4pPr marL="1281430" indent="90805">
                        <a:spcBef>
                          <a:spcPct val="10000"/>
                        </a:spcBef>
                        <a:spcAft>
                          <a:spcPct val="25000"/>
                        </a:spcAft>
                        <a:buClr>
                          <a:schemeClr val="tx1"/>
                        </a:buClr>
                        <a:buFont typeface="Arial" panose="020B0604020202090204" pitchFamily="34" charset="0"/>
                        <a:defRPr sz="1600">
                          <a:solidFill>
                            <a:srgbClr val="000000"/>
                          </a:solidFill>
                          <a:latin typeface="Arial" panose="020B0604020202090204" pitchFamily="34" charset="0"/>
                          <a:ea typeface="华文细黑" panose="02010600040101010101" pitchFamily="2" charset="-122"/>
                        </a:defRPr>
                      </a:lvl4pPr>
                      <a:lvl5pPr marL="1700530" indent="128905">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5pPr>
                      <a:lvl6pPr marL="21577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6pPr>
                      <a:lvl7pPr marL="26149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7pPr>
                      <a:lvl8pPr marL="30721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8pPr>
                      <a:lvl9pPr marL="35293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i="0" u="none" strike="noStrike" cap="none" normalizeH="0" baseline="0">
                          <a:ln>
                            <a:noFill/>
                          </a:ln>
                          <a:solidFill>
                            <a:schemeClr val="tx1"/>
                          </a:solidFill>
                          <a:effectLst/>
                          <a:latin typeface="Arial" panose="020B0604020202090204" pitchFamily="34" charset="0"/>
                          <a:ea typeface="宋体" panose="02010600030101010101" pitchFamily="2" charset="-122"/>
                        </a:rPr>
                        <a:t>20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a:spcBef>
                          <a:spcPct val="10000"/>
                        </a:spcBef>
                        <a:spcAft>
                          <a:spcPct val="25000"/>
                        </a:spcAft>
                        <a:buClr>
                          <a:schemeClr val="tx1"/>
                        </a:buClr>
                        <a:buSzPct val="80000"/>
                        <a:buFont typeface="Wingdings" panose="05000000000000000000" pitchFamily="2" charset="2"/>
                        <a:defRPr sz="2600" b="1">
                          <a:solidFill>
                            <a:srgbClr val="000000"/>
                          </a:solidFill>
                          <a:latin typeface="Arial" panose="020B0604020202090204" pitchFamily="34" charset="0"/>
                          <a:ea typeface="华文细黑" panose="02010600040101010101" pitchFamily="2" charset="-122"/>
                        </a:defRPr>
                      </a:lvl1pPr>
                      <a:lvl2pPr marL="386080" indent="71755">
                        <a:spcBef>
                          <a:spcPct val="10000"/>
                        </a:spcBef>
                        <a:spcAft>
                          <a:spcPct val="25000"/>
                        </a:spcAft>
                        <a:buClr>
                          <a:schemeClr val="tx1"/>
                        </a:buClr>
                        <a:buSzPct val="80000"/>
                        <a:buFont typeface="Wingdings" panose="05000000000000000000" pitchFamily="2" charset="2"/>
                        <a:defRPr sz="2000">
                          <a:solidFill>
                            <a:srgbClr val="000000"/>
                          </a:solidFill>
                          <a:latin typeface="Arial" panose="020B0604020202090204" pitchFamily="34" charset="0"/>
                          <a:ea typeface="华文细黑" panose="02010600040101010101" pitchFamily="2" charset="-122"/>
                        </a:defRPr>
                      </a:lvl2pPr>
                      <a:lvl3pPr marL="862330" indent="52705">
                        <a:spcBef>
                          <a:spcPct val="10000"/>
                        </a:spcBef>
                        <a:spcAft>
                          <a:spcPct val="25000"/>
                        </a:spcAft>
                        <a:buClr>
                          <a:schemeClr val="tx1"/>
                        </a:buClr>
                        <a:buFont typeface="Times New Roman" panose="02020503050405090304" pitchFamily="18" charset="0"/>
                        <a:defRPr sz="2000">
                          <a:solidFill>
                            <a:srgbClr val="000000"/>
                          </a:solidFill>
                          <a:latin typeface="Arial" panose="020B0604020202090204" pitchFamily="34" charset="0"/>
                          <a:ea typeface="华文细黑" panose="02010600040101010101" pitchFamily="2" charset="-122"/>
                        </a:defRPr>
                      </a:lvl3pPr>
                      <a:lvl4pPr marL="1281430" indent="90805">
                        <a:spcBef>
                          <a:spcPct val="10000"/>
                        </a:spcBef>
                        <a:spcAft>
                          <a:spcPct val="25000"/>
                        </a:spcAft>
                        <a:buClr>
                          <a:schemeClr val="tx1"/>
                        </a:buClr>
                        <a:buFont typeface="Arial" panose="020B0604020202090204" pitchFamily="34" charset="0"/>
                        <a:defRPr sz="1600">
                          <a:solidFill>
                            <a:srgbClr val="000000"/>
                          </a:solidFill>
                          <a:latin typeface="Arial" panose="020B0604020202090204" pitchFamily="34" charset="0"/>
                          <a:ea typeface="华文细黑" panose="02010600040101010101" pitchFamily="2" charset="-122"/>
                        </a:defRPr>
                      </a:lvl4pPr>
                      <a:lvl5pPr marL="1700530" indent="128905">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5pPr>
                      <a:lvl6pPr marL="21577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6pPr>
                      <a:lvl7pPr marL="26149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7pPr>
                      <a:lvl8pPr marL="30721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8pPr>
                      <a:lvl9pPr marL="35293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dirty="0">
                          <a:ln>
                            <a:noFill/>
                          </a:ln>
                          <a:solidFill>
                            <a:schemeClr val="tx1"/>
                          </a:solidFill>
                          <a:effectLst/>
                          <a:latin typeface="Arial" panose="020B0604020202090204" pitchFamily="34" charset="0"/>
                          <a:ea typeface="宋体" panose="02010600030101010101" pitchFamily="2" charset="-122"/>
                        </a:rPr>
                        <a:t>F</a:t>
                      </a:r>
                      <a:r>
                        <a:rPr kumimoji="0" lang="zh-CN" altLang="zh-CN" sz="1600" b="0" i="0" u="none" strike="noStrike" cap="none" normalizeH="0" baseline="0" dirty="0">
                          <a:ln>
                            <a:noFill/>
                          </a:ln>
                          <a:solidFill>
                            <a:schemeClr val="tx1"/>
                          </a:solidFill>
                          <a:effectLst/>
                          <a:latin typeface="Arial" panose="020B0604020202090204" pitchFamily="34" charset="0"/>
                          <a:ea typeface="宋体" panose="02010600030101010101" pitchFamily="2" charset="-122"/>
                        </a:rPr>
                        <a:t>0/3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4"/>
                  </a:ext>
                </a:extLst>
              </a:tr>
              <a:tr h="334963">
                <a:tc>
                  <a:txBody>
                    <a:bodyPr/>
                    <a:lstStyle>
                      <a:lvl1pPr>
                        <a:spcBef>
                          <a:spcPct val="10000"/>
                        </a:spcBef>
                        <a:spcAft>
                          <a:spcPct val="25000"/>
                        </a:spcAft>
                        <a:buClr>
                          <a:schemeClr val="tx1"/>
                        </a:buClr>
                        <a:buSzPct val="80000"/>
                        <a:buFont typeface="Wingdings" panose="05000000000000000000" pitchFamily="2" charset="2"/>
                        <a:defRPr sz="2600" b="1">
                          <a:solidFill>
                            <a:srgbClr val="000000"/>
                          </a:solidFill>
                          <a:latin typeface="Arial" panose="020B0604020202090204" pitchFamily="34" charset="0"/>
                          <a:ea typeface="华文细黑" panose="02010600040101010101" pitchFamily="2" charset="-122"/>
                        </a:defRPr>
                      </a:lvl1pPr>
                      <a:lvl2pPr marL="386080" indent="71755">
                        <a:spcBef>
                          <a:spcPct val="10000"/>
                        </a:spcBef>
                        <a:spcAft>
                          <a:spcPct val="25000"/>
                        </a:spcAft>
                        <a:buClr>
                          <a:schemeClr val="tx1"/>
                        </a:buClr>
                        <a:buSzPct val="80000"/>
                        <a:buFont typeface="Wingdings" panose="05000000000000000000" pitchFamily="2" charset="2"/>
                        <a:defRPr sz="2000">
                          <a:solidFill>
                            <a:srgbClr val="000000"/>
                          </a:solidFill>
                          <a:latin typeface="Arial" panose="020B0604020202090204" pitchFamily="34" charset="0"/>
                          <a:ea typeface="华文细黑" panose="02010600040101010101" pitchFamily="2" charset="-122"/>
                        </a:defRPr>
                      </a:lvl2pPr>
                      <a:lvl3pPr marL="862330" indent="52705">
                        <a:spcBef>
                          <a:spcPct val="10000"/>
                        </a:spcBef>
                        <a:spcAft>
                          <a:spcPct val="25000"/>
                        </a:spcAft>
                        <a:buClr>
                          <a:schemeClr val="tx1"/>
                        </a:buClr>
                        <a:buFont typeface="Times New Roman" panose="02020503050405090304" pitchFamily="18" charset="0"/>
                        <a:defRPr sz="2000">
                          <a:solidFill>
                            <a:srgbClr val="000000"/>
                          </a:solidFill>
                          <a:latin typeface="Arial" panose="020B0604020202090204" pitchFamily="34" charset="0"/>
                          <a:ea typeface="华文细黑" panose="02010600040101010101" pitchFamily="2" charset="-122"/>
                        </a:defRPr>
                      </a:lvl3pPr>
                      <a:lvl4pPr marL="1281430" indent="90805">
                        <a:spcBef>
                          <a:spcPct val="10000"/>
                        </a:spcBef>
                        <a:spcAft>
                          <a:spcPct val="25000"/>
                        </a:spcAft>
                        <a:buClr>
                          <a:schemeClr val="tx1"/>
                        </a:buClr>
                        <a:buFont typeface="Arial" panose="020B0604020202090204" pitchFamily="34" charset="0"/>
                        <a:defRPr sz="1600">
                          <a:solidFill>
                            <a:srgbClr val="000000"/>
                          </a:solidFill>
                          <a:latin typeface="Arial" panose="020B0604020202090204" pitchFamily="34" charset="0"/>
                          <a:ea typeface="华文细黑" panose="02010600040101010101" pitchFamily="2" charset="-122"/>
                        </a:defRPr>
                      </a:lvl4pPr>
                      <a:lvl5pPr marL="1700530" indent="128905">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5pPr>
                      <a:lvl6pPr marL="21577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6pPr>
                      <a:lvl7pPr marL="26149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7pPr>
                      <a:lvl8pPr marL="30721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8pPr>
                      <a:lvl9pPr marL="35293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i="0" u="none" strike="noStrike" cap="none" normalizeH="0" baseline="0">
                          <a:ln>
                            <a:noFill/>
                          </a:ln>
                          <a:solidFill>
                            <a:schemeClr val="tx1"/>
                          </a:solidFill>
                          <a:effectLst/>
                          <a:latin typeface="Arial" panose="020B0604020202090204" pitchFamily="34" charset="0"/>
                          <a:ea typeface="宋体" panose="02010600030101010101" pitchFamily="2" charset="-122"/>
                        </a:rPr>
                        <a:t>20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a:spcBef>
                          <a:spcPct val="10000"/>
                        </a:spcBef>
                        <a:spcAft>
                          <a:spcPct val="25000"/>
                        </a:spcAft>
                        <a:buClr>
                          <a:schemeClr val="tx1"/>
                        </a:buClr>
                        <a:buSzPct val="80000"/>
                        <a:buFont typeface="Wingdings" panose="05000000000000000000" pitchFamily="2" charset="2"/>
                        <a:defRPr sz="2600" b="1">
                          <a:solidFill>
                            <a:srgbClr val="000000"/>
                          </a:solidFill>
                          <a:latin typeface="Arial" panose="020B0604020202090204" pitchFamily="34" charset="0"/>
                          <a:ea typeface="华文细黑" panose="02010600040101010101" pitchFamily="2" charset="-122"/>
                        </a:defRPr>
                      </a:lvl1pPr>
                      <a:lvl2pPr marL="386080" indent="71755">
                        <a:spcBef>
                          <a:spcPct val="10000"/>
                        </a:spcBef>
                        <a:spcAft>
                          <a:spcPct val="25000"/>
                        </a:spcAft>
                        <a:buClr>
                          <a:schemeClr val="tx1"/>
                        </a:buClr>
                        <a:buSzPct val="80000"/>
                        <a:buFont typeface="Wingdings" panose="05000000000000000000" pitchFamily="2" charset="2"/>
                        <a:defRPr sz="2000">
                          <a:solidFill>
                            <a:srgbClr val="000000"/>
                          </a:solidFill>
                          <a:latin typeface="Arial" panose="020B0604020202090204" pitchFamily="34" charset="0"/>
                          <a:ea typeface="华文细黑" panose="02010600040101010101" pitchFamily="2" charset="-122"/>
                        </a:defRPr>
                      </a:lvl2pPr>
                      <a:lvl3pPr marL="862330" indent="52705">
                        <a:spcBef>
                          <a:spcPct val="10000"/>
                        </a:spcBef>
                        <a:spcAft>
                          <a:spcPct val="25000"/>
                        </a:spcAft>
                        <a:buClr>
                          <a:schemeClr val="tx1"/>
                        </a:buClr>
                        <a:buFont typeface="Times New Roman" panose="02020503050405090304" pitchFamily="18" charset="0"/>
                        <a:defRPr sz="2000">
                          <a:solidFill>
                            <a:srgbClr val="000000"/>
                          </a:solidFill>
                          <a:latin typeface="Arial" panose="020B0604020202090204" pitchFamily="34" charset="0"/>
                          <a:ea typeface="华文细黑" panose="02010600040101010101" pitchFamily="2" charset="-122"/>
                        </a:defRPr>
                      </a:lvl3pPr>
                      <a:lvl4pPr marL="1281430" indent="90805">
                        <a:spcBef>
                          <a:spcPct val="10000"/>
                        </a:spcBef>
                        <a:spcAft>
                          <a:spcPct val="25000"/>
                        </a:spcAft>
                        <a:buClr>
                          <a:schemeClr val="tx1"/>
                        </a:buClr>
                        <a:buFont typeface="Arial" panose="020B0604020202090204" pitchFamily="34" charset="0"/>
                        <a:defRPr sz="1600">
                          <a:solidFill>
                            <a:srgbClr val="000000"/>
                          </a:solidFill>
                          <a:latin typeface="Arial" panose="020B0604020202090204" pitchFamily="34" charset="0"/>
                          <a:ea typeface="华文细黑" panose="02010600040101010101" pitchFamily="2" charset="-122"/>
                        </a:defRPr>
                      </a:lvl4pPr>
                      <a:lvl5pPr marL="1700530" indent="128905">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5pPr>
                      <a:lvl6pPr marL="21577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6pPr>
                      <a:lvl7pPr marL="26149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7pPr>
                      <a:lvl8pPr marL="30721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8pPr>
                      <a:lvl9pPr marL="35293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dirty="0">
                          <a:ln>
                            <a:noFill/>
                          </a:ln>
                          <a:solidFill>
                            <a:schemeClr val="tx1"/>
                          </a:solidFill>
                          <a:effectLst/>
                          <a:latin typeface="Arial" panose="020B0604020202090204" pitchFamily="34" charset="0"/>
                          <a:ea typeface="宋体" panose="02010600030101010101" pitchFamily="2" charset="-122"/>
                        </a:rPr>
                        <a:t>F</a:t>
                      </a:r>
                      <a:r>
                        <a:rPr kumimoji="0" lang="zh-CN" altLang="zh-CN" sz="1600" b="0" i="0" u="none" strike="noStrike" cap="none" normalizeH="0" baseline="0" dirty="0">
                          <a:ln>
                            <a:noFill/>
                          </a:ln>
                          <a:solidFill>
                            <a:schemeClr val="tx1"/>
                          </a:solidFill>
                          <a:effectLst/>
                          <a:latin typeface="Arial" panose="020B0604020202090204" pitchFamily="34" charset="0"/>
                          <a:ea typeface="宋体" panose="02010600030101010101" pitchFamily="2" charset="-122"/>
                        </a:rPr>
                        <a:t>0/4</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5"/>
                  </a:ext>
                </a:extLst>
              </a:tr>
            </a:tbl>
          </a:graphicData>
        </a:graphic>
      </p:graphicFrame>
      <p:sp>
        <p:nvSpPr>
          <p:cNvPr id="46" name="Text Box 64"/>
          <p:cNvSpPr txBox="1">
            <a:spLocks noChangeAspect="1" noChangeArrowheads="1"/>
          </p:cNvSpPr>
          <p:nvPr/>
        </p:nvSpPr>
        <p:spPr bwMode="auto">
          <a:xfrm>
            <a:off x="2261305" y="5888469"/>
            <a:ext cx="13843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sz="1600">
                <a:latin typeface="微软雅黑" panose="020B0503020204020204" pitchFamily="34" charset="-122"/>
                <a:ea typeface="微软雅黑" panose="020B0503020204020204" pitchFamily="34" charset="-122"/>
              </a:rPr>
              <a:t>VLAN 10</a:t>
            </a:r>
          </a:p>
        </p:txBody>
      </p:sp>
      <p:sp>
        <p:nvSpPr>
          <p:cNvPr id="47" name="Text Box 65"/>
          <p:cNvSpPr txBox="1">
            <a:spLocks noChangeAspect="1" noChangeArrowheads="1"/>
          </p:cNvSpPr>
          <p:nvPr/>
        </p:nvSpPr>
        <p:spPr bwMode="auto">
          <a:xfrm>
            <a:off x="8814505" y="5888469"/>
            <a:ext cx="13843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sz="1600">
                <a:latin typeface="微软雅黑" panose="020B0503020204020204" pitchFamily="34" charset="-122"/>
                <a:ea typeface="微软雅黑" panose="020B0503020204020204" pitchFamily="34" charset="-122"/>
              </a:rPr>
              <a:t>VLAN 20</a:t>
            </a:r>
          </a:p>
        </p:txBody>
      </p:sp>
      <p:sp>
        <p:nvSpPr>
          <p:cNvPr id="52" name="日期占位符 36"/>
          <p:cNvSpPr>
            <a:spLocks noGrp="1"/>
          </p:cNvSpPr>
          <p:nvPr>
            <p:ph type="dt" sz="half" idx="10"/>
          </p:nvPr>
        </p:nvSpPr>
        <p:spPr>
          <a:xfrm>
            <a:off x="197335" y="6489303"/>
            <a:ext cx="2743200" cy="365125"/>
          </a:xfrm>
        </p:spPr>
        <p:txBody>
          <a:bodyPr/>
          <a:lstStyle/>
          <a:p>
            <a:r>
              <a:rPr lang="en-US" altLang="zh-CN" dirty="0">
                <a:latin typeface="微软雅黑" panose="020B0503020204020204" pitchFamily="34" charset="-122"/>
                <a:ea typeface="微软雅黑" panose="020B0503020204020204" pitchFamily="34" charset="-122"/>
              </a:rPr>
              <a:t>4.4 </a:t>
            </a:r>
            <a:r>
              <a:rPr lang="zh-CN" altLang="en-US" dirty="0">
                <a:latin typeface="微软雅黑" panose="020B0503020204020204" pitchFamily="34" charset="-122"/>
                <a:ea typeface="微软雅黑" panose="020B0503020204020204" pitchFamily="34" charset="-122"/>
              </a:rPr>
              <a:t>数据链路层交换</a:t>
            </a:r>
          </a:p>
        </p:txBody>
      </p:sp>
      <p:sp>
        <p:nvSpPr>
          <p:cNvPr id="53" name="灯片编号占位符 38"/>
          <p:cNvSpPr>
            <a:spLocks noGrp="1"/>
          </p:cNvSpPr>
          <p:nvPr>
            <p:ph type="sldNum" sz="quarter" idx="12"/>
          </p:nvPr>
        </p:nvSpPr>
        <p:spPr>
          <a:xfrm>
            <a:off x="8686810" y="6489303"/>
            <a:ext cx="3319670" cy="365125"/>
          </a:xfrm>
        </p:spPr>
        <p:txBody>
          <a:bodyPr/>
          <a:lstStyle/>
          <a:p>
            <a:fld id="{8D4D1E41-7A09-AB4A-A4E1-09765ADA2698}" type="slidenum">
              <a:rPr kumimoji="1" lang="zh-CN" altLang="en-US" smtClean="0"/>
              <a:t>107</a:t>
            </a:fld>
            <a:endParaRPr kumimoji="1" lang="zh-CN" altLang="en-US"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en-US" altLang="zh-CN" dirty="0"/>
              <a:t> </a:t>
            </a:r>
            <a:r>
              <a:rPr kumimoji="1" lang="zh-CN" altLang="zh-CN" dirty="0"/>
              <a:t>虚拟局域网</a:t>
            </a:r>
            <a:endParaRPr kumimoji="1" lang="zh-CN" altLang="en-US" dirty="0"/>
          </a:p>
        </p:txBody>
      </p:sp>
      <p:sp>
        <p:nvSpPr>
          <p:cNvPr id="91" name="内容占位符 2"/>
          <p:cNvSpPr>
            <a:spLocks noGrp="1"/>
          </p:cNvSpPr>
          <p:nvPr>
            <p:ph idx="1"/>
          </p:nvPr>
        </p:nvSpPr>
        <p:spPr>
          <a:xfrm>
            <a:off x="838200" y="1417272"/>
            <a:ext cx="10515600" cy="5131205"/>
          </a:xfrm>
          <a:ln>
            <a:noFill/>
          </a:ln>
        </p:spPr>
        <p:txBody>
          <a:bodyPr>
            <a:normAutofit/>
          </a:bodyPr>
          <a:lstStyle/>
          <a:p>
            <a:pPr>
              <a:lnSpc>
                <a:spcPct val="120000"/>
              </a:lnSpc>
            </a:pPr>
            <a:r>
              <a:rPr lang="zh-CN" altLang="zh-CN" kern="100" dirty="0">
                <a:effectLst/>
                <a:latin typeface="微软雅黑" panose="020B0503020204020204" pitchFamily="34" charset="-122"/>
                <a:ea typeface="微软雅黑" panose="020B0503020204020204" pitchFamily="34" charset="-122"/>
              </a:rPr>
              <a:t>基于</a:t>
            </a:r>
            <a:r>
              <a:rPr lang="en-US" altLang="zh-CN" kern="100" dirty="0">
                <a:effectLst/>
                <a:latin typeface="微软雅黑" panose="020B0503020204020204" pitchFamily="34" charset="-122"/>
                <a:ea typeface="微软雅黑" panose="020B0503020204020204" pitchFamily="34" charset="-122"/>
              </a:rPr>
              <a:t>MAC</a:t>
            </a:r>
            <a:r>
              <a:rPr lang="zh-CN" altLang="zh-CN" kern="100" dirty="0">
                <a:effectLst/>
                <a:latin typeface="微软雅黑" panose="020B0503020204020204" pitchFamily="34" charset="-122"/>
                <a:ea typeface="微软雅黑" panose="020B0503020204020204" pitchFamily="34" charset="-122"/>
              </a:rPr>
              <a:t>地址的</a:t>
            </a:r>
            <a:r>
              <a:rPr lang="en-US" altLang="zh-CN" kern="100" dirty="0">
                <a:effectLst/>
                <a:latin typeface="微软雅黑" panose="020B0503020204020204" pitchFamily="34" charset="-122"/>
                <a:ea typeface="微软雅黑" panose="020B0503020204020204" pitchFamily="34" charset="-122"/>
              </a:rPr>
              <a:t>VLAN</a:t>
            </a:r>
          </a:p>
          <a:p>
            <a:pPr marL="0" indent="0">
              <a:lnSpc>
                <a:spcPct val="120000"/>
              </a:lnSpc>
              <a:buNone/>
            </a:pPr>
            <a:r>
              <a:rPr lang="en-US" altLang="zh-CN" kern="100" dirty="0">
                <a:solidFill>
                  <a:srgbClr val="C00000"/>
                </a:solidFill>
                <a:effectLst/>
                <a:latin typeface="微软雅黑" panose="020B0503020204020204" pitchFamily="34" charset="-122"/>
                <a:ea typeface="微软雅黑" panose="020B0503020204020204" pitchFamily="34" charset="-122"/>
              </a:rPr>
              <a:t> </a:t>
            </a:r>
            <a:endParaRPr lang="en-US" altLang="zh-CN" kern="100" dirty="0">
              <a:effectLst/>
              <a:latin typeface="微软雅黑" panose="020B0503020204020204" pitchFamily="34" charset="-122"/>
              <a:ea typeface="微软雅黑" panose="020B0503020204020204" pitchFamily="34" charset="-122"/>
            </a:endParaRPr>
          </a:p>
          <a:p>
            <a:pPr>
              <a:lnSpc>
                <a:spcPct val="120000"/>
              </a:lnSpc>
            </a:pPr>
            <a:endParaRPr kumimoji="1" lang="zh-CN" altLang="en-US" dirty="0">
              <a:latin typeface="微软雅黑" panose="020B0503020204020204" pitchFamily="34" charset="-122"/>
              <a:ea typeface="微软雅黑" panose="020B0503020204020204" pitchFamily="34" charset="-122"/>
            </a:endParaRPr>
          </a:p>
          <a:p>
            <a:pPr>
              <a:lnSpc>
                <a:spcPct val="120000"/>
              </a:lnSpc>
            </a:pPr>
            <a:endParaRPr lang="en-US" altLang="zh-CN" sz="2800" dirty="0">
              <a:latin typeface="微软雅黑" panose="020B0503020204020204" pitchFamily="34" charset="-122"/>
              <a:ea typeface="微软雅黑" panose="020B0503020204020204" pitchFamily="34" charset="-122"/>
            </a:endParaRPr>
          </a:p>
        </p:txBody>
      </p:sp>
      <p:sp>
        <p:nvSpPr>
          <p:cNvPr id="90" name="Rectangle 2"/>
          <p:cNvSpPr>
            <a:spLocks noChangeAspect="1" noChangeArrowheads="1"/>
          </p:cNvSpPr>
          <p:nvPr/>
        </p:nvSpPr>
        <p:spPr bwMode="auto">
          <a:xfrm>
            <a:off x="8755767" y="3272269"/>
            <a:ext cx="1354138" cy="2952750"/>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endParaRPr lang="zh-CN" altLang="en-US">
              <a:latin typeface="微软雅黑" panose="020B0503020204020204" pitchFamily="34" charset="-122"/>
              <a:ea typeface="微软雅黑" panose="020B0503020204020204" pitchFamily="34" charset="-122"/>
            </a:endParaRPr>
          </a:p>
        </p:txBody>
      </p:sp>
      <p:sp>
        <p:nvSpPr>
          <p:cNvPr id="92" name="Rectangle 3"/>
          <p:cNvSpPr>
            <a:spLocks noChangeAspect="1" noChangeArrowheads="1"/>
          </p:cNvSpPr>
          <p:nvPr/>
        </p:nvSpPr>
        <p:spPr bwMode="auto">
          <a:xfrm>
            <a:off x="2261305" y="3272269"/>
            <a:ext cx="1354137" cy="2952750"/>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endParaRPr lang="zh-CN" altLang="en-US">
              <a:latin typeface="微软雅黑" panose="020B0503020204020204" pitchFamily="34" charset="-122"/>
              <a:ea typeface="微软雅黑" panose="020B0503020204020204" pitchFamily="34" charset="-122"/>
            </a:endParaRPr>
          </a:p>
        </p:txBody>
      </p:sp>
      <p:sp>
        <p:nvSpPr>
          <p:cNvPr id="93" name="Line 5"/>
          <p:cNvSpPr>
            <a:spLocks noChangeShapeType="1"/>
          </p:cNvSpPr>
          <p:nvPr/>
        </p:nvSpPr>
        <p:spPr bwMode="auto">
          <a:xfrm>
            <a:off x="3197930" y="3991406"/>
            <a:ext cx="576262" cy="0"/>
          </a:xfrm>
          <a:prstGeom prst="line">
            <a:avLst/>
          </a:prstGeom>
          <a:noFill/>
          <a:ln w="2857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94" name="Line 6"/>
          <p:cNvSpPr>
            <a:spLocks noChangeShapeType="1"/>
          </p:cNvSpPr>
          <p:nvPr/>
        </p:nvSpPr>
        <p:spPr bwMode="auto">
          <a:xfrm>
            <a:off x="3197930" y="5359831"/>
            <a:ext cx="576262" cy="0"/>
          </a:xfrm>
          <a:prstGeom prst="line">
            <a:avLst/>
          </a:prstGeom>
          <a:noFill/>
          <a:ln w="2857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95" name="Line 7"/>
          <p:cNvSpPr>
            <a:spLocks noChangeShapeType="1"/>
          </p:cNvSpPr>
          <p:nvPr/>
        </p:nvSpPr>
        <p:spPr bwMode="auto">
          <a:xfrm>
            <a:off x="8527167" y="3918381"/>
            <a:ext cx="576263" cy="0"/>
          </a:xfrm>
          <a:prstGeom prst="line">
            <a:avLst/>
          </a:prstGeom>
          <a:noFill/>
          <a:ln w="2857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96" name="Line 8"/>
          <p:cNvSpPr>
            <a:spLocks noChangeShapeType="1"/>
          </p:cNvSpPr>
          <p:nvPr/>
        </p:nvSpPr>
        <p:spPr bwMode="auto">
          <a:xfrm>
            <a:off x="8527167" y="5359831"/>
            <a:ext cx="576263" cy="0"/>
          </a:xfrm>
          <a:prstGeom prst="line">
            <a:avLst/>
          </a:prstGeom>
          <a:noFill/>
          <a:ln w="2857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97" name="Line 9"/>
          <p:cNvSpPr>
            <a:spLocks noChangeShapeType="1"/>
          </p:cNvSpPr>
          <p:nvPr/>
        </p:nvSpPr>
        <p:spPr bwMode="auto">
          <a:xfrm>
            <a:off x="6582480" y="4999469"/>
            <a:ext cx="1943100" cy="0"/>
          </a:xfrm>
          <a:prstGeom prst="line">
            <a:avLst/>
          </a:prstGeom>
          <a:noFill/>
          <a:ln w="2857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98" name="Line 10"/>
          <p:cNvSpPr>
            <a:spLocks noChangeShapeType="1"/>
          </p:cNvSpPr>
          <p:nvPr/>
        </p:nvSpPr>
        <p:spPr bwMode="auto">
          <a:xfrm>
            <a:off x="6726942" y="4710544"/>
            <a:ext cx="1800225" cy="0"/>
          </a:xfrm>
          <a:prstGeom prst="line">
            <a:avLst/>
          </a:prstGeom>
          <a:noFill/>
          <a:ln w="2857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99" name="Line 11"/>
          <p:cNvSpPr>
            <a:spLocks noChangeShapeType="1"/>
          </p:cNvSpPr>
          <p:nvPr/>
        </p:nvSpPr>
        <p:spPr bwMode="auto">
          <a:xfrm>
            <a:off x="3774192" y="4999469"/>
            <a:ext cx="1728788" cy="0"/>
          </a:xfrm>
          <a:prstGeom prst="line">
            <a:avLst/>
          </a:prstGeom>
          <a:noFill/>
          <a:ln w="2857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00" name="Line 12"/>
          <p:cNvSpPr>
            <a:spLocks noChangeShapeType="1"/>
          </p:cNvSpPr>
          <p:nvPr/>
        </p:nvSpPr>
        <p:spPr bwMode="auto">
          <a:xfrm>
            <a:off x="3774192" y="4710544"/>
            <a:ext cx="1727200" cy="0"/>
          </a:xfrm>
          <a:prstGeom prst="line">
            <a:avLst/>
          </a:prstGeom>
          <a:noFill/>
          <a:ln w="2857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01" name="Line 13"/>
          <p:cNvSpPr>
            <a:spLocks noChangeShapeType="1"/>
          </p:cNvSpPr>
          <p:nvPr/>
        </p:nvSpPr>
        <p:spPr bwMode="auto">
          <a:xfrm flipV="1">
            <a:off x="3774192" y="4999469"/>
            <a:ext cx="0" cy="360362"/>
          </a:xfrm>
          <a:prstGeom prst="line">
            <a:avLst/>
          </a:prstGeom>
          <a:noFill/>
          <a:ln w="2857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02" name="Line 14"/>
          <p:cNvSpPr>
            <a:spLocks noChangeShapeType="1"/>
          </p:cNvSpPr>
          <p:nvPr/>
        </p:nvSpPr>
        <p:spPr bwMode="auto">
          <a:xfrm>
            <a:off x="3774192" y="3991406"/>
            <a:ext cx="0" cy="719138"/>
          </a:xfrm>
          <a:prstGeom prst="line">
            <a:avLst/>
          </a:prstGeom>
          <a:noFill/>
          <a:ln w="2857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03" name="Line 15"/>
          <p:cNvSpPr>
            <a:spLocks noChangeShapeType="1"/>
          </p:cNvSpPr>
          <p:nvPr/>
        </p:nvSpPr>
        <p:spPr bwMode="auto">
          <a:xfrm flipV="1">
            <a:off x="8527167" y="3918381"/>
            <a:ext cx="0" cy="792163"/>
          </a:xfrm>
          <a:prstGeom prst="line">
            <a:avLst/>
          </a:prstGeom>
          <a:noFill/>
          <a:ln w="2857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04" name="Line 16"/>
          <p:cNvSpPr>
            <a:spLocks noChangeShapeType="1"/>
          </p:cNvSpPr>
          <p:nvPr/>
        </p:nvSpPr>
        <p:spPr bwMode="auto">
          <a:xfrm>
            <a:off x="8527167" y="4999469"/>
            <a:ext cx="0" cy="360362"/>
          </a:xfrm>
          <a:prstGeom prst="line">
            <a:avLst/>
          </a:prstGeom>
          <a:noFill/>
          <a:ln w="2857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微软雅黑" panose="020B0503020204020204" pitchFamily="34" charset="-122"/>
              <a:ea typeface="微软雅黑" panose="020B0503020204020204" pitchFamily="34" charset="-122"/>
            </a:endParaRPr>
          </a:p>
        </p:txBody>
      </p:sp>
      <p:grpSp>
        <p:nvGrpSpPr>
          <p:cNvPr id="105" name="Group 17"/>
          <p:cNvGrpSpPr>
            <a:grpSpLocks noChangeAspect="1"/>
          </p:cNvGrpSpPr>
          <p:nvPr/>
        </p:nvGrpSpPr>
        <p:grpSpPr bwMode="auto">
          <a:xfrm>
            <a:off x="5358517" y="4337481"/>
            <a:ext cx="1511300" cy="1093788"/>
            <a:chOff x="0" y="0"/>
            <a:chExt cx="576" cy="417"/>
          </a:xfrm>
        </p:grpSpPr>
        <p:sp>
          <p:nvSpPr>
            <p:cNvPr id="106" name="AutoShape 18"/>
            <p:cNvSpPr>
              <a:spLocks noChangeAspect="1" noChangeArrowheads="1" noTextEdit="1"/>
            </p:cNvSpPr>
            <p:nvPr/>
          </p:nvSpPr>
          <p:spPr bwMode="auto">
            <a:xfrm>
              <a:off x="0" y="0"/>
              <a:ext cx="576" cy="4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07" name="未知"/>
            <p:cNvSpPr/>
            <p:nvPr/>
          </p:nvSpPr>
          <p:spPr bwMode="auto">
            <a:xfrm>
              <a:off x="289" y="166"/>
              <a:ext cx="286" cy="252"/>
            </a:xfrm>
            <a:custGeom>
              <a:avLst/>
              <a:gdLst>
                <a:gd name="T0" fmla="*/ 286 w 286"/>
                <a:gd name="T1" fmla="*/ 0 h 252"/>
                <a:gd name="T2" fmla="*/ 286 w 286"/>
                <a:gd name="T3" fmla="*/ 85 h 252"/>
                <a:gd name="T4" fmla="*/ 0 w 286"/>
                <a:gd name="T5" fmla="*/ 252 h 252"/>
                <a:gd name="T6" fmla="*/ 0 w 286"/>
                <a:gd name="T7" fmla="*/ 166 h 252"/>
                <a:gd name="T8" fmla="*/ 286 w 286"/>
                <a:gd name="T9" fmla="*/ 0 h 252"/>
                <a:gd name="T10" fmla="*/ 286 w 286"/>
                <a:gd name="T11" fmla="*/ 0 h 252"/>
                <a:gd name="T12" fmla="*/ 286 w 286"/>
                <a:gd name="T13" fmla="*/ 0 h 252"/>
                <a:gd name="T14" fmla="*/ 286 w 286"/>
                <a:gd name="T15" fmla="*/ 0 h 252"/>
                <a:gd name="T16" fmla="*/ 286 w 286"/>
                <a:gd name="T17" fmla="*/ 0 h 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6" h="252">
                  <a:moveTo>
                    <a:pt x="286" y="0"/>
                  </a:moveTo>
                  <a:lnTo>
                    <a:pt x="286" y="85"/>
                  </a:lnTo>
                  <a:lnTo>
                    <a:pt x="0" y="252"/>
                  </a:lnTo>
                  <a:lnTo>
                    <a:pt x="0" y="166"/>
                  </a:lnTo>
                  <a:lnTo>
                    <a:pt x="286" y="0"/>
                  </a:lnTo>
                  <a:lnTo>
                    <a:pt x="286" y="0"/>
                  </a:lnTo>
                  <a:lnTo>
                    <a:pt x="286" y="0"/>
                  </a:lnTo>
                  <a:lnTo>
                    <a:pt x="286" y="0"/>
                  </a:lnTo>
                  <a:lnTo>
                    <a:pt x="286" y="0"/>
                  </a:lnTo>
                  <a:close/>
                </a:path>
              </a:pathLst>
            </a:custGeom>
            <a:solidFill>
              <a:srgbClr val="1D2977"/>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08" name="未知"/>
            <p:cNvSpPr/>
            <p:nvPr/>
          </p:nvSpPr>
          <p:spPr bwMode="auto">
            <a:xfrm>
              <a:off x="1" y="166"/>
              <a:ext cx="288" cy="252"/>
            </a:xfrm>
            <a:custGeom>
              <a:avLst/>
              <a:gdLst>
                <a:gd name="T0" fmla="*/ 288 w 288"/>
                <a:gd name="T1" fmla="*/ 166 h 252"/>
                <a:gd name="T2" fmla="*/ 288 w 288"/>
                <a:gd name="T3" fmla="*/ 252 h 252"/>
                <a:gd name="T4" fmla="*/ 0 w 288"/>
                <a:gd name="T5" fmla="*/ 85 h 252"/>
                <a:gd name="T6" fmla="*/ 0 w 288"/>
                <a:gd name="T7" fmla="*/ 0 h 252"/>
                <a:gd name="T8" fmla="*/ 288 w 288"/>
                <a:gd name="T9" fmla="*/ 166 h 252"/>
                <a:gd name="T10" fmla="*/ 288 w 288"/>
                <a:gd name="T11" fmla="*/ 166 h 252"/>
                <a:gd name="T12" fmla="*/ 288 w 288"/>
                <a:gd name="T13" fmla="*/ 166 h 252"/>
                <a:gd name="T14" fmla="*/ 288 w 288"/>
                <a:gd name="T15" fmla="*/ 166 h 252"/>
                <a:gd name="T16" fmla="*/ 288 w 288"/>
                <a:gd name="T17" fmla="*/ 166 h 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8" h="252">
                  <a:moveTo>
                    <a:pt x="288" y="166"/>
                  </a:moveTo>
                  <a:lnTo>
                    <a:pt x="288" y="252"/>
                  </a:lnTo>
                  <a:lnTo>
                    <a:pt x="0" y="85"/>
                  </a:lnTo>
                  <a:lnTo>
                    <a:pt x="0" y="0"/>
                  </a:lnTo>
                  <a:lnTo>
                    <a:pt x="288" y="166"/>
                  </a:lnTo>
                  <a:lnTo>
                    <a:pt x="288" y="166"/>
                  </a:lnTo>
                  <a:lnTo>
                    <a:pt x="288" y="166"/>
                  </a:lnTo>
                  <a:lnTo>
                    <a:pt x="288" y="166"/>
                  </a:lnTo>
                  <a:lnTo>
                    <a:pt x="288" y="166"/>
                  </a:lnTo>
                  <a:close/>
                </a:path>
              </a:pathLst>
            </a:custGeom>
            <a:solidFill>
              <a:srgbClr val="36458A"/>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09" name="未知"/>
            <p:cNvSpPr/>
            <p:nvPr/>
          </p:nvSpPr>
          <p:spPr bwMode="auto">
            <a:xfrm>
              <a:off x="1" y="0"/>
              <a:ext cx="574" cy="332"/>
            </a:xfrm>
            <a:custGeom>
              <a:avLst/>
              <a:gdLst>
                <a:gd name="T0" fmla="*/ 574 w 574"/>
                <a:gd name="T1" fmla="*/ 166 h 332"/>
                <a:gd name="T2" fmla="*/ 288 w 574"/>
                <a:gd name="T3" fmla="*/ 332 h 332"/>
                <a:gd name="T4" fmla="*/ 0 w 574"/>
                <a:gd name="T5" fmla="*/ 166 h 332"/>
                <a:gd name="T6" fmla="*/ 286 w 574"/>
                <a:gd name="T7" fmla="*/ 0 h 332"/>
                <a:gd name="T8" fmla="*/ 574 w 574"/>
                <a:gd name="T9" fmla="*/ 166 h 332"/>
                <a:gd name="T10" fmla="*/ 574 w 574"/>
                <a:gd name="T11" fmla="*/ 166 h 332"/>
                <a:gd name="T12" fmla="*/ 574 w 574"/>
                <a:gd name="T13" fmla="*/ 166 h 332"/>
                <a:gd name="T14" fmla="*/ 574 w 574"/>
                <a:gd name="T15" fmla="*/ 166 h 332"/>
                <a:gd name="T16" fmla="*/ 574 w 574"/>
                <a:gd name="T17" fmla="*/ 166 h 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4" h="332">
                  <a:moveTo>
                    <a:pt x="574" y="166"/>
                  </a:moveTo>
                  <a:lnTo>
                    <a:pt x="288" y="332"/>
                  </a:lnTo>
                  <a:lnTo>
                    <a:pt x="0" y="166"/>
                  </a:lnTo>
                  <a:lnTo>
                    <a:pt x="286" y="0"/>
                  </a:lnTo>
                  <a:lnTo>
                    <a:pt x="574" y="166"/>
                  </a:lnTo>
                  <a:lnTo>
                    <a:pt x="574" y="166"/>
                  </a:lnTo>
                  <a:lnTo>
                    <a:pt x="574" y="166"/>
                  </a:lnTo>
                  <a:lnTo>
                    <a:pt x="574" y="166"/>
                  </a:lnTo>
                  <a:lnTo>
                    <a:pt x="574" y="166"/>
                  </a:lnTo>
                  <a:close/>
                </a:path>
              </a:pathLst>
            </a:custGeom>
            <a:solidFill>
              <a:srgbClr val="4D61A4"/>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10" name="未知"/>
            <p:cNvSpPr>
              <a:spLocks noEditPoints="1"/>
            </p:cNvSpPr>
            <p:nvPr/>
          </p:nvSpPr>
          <p:spPr bwMode="auto">
            <a:xfrm>
              <a:off x="80" y="48"/>
              <a:ext cx="416" cy="241"/>
            </a:xfrm>
            <a:custGeom>
              <a:avLst/>
              <a:gdLst>
                <a:gd name="T0" fmla="*/ 483 w 785"/>
                <a:gd name="T1" fmla="*/ 356 h 457"/>
                <a:gd name="T2" fmla="*/ 523 w 785"/>
                <a:gd name="T3" fmla="*/ 379 h 457"/>
                <a:gd name="T4" fmla="*/ 389 w 785"/>
                <a:gd name="T5" fmla="*/ 457 h 457"/>
                <a:gd name="T6" fmla="*/ 255 w 785"/>
                <a:gd name="T7" fmla="*/ 379 h 457"/>
                <a:gd name="T8" fmla="*/ 295 w 785"/>
                <a:gd name="T9" fmla="*/ 356 h 457"/>
                <a:gd name="T10" fmla="*/ 356 w 785"/>
                <a:gd name="T11" fmla="*/ 391 h 457"/>
                <a:gd name="T12" fmla="*/ 356 w 785"/>
                <a:gd name="T13" fmla="*/ 313 h 457"/>
                <a:gd name="T14" fmla="*/ 286 w 785"/>
                <a:gd name="T15" fmla="*/ 290 h 457"/>
                <a:gd name="T16" fmla="*/ 246 w 785"/>
                <a:gd name="T17" fmla="*/ 249 h 457"/>
                <a:gd name="T18" fmla="*/ 113 w 785"/>
                <a:gd name="T19" fmla="*/ 249 h 457"/>
                <a:gd name="T20" fmla="*/ 174 w 785"/>
                <a:gd name="T21" fmla="*/ 285 h 457"/>
                <a:gd name="T22" fmla="*/ 134 w 785"/>
                <a:gd name="T23" fmla="*/ 308 h 457"/>
                <a:gd name="T24" fmla="*/ 0 w 785"/>
                <a:gd name="T25" fmla="*/ 230 h 457"/>
                <a:gd name="T26" fmla="*/ 134 w 785"/>
                <a:gd name="T27" fmla="*/ 153 h 457"/>
                <a:gd name="T28" fmla="*/ 174 w 785"/>
                <a:gd name="T29" fmla="*/ 176 h 457"/>
                <a:gd name="T30" fmla="*/ 113 w 785"/>
                <a:gd name="T31" fmla="*/ 211 h 457"/>
                <a:gd name="T32" fmla="*/ 244 w 785"/>
                <a:gd name="T33" fmla="*/ 211 h 457"/>
                <a:gd name="T34" fmla="*/ 286 w 785"/>
                <a:gd name="T35" fmla="*/ 165 h 457"/>
                <a:gd name="T36" fmla="*/ 369 w 785"/>
                <a:gd name="T37" fmla="*/ 140 h 457"/>
                <a:gd name="T38" fmla="*/ 369 w 785"/>
                <a:gd name="T39" fmla="*/ 66 h 457"/>
                <a:gd name="T40" fmla="*/ 308 w 785"/>
                <a:gd name="T41" fmla="*/ 101 h 457"/>
                <a:gd name="T42" fmla="*/ 268 w 785"/>
                <a:gd name="T43" fmla="*/ 78 h 457"/>
                <a:gd name="T44" fmla="*/ 402 w 785"/>
                <a:gd name="T45" fmla="*/ 0 h 457"/>
                <a:gd name="T46" fmla="*/ 536 w 785"/>
                <a:gd name="T47" fmla="*/ 78 h 457"/>
                <a:gd name="T48" fmla="*/ 496 w 785"/>
                <a:gd name="T49" fmla="*/ 101 h 457"/>
                <a:gd name="T50" fmla="*/ 435 w 785"/>
                <a:gd name="T51" fmla="*/ 66 h 457"/>
                <a:gd name="T52" fmla="*/ 435 w 785"/>
                <a:gd name="T53" fmla="*/ 142 h 457"/>
                <a:gd name="T54" fmla="*/ 502 w 785"/>
                <a:gd name="T55" fmla="*/ 165 h 457"/>
                <a:gd name="T56" fmla="*/ 541 w 785"/>
                <a:gd name="T57" fmla="*/ 204 h 457"/>
                <a:gd name="T58" fmla="*/ 672 w 785"/>
                <a:gd name="T59" fmla="*/ 204 h 457"/>
                <a:gd name="T60" fmla="*/ 611 w 785"/>
                <a:gd name="T61" fmla="*/ 169 h 457"/>
                <a:gd name="T62" fmla="*/ 650 w 785"/>
                <a:gd name="T63" fmla="*/ 145 h 457"/>
                <a:gd name="T64" fmla="*/ 785 w 785"/>
                <a:gd name="T65" fmla="*/ 223 h 457"/>
                <a:gd name="T66" fmla="*/ 651 w 785"/>
                <a:gd name="T67" fmla="*/ 301 h 457"/>
                <a:gd name="T68" fmla="*/ 611 w 785"/>
                <a:gd name="T69" fmla="*/ 278 h 457"/>
                <a:gd name="T70" fmla="*/ 672 w 785"/>
                <a:gd name="T71" fmla="*/ 242 h 457"/>
                <a:gd name="T72" fmla="*/ 545 w 785"/>
                <a:gd name="T73" fmla="*/ 242 h 457"/>
                <a:gd name="T74" fmla="*/ 502 w 785"/>
                <a:gd name="T75" fmla="*/ 290 h 457"/>
                <a:gd name="T76" fmla="*/ 422 w 785"/>
                <a:gd name="T77" fmla="*/ 315 h 457"/>
                <a:gd name="T78" fmla="*/ 422 w 785"/>
                <a:gd name="T79" fmla="*/ 391 h 457"/>
                <a:gd name="T80" fmla="*/ 483 w 785"/>
                <a:gd name="T81" fmla="*/ 356 h 457"/>
                <a:gd name="T82" fmla="*/ 483 w 785"/>
                <a:gd name="T83" fmla="*/ 356 h 457"/>
                <a:gd name="T84" fmla="*/ 483 w 785"/>
                <a:gd name="T85" fmla="*/ 356 h 457"/>
                <a:gd name="T86" fmla="*/ 338 w 785"/>
                <a:gd name="T87" fmla="*/ 260 h 457"/>
                <a:gd name="T88" fmla="*/ 450 w 785"/>
                <a:gd name="T89" fmla="*/ 260 h 457"/>
                <a:gd name="T90" fmla="*/ 450 w 785"/>
                <a:gd name="T91" fmla="*/ 195 h 457"/>
                <a:gd name="T92" fmla="*/ 338 w 785"/>
                <a:gd name="T93" fmla="*/ 195 h 457"/>
                <a:gd name="T94" fmla="*/ 338 w 785"/>
                <a:gd name="T95" fmla="*/ 260 h 4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785" h="457">
                  <a:moveTo>
                    <a:pt x="483" y="356"/>
                  </a:moveTo>
                  <a:cubicBezTo>
                    <a:pt x="523" y="379"/>
                    <a:pt x="523" y="379"/>
                    <a:pt x="523" y="379"/>
                  </a:cubicBezTo>
                  <a:cubicBezTo>
                    <a:pt x="389" y="457"/>
                    <a:pt x="389" y="457"/>
                    <a:pt x="389" y="457"/>
                  </a:cubicBezTo>
                  <a:cubicBezTo>
                    <a:pt x="255" y="379"/>
                    <a:pt x="255" y="379"/>
                    <a:pt x="255" y="379"/>
                  </a:cubicBezTo>
                  <a:cubicBezTo>
                    <a:pt x="295" y="356"/>
                    <a:pt x="295" y="356"/>
                    <a:pt x="295" y="356"/>
                  </a:cubicBezTo>
                  <a:cubicBezTo>
                    <a:pt x="356" y="391"/>
                    <a:pt x="356" y="391"/>
                    <a:pt x="356" y="391"/>
                  </a:cubicBezTo>
                  <a:cubicBezTo>
                    <a:pt x="356" y="313"/>
                    <a:pt x="356" y="313"/>
                    <a:pt x="356" y="313"/>
                  </a:cubicBezTo>
                  <a:cubicBezTo>
                    <a:pt x="330" y="309"/>
                    <a:pt x="306" y="302"/>
                    <a:pt x="286" y="290"/>
                  </a:cubicBezTo>
                  <a:cubicBezTo>
                    <a:pt x="266" y="279"/>
                    <a:pt x="253" y="264"/>
                    <a:pt x="246" y="249"/>
                  </a:cubicBezTo>
                  <a:cubicBezTo>
                    <a:pt x="113" y="249"/>
                    <a:pt x="113" y="249"/>
                    <a:pt x="113" y="249"/>
                  </a:cubicBezTo>
                  <a:cubicBezTo>
                    <a:pt x="174" y="285"/>
                    <a:pt x="174" y="285"/>
                    <a:pt x="174" y="285"/>
                  </a:cubicBezTo>
                  <a:cubicBezTo>
                    <a:pt x="134" y="308"/>
                    <a:pt x="134" y="308"/>
                    <a:pt x="134" y="308"/>
                  </a:cubicBezTo>
                  <a:cubicBezTo>
                    <a:pt x="0" y="230"/>
                    <a:pt x="0" y="230"/>
                    <a:pt x="0" y="230"/>
                  </a:cubicBezTo>
                  <a:cubicBezTo>
                    <a:pt x="134" y="153"/>
                    <a:pt x="134" y="153"/>
                    <a:pt x="134" y="153"/>
                  </a:cubicBezTo>
                  <a:cubicBezTo>
                    <a:pt x="174" y="176"/>
                    <a:pt x="174" y="176"/>
                    <a:pt x="174" y="176"/>
                  </a:cubicBezTo>
                  <a:cubicBezTo>
                    <a:pt x="113" y="211"/>
                    <a:pt x="113" y="211"/>
                    <a:pt x="113" y="211"/>
                  </a:cubicBezTo>
                  <a:cubicBezTo>
                    <a:pt x="244" y="211"/>
                    <a:pt x="244" y="211"/>
                    <a:pt x="244" y="211"/>
                  </a:cubicBezTo>
                  <a:cubicBezTo>
                    <a:pt x="249" y="194"/>
                    <a:pt x="263" y="178"/>
                    <a:pt x="286" y="165"/>
                  </a:cubicBezTo>
                  <a:cubicBezTo>
                    <a:pt x="309" y="151"/>
                    <a:pt x="339" y="143"/>
                    <a:pt x="369" y="140"/>
                  </a:cubicBezTo>
                  <a:cubicBezTo>
                    <a:pt x="369" y="66"/>
                    <a:pt x="369" y="66"/>
                    <a:pt x="369" y="66"/>
                  </a:cubicBezTo>
                  <a:cubicBezTo>
                    <a:pt x="308" y="101"/>
                    <a:pt x="308" y="101"/>
                    <a:pt x="308" y="101"/>
                  </a:cubicBezTo>
                  <a:cubicBezTo>
                    <a:pt x="268" y="78"/>
                    <a:pt x="268" y="78"/>
                    <a:pt x="268" y="78"/>
                  </a:cubicBezTo>
                  <a:cubicBezTo>
                    <a:pt x="402" y="0"/>
                    <a:pt x="402" y="0"/>
                    <a:pt x="402" y="0"/>
                  </a:cubicBezTo>
                  <a:cubicBezTo>
                    <a:pt x="536" y="78"/>
                    <a:pt x="536" y="78"/>
                    <a:pt x="536" y="78"/>
                  </a:cubicBezTo>
                  <a:cubicBezTo>
                    <a:pt x="496" y="101"/>
                    <a:pt x="496" y="101"/>
                    <a:pt x="496" y="101"/>
                  </a:cubicBezTo>
                  <a:cubicBezTo>
                    <a:pt x="435" y="66"/>
                    <a:pt x="435" y="66"/>
                    <a:pt x="435" y="66"/>
                  </a:cubicBezTo>
                  <a:cubicBezTo>
                    <a:pt x="435" y="87"/>
                    <a:pt x="435" y="117"/>
                    <a:pt x="435" y="142"/>
                  </a:cubicBezTo>
                  <a:cubicBezTo>
                    <a:pt x="460" y="146"/>
                    <a:pt x="483" y="154"/>
                    <a:pt x="502" y="165"/>
                  </a:cubicBezTo>
                  <a:cubicBezTo>
                    <a:pt x="521" y="176"/>
                    <a:pt x="534" y="190"/>
                    <a:pt x="541" y="204"/>
                  </a:cubicBezTo>
                  <a:cubicBezTo>
                    <a:pt x="672" y="204"/>
                    <a:pt x="672" y="204"/>
                    <a:pt x="672" y="204"/>
                  </a:cubicBezTo>
                  <a:cubicBezTo>
                    <a:pt x="611" y="169"/>
                    <a:pt x="611" y="169"/>
                    <a:pt x="611" y="169"/>
                  </a:cubicBezTo>
                  <a:cubicBezTo>
                    <a:pt x="650" y="145"/>
                    <a:pt x="650" y="145"/>
                    <a:pt x="650" y="145"/>
                  </a:cubicBezTo>
                  <a:cubicBezTo>
                    <a:pt x="785" y="223"/>
                    <a:pt x="785" y="223"/>
                    <a:pt x="785" y="223"/>
                  </a:cubicBezTo>
                  <a:cubicBezTo>
                    <a:pt x="651" y="301"/>
                    <a:pt x="651" y="301"/>
                    <a:pt x="651" y="301"/>
                  </a:cubicBezTo>
                  <a:cubicBezTo>
                    <a:pt x="611" y="278"/>
                    <a:pt x="611" y="278"/>
                    <a:pt x="611" y="278"/>
                  </a:cubicBezTo>
                  <a:cubicBezTo>
                    <a:pt x="672" y="242"/>
                    <a:pt x="672" y="242"/>
                    <a:pt x="672" y="242"/>
                  </a:cubicBezTo>
                  <a:cubicBezTo>
                    <a:pt x="637" y="242"/>
                    <a:pt x="587" y="242"/>
                    <a:pt x="545" y="242"/>
                  </a:cubicBezTo>
                  <a:cubicBezTo>
                    <a:pt x="540" y="260"/>
                    <a:pt x="526" y="277"/>
                    <a:pt x="502" y="290"/>
                  </a:cubicBezTo>
                  <a:cubicBezTo>
                    <a:pt x="480" y="303"/>
                    <a:pt x="451" y="312"/>
                    <a:pt x="422" y="315"/>
                  </a:cubicBezTo>
                  <a:cubicBezTo>
                    <a:pt x="422" y="391"/>
                    <a:pt x="422" y="391"/>
                    <a:pt x="422" y="391"/>
                  </a:cubicBezTo>
                  <a:cubicBezTo>
                    <a:pt x="483" y="356"/>
                    <a:pt x="483" y="356"/>
                    <a:pt x="483" y="356"/>
                  </a:cubicBezTo>
                  <a:cubicBezTo>
                    <a:pt x="483" y="356"/>
                    <a:pt x="483" y="356"/>
                    <a:pt x="483" y="356"/>
                  </a:cubicBezTo>
                  <a:cubicBezTo>
                    <a:pt x="483" y="356"/>
                    <a:pt x="483" y="356"/>
                    <a:pt x="483" y="356"/>
                  </a:cubicBezTo>
                  <a:close/>
                  <a:moveTo>
                    <a:pt x="338" y="260"/>
                  </a:moveTo>
                  <a:cubicBezTo>
                    <a:pt x="369" y="278"/>
                    <a:pt x="419" y="278"/>
                    <a:pt x="450" y="260"/>
                  </a:cubicBezTo>
                  <a:cubicBezTo>
                    <a:pt x="481" y="242"/>
                    <a:pt x="481" y="213"/>
                    <a:pt x="450" y="195"/>
                  </a:cubicBezTo>
                  <a:cubicBezTo>
                    <a:pt x="419" y="177"/>
                    <a:pt x="368" y="177"/>
                    <a:pt x="338" y="195"/>
                  </a:cubicBezTo>
                  <a:cubicBezTo>
                    <a:pt x="307" y="213"/>
                    <a:pt x="307" y="242"/>
                    <a:pt x="338" y="260"/>
                  </a:cubicBezTo>
                </a:path>
              </a:pathLst>
            </a:custGeom>
            <a:solidFill>
              <a:srgbClr val="1D2977"/>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11" name="未知"/>
            <p:cNvSpPr>
              <a:spLocks noEditPoints="1"/>
            </p:cNvSpPr>
            <p:nvPr/>
          </p:nvSpPr>
          <p:spPr bwMode="auto">
            <a:xfrm>
              <a:off x="80" y="42"/>
              <a:ext cx="416" cy="241"/>
            </a:xfrm>
            <a:custGeom>
              <a:avLst/>
              <a:gdLst>
                <a:gd name="T0" fmla="*/ 483 w 785"/>
                <a:gd name="T1" fmla="*/ 355 h 456"/>
                <a:gd name="T2" fmla="*/ 523 w 785"/>
                <a:gd name="T3" fmla="*/ 379 h 456"/>
                <a:gd name="T4" fmla="*/ 389 w 785"/>
                <a:gd name="T5" fmla="*/ 456 h 456"/>
                <a:gd name="T6" fmla="*/ 255 w 785"/>
                <a:gd name="T7" fmla="*/ 379 h 456"/>
                <a:gd name="T8" fmla="*/ 295 w 785"/>
                <a:gd name="T9" fmla="*/ 355 h 456"/>
                <a:gd name="T10" fmla="*/ 356 w 785"/>
                <a:gd name="T11" fmla="*/ 391 h 456"/>
                <a:gd name="T12" fmla="*/ 356 w 785"/>
                <a:gd name="T13" fmla="*/ 313 h 456"/>
                <a:gd name="T14" fmla="*/ 286 w 785"/>
                <a:gd name="T15" fmla="*/ 290 h 456"/>
                <a:gd name="T16" fmla="*/ 246 w 785"/>
                <a:gd name="T17" fmla="*/ 249 h 456"/>
                <a:gd name="T18" fmla="*/ 113 w 785"/>
                <a:gd name="T19" fmla="*/ 249 h 456"/>
                <a:gd name="T20" fmla="*/ 174 w 785"/>
                <a:gd name="T21" fmla="*/ 284 h 456"/>
                <a:gd name="T22" fmla="*/ 134 w 785"/>
                <a:gd name="T23" fmla="*/ 308 h 456"/>
                <a:gd name="T24" fmla="*/ 0 w 785"/>
                <a:gd name="T25" fmla="*/ 230 h 456"/>
                <a:gd name="T26" fmla="*/ 134 w 785"/>
                <a:gd name="T27" fmla="*/ 152 h 456"/>
                <a:gd name="T28" fmla="*/ 174 w 785"/>
                <a:gd name="T29" fmla="*/ 175 h 456"/>
                <a:gd name="T30" fmla="*/ 113 w 785"/>
                <a:gd name="T31" fmla="*/ 211 h 456"/>
                <a:gd name="T32" fmla="*/ 244 w 785"/>
                <a:gd name="T33" fmla="*/ 211 h 456"/>
                <a:gd name="T34" fmla="*/ 286 w 785"/>
                <a:gd name="T35" fmla="*/ 165 h 456"/>
                <a:gd name="T36" fmla="*/ 369 w 785"/>
                <a:gd name="T37" fmla="*/ 140 h 456"/>
                <a:gd name="T38" fmla="*/ 369 w 785"/>
                <a:gd name="T39" fmla="*/ 65 h 456"/>
                <a:gd name="T40" fmla="*/ 308 w 785"/>
                <a:gd name="T41" fmla="*/ 101 h 456"/>
                <a:gd name="T42" fmla="*/ 268 w 785"/>
                <a:gd name="T43" fmla="*/ 78 h 456"/>
                <a:gd name="T44" fmla="*/ 402 w 785"/>
                <a:gd name="T45" fmla="*/ 0 h 456"/>
                <a:gd name="T46" fmla="*/ 536 w 785"/>
                <a:gd name="T47" fmla="*/ 78 h 456"/>
                <a:gd name="T48" fmla="*/ 496 w 785"/>
                <a:gd name="T49" fmla="*/ 101 h 456"/>
                <a:gd name="T50" fmla="*/ 435 w 785"/>
                <a:gd name="T51" fmla="*/ 65 h 456"/>
                <a:gd name="T52" fmla="*/ 435 w 785"/>
                <a:gd name="T53" fmla="*/ 142 h 456"/>
                <a:gd name="T54" fmla="*/ 502 w 785"/>
                <a:gd name="T55" fmla="*/ 165 h 456"/>
                <a:gd name="T56" fmla="*/ 541 w 785"/>
                <a:gd name="T57" fmla="*/ 204 h 456"/>
                <a:gd name="T58" fmla="*/ 672 w 785"/>
                <a:gd name="T59" fmla="*/ 204 h 456"/>
                <a:gd name="T60" fmla="*/ 611 w 785"/>
                <a:gd name="T61" fmla="*/ 168 h 456"/>
                <a:gd name="T62" fmla="*/ 650 w 785"/>
                <a:gd name="T63" fmla="*/ 145 h 456"/>
                <a:gd name="T64" fmla="*/ 785 w 785"/>
                <a:gd name="T65" fmla="*/ 223 h 456"/>
                <a:gd name="T66" fmla="*/ 651 w 785"/>
                <a:gd name="T67" fmla="*/ 300 h 456"/>
                <a:gd name="T68" fmla="*/ 611 w 785"/>
                <a:gd name="T69" fmla="*/ 277 h 456"/>
                <a:gd name="T70" fmla="*/ 672 w 785"/>
                <a:gd name="T71" fmla="*/ 242 h 456"/>
                <a:gd name="T72" fmla="*/ 545 w 785"/>
                <a:gd name="T73" fmla="*/ 242 h 456"/>
                <a:gd name="T74" fmla="*/ 502 w 785"/>
                <a:gd name="T75" fmla="*/ 290 h 456"/>
                <a:gd name="T76" fmla="*/ 422 w 785"/>
                <a:gd name="T77" fmla="*/ 314 h 456"/>
                <a:gd name="T78" fmla="*/ 422 w 785"/>
                <a:gd name="T79" fmla="*/ 391 h 456"/>
                <a:gd name="T80" fmla="*/ 483 w 785"/>
                <a:gd name="T81" fmla="*/ 355 h 456"/>
                <a:gd name="T82" fmla="*/ 483 w 785"/>
                <a:gd name="T83" fmla="*/ 355 h 456"/>
                <a:gd name="T84" fmla="*/ 483 w 785"/>
                <a:gd name="T85" fmla="*/ 355 h 456"/>
                <a:gd name="T86" fmla="*/ 338 w 785"/>
                <a:gd name="T87" fmla="*/ 260 h 456"/>
                <a:gd name="T88" fmla="*/ 450 w 785"/>
                <a:gd name="T89" fmla="*/ 260 h 456"/>
                <a:gd name="T90" fmla="*/ 450 w 785"/>
                <a:gd name="T91" fmla="*/ 195 h 456"/>
                <a:gd name="T92" fmla="*/ 338 w 785"/>
                <a:gd name="T93" fmla="*/ 195 h 456"/>
                <a:gd name="T94" fmla="*/ 338 w 785"/>
                <a:gd name="T95" fmla="*/ 260 h 4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785" h="456">
                  <a:moveTo>
                    <a:pt x="483" y="355"/>
                  </a:moveTo>
                  <a:cubicBezTo>
                    <a:pt x="523" y="379"/>
                    <a:pt x="523" y="379"/>
                    <a:pt x="523" y="379"/>
                  </a:cubicBezTo>
                  <a:cubicBezTo>
                    <a:pt x="389" y="456"/>
                    <a:pt x="389" y="456"/>
                    <a:pt x="389" y="456"/>
                  </a:cubicBezTo>
                  <a:cubicBezTo>
                    <a:pt x="255" y="379"/>
                    <a:pt x="255" y="379"/>
                    <a:pt x="255" y="379"/>
                  </a:cubicBezTo>
                  <a:cubicBezTo>
                    <a:pt x="295" y="355"/>
                    <a:pt x="295" y="355"/>
                    <a:pt x="295" y="355"/>
                  </a:cubicBezTo>
                  <a:cubicBezTo>
                    <a:pt x="356" y="391"/>
                    <a:pt x="356" y="391"/>
                    <a:pt x="356" y="391"/>
                  </a:cubicBezTo>
                  <a:cubicBezTo>
                    <a:pt x="356" y="313"/>
                    <a:pt x="356" y="313"/>
                    <a:pt x="356" y="313"/>
                  </a:cubicBezTo>
                  <a:cubicBezTo>
                    <a:pt x="330" y="309"/>
                    <a:pt x="306" y="301"/>
                    <a:pt x="286" y="290"/>
                  </a:cubicBezTo>
                  <a:cubicBezTo>
                    <a:pt x="266" y="278"/>
                    <a:pt x="253" y="264"/>
                    <a:pt x="246" y="249"/>
                  </a:cubicBezTo>
                  <a:cubicBezTo>
                    <a:pt x="113" y="249"/>
                    <a:pt x="113" y="249"/>
                    <a:pt x="113" y="249"/>
                  </a:cubicBezTo>
                  <a:cubicBezTo>
                    <a:pt x="174" y="284"/>
                    <a:pt x="174" y="284"/>
                    <a:pt x="174" y="284"/>
                  </a:cubicBezTo>
                  <a:cubicBezTo>
                    <a:pt x="134" y="308"/>
                    <a:pt x="134" y="308"/>
                    <a:pt x="134" y="308"/>
                  </a:cubicBezTo>
                  <a:cubicBezTo>
                    <a:pt x="0" y="230"/>
                    <a:pt x="0" y="230"/>
                    <a:pt x="0" y="230"/>
                  </a:cubicBezTo>
                  <a:cubicBezTo>
                    <a:pt x="134" y="152"/>
                    <a:pt x="134" y="152"/>
                    <a:pt x="134" y="152"/>
                  </a:cubicBezTo>
                  <a:cubicBezTo>
                    <a:pt x="174" y="175"/>
                    <a:pt x="174" y="175"/>
                    <a:pt x="174" y="175"/>
                  </a:cubicBezTo>
                  <a:cubicBezTo>
                    <a:pt x="113" y="211"/>
                    <a:pt x="113" y="211"/>
                    <a:pt x="113" y="211"/>
                  </a:cubicBezTo>
                  <a:cubicBezTo>
                    <a:pt x="244" y="211"/>
                    <a:pt x="244" y="211"/>
                    <a:pt x="244" y="211"/>
                  </a:cubicBezTo>
                  <a:cubicBezTo>
                    <a:pt x="249" y="194"/>
                    <a:pt x="263" y="178"/>
                    <a:pt x="286" y="165"/>
                  </a:cubicBezTo>
                  <a:cubicBezTo>
                    <a:pt x="309" y="151"/>
                    <a:pt x="339" y="143"/>
                    <a:pt x="369" y="140"/>
                  </a:cubicBezTo>
                  <a:cubicBezTo>
                    <a:pt x="369" y="65"/>
                    <a:pt x="369" y="65"/>
                    <a:pt x="369" y="65"/>
                  </a:cubicBezTo>
                  <a:cubicBezTo>
                    <a:pt x="308" y="101"/>
                    <a:pt x="308" y="101"/>
                    <a:pt x="308" y="101"/>
                  </a:cubicBezTo>
                  <a:cubicBezTo>
                    <a:pt x="268" y="78"/>
                    <a:pt x="268" y="78"/>
                    <a:pt x="268" y="78"/>
                  </a:cubicBezTo>
                  <a:cubicBezTo>
                    <a:pt x="402" y="0"/>
                    <a:pt x="402" y="0"/>
                    <a:pt x="402" y="0"/>
                  </a:cubicBezTo>
                  <a:cubicBezTo>
                    <a:pt x="536" y="78"/>
                    <a:pt x="536" y="78"/>
                    <a:pt x="536" y="78"/>
                  </a:cubicBezTo>
                  <a:cubicBezTo>
                    <a:pt x="496" y="101"/>
                    <a:pt x="496" y="101"/>
                    <a:pt x="496" y="101"/>
                  </a:cubicBezTo>
                  <a:cubicBezTo>
                    <a:pt x="435" y="65"/>
                    <a:pt x="435" y="65"/>
                    <a:pt x="435" y="65"/>
                  </a:cubicBezTo>
                  <a:cubicBezTo>
                    <a:pt x="435" y="87"/>
                    <a:pt x="435" y="117"/>
                    <a:pt x="435" y="142"/>
                  </a:cubicBezTo>
                  <a:cubicBezTo>
                    <a:pt x="460" y="146"/>
                    <a:pt x="483" y="154"/>
                    <a:pt x="502" y="165"/>
                  </a:cubicBezTo>
                  <a:cubicBezTo>
                    <a:pt x="521" y="176"/>
                    <a:pt x="534" y="189"/>
                    <a:pt x="541" y="204"/>
                  </a:cubicBezTo>
                  <a:cubicBezTo>
                    <a:pt x="672" y="204"/>
                    <a:pt x="672" y="204"/>
                    <a:pt x="672" y="204"/>
                  </a:cubicBezTo>
                  <a:cubicBezTo>
                    <a:pt x="611" y="168"/>
                    <a:pt x="611" y="168"/>
                    <a:pt x="611" y="168"/>
                  </a:cubicBezTo>
                  <a:cubicBezTo>
                    <a:pt x="650" y="145"/>
                    <a:pt x="650" y="145"/>
                    <a:pt x="650" y="145"/>
                  </a:cubicBezTo>
                  <a:cubicBezTo>
                    <a:pt x="785" y="223"/>
                    <a:pt x="785" y="223"/>
                    <a:pt x="785" y="223"/>
                  </a:cubicBezTo>
                  <a:cubicBezTo>
                    <a:pt x="651" y="300"/>
                    <a:pt x="651" y="300"/>
                    <a:pt x="651" y="300"/>
                  </a:cubicBezTo>
                  <a:cubicBezTo>
                    <a:pt x="611" y="277"/>
                    <a:pt x="611" y="277"/>
                    <a:pt x="611" y="277"/>
                  </a:cubicBezTo>
                  <a:cubicBezTo>
                    <a:pt x="672" y="242"/>
                    <a:pt x="672" y="242"/>
                    <a:pt x="672" y="242"/>
                  </a:cubicBezTo>
                  <a:cubicBezTo>
                    <a:pt x="637" y="242"/>
                    <a:pt x="587" y="242"/>
                    <a:pt x="545" y="242"/>
                  </a:cubicBezTo>
                  <a:cubicBezTo>
                    <a:pt x="540" y="259"/>
                    <a:pt x="526" y="276"/>
                    <a:pt x="502" y="290"/>
                  </a:cubicBezTo>
                  <a:cubicBezTo>
                    <a:pt x="480" y="303"/>
                    <a:pt x="451" y="311"/>
                    <a:pt x="422" y="314"/>
                  </a:cubicBezTo>
                  <a:cubicBezTo>
                    <a:pt x="422" y="391"/>
                    <a:pt x="422" y="391"/>
                    <a:pt x="422" y="391"/>
                  </a:cubicBezTo>
                  <a:cubicBezTo>
                    <a:pt x="483" y="355"/>
                    <a:pt x="483" y="355"/>
                    <a:pt x="483" y="355"/>
                  </a:cubicBezTo>
                  <a:cubicBezTo>
                    <a:pt x="483" y="355"/>
                    <a:pt x="483" y="355"/>
                    <a:pt x="483" y="355"/>
                  </a:cubicBezTo>
                  <a:cubicBezTo>
                    <a:pt x="483" y="355"/>
                    <a:pt x="483" y="355"/>
                    <a:pt x="483" y="355"/>
                  </a:cubicBezTo>
                  <a:close/>
                  <a:moveTo>
                    <a:pt x="338" y="260"/>
                  </a:moveTo>
                  <a:cubicBezTo>
                    <a:pt x="369" y="278"/>
                    <a:pt x="419" y="278"/>
                    <a:pt x="450" y="260"/>
                  </a:cubicBezTo>
                  <a:cubicBezTo>
                    <a:pt x="481" y="242"/>
                    <a:pt x="481" y="213"/>
                    <a:pt x="450" y="195"/>
                  </a:cubicBezTo>
                  <a:cubicBezTo>
                    <a:pt x="419" y="177"/>
                    <a:pt x="368" y="177"/>
                    <a:pt x="338" y="195"/>
                  </a:cubicBezTo>
                  <a:cubicBezTo>
                    <a:pt x="307" y="213"/>
                    <a:pt x="307" y="242"/>
                    <a:pt x="338" y="260"/>
                  </a:cubicBezTo>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12" name="未知"/>
            <p:cNvSpPr/>
            <p:nvPr/>
          </p:nvSpPr>
          <p:spPr bwMode="auto">
            <a:xfrm>
              <a:off x="49" y="226"/>
              <a:ext cx="30" cy="48"/>
            </a:xfrm>
            <a:custGeom>
              <a:avLst/>
              <a:gdLst>
                <a:gd name="T0" fmla="*/ 27 w 56"/>
                <a:gd name="T1" fmla="*/ 5 h 92"/>
                <a:gd name="T2" fmla="*/ 46 w 56"/>
                <a:gd name="T3" fmla="*/ 21 h 92"/>
                <a:gd name="T4" fmla="*/ 54 w 56"/>
                <a:gd name="T5" fmla="*/ 45 h 92"/>
                <a:gd name="T6" fmla="*/ 40 w 56"/>
                <a:gd name="T7" fmla="*/ 36 h 92"/>
                <a:gd name="T8" fmla="*/ 27 w 56"/>
                <a:gd name="T9" fmla="*/ 17 h 92"/>
                <a:gd name="T10" fmla="*/ 20 w 56"/>
                <a:gd name="T11" fmla="*/ 15 h 92"/>
                <a:gd name="T12" fmla="*/ 17 w 56"/>
                <a:gd name="T13" fmla="*/ 20 h 92"/>
                <a:gd name="T14" fmla="*/ 20 w 56"/>
                <a:gd name="T15" fmla="*/ 28 h 92"/>
                <a:gd name="T16" fmla="*/ 36 w 56"/>
                <a:gd name="T17" fmla="*/ 43 h 92"/>
                <a:gd name="T18" fmla="*/ 48 w 56"/>
                <a:gd name="T19" fmla="*/ 55 h 92"/>
                <a:gd name="T20" fmla="*/ 56 w 56"/>
                <a:gd name="T21" fmla="*/ 77 h 92"/>
                <a:gd name="T22" fmla="*/ 49 w 56"/>
                <a:gd name="T23" fmla="*/ 90 h 92"/>
                <a:gd name="T24" fmla="*/ 28 w 56"/>
                <a:gd name="T25" fmla="*/ 85 h 92"/>
                <a:gd name="T26" fmla="*/ 9 w 56"/>
                <a:gd name="T27" fmla="*/ 67 h 92"/>
                <a:gd name="T28" fmla="*/ 0 w 56"/>
                <a:gd name="T29" fmla="*/ 42 h 92"/>
                <a:gd name="T30" fmla="*/ 14 w 56"/>
                <a:gd name="T31" fmla="*/ 50 h 92"/>
                <a:gd name="T32" fmla="*/ 19 w 56"/>
                <a:gd name="T33" fmla="*/ 63 h 92"/>
                <a:gd name="T34" fmla="*/ 29 w 56"/>
                <a:gd name="T35" fmla="*/ 72 h 92"/>
                <a:gd name="T36" fmla="*/ 37 w 56"/>
                <a:gd name="T37" fmla="*/ 75 h 92"/>
                <a:gd name="T38" fmla="*/ 42 w 56"/>
                <a:gd name="T39" fmla="*/ 70 h 92"/>
                <a:gd name="T40" fmla="*/ 32 w 56"/>
                <a:gd name="T41" fmla="*/ 55 h 92"/>
                <a:gd name="T42" fmla="*/ 13 w 56"/>
                <a:gd name="T43" fmla="*/ 37 h 92"/>
                <a:gd name="T44" fmla="*/ 2 w 56"/>
                <a:gd name="T45" fmla="*/ 13 h 92"/>
                <a:gd name="T46" fmla="*/ 10 w 56"/>
                <a:gd name="T47" fmla="*/ 1 h 92"/>
                <a:gd name="T48" fmla="*/ 27 w 56"/>
                <a:gd name="T49" fmla="*/ 5 h 92"/>
                <a:gd name="T50" fmla="*/ 27 w 56"/>
                <a:gd name="T51" fmla="*/ 5 h 92"/>
                <a:gd name="T52" fmla="*/ 27 w 56"/>
                <a:gd name="T53" fmla="*/ 5 h 92"/>
                <a:gd name="T54" fmla="*/ 27 w 56"/>
                <a:gd name="T55" fmla="*/ 5 h 92"/>
                <a:gd name="T56" fmla="*/ 27 w 56"/>
                <a:gd name="T57" fmla="*/ 5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6" h="92">
                  <a:moveTo>
                    <a:pt x="27" y="5"/>
                  </a:moveTo>
                  <a:cubicBezTo>
                    <a:pt x="35" y="9"/>
                    <a:pt x="41" y="15"/>
                    <a:pt x="46" y="21"/>
                  </a:cubicBezTo>
                  <a:cubicBezTo>
                    <a:pt x="51" y="28"/>
                    <a:pt x="54" y="36"/>
                    <a:pt x="54" y="45"/>
                  </a:cubicBezTo>
                  <a:cubicBezTo>
                    <a:pt x="40" y="36"/>
                    <a:pt x="40" y="36"/>
                    <a:pt x="40" y="36"/>
                  </a:cubicBezTo>
                  <a:cubicBezTo>
                    <a:pt x="39" y="29"/>
                    <a:pt x="35" y="22"/>
                    <a:pt x="27" y="17"/>
                  </a:cubicBezTo>
                  <a:cubicBezTo>
                    <a:pt x="24" y="16"/>
                    <a:pt x="22" y="15"/>
                    <a:pt x="20" y="15"/>
                  </a:cubicBezTo>
                  <a:cubicBezTo>
                    <a:pt x="18" y="16"/>
                    <a:pt x="17" y="17"/>
                    <a:pt x="17" y="20"/>
                  </a:cubicBezTo>
                  <a:cubicBezTo>
                    <a:pt x="17" y="23"/>
                    <a:pt x="18" y="26"/>
                    <a:pt x="20" y="28"/>
                  </a:cubicBezTo>
                  <a:cubicBezTo>
                    <a:pt x="22" y="30"/>
                    <a:pt x="27" y="35"/>
                    <a:pt x="36" y="43"/>
                  </a:cubicBezTo>
                  <a:cubicBezTo>
                    <a:pt x="42" y="48"/>
                    <a:pt x="45" y="52"/>
                    <a:pt x="48" y="55"/>
                  </a:cubicBezTo>
                  <a:cubicBezTo>
                    <a:pt x="53" y="62"/>
                    <a:pt x="56" y="69"/>
                    <a:pt x="56" y="77"/>
                  </a:cubicBezTo>
                  <a:cubicBezTo>
                    <a:pt x="56" y="84"/>
                    <a:pt x="54" y="88"/>
                    <a:pt x="49" y="90"/>
                  </a:cubicBezTo>
                  <a:cubicBezTo>
                    <a:pt x="44" y="92"/>
                    <a:pt x="37" y="90"/>
                    <a:pt x="28" y="85"/>
                  </a:cubicBezTo>
                  <a:cubicBezTo>
                    <a:pt x="20" y="81"/>
                    <a:pt x="14" y="75"/>
                    <a:pt x="9" y="67"/>
                  </a:cubicBezTo>
                  <a:cubicBezTo>
                    <a:pt x="3" y="59"/>
                    <a:pt x="0" y="51"/>
                    <a:pt x="0" y="42"/>
                  </a:cubicBezTo>
                  <a:cubicBezTo>
                    <a:pt x="14" y="50"/>
                    <a:pt x="14" y="50"/>
                    <a:pt x="14" y="50"/>
                  </a:cubicBezTo>
                  <a:cubicBezTo>
                    <a:pt x="14" y="55"/>
                    <a:pt x="16" y="59"/>
                    <a:pt x="19" y="63"/>
                  </a:cubicBezTo>
                  <a:cubicBezTo>
                    <a:pt x="21" y="67"/>
                    <a:pt x="25" y="70"/>
                    <a:pt x="29" y="72"/>
                  </a:cubicBezTo>
                  <a:cubicBezTo>
                    <a:pt x="32" y="74"/>
                    <a:pt x="35" y="75"/>
                    <a:pt x="37" y="75"/>
                  </a:cubicBezTo>
                  <a:cubicBezTo>
                    <a:pt x="40" y="76"/>
                    <a:pt x="42" y="74"/>
                    <a:pt x="42" y="70"/>
                  </a:cubicBezTo>
                  <a:cubicBezTo>
                    <a:pt x="42" y="66"/>
                    <a:pt x="38" y="61"/>
                    <a:pt x="32" y="55"/>
                  </a:cubicBezTo>
                  <a:cubicBezTo>
                    <a:pt x="20" y="44"/>
                    <a:pt x="14" y="38"/>
                    <a:pt x="13" y="37"/>
                  </a:cubicBezTo>
                  <a:cubicBezTo>
                    <a:pt x="6" y="29"/>
                    <a:pt x="2" y="22"/>
                    <a:pt x="2" y="13"/>
                  </a:cubicBezTo>
                  <a:cubicBezTo>
                    <a:pt x="2" y="6"/>
                    <a:pt x="5" y="2"/>
                    <a:pt x="10" y="1"/>
                  </a:cubicBezTo>
                  <a:cubicBezTo>
                    <a:pt x="15" y="0"/>
                    <a:pt x="21" y="1"/>
                    <a:pt x="27" y="5"/>
                  </a:cubicBezTo>
                  <a:cubicBezTo>
                    <a:pt x="27" y="5"/>
                    <a:pt x="27" y="5"/>
                    <a:pt x="27" y="5"/>
                  </a:cubicBezTo>
                  <a:cubicBezTo>
                    <a:pt x="27" y="5"/>
                    <a:pt x="27" y="5"/>
                    <a:pt x="27" y="5"/>
                  </a:cubicBezTo>
                  <a:cubicBezTo>
                    <a:pt x="27" y="5"/>
                    <a:pt x="27" y="5"/>
                    <a:pt x="27" y="5"/>
                  </a:cubicBezTo>
                  <a:cubicBezTo>
                    <a:pt x="27" y="5"/>
                    <a:pt x="27" y="5"/>
                    <a:pt x="27" y="5"/>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13" name="未知"/>
            <p:cNvSpPr/>
            <p:nvPr/>
          </p:nvSpPr>
          <p:spPr bwMode="auto">
            <a:xfrm>
              <a:off x="80" y="238"/>
              <a:ext cx="46" cy="62"/>
            </a:xfrm>
            <a:custGeom>
              <a:avLst/>
              <a:gdLst>
                <a:gd name="T0" fmla="*/ 46 w 46"/>
                <a:gd name="T1" fmla="*/ 27 h 62"/>
                <a:gd name="T2" fmla="*/ 36 w 46"/>
                <a:gd name="T3" fmla="*/ 62 h 62"/>
                <a:gd name="T4" fmla="*/ 29 w 46"/>
                <a:gd name="T5" fmla="*/ 57 h 62"/>
                <a:gd name="T6" fmla="*/ 23 w 46"/>
                <a:gd name="T7" fmla="*/ 27 h 62"/>
                <a:gd name="T8" fmla="*/ 17 w 46"/>
                <a:gd name="T9" fmla="*/ 51 h 62"/>
                <a:gd name="T10" fmla="*/ 9 w 46"/>
                <a:gd name="T11" fmla="*/ 46 h 62"/>
                <a:gd name="T12" fmla="*/ 0 w 46"/>
                <a:gd name="T13" fmla="*/ 0 h 62"/>
                <a:gd name="T14" fmla="*/ 8 w 46"/>
                <a:gd name="T15" fmla="*/ 5 h 62"/>
                <a:gd name="T16" fmla="*/ 13 w 46"/>
                <a:gd name="T17" fmla="*/ 36 h 62"/>
                <a:gd name="T18" fmla="*/ 19 w 46"/>
                <a:gd name="T19" fmla="*/ 12 h 62"/>
                <a:gd name="T20" fmla="*/ 27 w 46"/>
                <a:gd name="T21" fmla="*/ 16 h 62"/>
                <a:gd name="T22" fmla="*/ 33 w 46"/>
                <a:gd name="T23" fmla="*/ 47 h 62"/>
                <a:gd name="T24" fmla="*/ 38 w 46"/>
                <a:gd name="T25" fmla="*/ 23 h 62"/>
                <a:gd name="T26" fmla="*/ 46 w 46"/>
                <a:gd name="T27" fmla="*/ 27 h 62"/>
                <a:gd name="T28" fmla="*/ 46 w 46"/>
                <a:gd name="T29" fmla="*/ 27 h 62"/>
                <a:gd name="T30" fmla="*/ 46 w 46"/>
                <a:gd name="T31" fmla="*/ 27 h 62"/>
                <a:gd name="T32" fmla="*/ 46 w 46"/>
                <a:gd name="T33" fmla="*/ 27 h 62"/>
                <a:gd name="T34" fmla="*/ 46 w 46"/>
                <a:gd name="T35" fmla="*/ 27 h 62"/>
                <a:gd name="T36" fmla="*/ 46 w 46"/>
                <a:gd name="T37" fmla="*/ 27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6" h="62">
                  <a:moveTo>
                    <a:pt x="46" y="27"/>
                  </a:moveTo>
                  <a:lnTo>
                    <a:pt x="36" y="62"/>
                  </a:lnTo>
                  <a:lnTo>
                    <a:pt x="29" y="57"/>
                  </a:lnTo>
                  <a:lnTo>
                    <a:pt x="23" y="27"/>
                  </a:lnTo>
                  <a:lnTo>
                    <a:pt x="17" y="51"/>
                  </a:lnTo>
                  <a:lnTo>
                    <a:pt x="9" y="46"/>
                  </a:lnTo>
                  <a:lnTo>
                    <a:pt x="0" y="0"/>
                  </a:lnTo>
                  <a:lnTo>
                    <a:pt x="8" y="5"/>
                  </a:lnTo>
                  <a:lnTo>
                    <a:pt x="13" y="36"/>
                  </a:lnTo>
                  <a:lnTo>
                    <a:pt x="19" y="12"/>
                  </a:lnTo>
                  <a:lnTo>
                    <a:pt x="27" y="16"/>
                  </a:lnTo>
                  <a:lnTo>
                    <a:pt x="33" y="47"/>
                  </a:lnTo>
                  <a:lnTo>
                    <a:pt x="38" y="23"/>
                  </a:lnTo>
                  <a:lnTo>
                    <a:pt x="46" y="27"/>
                  </a:lnTo>
                  <a:lnTo>
                    <a:pt x="46" y="27"/>
                  </a:lnTo>
                  <a:lnTo>
                    <a:pt x="46" y="27"/>
                  </a:lnTo>
                  <a:lnTo>
                    <a:pt x="46" y="27"/>
                  </a:lnTo>
                  <a:lnTo>
                    <a:pt x="46" y="27"/>
                  </a:lnTo>
                  <a:lnTo>
                    <a:pt x="46" y="27"/>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14" name="未知"/>
            <p:cNvSpPr/>
            <p:nvPr/>
          </p:nvSpPr>
          <p:spPr bwMode="auto">
            <a:xfrm>
              <a:off x="130" y="267"/>
              <a:ext cx="7" cy="45"/>
            </a:xfrm>
            <a:custGeom>
              <a:avLst/>
              <a:gdLst>
                <a:gd name="T0" fmla="*/ 7 w 7"/>
                <a:gd name="T1" fmla="*/ 5 h 45"/>
                <a:gd name="T2" fmla="*/ 7 w 7"/>
                <a:gd name="T3" fmla="*/ 45 h 45"/>
                <a:gd name="T4" fmla="*/ 0 w 7"/>
                <a:gd name="T5" fmla="*/ 41 h 45"/>
                <a:gd name="T6" fmla="*/ 0 w 7"/>
                <a:gd name="T7" fmla="*/ 0 h 45"/>
                <a:gd name="T8" fmla="*/ 7 w 7"/>
                <a:gd name="T9" fmla="*/ 5 h 45"/>
                <a:gd name="T10" fmla="*/ 7 w 7"/>
                <a:gd name="T11" fmla="*/ 5 h 45"/>
                <a:gd name="T12" fmla="*/ 7 w 7"/>
                <a:gd name="T13" fmla="*/ 5 h 45"/>
                <a:gd name="T14" fmla="*/ 7 w 7"/>
                <a:gd name="T15" fmla="*/ 5 h 45"/>
                <a:gd name="T16" fmla="*/ 7 w 7"/>
                <a:gd name="T17" fmla="*/ 5 h 45"/>
                <a:gd name="T18" fmla="*/ 7 w 7"/>
                <a:gd name="T19" fmla="*/ 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 h="45">
                  <a:moveTo>
                    <a:pt x="7" y="5"/>
                  </a:moveTo>
                  <a:lnTo>
                    <a:pt x="7" y="45"/>
                  </a:lnTo>
                  <a:lnTo>
                    <a:pt x="0" y="41"/>
                  </a:lnTo>
                  <a:lnTo>
                    <a:pt x="0" y="0"/>
                  </a:lnTo>
                  <a:lnTo>
                    <a:pt x="7" y="5"/>
                  </a:lnTo>
                  <a:lnTo>
                    <a:pt x="7" y="5"/>
                  </a:lnTo>
                  <a:lnTo>
                    <a:pt x="7" y="5"/>
                  </a:lnTo>
                  <a:lnTo>
                    <a:pt x="7" y="5"/>
                  </a:lnTo>
                  <a:lnTo>
                    <a:pt x="7" y="5"/>
                  </a:lnTo>
                  <a:lnTo>
                    <a:pt x="7" y="5"/>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15" name="未知"/>
            <p:cNvSpPr/>
            <p:nvPr/>
          </p:nvSpPr>
          <p:spPr bwMode="auto">
            <a:xfrm>
              <a:off x="141" y="274"/>
              <a:ext cx="29" cy="51"/>
            </a:xfrm>
            <a:custGeom>
              <a:avLst/>
              <a:gdLst>
                <a:gd name="T0" fmla="*/ 29 w 29"/>
                <a:gd name="T1" fmla="*/ 17 h 51"/>
                <a:gd name="T2" fmla="*/ 29 w 29"/>
                <a:gd name="T3" fmla="*/ 24 h 51"/>
                <a:gd name="T4" fmla="*/ 19 w 29"/>
                <a:gd name="T5" fmla="*/ 18 h 51"/>
                <a:gd name="T6" fmla="*/ 19 w 29"/>
                <a:gd name="T7" fmla="*/ 51 h 51"/>
                <a:gd name="T8" fmla="*/ 11 w 29"/>
                <a:gd name="T9" fmla="*/ 46 h 51"/>
                <a:gd name="T10" fmla="*/ 11 w 29"/>
                <a:gd name="T11" fmla="*/ 14 h 51"/>
                <a:gd name="T12" fmla="*/ 0 w 29"/>
                <a:gd name="T13" fmla="*/ 7 h 51"/>
                <a:gd name="T14" fmla="*/ 0 w 29"/>
                <a:gd name="T15" fmla="*/ 0 h 51"/>
                <a:gd name="T16" fmla="*/ 29 w 29"/>
                <a:gd name="T17" fmla="*/ 17 h 51"/>
                <a:gd name="T18" fmla="*/ 29 w 29"/>
                <a:gd name="T19" fmla="*/ 17 h 51"/>
                <a:gd name="T20" fmla="*/ 29 w 29"/>
                <a:gd name="T21" fmla="*/ 17 h 51"/>
                <a:gd name="T22" fmla="*/ 29 w 29"/>
                <a:gd name="T23" fmla="*/ 17 h 51"/>
                <a:gd name="T24" fmla="*/ 29 w 29"/>
                <a:gd name="T25" fmla="*/ 17 h 51"/>
                <a:gd name="T26" fmla="*/ 29 w 29"/>
                <a:gd name="T27" fmla="*/ 17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51">
                  <a:moveTo>
                    <a:pt x="29" y="17"/>
                  </a:moveTo>
                  <a:lnTo>
                    <a:pt x="29" y="24"/>
                  </a:lnTo>
                  <a:lnTo>
                    <a:pt x="19" y="18"/>
                  </a:lnTo>
                  <a:lnTo>
                    <a:pt x="19" y="51"/>
                  </a:lnTo>
                  <a:lnTo>
                    <a:pt x="11" y="46"/>
                  </a:lnTo>
                  <a:lnTo>
                    <a:pt x="11" y="14"/>
                  </a:lnTo>
                  <a:lnTo>
                    <a:pt x="0" y="7"/>
                  </a:lnTo>
                  <a:lnTo>
                    <a:pt x="0" y="0"/>
                  </a:lnTo>
                  <a:lnTo>
                    <a:pt x="29" y="17"/>
                  </a:lnTo>
                  <a:lnTo>
                    <a:pt x="29" y="17"/>
                  </a:lnTo>
                  <a:lnTo>
                    <a:pt x="29" y="17"/>
                  </a:lnTo>
                  <a:lnTo>
                    <a:pt x="29" y="17"/>
                  </a:lnTo>
                  <a:lnTo>
                    <a:pt x="29" y="17"/>
                  </a:lnTo>
                  <a:lnTo>
                    <a:pt x="29" y="17"/>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16" name="未知"/>
            <p:cNvSpPr/>
            <p:nvPr/>
          </p:nvSpPr>
          <p:spPr bwMode="auto">
            <a:xfrm>
              <a:off x="172" y="298"/>
              <a:ext cx="33" cy="48"/>
            </a:xfrm>
            <a:custGeom>
              <a:avLst/>
              <a:gdLst>
                <a:gd name="T0" fmla="*/ 33 w 62"/>
                <a:gd name="T1" fmla="*/ 7 h 92"/>
                <a:gd name="T2" fmla="*/ 52 w 62"/>
                <a:gd name="T3" fmla="*/ 25 h 92"/>
                <a:gd name="T4" fmla="*/ 62 w 62"/>
                <a:gd name="T5" fmla="*/ 50 h 92"/>
                <a:gd name="T6" fmla="*/ 48 w 62"/>
                <a:gd name="T7" fmla="*/ 42 h 92"/>
                <a:gd name="T8" fmla="*/ 43 w 62"/>
                <a:gd name="T9" fmla="*/ 30 h 92"/>
                <a:gd name="T10" fmla="*/ 33 w 62"/>
                <a:gd name="T11" fmla="*/ 21 h 92"/>
                <a:gd name="T12" fmla="*/ 19 w 62"/>
                <a:gd name="T13" fmla="*/ 21 h 92"/>
                <a:gd name="T14" fmla="*/ 15 w 62"/>
                <a:gd name="T15" fmla="*/ 36 h 92"/>
                <a:gd name="T16" fmla="*/ 19 w 62"/>
                <a:gd name="T17" fmla="*/ 56 h 92"/>
                <a:gd name="T18" fmla="*/ 33 w 62"/>
                <a:gd name="T19" fmla="*/ 72 h 92"/>
                <a:gd name="T20" fmla="*/ 43 w 62"/>
                <a:gd name="T21" fmla="*/ 74 h 92"/>
                <a:gd name="T22" fmla="*/ 48 w 62"/>
                <a:gd name="T23" fmla="*/ 64 h 92"/>
                <a:gd name="T24" fmla="*/ 62 w 62"/>
                <a:gd name="T25" fmla="*/ 72 h 92"/>
                <a:gd name="T26" fmla="*/ 53 w 62"/>
                <a:gd name="T27" fmla="*/ 90 h 92"/>
                <a:gd name="T28" fmla="*/ 33 w 62"/>
                <a:gd name="T29" fmla="*/ 86 h 92"/>
                <a:gd name="T30" fmla="*/ 9 w 62"/>
                <a:gd name="T31" fmla="*/ 61 h 92"/>
                <a:gd name="T32" fmla="*/ 0 w 62"/>
                <a:gd name="T33" fmla="*/ 28 h 92"/>
                <a:gd name="T34" fmla="*/ 9 w 62"/>
                <a:gd name="T35" fmla="*/ 4 h 92"/>
                <a:gd name="T36" fmla="*/ 33 w 62"/>
                <a:gd name="T37" fmla="*/ 7 h 92"/>
                <a:gd name="T38" fmla="*/ 33 w 62"/>
                <a:gd name="T39" fmla="*/ 7 h 92"/>
                <a:gd name="T40" fmla="*/ 33 w 62"/>
                <a:gd name="T41" fmla="*/ 7 h 92"/>
                <a:gd name="T42" fmla="*/ 33 w 62"/>
                <a:gd name="T43" fmla="*/ 7 h 92"/>
                <a:gd name="T44" fmla="*/ 33 w 62"/>
                <a:gd name="T45" fmla="*/ 7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62" h="92">
                  <a:moveTo>
                    <a:pt x="33" y="7"/>
                  </a:moveTo>
                  <a:cubicBezTo>
                    <a:pt x="41" y="11"/>
                    <a:pt x="47" y="17"/>
                    <a:pt x="52" y="25"/>
                  </a:cubicBezTo>
                  <a:cubicBezTo>
                    <a:pt x="58" y="33"/>
                    <a:pt x="61" y="41"/>
                    <a:pt x="62" y="50"/>
                  </a:cubicBezTo>
                  <a:cubicBezTo>
                    <a:pt x="48" y="42"/>
                    <a:pt x="48" y="42"/>
                    <a:pt x="48" y="42"/>
                  </a:cubicBezTo>
                  <a:cubicBezTo>
                    <a:pt x="47" y="38"/>
                    <a:pt x="46" y="34"/>
                    <a:pt x="43" y="30"/>
                  </a:cubicBezTo>
                  <a:cubicBezTo>
                    <a:pt x="40" y="26"/>
                    <a:pt x="37" y="23"/>
                    <a:pt x="33" y="21"/>
                  </a:cubicBezTo>
                  <a:cubicBezTo>
                    <a:pt x="27" y="17"/>
                    <a:pt x="22" y="17"/>
                    <a:pt x="19" y="21"/>
                  </a:cubicBezTo>
                  <a:cubicBezTo>
                    <a:pt x="16" y="24"/>
                    <a:pt x="15" y="29"/>
                    <a:pt x="15" y="36"/>
                  </a:cubicBezTo>
                  <a:cubicBezTo>
                    <a:pt x="15" y="44"/>
                    <a:pt x="16" y="50"/>
                    <a:pt x="19" y="56"/>
                  </a:cubicBezTo>
                  <a:cubicBezTo>
                    <a:pt x="22" y="63"/>
                    <a:pt x="27" y="69"/>
                    <a:pt x="33" y="72"/>
                  </a:cubicBezTo>
                  <a:cubicBezTo>
                    <a:pt x="37" y="75"/>
                    <a:pt x="41" y="75"/>
                    <a:pt x="43" y="74"/>
                  </a:cubicBezTo>
                  <a:cubicBezTo>
                    <a:pt x="46" y="72"/>
                    <a:pt x="47" y="69"/>
                    <a:pt x="48" y="64"/>
                  </a:cubicBezTo>
                  <a:cubicBezTo>
                    <a:pt x="62" y="72"/>
                    <a:pt x="62" y="72"/>
                    <a:pt x="62" y="72"/>
                  </a:cubicBezTo>
                  <a:cubicBezTo>
                    <a:pt x="61" y="81"/>
                    <a:pt x="58" y="87"/>
                    <a:pt x="53" y="90"/>
                  </a:cubicBezTo>
                  <a:cubicBezTo>
                    <a:pt x="48" y="92"/>
                    <a:pt x="41" y="91"/>
                    <a:pt x="33" y="86"/>
                  </a:cubicBezTo>
                  <a:cubicBezTo>
                    <a:pt x="23" y="81"/>
                    <a:pt x="15" y="72"/>
                    <a:pt x="9" y="61"/>
                  </a:cubicBezTo>
                  <a:cubicBezTo>
                    <a:pt x="3" y="50"/>
                    <a:pt x="0" y="39"/>
                    <a:pt x="0" y="28"/>
                  </a:cubicBezTo>
                  <a:cubicBezTo>
                    <a:pt x="0" y="16"/>
                    <a:pt x="3" y="8"/>
                    <a:pt x="9" y="4"/>
                  </a:cubicBezTo>
                  <a:cubicBezTo>
                    <a:pt x="15" y="0"/>
                    <a:pt x="23" y="1"/>
                    <a:pt x="33" y="7"/>
                  </a:cubicBezTo>
                  <a:cubicBezTo>
                    <a:pt x="33" y="7"/>
                    <a:pt x="33" y="7"/>
                    <a:pt x="33" y="7"/>
                  </a:cubicBezTo>
                  <a:cubicBezTo>
                    <a:pt x="33" y="7"/>
                    <a:pt x="33" y="7"/>
                    <a:pt x="33" y="7"/>
                  </a:cubicBezTo>
                  <a:cubicBezTo>
                    <a:pt x="33" y="7"/>
                    <a:pt x="33" y="7"/>
                    <a:pt x="33" y="7"/>
                  </a:cubicBezTo>
                  <a:cubicBezTo>
                    <a:pt x="33" y="7"/>
                    <a:pt x="33" y="7"/>
                    <a:pt x="33" y="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17" name="未知"/>
            <p:cNvSpPr/>
            <p:nvPr/>
          </p:nvSpPr>
          <p:spPr bwMode="auto">
            <a:xfrm>
              <a:off x="210" y="314"/>
              <a:ext cx="30" cy="57"/>
            </a:xfrm>
            <a:custGeom>
              <a:avLst/>
              <a:gdLst>
                <a:gd name="T0" fmla="*/ 30 w 30"/>
                <a:gd name="T1" fmla="*/ 17 h 57"/>
                <a:gd name="T2" fmla="*/ 30 w 30"/>
                <a:gd name="T3" fmla="*/ 57 h 57"/>
                <a:gd name="T4" fmla="*/ 22 w 30"/>
                <a:gd name="T5" fmla="*/ 53 h 57"/>
                <a:gd name="T6" fmla="*/ 22 w 30"/>
                <a:gd name="T7" fmla="*/ 35 h 57"/>
                <a:gd name="T8" fmla="*/ 8 w 30"/>
                <a:gd name="T9" fmla="*/ 27 h 57"/>
                <a:gd name="T10" fmla="*/ 8 w 30"/>
                <a:gd name="T11" fmla="*/ 45 h 57"/>
                <a:gd name="T12" fmla="*/ 0 w 30"/>
                <a:gd name="T13" fmla="*/ 40 h 57"/>
                <a:gd name="T14" fmla="*/ 0 w 30"/>
                <a:gd name="T15" fmla="*/ 0 h 57"/>
                <a:gd name="T16" fmla="*/ 8 w 30"/>
                <a:gd name="T17" fmla="*/ 4 h 57"/>
                <a:gd name="T18" fmla="*/ 8 w 30"/>
                <a:gd name="T19" fmla="*/ 20 h 57"/>
                <a:gd name="T20" fmla="*/ 22 w 30"/>
                <a:gd name="T21" fmla="*/ 28 h 57"/>
                <a:gd name="T22" fmla="*/ 23 w 30"/>
                <a:gd name="T23" fmla="*/ 13 h 57"/>
                <a:gd name="T24" fmla="*/ 30 w 30"/>
                <a:gd name="T25" fmla="*/ 17 h 57"/>
                <a:gd name="T26" fmla="*/ 30 w 30"/>
                <a:gd name="T27" fmla="*/ 17 h 57"/>
                <a:gd name="T28" fmla="*/ 30 w 30"/>
                <a:gd name="T29" fmla="*/ 17 h 57"/>
                <a:gd name="T30" fmla="*/ 30 w 30"/>
                <a:gd name="T31" fmla="*/ 17 h 57"/>
                <a:gd name="T32" fmla="*/ 30 w 30"/>
                <a:gd name="T33" fmla="*/ 17 h 57"/>
                <a:gd name="T34" fmla="*/ 30 w 30"/>
                <a:gd name="T35" fmla="*/ 17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0" h="57">
                  <a:moveTo>
                    <a:pt x="30" y="17"/>
                  </a:moveTo>
                  <a:lnTo>
                    <a:pt x="30" y="57"/>
                  </a:lnTo>
                  <a:lnTo>
                    <a:pt x="22" y="53"/>
                  </a:lnTo>
                  <a:lnTo>
                    <a:pt x="22" y="35"/>
                  </a:lnTo>
                  <a:lnTo>
                    <a:pt x="8" y="27"/>
                  </a:lnTo>
                  <a:lnTo>
                    <a:pt x="8" y="45"/>
                  </a:lnTo>
                  <a:lnTo>
                    <a:pt x="0" y="40"/>
                  </a:lnTo>
                  <a:lnTo>
                    <a:pt x="0" y="0"/>
                  </a:lnTo>
                  <a:lnTo>
                    <a:pt x="8" y="4"/>
                  </a:lnTo>
                  <a:lnTo>
                    <a:pt x="8" y="20"/>
                  </a:lnTo>
                  <a:lnTo>
                    <a:pt x="22" y="28"/>
                  </a:lnTo>
                  <a:lnTo>
                    <a:pt x="23" y="13"/>
                  </a:lnTo>
                  <a:lnTo>
                    <a:pt x="30" y="17"/>
                  </a:lnTo>
                  <a:lnTo>
                    <a:pt x="30" y="17"/>
                  </a:lnTo>
                  <a:lnTo>
                    <a:pt x="30" y="17"/>
                  </a:lnTo>
                  <a:lnTo>
                    <a:pt x="30" y="17"/>
                  </a:lnTo>
                  <a:lnTo>
                    <a:pt x="30" y="17"/>
                  </a:lnTo>
                  <a:lnTo>
                    <a:pt x="30" y="17"/>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grpSp>
      <p:pic>
        <p:nvPicPr>
          <p:cNvPr id="118" name="Picture 3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21667" y="3486581"/>
            <a:ext cx="720725" cy="684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9" name="Picture 3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21667" y="4855006"/>
            <a:ext cx="720725" cy="684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0" name="Picture 3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30405" y="3486581"/>
            <a:ext cx="720725" cy="684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1" name="Picture 3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31992" y="4855006"/>
            <a:ext cx="720725" cy="684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 name="Text Box 34"/>
          <p:cNvSpPr txBox="1">
            <a:spLocks noChangeArrowheads="1"/>
          </p:cNvSpPr>
          <p:nvPr/>
        </p:nvSpPr>
        <p:spPr bwMode="auto">
          <a:xfrm>
            <a:off x="5000316" y="4390348"/>
            <a:ext cx="8636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dirty="0">
                <a:latin typeface="微软雅黑" panose="020B0503020204020204" pitchFamily="34" charset="-122"/>
                <a:ea typeface="微软雅黑" panose="020B0503020204020204" pitchFamily="34" charset="-122"/>
              </a:rPr>
              <a:t>F</a:t>
            </a:r>
            <a:r>
              <a:rPr lang="zh-CN" altLang="zh-CN" sz="1600" dirty="0">
                <a:latin typeface="微软雅黑" panose="020B0503020204020204" pitchFamily="34" charset="-122"/>
                <a:ea typeface="微软雅黑" panose="020B0503020204020204" pitchFamily="34" charset="-122"/>
              </a:rPr>
              <a:t>0/1</a:t>
            </a:r>
          </a:p>
        </p:txBody>
      </p:sp>
      <p:sp>
        <p:nvSpPr>
          <p:cNvPr id="123" name="Text Box 35"/>
          <p:cNvSpPr txBox="1">
            <a:spLocks noChangeArrowheads="1"/>
          </p:cNvSpPr>
          <p:nvPr/>
        </p:nvSpPr>
        <p:spPr bwMode="auto">
          <a:xfrm>
            <a:off x="4999743" y="4992826"/>
            <a:ext cx="8636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dirty="0">
                <a:latin typeface="微软雅黑" panose="020B0503020204020204" pitchFamily="34" charset="-122"/>
                <a:ea typeface="微软雅黑" panose="020B0503020204020204" pitchFamily="34" charset="-122"/>
              </a:rPr>
              <a:t>F</a:t>
            </a:r>
            <a:r>
              <a:rPr lang="zh-CN" altLang="zh-CN" sz="1600" dirty="0">
                <a:latin typeface="微软雅黑" panose="020B0503020204020204" pitchFamily="34" charset="-122"/>
                <a:ea typeface="微软雅黑" panose="020B0503020204020204" pitchFamily="34" charset="-122"/>
              </a:rPr>
              <a:t>0/2</a:t>
            </a:r>
          </a:p>
        </p:txBody>
      </p:sp>
      <p:sp>
        <p:nvSpPr>
          <p:cNvPr id="124" name="Text Box 36"/>
          <p:cNvSpPr txBox="1">
            <a:spLocks noChangeArrowheads="1"/>
          </p:cNvSpPr>
          <p:nvPr/>
        </p:nvSpPr>
        <p:spPr bwMode="auto">
          <a:xfrm>
            <a:off x="6726942" y="4390348"/>
            <a:ext cx="8636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dirty="0">
                <a:latin typeface="微软雅黑" panose="020B0503020204020204" pitchFamily="34" charset="-122"/>
                <a:ea typeface="微软雅黑" panose="020B0503020204020204" pitchFamily="34" charset="-122"/>
              </a:rPr>
              <a:t>F</a:t>
            </a:r>
            <a:r>
              <a:rPr lang="zh-CN" altLang="zh-CN" sz="1600" dirty="0">
                <a:latin typeface="微软雅黑" panose="020B0503020204020204" pitchFamily="34" charset="-122"/>
                <a:ea typeface="微软雅黑" panose="020B0503020204020204" pitchFamily="34" charset="-122"/>
              </a:rPr>
              <a:t>0/3</a:t>
            </a:r>
          </a:p>
        </p:txBody>
      </p:sp>
      <p:sp>
        <p:nvSpPr>
          <p:cNvPr id="125" name="Text Box 37"/>
          <p:cNvSpPr txBox="1">
            <a:spLocks noChangeArrowheads="1"/>
          </p:cNvSpPr>
          <p:nvPr/>
        </p:nvSpPr>
        <p:spPr bwMode="auto">
          <a:xfrm>
            <a:off x="6737801" y="5013554"/>
            <a:ext cx="8636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dirty="0">
                <a:latin typeface="微软雅黑" panose="020B0503020204020204" pitchFamily="34" charset="-122"/>
                <a:ea typeface="微软雅黑" panose="020B0503020204020204" pitchFamily="34" charset="-122"/>
              </a:rPr>
              <a:t>F</a:t>
            </a:r>
            <a:r>
              <a:rPr lang="zh-CN" altLang="zh-CN" sz="1600" dirty="0">
                <a:latin typeface="微软雅黑" panose="020B0503020204020204" pitchFamily="34" charset="-122"/>
                <a:ea typeface="微软雅黑" panose="020B0503020204020204" pitchFamily="34" charset="-122"/>
              </a:rPr>
              <a:t>0/4</a:t>
            </a:r>
          </a:p>
        </p:txBody>
      </p:sp>
      <p:sp>
        <p:nvSpPr>
          <p:cNvPr id="126" name="Text Box 38"/>
          <p:cNvSpPr txBox="1">
            <a:spLocks noChangeArrowheads="1"/>
          </p:cNvSpPr>
          <p:nvPr/>
        </p:nvSpPr>
        <p:spPr bwMode="auto">
          <a:xfrm>
            <a:off x="2804236" y="4146187"/>
            <a:ext cx="347916"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zh-CN" sz="1600" dirty="0">
                <a:latin typeface="微软雅黑" panose="020B0503020204020204" pitchFamily="34" charset="-122"/>
                <a:ea typeface="微软雅黑" panose="020B0503020204020204" pitchFamily="34" charset="-122"/>
              </a:rPr>
              <a:t>A</a:t>
            </a:r>
          </a:p>
        </p:txBody>
      </p:sp>
      <p:sp>
        <p:nvSpPr>
          <p:cNvPr id="127" name="Text Box 39"/>
          <p:cNvSpPr txBox="1">
            <a:spLocks noChangeArrowheads="1"/>
          </p:cNvSpPr>
          <p:nvPr/>
        </p:nvSpPr>
        <p:spPr bwMode="auto">
          <a:xfrm>
            <a:off x="2798852" y="5536093"/>
            <a:ext cx="3533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zh-CN" sz="1600" dirty="0">
                <a:latin typeface="微软雅黑" panose="020B0503020204020204" pitchFamily="34" charset="-122"/>
                <a:ea typeface="微软雅黑" panose="020B0503020204020204" pitchFamily="34" charset="-122"/>
              </a:rPr>
              <a:t>B</a:t>
            </a:r>
          </a:p>
        </p:txBody>
      </p:sp>
      <p:sp>
        <p:nvSpPr>
          <p:cNvPr id="128" name="Text Box 40"/>
          <p:cNvSpPr txBox="1">
            <a:spLocks noChangeArrowheads="1"/>
          </p:cNvSpPr>
          <p:nvPr/>
        </p:nvSpPr>
        <p:spPr bwMode="auto">
          <a:xfrm>
            <a:off x="9220767" y="4105699"/>
            <a:ext cx="3714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zh-CN" sz="1600" dirty="0">
                <a:latin typeface="微软雅黑" panose="020B0503020204020204" pitchFamily="34" charset="-122"/>
                <a:ea typeface="微软雅黑" panose="020B0503020204020204" pitchFamily="34" charset="-122"/>
              </a:rPr>
              <a:t>C</a:t>
            </a:r>
          </a:p>
        </p:txBody>
      </p:sp>
      <p:sp>
        <p:nvSpPr>
          <p:cNvPr id="129" name="Text Box 41"/>
          <p:cNvSpPr txBox="1">
            <a:spLocks noChangeArrowheads="1"/>
          </p:cNvSpPr>
          <p:nvPr/>
        </p:nvSpPr>
        <p:spPr bwMode="auto">
          <a:xfrm>
            <a:off x="9220767" y="5530355"/>
            <a:ext cx="3714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zh-CN" sz="1600" dirty="0">
                <a:latin typeface="微软雅黑" panose="020B0503020204020204" pitchFamily="34" charset="-122"/>
                <a:ea typeface="微软雅黑" panose="020B0503020204020204" pitchFamily="34" charset="-122"/>
              </a:rPr>
              <a:t>D</a:t>
            </a:r>
          </a:p>
        </p:txBody>
      </p:sp>
      <p:graphicFrame>
        <p:nvGraphicFramePr>
          <p:cNvPr id="130" name="Group 42"/>
          <p:cNvGraphicFramePr>
            <a:graphicFrameLocks noGrp="1"/>
          </p:cNvGraphicFramePr>
          <p:nvPr/>
        </p:nvGraphicFramePr>
        <p:xfrm>
          <a:off x="4741504" y="2192769"/>
          <a:ext cx="2879725" cy="2012950"/>
        </p:xfrm>
        <a:graphic>
          <a:graphicData uri="http://schemas.openxmlformats.org/drawingml/2006/table">
            <a:tbl>
              <a:tblPr/>
              <a:tblGrid>
                <a:gridCol w="1368425">
                  <a:extLst>
                    <a:ext uri="{9D8B030D-6E8A-4147-A177-3AD203B41FA5}">
                      <a16:colId xmlns:a16="http://schemas.microsoft.com/office/drawing/2014/main" val="20000"/>
                    </a:ext>
                  </a:extLst>
                </a:gridCol>
                <a:gridCol w="1511300">
                  <a:extLst>
                    <a:ext uri="{9D8B030D-6E8A-4147-A177-3AD203B41FA5}">
                      <a16:colId xmlns:a16="http://schemas.microsoft.com/office/drawing/2014/main" val="20001"/>
                    </a:ext>
                  </a:extLst>
                </a:gridCol>
              </a:tblGrid>
              <a:tr h="334963">
                <a:tc gridSpan="2">
                  <a:txBody>
                    <a:bodyPr/>
                    <a:lstStyle>
                      <a:lvl1pPr>
                        <a:spcBef>
                          <a:spcPct val="10000"/>
                        </a:spcBef>
                        <a:spcAft>
                          <a:spcPct val="25000"/>
                        </a:spcAft>
                        <a:buClr>
                          <a:schemeClr val="tx1"/>
                        </a:buClr>
                        <a:buSzPct val="80000"/>
                        <a:buFont typeface="Wingdings" panose="05000000000000000000" pitchFamily="2" charset="2"/>
                        <a:defRPr sz="2600" b="1">
                          <a:solidFill>
                            <a:srgbClr val="000000"/>
                          </a:solidFill>
                          <a:latin typeface="Arial" panose="020B0604020202090204" pitchFamily="34" charset="0"/>
                          <a:ea typeface="华文细黑" panose="02010600040101010101" pitchFamily="2" charset="-122"/>
                        </a:defRPr>
                      </a:lvl1pPr>
                      <a:lvl2pPr marL="386080" indent="71755">
                        <a:spcBef>
                          <a:spcPct val="10000"/>
                        </a:spcBef>
                        <a:spcAft>
                          <a:spcPct val="25000"/>
                        </a:spcAft>
                        <a:buClr>
                          <a:schemeClr val="tx1"/>
                        </a:buClr>
                        <a:buSzPct val="80000"/>
                        <a:buFont typeface="Wingdings" panose="05000000000000000000" pitchFamily="2" charset="2"/>
                        <a:defRPr sz="2000">
                          <a:solidFill>
                            <a:srgbClr val="000000"/>
                          </a:solidFill>
                          <a:latin typeface="Arial" panose="020B0604020202090204" pitchFamily="34" charset="0"/>
                          <a:ea typeface="华文细黑" panose="02010600040101010101" pitchFamily="2" charset="-122"/>
                        </a:defRPr>
                      </a:lvl2pPr>
                      <a:lvl3pPr marL="862330" indent="52705">
                        <a:spcBef>
                          <a:spcPct val="10000"/>
                        </a:spcBef>
                        <a:spcAft>
                          <a:spcPct val="25000"/>
                        </a:spcAft>
                        <a:buClr>
                          <a:schemeClr val="tx1"/>
                        </a:buClr>
                        <a:buFont typeface="Times New Roman" panose="02020503050405090304" pitchFamily="18" charset="0"/>
                        <a:defRPr sz="2000">
                          <a:solidFill>
                            <a:srgbClr val="000000"/>
                          </a:solidFill>
                          <a:latin typeface="Arial" panose="020B0604020202090204" pitchFamily="34" charset="0"/>
                          <a:ea typeface="华文细黑" panose="02010600040101010101" pitchFamily="2" charset="-122"/>
                        </a:defRPr>
                      </a:lvl3pPr>
                      <a:lvl4pPr marL="1281430" indent="90805">
                        <a:spcBef>
                          <a:spcPct val="10000"/>
                        </a:spcBef>
                        <a:spcAft>
                          <a:spcPct val="25000"/>
                        </a:spcAft>
                        <a:buClr>
                          <a:schemeClr val="tx1"/>
                        </a:buClr>
                        <a:buFont typeface="Arial" panose="020B0604020202090204" pitchFamily="34" charset="0"/>
                        <a:defRPr sz="1600">
                          <a:solidFill>
                            <a:srgbClr val="000000"/>
                          </a:solidFill>
                          <a:latin typeface="Arial" panose="020B0604020202090204" pitchFamily="34" charset="0"/>
                          <a:ea typeface="华文细黑" panose="02010600040101010101" pitchFamily="2" charset="-122"/>
                        </a:defRPr>
                      </a:lvl4pPr>
                      <a:lvl5pPr marL="1700530" indent="128905">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5pPr>
                      <a:lvl6pPr marL="21577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6pPr>
                      <a:lvl7pPr marL="26149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7pPr>
                      <a:lvl8pPr marL="30721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8pPr>
                      <a:lvl9pPr marL="35293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i="0" u="none" strike="noStrike" cap="none" normalizeH="0" baseline="0">
                          <a:ln>
                            <a:noFill/>
                          </a:ln>
                          <a:solidFill>
                            <a:schemeClr val="tx1"/>
                          </a:solidFill>
                          <a:effectLst/>
                          <a:latin typeface="Arial" panose="020B0604020202090204" pitchFamily="34" charset="0"/>
                          <a:ea typeface="宋体" panose="02010600030101010101" pitchFamily="2" charset="-122"/>
                        </a:rPr>
                        <a:t>VLAN Table</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extLst>
                  <a:ext uri="{0D108BD9-81ED-4DB2-BD59-A6C34878D82A}">
                    <a16:rowId xmlns:a16="http://schemas.microsoft.com/office/drawing/2014/main" val="10000"/>
                  </a:ext>
                </a:extLst>
              </a:tr>
              <a:tr h="334963">
                <a:tc>
                  <a:txBody>
                    <a:bodyPr/>
                    <a:lstStyle>
                      <a:lvl1pPr>
                        <a:spcBef>
                          <a:spcPct val="10000"/>
                        </a:spcBef>
                        <a:spcAft>
                          <a:spcPct val="25000"/>
                        </a:spcAft>
                        <a:buClr>
                          <a:schemeClr val="tx1"/>
                        </a:buClr>
                        <a:buSzPct val="80000"/>
                        <a:buFont typeface="Wingdings" panose="05000000000000000000" pitchFamily="2" charset="2"/>
                        <a:defRPr sz="2600" b="1">
                          <a:solidFill>
                            <a:srgbClr val="000000"/>
                          </a:solidFill>
                          <a:latin typeface="Arial" panose="020B0604020202090204" pitchFamily="34" charset="0"/>
                          <a:ea typeface="华文细黑" panose="02010600040101010101" pitchFamily="2" charset="-122"/>
                        </a:defRPr>
                      </a:lvl1pPr>
                      <a:lvl2pPr marL="386080" indent="71755">
                        <a:spcBef>
                          <a:spcPct val="10000"/>
                        </a:spcBef>
                        <a:spcAft>
                          <a:spcPct val="25000"/>
                        </a:spcAft>
                        <a:buClr>
                          <a:schemeClr val="tx1"/>
                        </a:buClr>
                        <a:buSzPct val="80000"/>
                        <a:buFont typeface="Wingdings" panose="05000000000000000000" pitchFamily="2" charset="2"/>
                        <a:defRPr sz="2000">
                          <a:solidFill>
                            <a:srgbClr val="000000"/>
                          </a:solidFill>
                          <a:latin typeface="Arial" panose="020B0604020202090204" pitchFamily="34" charset="0"/>
                          <a:ea typeface="华文细黑" panose="02010600040101010101" pitchFamily="2" charset="-122"/>
                        </a:defRPr>
                      </a:lvl2pPr>
                      <a:lvl3pPr marL="862330" indent="52705">
                        <a:spcBef>
                          <a:spcPct val="10000"/>
                        </a:spcBef>
                        <a:spcAft>
                          <a:spcPct val="25000"/>
                        </a:spcAft>
                        <a:buClr>
                          <a:schemeClr val="tx1"/>
                        </a:buClr>
                        <a:buFont typeface="Times New Roman" panose="02020503050405090304" pitchFamily="18" charset="0"/>
                        <a:defRPr sz="2000">
                          <a:solidFill>
                            <a:srgbClr val="000000"/>
                          </a:solidFill>
                          <a:latin typeface="Arial" panose="020B0604020202090204" pitchFamily="34" charset="0"/>
                          <a:ea typeface="华文细黑" panose="02010600040101010101" pitchFamily="2" charset="-122"/>
                        </a:defRPr>
                      </a:lvl3pPr>
                      <a:lvl4pPr marL="1281430" indent="90805">
                        <a:spcBef>
                          <a:spcPct val="10000"/>
                        </a:spcBef>
                        <a:spcAft>
                          <a:spcPct val="25000"/>
                        </a:spcAft>
                        <a:buClr>
                          <a:schemeClr val="tx1"/>
                        </a:buClr>
                        <a:buFont typeface="Arial" panose="020B0604020202090204" pitchFamily="34" charset="0"/>
                        <a:defRPr sz="1600">
                          <a:solidFill>
                            <a:srgbClr val="000000"/>
                          </a:solidFill>
                          <a:latin typeface="Arial" panose="020B0604020202090204" pitchFamily="34" charset="0"/>
                          <a:ea typeface="华文细黑" panose="02010600040101010101" pitchFamily="2" charset="-122"/>
                        </a:defRPr>
                      </a:lvl4pPr>
                      <a:lvl5pPr marL="1700530" indent="128905">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5pPr>
                      <a:lvl6pPr marL="21577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6pPr>
                      <a:lvl7pPr marL="26149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7pPr>
                      <a:lvl8pPr marL="30721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8pPr>
                      <a:lvl9pPr marL="35293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i="0" u="none" strike="noStrike" cap="none" normalizeH="0" baseline="0" dirty="0">
                          <a:ln>
                            <a:noFill/>
                          </a:ln>
                          <a:solidFill>
                            <a:schemeClr val="tx1"/>
                          </a:solidFill>
                          <a:effectLst/>
                          <a:latin typeface="Arial" panose="020B0604020202090204" pitchFamily="34" charset="0"/>
                          <a:ea typeface="宋体" panose="02010600030101010101" pitchFamily="2" charset="-122"/>
                        </a:rPr>
                        <a:t>VLAN ID</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spcAft>
                          <a:spcPct val="25000"/>
                        </a:spcAft>
                        <a:buClr>
                          <a:schemeClr val="tx1"/>
                        </a:buClr>
                        <a:buSzPct val="80000"/>
                        <a:buFont typeface="Wingdings" panose="05000000000000000000" pitchFamily="2" charset="2"/>
                        <a:defRPr sz="2600" b="1">
                          <a:solidFill>
                            <a:srgbClr val="000000"/>
                          </a:solidFill>
                          <a:latin typeface="Arial" panose="020B0604020202090204" pitchFamily="34" charset="0"/>
                          <a:ea typeface="华文细黑" panose="02010600040101010101" pitchFamily="2" charset="-122"/>
                        </a:defRPr>
                      </a:lvl1pPr>
                      <a:lvl2pPr marL="386080" indent="71755">
                        <a:spcBef>
                          <a:spcPct val="10000"/>
                        </a:spcBef>
                        <a:spcAft>
                          <a:spcPct val="25000"/>
                        </a:spcAft>
                        <a:buClr>
                          <a:schemeClr val="tx1"/>
                        </a:buClr>
                        <a:buSzPct val="80000"/>
                        <a:buFont typeface="Wingdings" panose="05000000000000000000" pitchFamily="2" charset="2"/>
                        <a:defRPr sz="2000">
                          <a:solidFill>
                            <a:srgbClr val="000000"/>
                          </a:solidFill>
                          <a:latin typeface="Arial" panose="020B0604020202090204" pitchFamily="34" charset="0"/>
                          <a:ea typeface="华文细黑" panose="02010600040101010101" pitchFamily="2" charset="-122"/>
                        </a:defRPr>
                      </a:lvl2pPr>
                      <a:lvl3pPr marL="862330" indent="52705">
                        <a:spcBef>
                          <a:spcPct val="10000"/>
                        </a:spcBef>
                        <a:spcAft>
                          <a:spcPct val="25000"/>
                        </a:spcAft>
                        <a:buClr>
                          <a:schemeClr val="tx1"/>
                        </a:buClr>
                        <a:buFont typeface="Times New Roman" panose="02020503050405090304" pitchFamily="18" charset="0"/>
                        <a:defRPr sz="2000">
                          <a:solidFill>
                            <a:srgbClr val="000000"/>
                          </a:solidFill>
                          <a:latin typeface="Arial" panose="020B0604020202090204" pitchFamily="34" charset="0"/>
                          <a:ea typeface="华文细黑" panose="02010600040101010101" pitchFamily="2" charset="-122"/>
                        </a:defRPr>
                      </a:lvl3pPr>
                      <a:lvl4pPr marL="1281430" indent="90805">
                        <a:spcBef>
                          <a:spcPct val="10000"/>
                        </a:spcBef>
                        <a:spcAft>
                          <a:spcPct val="25000"/>
                        </a:spcAft>
                        <a:buClr>
                          <a:schemeClr val="tx1"/>
                        </a:buClr>
                        <a:buFont typeface="Arial" panose="020B0604020202090204" pitchFamily="34" charset="0"/>
                        <a:defRPr sz="1600">
                          <a:solidFill>
                            <a:srgbClr val="000000"/>
                          </a:solidFill>
                          <a:latin typeface="Arial" panose="020B0604020202090204" pitchFamily="34" charset="0"/>
                          <a:ea typeface="华文细黑" panose="02010600040101010101" pitchFamily="2" charset="-122"/>
                        </a:defRPr>
                      </a:lvl4pPr>
                      <a:lvl5pPr marL="1700530" indent="128905">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5pPr>
                      <a:lvl6pPr marL="21577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6pPr>
                      <a:lvl7pPr marL="26149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7pPr>
                      <a:lvl8pPr marL="30721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8pPr>
                      <a:lvl9pPr marL="35293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i="0" u="none" strike="noStrike" cap="none" normalizeH="0" baseline="0">
                          <a:ln>
                            <a:noFill/>
                          </a:ln>
                          <a:solidFill>
                            <a:schemeClr val="tx1"/>
                          </a:solidFill>
                          <a:effectLst/>
                          <a:latin typeface="Arial" panose="020B0604020202090204" pitchFamily="34" charset="0"/>
                          <a:ea typeface="宋体" panose="02010600030101010101" pitchFamily="2" charset="-122"/>
                        </a:rPr>
                        <a:t>MAC Address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36550">
                <a:tc>
                  <a:txBody>
                    <a:bodyPr/>
                    <a:lstStyle>
                      <a:lvl1pPr>
                        <a:spcBef>
                          <a:spcPct val="10000"/>
                        </a:spcBef>
                        <a:spcAft>
                          <a:spcPct val="25000"/>
                        </a:spcAft>
                        <a:buClr>
                          <a:schemeClr val="tx1"/>
                        </a:buClr>
                        <a:buSzPct val="80000"/>
                        <a:buFont typeface="Wingdings" panose="05000000000000000000" pitchFamily="2" charset="2"/>
                        <a:defRPr sz="2600" b="1">
                          <a:solidFill>
                            <a:srgbClr val="000000"/>
                          </a:solidFill>
                          <a:latin typeface="Arial" panose="020B0604020202090204" pitchFamily="34" charset="0"/>
                          <a:ea typeface="华文细黑" panose="02010600040101010101" pitchFamily="2" charset="-122"/>
                        </a:defRPr>
                      </a:lvl1pPr>
                      <a:lvl2pPr marL="386080" indent="71755">
                        <a:spcBef>
                          <a:spcPct val="10000"/>
                        </a:spcBef>
                        <a:spcAft>
                          <a:spcPct val="25000"/>
                        </a:spcAft>
                        <a:buClr>
                          <a:schemeClr val="tx1"/>
                        </a:buClr>
                        <a:buSzPct val="80000"/>
                        <a:buFont typeface="Wingdings" panose="05000000000000000000" pitchFamily="2" charset="2"/>
                        <a:defRPr sz="2000">
                          <a:solidFill>
                            <a:srgbClr val="000000"/>
                          </a:solidFill>
                          <a:latin typeface="Arial" panose="020B0604020202090204" pitchFamily="34" charset="0"/>
                          <a:ea typeface="华文细黑" panose="02010600040101010101" pitchFamily="2" charset="-122"/>
                        </a:defRPr>
                      </a:lvl2pPr>
                      <a:lvl3pPr marL="862330" indent="52705">
                        <a:spcBef>
                          <a:spcPct val="10000"/>
                        </a:spcBef>
                        <a:spcAft>
                          <a:spcPct val="25000"/>
                        </a:spcAft>
                        <a:buClr>
                          <a:schemeClr val="tx1"/>
                        </a:buClr>
                        <a:buFont typeface="Times New Roman" panose="02020503050405090304" pitchFamily="18" charset="0"/>
                        <a:defRPr sz="2000">
                          <a:solidFill>
                            <a:srgbClr val="000000"/>
                          </a:solidFill>
                          <a:latin typeface="Arial" panose="020B0604020202090204" pitchFamily="34" charset="0"/>
                          <a:ea typeface="华文细黑" panose="02010600040101010101" pitchFamily="2" charset="-122"/>
                        </a:defRPr>
                      </a:lvl3pPr>
                      <a:lvl4pPr marL="1281430" indent="90805">
                        <a:spcBef>
                          <a:spcPct val="10000"/>
                        </a:spcBef>
                        <a:spcAft>
                          <a:spcPct val="25000"/>
                        </a:spcAft>
                        <a:buClr>
                          <a:schemeClr val="tx1"/>
                        </a:buClr>
                        <a:buFont typeface="Arial" panose="020B0604020202090204" pitchFamily="34" charset="0"/>
                        <a:defRPr sz="1600">
                          <a:solidFill>
                            <a:srgbClr val="000000"/>
                          </a:solidFill>
                          <a:latin typeface="Arial" panose="020B0604020202090204" pitchFamily="34" charset="0"/>
                          <a:ea typeface="华文细黑" panose="02010600040101010101" pitchFamily="2" charset="-122"/>
                        </a:defRPr>
                      </a:lvl4pPr>
                      <a:lvl5pPr marL="1700530" indent="128905">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5pPr>
                      <a:lvl6pPr marL="21577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6pPr>
                      <a:lvl7pPr marL="26149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7pPr>
                      <a:lvl8pPr marL="30721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8pPr>
                      <a:lvl9pPr marL="35293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i="0" u="none" strike="noStrike" cap="none" normalizeH="0" baseline="0" dirty="0">
                          <a:ln>
                            <a:noFill/>
                          </a:ln>
                          <a:solidFill>
                            <a:schemeClr val="tx1"/>
                          </a:solidFill>
                          <a:effectLst/>
                          <a:latin typeface="Arial" panose="020B0604020202090204" pitchFamily="34" charset="0"/>
                          <a:ea typeface="宋体" panose="02010600030101010101" pitchFamily="2" charset="-122"/>
                        </a:rPr>
                        <a:t>10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a:spcBef>
                          <a:spcPct val="10000"/>
                        </a:spcBef>
                        <a:spcAft>
                          <a:spcPct val="25000"/>
                        </a:spcAft>
                        <a:buClr>
                          <a:schemeClr val="tx1"/>
                        </a:buClr>
                        <a:buSzPct val="80000"/>
                        <a:buFont typeface="Wingdings" panose="05000000000000000000" pitchFamily="2" charset="2"/>
                        <a:defRPr sz="2600" b="1">
                          <a:solidFill>
                            <a:srgbClr val="000000"/>
                          </a:solidFill>
                          <a:latin typeface="Arial" panose="020B0604020202090204" pitchFamily="34" charset="0"/>
                          <a:ea typeface="华文细黑" panose="02010600040101010101" pitchFamily="2" charset="-122"/>
                        </a:defRPr>
                      </a:lvl1pPr>
                      <a:lvl2pPr marL="386080" indent="71755">
                        <a:spcBef>
                          <a:spcPct val="10000"/>
                        </a:spcBef>
                        <a:spcAft>
                          <a:spcPct val="25000"/>
                        </a:spcAft>
                        <a:buClr>
                          <a:schemeClr val="tx1"/>
                        </a:buClr>
                        <a:buSzPct val="80000"/>
                        <a:buFont typeface="Wingdings" panose="05000000000000000000" pitchFamily="2" charset="2"/>
                        <a:defRPr sz="2000">
                          <a:solidFill>
                            <a:srgbClr val="000000"/>
                          </a:solidFill>
                          <a:latin typeface="Arial" panose="020B0604020202090204" pitchFamily="34" charset="0"/>
                          <a:ea typeface="华文细黑" panose="02010600040101010101" pitchFamily="2" charset="-122"/>
                        </a:defRPr>
                      </a:lvl2pPr>
                      <a:lvl3pPr marL="862330" indent="52705">
                        <a:spcBef>
                          <a:spcPct val="10000"/>
                        </a:spcBef>
                        <a:spcAft>
                          <a:spcPct val="25000"/>
                        </a:spcAft>
                        <a:buClr>
                          <a:schemeClr val="tx1"/>
                        </a:buClr>
                        <a:buFont typeface="Times New Roman" panose="02020503050405090304" pitchFamily="18" charset="0"/>
                        <a:defRPr sz="2000">
                          <a:solidFill>
                            <a:srgbClr val="000000"/>
                          </a:solidFill>
                          <a:latin typeface="Arial" panose="020B0604020202090204" pitchFamily="34" charset="0"/>
                          <a:ea typeface="华文细黑" panose="02010600040101010101" pitchFamily="2" charset="-122"/>
                        </a:defRPr>
                      </a:lvl3pPr>
                      <a:lvl4pPr marL="1281430" indent="90805">
                        <a:spcBef>
                          <a:spcPct val="10000"/>
                        </a:spcBef>
                        <a:spcAft>
                          <a:spcPct val="25000"/>
                        </a:spcAft>
                        <a:buClr>
                          <a:schemeClr val="tx1"/>
                        </a:buClr>
                        <a:buFont typeface="Arial" panose="020B0604020202090204" pitchFamily="34" charset="0"/>
                        <a:defRPr sz="1600">
                          <a:solidFill>
                            <a:srgbClr val="000000"/>
                          </a:solidFill>
                          <a:latin typeface="Arial" panose="020B0604020202090204" pitchFamily="34" charset="0"/>
                          <a:ea typeface="华文细黑" panose="02010600040101010101" pitchFamily="2" charset="-122"/>
                        </a:defRPr>
                      </a:lvl4pPr>
                      <a:lvl5pPr marL="1700530" indent="128905">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5pPr>
                      <a:lvl6pPr marL="21577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6pPr>
                      <a:lvl7pPr marL="26149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7pPr>
                      <a:lvl8pPr marL="30721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8pPr>
                      <a:lvl9pPr marL="35293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i="0" u="none" strike="noStrike" cap="none" normalizeH="0" baseline="0" dirty="0">
                          <a:ln>
                            <a:noFill/>
                          </a:ln>
                          <a:solidFill>
                            <a:schemeClr val="tx1"/>
                          </a:solidFill>
                          <a:effectLst/>
                          <a:latin typeface="Arial" panose="020B0604020202090204" pitchFamily="34" charset="0"/>
                          <a:ea typeface="宋体" panose="02010600030101010101" pitchFamily="2" charset="-122"/>
                        </a:rPr>
                        <a:t>MAC_A</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2"/>
                  </a:ext>
                </a:extLst>
              </a:tr>
              <a:tr h="334963">
                <a:tc>
                  <a:txBody>
                    <a:bodyPr/>
                    <a:lstStyle>
                      <a:lvl1pPr>
                        <a:spcBef>
                          <a:spcPct val="10000"/>
                        </a:spcBef>
                        <a:spcAft>
                          <a:spcPct val="25000"/>
                        </a:spcAft>
                        <a:buClr>
                          <a:schemeClr val="tx1"/>
                        </a:buClr>
                        <a:buSzPct val="80000"/>
                        <a:buFont typeface="Wingdings" panose="05000000000000000000" pitchFamily="2" charset="2"/>
                        <a:defRPr sz="2600" b="1">
                          <a:solidFill>
                            <a:srgbClr val="000000"/>
                          </a:solidFill>
                          <a:latin typeface="Arial" panose="020B0604020202090204" pitchFamily="34" charset="0"/>
                          <a:ea typeface="华文细黑" panose="02010600040101010101" pitchFamily="2" charset="-122"/>
                        </a:defRPr>
                      </a:lvl1pPr>
                      <a:lvl2pPr marL="386080" indent="71755">
                        <a:spcBef>
                          <a:spcPct val="10000"/>
                        </a:spcBef>
                        <a:spcAft>
                          <a:spcPct val="25000"/>
                        </a:spcAft>
                        <a:buClr>
                          <a:schemeClr val="tx1"/>
                        </a:buClr>
                        <a:buSzPct val="80000"/>
                        <a:buFont typeface="Wingdings" panose="05000000000000000000" pitchFamily="2" charset="2"/>
                        <a:defRPr sz="2000">
                          <a:solidFill>
                            <a:srgbClr val="000000"/>
                          </a:solidFill>
                          <a:latin typeface="Arial" panose="020B0604020202090204" pitchFamily="34" charset="0"/>
                          <a:ea typeface="华文细黑" panose="02010600040101010101" pitchFamily="2" charset="-122"/>
                        </a:defRPr>
                      </a:lvl2pPr>
                      <a:lvl3pPr marL="862330" indent="52705">
                        <a:spcBef>
                          <a:spcPct val="10000"/>
                        </a:spcBef>
                        <a:spcAft>
                          <a:spcPct val="25000"/>
                        </a:spcAft>
                        <a:buClr>
                          <a:schemeClr val="tx1"/>
                        </a:buClr>
                        <a:buFont typeface="Times New Roman" panose="02020503050405090304" pitchFamily="18" charset="0"/>
                        <a:defRPr sz="2000">
                          <a:solidFill>
                            <a:srgbClr val="000000"/>
                          </a:solidFill>
                          <a:latin typeface="Arial" panose="020B0604020202090204" pitchFamily="34" charset="0"/>
                          <a:ea typeface="华文细黑" panose="02010600040101010101" pitchFamily="2" charset="-122"/>
                        </a:defRPr>
                      </a:lvl3pPr>
                      <a:lvl4pPr marL="1281430" indent="90805">
                        <a:spcBef>
                          <a:spcPct val="10000"/>
                        </a:spcBef>
                        <a:spcAft>
                          <a:spcPct val="25000"/>
                        </a:spcAft>
                        <a:buClr>
                          <a:schemeClr val="tx1"/>
                        </a:buClr>
                        <a:buFont typeface="Arial" panose="020B0604020202090204" pitchFamily="34" charset="0"/>
                        <a:defRPr sz="1600">
                          <a:solidFill>
                            <a:srgbClr val="000000"/>
                          </a:solidFill>
                          <a:latin typeface="Arial" panose="020B0604020202090204" pitchFamily="34" charset="0"/>
                          <a:ea typeface="华文细黑" panose="02010600040101010101" pitchFamily="2" charset="-122"/>
                        </a:defRPr>
                      </a:lvl4pPr>
                      <a:lvl5pPr marL="1700530" indent="128905">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5pPr>
                      <a:lvl6pPr marL="21577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6pPr>
                      <a:lvl7pPr marL="26149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7pPr>
                      <a:lvl8pPr marL="30721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8pPr>
                      <a:lvl9pPr marL="35293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i="0" u="none" strike="noStrike" cap="none" normalizeH="0" baseline="0">
                          <a:ln>
                            <a:noFill/>
                          </a:ln>
                          <a:solidFill>
                            <a:schemeClr val="tx1"/>
                          </a:solidFill>
                          <a:effectLst/>
                          <a:latin typeface="Arial" panose="020B0604020202090204" pitchFamily="34" charset="0"/>
                          <a:ea typeface="宋体" panose="02010600030101010101" pitchFamily="2" charset="-122"/>
                        </a:rPr>
                        <a:t>10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a:spcBef>
                          <a:spcPct val="10000"/>
                        </a:spcBef>
                        <a:spcAft>
                          <a:spcPct val="25000"/>
                        </a:spcAft>
                        <a:buClr>
                          <a:schemeClr val="tx1"/>
                        </a:buClr>
                        <a:buSzPct val="80000"/>
                        <a:buFont typeface="Wingdings" panose="05000000000000000000" pitchFamily="2" charset="2"/>
                        <a:defRPr sz="2600" b="1">
                          <a:solidFill>
                            <a:srgbClr val="000000"/>
                          </a:solidFill>
                          <a:latin typeface="Arial" panose="020B0604020202090204" pitchFamily="34" charset="0"/>
                          <a:ea typeface="华文细黑" panose="02010600040101010101" pitchFamily="2" charset="-122"/>
                        </a:defRPr>
                      </a:lvl1pPr>
                      <a:lvl2pPr marL="386080" indent="71755">
                        <a:spcBef>
                          <a:spcPct val="10000"/>
                        </a:spcBef>
                        <a:spcAft>
                          <a:spcPct val="25000"/>
                        </a:spcAft>
                        <a:buClr>
                          <a:schemeClr val="tx1"/>
                        </a:buClr>
                        <a:buSzPct val="80000"/>
                        <a:buFont typeface="Wingdings" panose="05000000000000000000" pitchFamily="2" charset="2"/>
                        <a:defRPr sz="2000">
                          <a:solidFill>
                            <a:srgbClr val="000000"/>
                          </a:solidFill>
                          <a:latin typeface="Arial" panose="020B0604020202090204" pitchFamily="34" charset="0"/>
                          <a:ea typeface="华文细黑" panose="02010600040101010101" pitchFamily="2" charset="-122"/>
                        </a:defRPr>
                      </a:lvl2pPr>
                      <a:lvl3pPr marL="862330" indent="52705">
                        <a:spcBef>
                          <a:spcPct val="10000"/>
                        </a:spcBef>
                        <a:spcAft>
                          <a:spcPct val="25000"/>
                        </a:spcAft>
                        <a:buClr>
                          <a:schemeClr val="tx1"/>
                        </a:buClr>
                        <a:buFont typeface="Times New Roman" panose="02020503050405090304" pitchFamily="18" charset="0"/>
                        <a:defRPr sz="2000">
                          <a:solidFill>
                            <a:srgbClr val="000000"/>
                          </a:solidFill>
                          <a:latin typeface="Arial" panose="020B0604020202090204" pitchFamily="34" charset="0"/>
                          <a:ea typeface="华文细黑" panose="02010600040101010101" pitchFamily="2" charset="-122"/>
                        </a:defRPr>
                      </a:lvl3pPr>
                      <a:lvl4pPr marL="1281430" indent="90805">
                        <a:spcBef>
                          <a:spcPct val="10000"/>
                        </a:spcBef>
                        <a:spcAft>
                          <a:spcPct val="25000"/>
                        </a:spcAft>
                        <a:buClr>
                          <a:schemeClr val="tx1"/>
                        </a:buClr>
                        <a:buFont typeface="Arial" panose="020B0604020202090204" pitchFamily="34" charset="0"/>
                        <a:defRPr sz="1600">
                          <a:solidFill>
                            <a:srgbClr val="000000"/>
                          </a:solidFill>
                          <a:latin typeface="Arial" panose="020B0604020202090204" pitchFamily="34" charset="0"/>
                          <a:ea typeface="华文细黑" panose="02010600040101010101" pitchFamily="2" charset="-122"/>
                        </a:defRPr>
                      </a:lvl4pPr>
                      <a:lvl5pPr marL="1700530" indent="128905">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5pPr>
                      <a:lvl6pPr marL="21577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6pPr>
                      <a:lvl7pPr marL="26149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7pPr>
                      <a:lvl8pPr marL="30721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8pPr>
                      <a:lvl9pPr marL="35293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i="0" u="none" strike="noStrike" cap="none" normalizeH="0" baseline="0" dirty="0">
                          <a:ln>
                            <a:noFill/>
                          </a:ln>
                          <a:solidFill>
                            <a:schemeClr val="tx1"/>
                          </a:solidFill>
                          <a:effectLst/>
                          <a:latin typeface="Arial" panose="020B0604020202090204" pitchFamily="34" charset="0"/>
                          <a:ea typeface="宋体" panose="02010600030101010101" pitchFamily="2" charset="-122"/>
                        </a:rPr>
                        <a:t>MAC_B</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3"/>
                  </a:ext>
                </a:extLst>
              </a:tr>
              <a:tr h="334963">
                <a:tc>
                  <a:txBody>
                    <a:bodyPr/>
                    <a:lstStyle>
                      <a:lvl1pPr>
                        <a:spcBef>
                          <a:spcPct val="10000"/>
                        </a:spcBef>
                        <a:spcAft>
                          <a:spcPct val="25000"/>
                        </a:spcAft>
                        <a:buClr>
                          <a:schemeClr val="tx1"/>
                        </a:buClr>
                        <a:buSzPct val="80000"/>
                        <a:buFont typeface="Wingdings" panose="05000000000000000000" pitchFamily="2" charset="2"/>
                        <a:defRPr sz="2600" b="1">
                          <a:solidFill>
                            <a:srgbClr val="000000"/>
                          </a:solidFill>
                          <a:latin typeface="Arial" panose="020B0604020202090204" pitchFamily="34" charset="0"/>
                          <a:ea typeface="华文细黑" panose="02010600040101010101" pitchFamily="2" charset="-122"/>
                        </a:defRPr>
                      </a:lvl1pPr>
                      <a:lvl2pPr marL="386080" indent="71755">
                        <a:spcBef>
                          <a:spcPct val="10000"/>
                        </a:spcBef>
                        <a:spcAft>
                          <a:spcPct val="25000"/>
                        </a:spcAft>
                        <a:buClr>
                          <a:schemeClr val="tx1"/>
                        </a:buClr>
                        <a:buSzPct val="80000"/>
                        <a:buFont typeface="Wingdings" panose="05000000000000000000" pitchFamily="2" charset="2"/>
                        <a:defRPr sz="2000">
                          <a:solidFill>
                            <a:srgbClr val="000000"/>
                          </a:solidFill>
                          <a:latin typeface="Arial" panose="020B0604020202090204" pitchFamily="34" charset="0"/>
                          <a:ea typeface="华文细黑" panose="02010600040101010101" pitchFamily="2" charset="-122"/>
                        </a:defRPr>
                      </a:lvl2pPr>
                      <a:lvl3pPr marL="862330" indent="52705">
                        <a:spcBef>
                          <a:spcPct val="10000"/>
                        </a:spcBef>
                        <a:spcAft>
                          <a:spcPct val="25000"/>
                        </a:spcAft>
                        <a:buClr>
                          <a:schemeClr val="tx1"/>
                        </a:buClr>
                        <a:buFont typeface="Times New Roman" panose="02020503050405090304" pitchFamily="18" charset="0"/>
                        <a:defRPr sz="2000">
                          <a:solidFill>
                            <a:srgbClr val="000000"/>
                          </a:solidFill>
                          <a:latin typeface="Arial" panose="020B0604020202090204" pitchFamily="34" charset="0"/>
                          <a:ea typeface="华文细黑" panose="02010600040101010101" pitchFamily="2" charset="-122"/>
                        </a:defRPr>
                      </a:lvl3pPr>
                      <a:lvl4pPr marL="1281430" indent="90805">
                        <a:spcBef>
                          <a:spcPct val="10000"/>
                        </a:spcBef>
                        <a:spcAft>
                          <a:spcPct val="25000"/>
                        </a:spcAft>
                        <a:buClr>
                          <a:schemeClr val="tx1"/>
                        </a:buClr>
                        <a:buFont typeface="Arial" panose="020B0604020202090204" pitchFamily="34" charset="0"/>
                        <a:defRPr sz="1600">
                          <a:solidFill>
                            <a:srgbClr val="000000"/>
                          </a:solidFill>
                          <a:latin typeface="Arial" panose="020B0604020202090204" pitchFamily="34" charset="0"/>
                          <a:ea typeface="华文细黑" panose="02010600040101010101" pitchFamily="2" charset="-122"/>
                        </a:defRPr>
                      </a:lvl4pPr>
                      <a:lvl5pPr marL="1700530" indent="128905">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5pPr>
                      <a:lvl6pPr marL="21577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6pPr>
                      <a:lvl7pPr marL="26149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7pPr>
                      <a:lvl8pPr marL="30721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8pPr>
                      <a:lvl9pPr marL="35293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i="0" u="none" strike="noStrike" cap="none" normalizeH="0" baseline="0">
                          <a:ln>
                            <a:noFill/>
                          </a:ln>
                          <a:solidFill>
                            <a:schemeClr val="tx1"/>
                          </a:solidFill>
                          <a:effectLst/>
                          <a:latin typeface="Arial" panose="020B0604020202090204" pitchFamily="34" charset="0"/>
                          <a:ea typeface="宋体" panose="02010600030101010101" pitchFamily="2" charset="-122"/>
                        </a:rPr>
                        <a:t>20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a:spcBef>
                          <a:spcPct val="10000"/>
                        </a:spcBef>
                        <a:spcAft>
                          <a:spcPct val="25000"/>
                        </a:spcAft>
                        <a:buClr>
                          <a:schemeClr val="tx1"/>
                        </a:buClr>
                        <a:buSzPct val="80000"/>
                        <a:buFont typeface="Wingdings" panose="05000000000000000000" pitchFamily="2" charset="2"/>
                        <a:defRPr sz="2600" b="1">
                          <a:solidFill>
                            <a:srgbClr val="000000"/>
                          </a:solidFill>
                          <a:latin typeface="Arial" panose="020B0604020202090204" pitchFamily="34" charset="0"/>
                          <a:ea typeface="华文细黑" panose="02010600040101010101" pitchFamily="2" charset="-122"/>
                        </a:defRPr>
                      </a:lvl1pPr>
                      <a:lvl2pPr marL="386080" indent="71755">
                        <a:spcBef>
                          <a:spcPct val="10000"/>
                        </a:spcBef>
                        <a:spcAft>
                          <a:spcPct val="25000"/>
                        </a:spcAft>
                        <a:buClr>
                          <a:schemeClr val="tx1"/>
                        </a:buClr>
                        <a:buSzPct val="80000"/>
                        <a:buFont typeface="Wingdings" panose="05000000000000000000" pitchFamily="2" charset="2"/>
                        <a:defRPr sz="2000">
                          <a:solidFill>
                            <a:srgbClr val="000000"/>
                          </a:solidFill>
                          <a:latin typeface="Arial" panose="020B0604020202090204" pitchFamily="34" charset="0"/>
                          <a:ea typeface="华文细黑" panose="02010600040101010101" pitchFamily="2" charset="-122"/>
                        </a:defRPr>
                      </a:lvl2pPr>
                      <a:lvl3pPr marL="862330" indent="52705">
                        <a:spcBef>
                          <a:spcPct val="10000"/>
                        </a:spcBef>
                        <a:spcAft>
                          <a:spcPct val="25000"/>
                        </a:spcAft>
                        <a:buClr>
                          <a:schemeClr val="tx1"/>
                        </a:buClr>
                        <a:buFont typeface="Times New Roman" panose="02020503050405090304" pitchFamily="18" charset="0"/>
                        <a:defRPr sz="2000">
                          <a:solidFill>
                            <a:srgbClr val="000000"/>
                          </a:solidFill>
                          <a:latin typeface="Arial" panose="020B0604020202090204" pitchFamily="34" charset="0"/>
                          <a:ea typeface="华文细黑" panose="02010600040101010101" pitchFamily="2" charset="-122"/>
                        </a:defRPr>
                      </a:lvl3pPr>
                      <a:lvl4pPr marL="1281430" indent="90805">
                        <a:spcBef>
                          <a:spcPct val="10000"/>
                        </a:spcBef>
                        <a:spcAft>
                          <a:spcPct val="25000"/>
                        </a:spcAft>
                        <a:buClr>
                          <a:schemeClr val="tx1"/>
                        </a:buClr>
                        <a:buFont typeface="Arial" panose="020B0604020202090204" pitchFamily="34" charset="0"/>
                        <a:defRPr sz="1600">
                          <a:solidFill>
                            <a:srgbClr val="000000"/>
                          </a:solidFill>
                          <a:latin typeface="Arial" panose="020B0604020202090204" pitchFamily="34" charset="0"/>
                          <a:ea typeface="华文细黑" panose="02010600040101010101" pitchFamily="2" charset="-122"/>
                        </a:defRPr>
                      </a:lvl4pPr>
                      <a:lvl5pPr marL="1700530" indent="128905">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5pPr>
                      <a:lvl6pPr marL="21577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6pPr>
                      <a:lvl7pPr marL="26149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7pPr>
                      <a:lvl8pPr marL="30721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8pPr>
                      <a:lvl9pPr marL="35293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i="0" u="none" strike="noStrike" cap="none" normalizeH="0" baseline="0" dirty="0">
                          <a:ln>
                            <a:noFill/>
                          </a:ln>
                          <a:solidFill>
                            <a:schemeClr val="tx1"/>
                          </a:solidFill>
                          <a:effectLst/>
                          <a:latin typeface="Arial" panose="020B0604020202090204" pitchFamily="34" charset="0"/>
                          <a:ea typeface="宋体" panose="02010600030101010101" pitchFamily="2" charset="-122"/>
                        </a:rPr>
                        <a:t>MAC_C</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4"/>
                  </a:ext>
                </a:extLst>
              </a:tr>
              <a:tr h="334963">
                <a:tc>
                  <a:txBody>
                    <a:bodyPr/>
                    <a:lstStyle>
                      <a:lvl1pPr>
                        <a:spcBef>
                          <a:spcPct val="10000"/>
                        </a:spcBef>
                        <a:spcAft>
                          <a:spcPct val="25000"/>
                        </a:spcAft>
                        <a:buClr>
                          <a:schemeClr val="tx1"/>
                        </a:buClr>
                        <a:buSzPct val="80000"/>
                        <a:buFont typeface="Wingdings" panose="05000000000000000000" pitchFamily="2" charset="2"/>
                        <a:defRPr sz="2600" b="1">
                          <a:solidFill>
                            <a:srgbClr val="000000"/>
                          </a:solidFill>
                          <a:latin typeface="Arial" panose="020B0604020202090204" pitchFamily="34" charset="0"/>
                          <a:ea typeface="华文细黑" panose="02010600040101010101" pitchFamily="2" charset="-122"/>
                        </a:defRPr>
                      </a:lvl1pPr>
                      <a:lvl2pPr marL="386080" indent="71755">
                        <a:spcBef>
                          <a:spcPct val="10000"/>
                        </a:spcBef>
                        <a:spcAft>
                          <a:spcPct val="25000"/>
                        </a:spcAft>
                        <a:buClr>
                          <a:schemeClr val="tx1"/>
                        </a:buClr>
                        <a:buSzPct val="80000"/>
                        <a:buFont typeface="Wingdings" panose="05000000000000000000" pitchFamily="2" charset="2"/>
                        <a:defRPr sz="2000">
                          <a:solidFill>
                            <a:srgbClr val="000000"/>
                          </a:solidFill>
                          <a:latin typeface="Arial" panose="020B0604020202090204" pitchFamily="34" charset="0"/>
                          <a:ea typeface="华文细黑" panose="02010600040101010101" pitchFamily="2" charset="-122"/>
                        </a:defRPr>
                      </a:lvl2pPr>
                      <a:lvl3pPr marL="862330" indent="52705">
                        <a:spcBef>
                          <a:spcPct val="10000"/>
                        </a:spcBef>
                        <a:spcAft>
                          <a:spcPct val="25000"/>
                        </a:spcAft>
                        <a:buClr>
                          <a:schemeClr val="tx1"/>
                        </a:buClr>
                        <a:buFont typeface="Times New Roman" panose="02020503050405090304" pitchFamily="18" charset="0"/>
                        <a:defRPr sz="2000">
                          <a:solidFill>
                            <a:srgbClr val="000000"/>
                          </a:solidFill>
                          <a:latin typeface="Arial" panose="020B0604020202090204" pitchFamily="34" charset="0"/>
                          <a:ea typeface="华文细黑" panose="02010600040101010101" pitchFamily="2" charset="-122"/>
                        </a:defRPr>
                      </a:lvl3pPr>
                      <a:lvl4pPr marL="1281430" indent="90805">
                        <a:spcBef>
                          <a:spcPct val="10000"/>
                        </a:spcBef>
                        <a:spcAft>
                          <a:spcPct val="25000"/>
                        </a:spcAft>
                        <a:buClr>
                          <a:schemeClr val="tx1"/>
                        </a:buClr>
                        <a:buFont typeface="Arial" panose="020B0604020202090204" pitchFamily="34" charset="0"/>
                        <a:defRPr sz="1600">
                          <a:solidFill>
                            <a:srgbClr val="000000"/>
                          </a:solidFill>
                          <a:latin typeface="Arial" panose="020B0604020202090204" pitchFamily="34" charset="0"/>
                          <a:ea typeface="华文细黑" panose="02010600040101010101" pitchFamily="2" charset="-122"/>
                        </a:defRPr>
                      </a:lvl4pPr>
                      <a:lvl5pPr marL="1700530" indent="128905">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5pPr>
                      <a:lvl6pPr marL="21577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6pPr>
                      <a:lvl7pPr marL="26149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7pPr>
                      <a:lvl8pPr marL="30721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8pPr>
                      <a:lvl9pPr marL="35293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i="0" u="none" strike="noStrike" cap="none" normalizeH="0" baseline="0">
                          <a:ln>
                            <a:noFill/>
                          </a:ln>
                          <a:solidFill>
                            <a:schemeClr val="tx1"/>
                          </a:solidFill>
                          <a:effectLst/>
                          <a:latin typeface="Arial" panose="020B0604020202090204" pitchFamily="34" charset="0"/>
                          <a:ea typeface="宋体" panose="02010600030101010101" pitchFamily="2" charset="-122"/>
                        </a:rPr>
                        <a:t>20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a:spcBef>
                          <a:spcPct val="10000"/>
                        </a:spcBef>
                        <a:spcAft>
                          <a:spcPct val="25000"/>
                        </a:spcAft>
                        <a:buClr>
                          <a:schemeClr val="tx1"/>
                        </a:buClr>
                        <a:buSzPct val="80000"/>
                        <a:buFont typeface="Wingdings" panose="05000000000000000000" pitchFamily="2" charset="2"/>
                        <a:defRPr sz="2600" b="1">
                          <a:solidFill>
                            <a:srgbClr val="000000"/>
                          </a:solidFill>
                          <a:latin typeface="Arial" panose="020B0604020202090204" pitchFamily="34" charset="0"/>
                          <a:ea typeface="华文细黑" panose="02010600040101010101" pitchFamily="2" charset="-122"/>
                        </a:defRPr>
                      </a:lvl1pPr>
                      <a:lvl2pPr marL="386080" indent="71755">
                        <a:spcBef>
                          <a:spcPct val="10000"/>
                        </a:spcBef>
                        <a:spcAft>
                          <a:spcPct val="25000"/>
                        </a:spcAft>
                        <a:buClr>
                          <a:schemeClr val="tx1"/>
                        </a:buClr>
                        <a:buSzPct val="80000"/>
                        <a:buFont typeface="Wingdings" panose="05000000000000000000" pitchFamily="2" charset="2"/>
                        <a:defRPr sz="2000">
                          <a:solidFill>
                            <a:srgbClr val="000000"/>
                          </a:solidFill>
                          <a:latin typeface="Arial" panose="020B0604020202090204" pitchFamily="34" charset="0"/>
                          <a:ea typeface="华文细黑" panose="02010600040101010101" pitchFamily="2" charset="-122"/>
                        </a:defRPr>
                      </a:lvl2pPr>
                      <a:lvl3pPr marL="862330" indent="52705">
                        <a:spcBef>
                          <a:spcPct val="10000"/>
                        </a:spcBef>
                        <a:spcAft>
                          <a:spcPct val="25000"/>
                        </a:spcAft>
                        <a:buClr>
                          <a:schemeClr val="tx1"/>
                        </a:buClr>
                        <a:buFont typeface="Times New Roman" panose="02020503050405090304" pitchFamily="18" charset="0"/>
                        <a:defRPr sz="2000">
                          <a:solidFill>
                            <a:srgbClr val="000000"/>
                          </a:solidFill>
                          <a:latin typeface="Arial" panose="020B0604020202090204" pitchFamily="34" charset="0"/>
                          <a:ea typeface="华文细黑" panose="02010600040101010101" pitchFamily="2" charset="-122"/>
                        </a:defRPr>
                      </a:lvl3pPr>
                      <a:lvl4pPr marL="1281430" indent="90805">
                        <a:spcBef>
                          <a:spcPct val="10000"/>
                        </a:spcBef>
                        <a:spcAft>
                          <a:spcPct val="25000"/>
                        </a:spcAft>
                        <a:buClr>
                          <a:schemeClr val="tx1"/>
                        </a:buClr>
                        <a:buFont typeface="Arial" panose="020B0604020202090204" pitchFamily="34" charset="0"/>
                        <a:defRPr sz="1600">
                          <a:solidFill>
                            <a:srgbClr val="000000"/>
                          </a:solidFill>
                          <a:latin typeface="Arial" panose="020B0604020202090204" pitchFamily="34" charset="0"/>
                          <a:ea typeface="华文细黑" panose="02010600040101010101" pitchFamily="2" charset="-122"/>
                        </a:defRPr>
                      </a:lvl4pPr>
                      <a:lvl5pPr marL="1700530" indent="128905">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5pPr>
                      <a:lvl6pPr marL="21577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6pPr>
                      <a:lvl7pPr marL="26149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7pPr>
                      <a:lvl8pPr marL="30721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8pPr>
                      <a:lvl9pPr marL="35293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i="0" u="none" strike="noStrike" cap="none" normalizeH="0" baseline="0" dirty="0">
                          <a:ln>
                            <a:noFill/>
                          </a:ln>
                          <a:solidFill>
                            <a:schemeClr val="tx1"/>
                          </a:solidFill>
                          <a:effectLst/>
                          <a:latin typeface="Arial" panose="020B0604020202090204" pitchFamily="34" charset="0"/>
                          <a:ea typeface="宋体" panose="02010600030101010101" pitchFamily="2" charset="-122"/>
                        </a:rPr>
                        <a:t>MAC_D</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5"/>
                  </a:ext>
                </a:extLst>
              </a:tr>
            </a:tbl>
          </a:graphicData>
        </a:graphic>
      </p:graphicFrame>
      <p:sp>
        <p:nvSpPr>
          <p:cNvPr id="131" name="Text Box 64"/>
          <p:cNvSpPr txBox="1">
            <a:spLocks noChangeAspect="1" noChangeArrowheads="1"/>
          </p:cNvSpPr>
          <p:nvPr/>
        </p:nvSpPr>
        <p:spPr bwMode="auto">
          <a:xfrm>
            <a:off x="2261305" y="5888469"/>
            <a:ext cx="13843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sz="1600">
                <a:latin typeface="微软雅黑" panose="020B0503020204020204" pitchFamily="34" charset="-122"/>
                <a:ea typeface="微软雅黑" panose="020B0503020204020204" pitchFamily="34" charset="-122"/>
              </a:rPr>
              <a:t>VLAN 10</a:t>
            </a:r>
          </a:p>
        </p:txBody>
      </p:sp>
      <p:sp>
        <p:nvSpPr>
          <p:cNvPr id="132" name="Text Box 65"/>
          <p:cNvSpPr txBox="1">
            <a:spLocks noChangeAspect="1" noChangeArrowheads="1"/>
          </p:cNvSpPr>
          <p:nvPr/>
        </p:nvSpPr>
        <p:spPr bwMode="auto">
          <a:xfrm>
            <a:off x="8814505" y="5888469"/>
            <a:ext cx="13843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sz="1600">
                <a:latin typeface="微软雅黑" panose="020B0503020204020204" pitchFamily="34" charset="-122"/>
                <a:ea typeface="微软雅黑" panose="020B0503020204020204" pitchFamily="34" charset="-122"/>
              </a:rPr>
              <a:t>VLAN 20</a:t>
            </a:r>
          </a:p>
        </p:txBody>
      </p:sp>
      <p:sp>
        <p:nvSpPr>
          <p:cNvPr id="50" name="日期占位符 36"/>
          <p:cNvSpPr>
            <a:spLocks noGrp="1"/>
          </p:cNvSpPr>
          <p:nvPr>
            <p:ph type="dt" sz="half" idx="10"/>
          </p:nvPr>
        </p:nvSpPr>
        <p:spPr>
          <a:xfrm>
            <a:off x="197335" y="6489303"/>
            <a:ext cx="2743200" cy="365125"/>
          </a:xfrm>
        </p:spPr>
        <p:txBody>
          <a:bodyPr/>
          <a:lstStyle/>
          <a:p>
            <a:r>
              <a:rPr lang="en-US" altLang="zh-CN" dirty="0">
                <a:latin typeface="微软雅黑" panose="020B0503020204020204" pitchFamily="34" charset="-122"/>
                <a:ea typeface="微软雅黑" panose="020B0503020204020204" pitchFamily="34" charset="-122"/>
              </a:rPr>
              <a:t>4.4 </a:t>
            </a:r>
            <a:r>
              <a:rPr lang="zh-CN" altLang="en-US" dirty="0">
                <a:latin typeface="微软雅黑" panose="020B0503020204020204" pitchFamily="34" charset="-122"/>
                <a:ea typeface="微软雅黑" panose="020B0503020204020204" pitchFamily="34" charset="-122"/>
              </a:rPr>
              <a:t>数据链路层交换</a:t>
            </a:r>
          </a:p>
        </p:txBody>
      </p:sp>
      <p:sp>
        <p:nvSpPr>
          <p:cNvPr id="51" name="灯片编号占位符 38"/>
          <p:cNvSpPr>
            <a:spLocks noGrp="1"/>
          </p:cNvSpPr>
          <p:nvPr>
            <p:ph type="sldNum" sz="quarter" idx="12"/>
          </p:nvPr>
        </p:nvSpPr>
        <p:spPr>
          <a:xfrm>
            <a:off x="8686810" y="6489303"/>
            <a:ext cx="3319670" cy="365125"/>
          </a:xfrm>
        </p:spPr>
        <p:txBody>
          <a:bodyPr/>
          <a:lstStyle/>
          <a:p>
            <a:fld id="{8D4D1E41-7A09-AB4A-A4E1-09765ADA2698}" type="slidenum">
              <a:rPr kumimoji="1" lang="zh-CN" altLang="en-US" smtClean="0"/>
              <a:t>108</a:t>
            </a:fld>
            <a:endParaRPr kumimoji="1" lang="zh-CN" altLang="en-US" dirty="0"/>
          </a:p>
        </p:txBody>
      </p:sp>
      <p:sp>
        <p:nvSpPr>
          <p:cNvPr id="3" name="文本框 2"/>
          <p:cNvSpPr txBox="1"/>
          <p:nvPr/>
        </p:nvSpPr>
        <p:spPr>
          <a:xfrm>
            <a:off x="4376342" y="5907349"/>
            <a:ext cx="3756152" cy="497957"/>
          </a:xfrm>
          <a:prstGeom prst="rect">
            <a:avLst/>
          </a:prstGeom>
          <a:noFill/>
        </p:spPr>
        <p:txBody>
          <a:bodyPr wrap="square" rtlCol="0">
            <a:spAutoFit/>
          </a:bodyPr>
          <a:lstStyle/>
          <a:p>
            <a:pPr marL="0" indent="0" algn="ctr">
              <a:lnSpc>
                <a:spcPct val="120000"/>
              </a:lnSpc>
              <a:buNone/>
            </a:pPr>
            <a:r>
              <a:rPr lang="en-US" altLang="zh-CN" sz="2400" kern="100" dirty="0">
                <a:solidFill>
                  <a:srgbClr val="C00000"/>
                </a:solidFill>
                <a:effectLst/>
                <a:latin typeface="微软雅黑" panose="020B0503020204020204" pitchFamily="34" charset="-122"/>
                <a:ea typeface="微软雅黑" panose="020B0503020204020204" pitchFamily="34" charset="-122"/>
              </a:rPr>
              <a:t>MAC</a:t>
            </a:r>
            <a:r>
              <a:rPr lang="zh-CN" altLang="en-US" sz="2400" kern="100" dirty="0">
                <a:solidFill>
                  <a:srgbClr val="C00000"/>
                </a:solidFill>
                <a:effectLst/>
                <a:latin typeface="微软雅黑" panose="020B0503020204020204" pitchFamily="34" charset="-122"/>
                <a:ea typeface="微软雅黑" panose="020B0503020204020204" pitchFamily="34" charset="-122"/>
              </a:rPr>
              <a:t>地址决定了成员身份</a:t>
            </a:r>
            <a:r>
              <a:rPr lang="en-US" altLang="zh-CN" sz="2400" kern="100" dirty="0">
                <a:solidFill>
                  <a:srgbClr val="C00000"/>
                </a:solidFill>
                <a:effectLst/>
                <a:latin typeface="微软雅黑" panose="020B0503020204020204" pitchFamily="34" charset="-122"/>
                <a:ea typeface="微软雅黑" panose="020B0503020204020204" pitchFamily="34" charset="-122"/>
              </a:rPr>
              <a:t> </a:t>
            </a: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en-US" altLang="zh-CN" dirty="0"/>
              <a:t> </a:t>
            </a:r>
            <a:r>
              <a:rPr kumimoji="1" lang="zh-CN" altLang="zh-CN" dirty="0"/>
              <a:t>虚拟局域网</a:t>
            </a:r>
            <a:endParaRPr kumimoji="1" lang="zh-CN" altLang="en-US" dirty="0"/>
          </a:p>
        </p:txBody>
      </p:sp>
      <p:sp>
        <p:nvSpPr>
          <p:cNvPr id="91" name="内容占位符 2"/>
          <p:cNvSpPr>
            <a:spLocks noGrp="1"/>
          </p:cNvSpPr>
          <p:nvPr>
            <p:ph idx="1"/>
          </p:nvPr>
        </p:nvSpPr>
        <p:spPr>
          <a:xfrm>
            <a:off x="838200" y="1417272"/>
            <a:ext cx="10515600" cy="5131205"/>
          </a:xfrm>
          <a:ln>
            <a:noFill/>
          </a:ln>
        </p:spPr>
        <p:txBody>
          <a:bodyPr>
            <a:normAutofit/>
          </a:bodyPr>
          <a:lstStyle/>
          <a:p>
            <a:pPr>
              <a:lnSpc>
                <a:spcPct val="120000"/>
              </a:lnSpc>
            </a:pPr>
            <a:r>
              <a:rPr lang="zh-CN" altLang="zh-CN" kern="100" dirty="0">
                <a:effectLst/>
                <a:latin typeface="微软雅黑" panose="020B0503020204020204" pitchFamily="34" charset="-122"/>
                <a:ea typeface="微软雅黑" panose="020B0503020204020204" pitchFamily="34" charset="-122"/>
              </a:rPr>
              <a:t>基于</a:t>
            </a:r>
            <a:r>
              <a:rPr lang="zh-CN" altLang="en-US" kern="100" dirty="0">
                <a:effectLst/>
                <a:latin typeface="微软雅黑" panose="020B0503020204020204" pitchFamily="34" charset="-122"/>
                <a:ea typeface="微软雅黑" panose="020B0503020204020204" pitchFamily="34" charset="-122"/>
              </a:rPr>
              <a:t>协议</a:t>
            </a:r>
            <a:r>
              <a:rPr lang="zh-CN" altLang="zh-CN" kern="100" dirty="0">
                <a:effectLst/>
                <a:latin typeface="微软雅黑" panose="020B0503020204020204" pitchFamily="34" charset="-122"/>
                <a:ea typeface="微软雅黑" panose="020B0503020204020204" pitchFamily="34" charset="-122"/>
              </a:rPr>
              <a:t>的</a:t>
            </a:r>
            <a:r>
              <a:rPr lang="en-US" altLang="zh-CN" kern="100" dirty="0">
                <a:effectLst/>
                <a:latin typeface="微软雅黑" panose="020B0503020204020204" pitchFamily="34" charset="-122"/>
                <a:ea typeface="微软雅黑" panose="020B0503020204020204" pitchFamily="34" charset="-122"/>
              </a:rPr>
              <a:t>VLAN </a:t>
            </a:r>
          </a:p>
          <a:p>
            <a:pPr>
              <a:lnSpc>
                <a:spcPct val="120000"/>
              </a:lnSpc>
            </a:pPr>
            <a:endParaRPr kumimoji="1" lang="zh-CN" altLang="en-US" dirty="0">
              <a:latin typeface="微软雅黑" panose="020B0503020204020204" pitchFamily="34" charset="-122"/>
              <a:ea typeface="微软雅黑" panose="020B0503020204020204" pitchFamily="34" charset="-122"/>
            </a:endParaRPr>
          </a:p>
          <a:p>
            <a:pPr>
              <a:lnSpc>
                <a:spcPct val="120000"/>
              </a:lnSpc>
            </a:pPr>
            <a:endParaRPr lang="en-US" altLang="zh-CN" sz="2800" dirty="0">
              <a:latin typeface="微软雅黑" panose="020B0503020204020204" pitchFamily="34" charset="-122"/>
              <a:ea typeface="微软雅黑" panose="020B0503020204020204" pitchFamily="34" charset="-122"/>
            </a:endParaRPr>
          </a:p>
        </p:txBody>
      </p:sp>
      <p:sp>
        <p:nvSpPr>
          <p:cNvPr id="90" name="Rectangle 2"/>
          <p:cNvSpPr>
            <a:spLocks noChangeAspect="1" noChangeArrowheads="1"/>
          </p:cNvSpPr>
          <p:nvPr/>
        </p:nvSpPr>
        <p:spPr bwMode="auto">
          <a:xfrm>
            <a:off x="8755767" y="3272269"/>
            <a:ext cx="1354138" cy="2952750"/>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92" name="Rectangle 3"/>
          <p:cNvSpPr>
            <a:spLocks noChangeAspect="1" noChangeArrowheads="1"/>
          </p:cNvSpPr>
          <p:nvPr/>
        </p:nvSpPr>
        <p:spPr bwMode="auto">
          <a:xfrm>
            <a:off x="2261305" y="3272269"/>
            <a:ext cx="1354137" cy="2952750"/>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93" name="Line 5"/>
          <p:cNvSpPr>
            <a:spLocks noChangeShapeType="1"/>
          </p:cNvSpPr>
          <p:nvPr/>
        </p:nvSpPr>
        <p:spPr bwMode="auto">
          <a:xfrm>
            <a:off x="3197930" y="3991406"/>
            <a:ext cx="576262" cy="0"/>
          </a:xfrm>
          <a:prstGeom prst="line">
            <a:avLst/>
          </a:prstGeom>
          <a:noFill/>
          <a:ln w="2857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94" name="Line 6"/>
          <p:cNvSpPr>
            <a:spLocks noChangeShapeType="1"/>
          </p:cNvSpPr>
          <p:nvPr/>
        </p:nvSpPr>
        <p:spPr bwMode="auto">
          <a:xfrm>
            <a:off x="3197930" y="5359831"/>
            <a:ext cx="576262" cy="0"/>
          </a:xfrm>
          <a:prstGeom prst="line">
            <a:avLst/>
          </a:prstGeom>
          <a:noFill/>
          <a:ln w="2857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95" name="Line 7"/>
          <p:cNvSpPr>
            <a:spLocks noChangeShapeType="1"/>
          </p:cNvSpPr>
          <p:nvPr/>
        </p:nvSpPr>
        <p:spPr bwMode="auto">
          <a:xfrm>
            <a:off x="8527167" y="3918381"/>
            <a:ext cx="576263" cy="0"/>
          </a:xfrm>
          <a:prstGeom prst="line">
            <a:avLst/>
          </a:prstGeom>
          <a:noFill/>
          <a:ln w="2857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96" name="Line 8"/>
          <p:cNvSpPr>
            <a:spLocks noChangeShapeType="1"/>
          </p:cNvSpPr>
          <p:nvPr/>
        </p:nvSpPr>
        <p:spPr bwMode="auto">
          <a:xfrm>
            <a:off x="8527167" y="5359831"/>
            <a:ext cx="576263" cy="0"/>
          </a:xfrm>
          <a:prstGeom prst="line">
            <a:avLst/>
          </a:prstGeom>
          <a:noFill/>
          <a:ln w="2857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97" name="Line 9"/>
          <p:cNvSpPr>
            <a:spLocks noChangeShapeType="1"/>
          </p:cNvSpPr>
          <p:nvPr/>
        </p:nvSpPr>
        <p:spPr bwMode="auto">
          <a:xfrm>
            <a:off x="6582480" y="4999469"/>
            <a:ext cx="1943100" cy="0"/>
          </a:xfrm>
          <a:prstGeom prst="line">
            <a:avLst/>
          </a:prstGeom>
          <a:noFill/>
          <a:ln w="2857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98" name="Line 10"/>
          <p:cNvSpPr>
            <a:spLocks noChangeShapeType="1"/>
          </p:cNvSpPr>
          <p:nvPr/>
        </p:nvSpPr>
        <p:spPr bwMode="auto">
          <a:xfrm>
            <a:off x="6726942" y="4710544"/>
            <a:ext cx="1800225" cy="0"/>
          </a:xfrm>
          <a:prstGeom prst="line">
            <a:avLst/>
          </a:prstGeom>
          <a:noFill/>
          <a:ln w="2857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99" name="Line 11"/>
          <p:cNvSpPr>
            <a:spLocks noChangeShapeType="1"/>
          </p:cNvSpPr>
          <p:nvPr/>
        </p:nvSpPr>
        <p:spPr bwMode="auto">
          <a:xfrm>
            <a:off x="3774192" y="4999469"/>
            <a:ext cx="1728788" cy="0"/>
          </a:xfrm>
          <a:prstGeom prst="line">
            <a:avLst/>
          </a:prstGeom>
          <a:noFill/>
          <a:ln w="2857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00" name="Line 12"/>
          <p:cNvSpPr>
            <a:spLocks noChangeShapeType="1"/>
          </p:cNvSpPr>
          <p:nvPr/>
        </p:nvSpPr>
        <p:spPr bwMode="auto">
          <a:xfrm>
            <a:off x="3774192" y="4710544"/>
            <a:ext cx="1727200" cy="0"/>
          </a:xfrm>
          <a:prstGeom prst="line">
            <a:avLst/>
          </a:prstGeom>
          <a:noFill/>
          <a:ln w="2857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01" name="Line 13"/>
          <p:cNvSpPr>
            <a:spLocks noChangeShapeType="1"/>
          </p:cNvSpPr>
          <p:nvPr/>
        </p:nvSpPr>
        <p:spPr bwMode="auto">
          <a:xfrm flipV="1">
            <a:off x="3774192" y="4999469"/>
            <a:ext cx="0" cy="360362"/>
          </a:xfrm>
          <a:prstGeom prst="line">
            <a:avLst/>
          </a:prstGeom>
          <a:noFill/>
          <a:ln w="2857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02" name="Line 14"/>
          <p:cNvSpPr>
            <a:spLocks noChangeShapeType="1"/>
          </p:cNvSpPr>
          <p:nvPr/>
        </p:nvSpPr>
        <p:spPr bwMode="auto">
          <a:xfrm>
            <a:off x="3774192" y="3991406"/>
            <a:ext cx="0" cy="719138"/>
          </a:xfrm>
          <a:prstGeom prst="line">
            <a:avLst/>
          </a:prstGeom>
          <a:noFill/>
          <a:ln w="2857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03" name="Line 15"/>
          <p:cNvSpPr>
            <a:spLocks noChangeShapeType="1"/>
          </p:cNvSpPr>
          <p:nvPr/>
        </p:nvSpPr>
        <p:spPr bwMode="auto">
          <a:xfrm flipV="1">
            <a:off x="8527167" y="3918381"/>
            <a:ext cx="0" cy="792163"/>
          </a:xfrm>
          <a:prstGeom prst="line">
            <a:avLst/>
          </a:prstGeom>
          <a:noFill/>
          <a:ln w="2857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04" name="Line 16"/>
          <p:cNvSpPr>
            <a:spLocks noChangeShapeType="1"/>
          </p:cNvSpPr>
          <p:nvPr/>
        </p:nvSpPr>
        <p:spPr bwMode="auto">
          <a:xfrm>
            <a:off x="8527167" y="4999469"/>
            <a:ext cx="0" cy="360362"/>
          </a:xfrm>
          <a:prstGeom prst="line">
            <a:avLst/>
          </a:prstGeom>
          <a:noFill/>
          <a:ln w="2857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nvGrpSpPr>
          <p:cNvPr id="105" name="Group 17"/>
          <p:cNvGrpSpPr>
            <a:grpSpLocks noChangeAspect="1"/>
          </p:cNvGrpSpPr>
          <p:nvPr/>
        </p:nvGrpSpPr>
        <p:grpSpPr bwMode="auto">
          <a:xfrm>
            <a:off x="5358517" y="4337481"/>
            <a:ext cx="1511300" cy="1093788"/>
            <a:chOff x="0" y="0"/>
            <a:chExt cx="576" cy="417"/>
          </a:xfrm>
        </p:grpSpPr>
        <p:sp>
          <p:nvSpPr>
            <p:cNvPr id="106" name="AutoShape 18"/>
            <p:cNvSpPr>
              <a:spLocks noChangeAspect="1" noChangeArrowheads="1" noTextEdit="1"/>
            </p:cNvSpPr>
            <p:nvPr/>
          </p:nvSpPr>
          <p:spPr bwMode="auto">
            <a:xfrm>
              <a:off x="0" y="0"/>
              <a:ext cx="576" cy="4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07" name="未知"/>
            <p:cNvSpPr/>
            <p:nvPr/>
          </p:nvSpPr>
          <p:spPr bwMode="auto">
            <a:xfrm>
              <a:off x="289" y="166"/>
              <a:ext cx="286" cy="252"/>
            </a:xfrm>
            <a:custGeom>
              <a:avLst/>
              <a:gdLst>
                <a:gd name="T0" fmla="*/ 286 w 286"/>
                <a:gd name="T1" fmla="*/ 0 h 252"/>
                <a:gd name="T2" fmla="*/ 286 w 286"/>
                <a:gd name="T3" fmla="*/ 85 h 252"/>
                <a:gd name="T4" fmla="*/ 0 w 286"/>
                <a:gd name="T5" fmla="*/ 252 h 252"/>
                <a:gd name="T6" fmla="*/ 0 w 286"/>
                <a:gd name="T7" fmla="*/ 166 h 252"/>
                <a:gd name="T8" fmla="*/ 286 w 286"/>
                <a:gd name="T9" fmla="*/ 0 h 252"/>
                <a:gd name="T10" fmla="*/ 286 w 286"/>
                <a:gd name="T11" fmla="*/ 0 h 252"/>
                <a:gd name="T12" fmla="*/ 286 w 286"/>
                <a:gd name="T13" fmla="*/ 0 h 252"/>
                <a:gd name="T14" fmla="*/ 286 w 286"/>
                <a:gd name="T15" fmla="*/ 0 h 252"/>
                <a:gd name="T16" fmla="*/ 286 w 286"/>
                <a:gd name="T17" fmla="*/ 0 h 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6" h="252">
                  <a:moveTo>
                    <a:pt x="286" y="0"/>
                  </a:moveTo>
                  <a:lnTo>
                    <a:pt x="286" y="85"/>
                  </a:lnTo>
                  <a:lnTo>
                    <a:pt x="0" y="252"/>
                  </a:lnTo>
                  <a:lnTo>
                    <a:pt x="0" y="166"/>
                  </a:lnTo>
                  <a:lnTo>
                    <a:pt x="286" y="0"/>
                  </a:lnTo>
                  <a:lnTo>
                    <a:pt x="286" y="0"/>
                  </a:lnTo>
                  <a:lnTo>
                    <a:pt x="286" y="0"/>
                  </a:lnTo>
                  <a:lnTo>
                    <a:pt x="286" y="0"/>
                  </a:lnTo>
                  <a:lnTo>
                    <a:pt x="286" y="0"/>
                  </a:lnTo>
                  <a:close/>
                </a:path>
              </a:pathLst>
            </a:custGeom>
            <a:solidFill>
              <a:srgbClr val="1D2977"/>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08" name="未知"/>
            <p:cNvSpPr/>
            <p:nvPr/>
          </p:nvSpPr>
          <p:spPr bwMode="auto">
            <a:xfrm>
              <a:off x="1" y="166"/>
              <a:ext cx="288" cy="252"/>
            </a:xfrm>
            <a:custGeom>
              <a:avLst/>
              <a:gdLst>
                <a:gd name="T0" fmla="*/ 288 w 288"/>
                <a:gd name="T1" fmla="*/ 166 h 252"/>
                <a:gd name="T2" fmla="*/ 288 w 288"/>
                <a:gd name="T3" fmla="*/ 252 h 252"/>
                <a:gd name="T4" fmla="*/ 0 w 288"/>
                <a:gd name="T5" fmla="*/ 85 h 252"/>
                <a:gd name="T6" fmla="*/ 0 w 288"/>
                <a:gd name="T7" fmla="*/ 0 h 252"/>
                <a:gd name="T8" fmla="*/ 288 w 288"/>
                <a:gd name="T9" fmla="*/ 166 h 252"/>
                <a:gd name="T10" fmla="*/ 288 w 288"/>
                <a:gd name="T11" fmla="*/ 166 h 252"/>
                <a:gd name="T12" fmla="*/ 288 w 288"/>
                <a:gd name="T13" fmla="*/ 166 h 252"/>
                <a:gd name="T14" fmla="*/ 288 w 288"/>
                <a:gd name="T15" fmla="*/ 166 h 252"/>
                <a:gd name="T16" fmla="*/ 288 w 288"/>
                <a:gd name="T17" fmla="*/ 166 h 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8" h="252">
                  <a:moveTo>
                    <a:pt x="288" y="166"/>
                  </a:moveTo>
                  <a:lnTo>
                    <a:pt x="288" y="252"/>
                  </a:lnTo>
                  <a:lnTo>
                    <a:pt x="0" y="85"/>
                  </a:lnTo>
                  <a:lnTo>
                    <a:pt x="0" y="0"/>
                  </a:lnTo>
                  <a:lnTo>
                    <a:pt x="288" y="166"/>
                  </a:lnTo>
                  <a:lnTo>
                    <a:pt x="288" y="166"/>
                  </a:lnTo>
                  <a:lnTo>
                    <a:pt x="288" y="166"/>
                  </a:lnTo>
                  <a:lnTo>
                    <a:pt x="288" y="166"/>
                  </a:lnTo>
                  <a:lnTo>
                    <a:pt x="288" y="166"/>
                  </a:lnTo>
                  <a:close/>
                </a:path>
              </a:pathLst>
            </a:custGeom>
            <a:solidFill>
              <a:srgbClr val="36458A"/>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09" name="未知"/>
            <p:cNvSpPr/>
            <p:nvPr/>
          </p:nvSpPr>
          <p:spPr bwMode="auto">
            <a:xfrm>
              <a:off x="1" y="0"/>
              <a:ext cx="574" cy="332"/>
            </a:xfrm>
            <a:custGeom>
              <a:avLst/>
              <a:gdLst>
                <a:gd name="T0" fmla="*/ 574 w 574"/>
                <a:gd name="T1" fmla="*/ 166 h 332"/>
                <a:gd name="T2" fmla="*/ 288 w 574"/>
                <a:gd name="T3" fmla="*/ 332 h 332"/>
                <a:gd name="T4" fmla="*/ 0 w 574"/>
                <a:gd name="T5" fmla="*/ 166 h 332"/>
                <a:gd name="T6" fmla="*/ 286 w 574"/>
                <a:gd name="T7" fmla="*/ 0 h 332"/>
                <a:gd name="T8" fmla="*/ 574 w 574"/>
                <a:gd name="T9" fmla="*/ 166 h 332"/>
                <a:gd name="T10" fmla="*/ 574 w 574"/>
                <a:gd name="T11" fmla="*/ 166 h 332"/>
                <a:gd name="T12" fmla="*/ 574 w 574"/>
                <a:gd name="T13" fmla="*/ 166 h 332"/>
                <a:gd name="T14" fmla="*/ 574 w 574"/>
                <a:gd name="T15" fmla="*/ 166 h 332"/>
                <a:gd name="T16" fmla="*/ 574 w 574"/>
                <a:gd name="T17" fmla="*/ 166 h 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4" h="332">
                  <a:moveTo>
                    <a:pt x="574" y="166"/>
                  </a:moveTo>
                  <a:lnTo>
                    <a:pt x="288" y="332"/>
                  </a:lnTo>
                  <a:lnTo>
                    <a:pt x="0" y="166"/>
                  </a:lnTo>
                  <a:lnTo>
                    <a:pt x="286" y="0"/>
                  </a:lnTo>
                  <a:lnTo>
                    <a:pt x="574" y="166"/>
                  </a:lnTo>
                  <a:lnTo>
                    <a:pt x="574" y="166"/>
                  </a:lnTo>
                  <a:lnTo>
                    <a:pt x="574" y="166"/>
                  </a:lnTo>
                  <a:lnTo>
                    <a:pt x="574" y="166"/>
                  </a:lnTo>
                  <a:lnTo>
                    <a:pt x="574" y="166"/>
                  </a:lnTo>
                  <a:close/>
                </a:path>
              </a:pathLst>
            </a:custGeom>
            <a:solidFill>
              <a:srgbClr val="4D61A4"/>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10" name="未知"/>
            <p:cNvSpPr>
              <a:spLocks noEditPoints="1"/>
            </p:cNvSpPr>
            <p:nvPr/>
          </p:nvSpPr>
          <p:spPr bwMode="auto">
            <a:xfrm>
              <a:off x="80" y="48"/>
              <a:ext cx="416" cy="241"/>
            </a:xfrm>
            <a:custGeom>
              <a:avLst/>
              <a:gdLst>
                <a:gd name="T0" fmla="*/ 483 w 785"/>
                <a:gd name="T1" fmla="*/ 356 h 457"/>
                <a:gd name="T2" fmla="*/ 523 w 785"/>
                <a:gd name="T3" fmla="*/ 379 h 457"/>
                <a:gd name="T4" fmla="*/ 389 w 785"/>
                <a:gd name="T5" fmla="*/ 457 h 457"/>
                <a:gd name="T6" fmla="*/ 255 w 785"/>
                <a:gd name="T7" fmla="*/ 379 h 457"/>
                <a:gd name="T8" fmla="*/ 295 w 785"/>
                <a:gd name="T9" fmla="*/ 356 h 457"/>
                <a:gd name="T10" fmla="*/ 356 w 785"/>
                <a:gd name="T11" fmla="*/ 391 h 457"/>
                <a:gd name="T12" fmla="*/ 356 w 785"/>
                <a:gd name="T13" fmla="*/ 313 h 457"/>
                <a:gd name="T14" fmla="*/ 286 w 785"/>
                <a:gd name="T15" fmla="*/ 290 h 457"/>
                <a:gd name="T16" fmla="*/ 246 w 785"/>
                <a:gd name="T17" fmla="*/ 249 h 457"/>
                <a:gd name="T18" fmla="*/ 113 w 785"/>
                <a:gd name="T19" fmla="*/ 249 h 457"/>
                <a:gd name="T20" fmla="*/ 174 w 785"/>
                <a:gd name="T21" fmla="*/ 285 h 457"/>
                <a:gd name="T22" fmla="*/ 134 w 785"/>
                <a:gd name="T23" fmla="*/ 308 h 457"/>
                <a:gd name="T24" fmla="*/ 0 w 785"/>
                <a:gd name="T25" fmla="*/ 230 h 457"/>
                <a:gd name="T26" fmla="*/ 134 w 785"/>
                <a:gd name="T27" fmla="*/ 153 h 457"/>
                <a:gd name="T28" fmla="*/ 174 w 785"/>
                <a:gd name="T29" fmla="*/ 176 h 457"/>
                <a:gd name="T30" fmla="*/ 113 w 785"/>
                <a:gd name="T31" fmla="*/ 211 h 457"/>
                <a:gd name="T32" fmla="*/ 244 w 785"/>
                <a:gd name="T33" fmla="*/ 211 h 457"/>
                <a:gd name="T34" fmla="*/ 286 w 785"/>
                <a:gd name="T35" fmla="*/ 165 h 457"/>
                <a:gd name="T36" fmla="*/ 369 w 785"/>
                <a:gd name="T37" fmla="*/ 140 h 457"/>
                <a:gd name="T38" fmla="*/ 369 w 785"/>
                <a:gd name="T39" fmla="*/ 66 h 457"/>
                <a:gd name="T40" fmla="*/ 308 w 785"/>
                <a:gd name="T41" fmla="*/ 101 h 457"/>
                <a:gd name="T42" fmla="*/ 268 w 785"/>
                <a:gd name="T43" fmla="*/ 78 h 457"/>
                <a:gd name="T44" fmla="*/ 402 w 785"/>
                <a:gd name="T45" fmla="*/ 0 h 457"/>
                <a:gd name="T46" fmla="*/ 536 w 785"/>
                <a:gd name="T47" fmla="*/ 78 h 457"/>
                <a:gd name="T48" fmla="*/ 496 w 785"/>
                <a:gd name="T49" fmla="*/ 101 h 457"/>
                <a:gd name="T50" fmla="*/ 435 w 785"/>
                <a:gd name="T51" fmla="*/ 66 h 457"/>
                <a:gd name="T52" fmla="*/ 435 w 785"/>
                <a:gd name="T53" fmla="*/ 142 h 457"/>
                <a:gd name="T54" fmla="*/ 502 w 785"/>
                <a:gd name="T55" fmla="*/ 165 h 457"/>
                <a:gd name="T56" fmla="*/ 541 w 785"/>
                <a:gd name="T57" fmla="*/ 204 h 457"/>
                <a:gd name="T58" fmla="*/ 672 w 785"/>
                <a:gd name="T59" fmla="*/ 204 h 457"/>
                <a:gd name="T60" fmla="*/ 611 w 785"/>
                <a:gd name="T61" fmla="*/ 169 h 457"/>
                <a:gd name="T62" fmla="*/ 650 w 785"/>
                <a:gd name="T63" fmla="*/ 145 h 457"/>
                <a:gd name="T64" fmla="*/ 785 w 785"/>
                <a:gd name="T65" fmla="*/ 223 h 457"/>
                <a:gd name="T66" fmla="*/ 651 w 785"/>
                <a:gd name="T67" fmla="*/ 301 h 457"/>
                <a:gd name="T68" fmla="*/ 611 w 785"/>
                <a:gd name="T69" fmla="*/ 278 h 457"/>
                <a:gd name="T70" fmla="*/ 672 w 785"/>
                <a:gd name="T71" fmla="*/ 242 h 457"/>
                <a:gd name="T72" fmla="*/ 545 w 785"/>
                <a:gd name="T73" fmla="*/ 242 h 457"/>
                <a:gd name="T74" fmla="*/ 502 w 785"/>
                <a:gd name="T75" fmla="*/ 290 h 457"/>
                <a:gd name="T76" fmla="*/ 422 w 785"/>
                <a:gd name="T77" fmla="*/ 315 h 457"/>
                <a:gd name="T78" fmla="*/ 422 w 785"/>
                <a:gd name="T79" fmla="*/ 391 h 457"/>
                <a:gd name="T80" fmla="*/ 483 w 785"/>
                <a:gd name="T81" fmla="*/ 356 h 457"/>
                <a:gd name="T82" fmla="*/ 483 w 785"/>
                <a:gd name="T83" fmla="*/ 356 h 457"/>
                <a:gd name="T84" fmla="*/ 483 w 785"/>
                <a:gd name="T85" fmla="*/ 356 h 457"/>
                <a:gd name="T86" fmla="*/ 338 w 785"/>
                <a:gd name="T87" fmla="*/ 260 h 457"/>
                <a:gd name="T88" fmla="*/ 450 w 785"/>
                <a:gd name="T89" fmla="*/ 260 h 457"/>
                <a:gd name="T90" fmla="*/ 450 w 785"/>
                <a:gd name="T91" fmla="*/ 195 h 457"/>
                <a:gd name="T92" fmla="*/ 338 w 785"/>
                <a:gd name="T93" fmla="*/ 195 h 457"/>
                <a:gd name="T94" fmla="*/ 338 w 785"/>
                <a:gd name="T95" fmla="*/ 260 h 4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785" h="457">
                  <a:moveTo>
                    <a:pt x="483" y="356"/>
                  </a:moveTo>
                  <a:cubicBezTo>
                    <a:pt x="523" y="379"/>
                    <a:pt x="523" y="379"/>
                    <a:pt x="523" y="379"/>
                  </a:cubicBezTo>
                  <a:cubicBezTo>
                    <a:pt x="389" y="457"/>
                    <a:pt x="389" y="457"/>
                    <a:pt x="389" y="457"/>
                  </a:cubicBezTo>
                  <a:cubicBezTo>
                    <a:pt x="255" y="379"/>
                    <a:pt x="255" y="379"/>
                    <a:pt x="255" y="379"/>
                  </a:cubicBezTo>
                  <a:cubicBezTo>
                    <a:pt x="295" y="356"/>
                    <a:pt x="295" y="356"/>
                    <a:pt x="295" y="356"/>
                  </a:cubicBezTo>
                  <a:cubicBezTo>
                    <a:pt x="356" y="391"/>
                    <a:pt x="356" y="391"/>
                    <a:pt x="356" y="391"/>
                  </a:cubicBezTo>
                  <a:cubicBezTo>
                    <a:pt x="356" y="313"/>
                    <a:pt x="356" y="313"/>
                    <a:pt x="356" y="313"/>
                  </a:cubicBezTo>
                  <a:cubicBezTo>
                    <a:pt x="330" y="309"/>
                    <a:pt x="306" y="302"/>
                    <a:pt x="286" y="290"/>
                  </a:cubicBezTo>
                  <a:cubicBezTo>
                    <a:pt x="266" y="279"/>
                    <a:pt x="253" y="264"/>
                    <a:pt x="246" y="249"/>
                  </a:cubicBezTo>
                  <a:cubicBezTo>
                    <a:pt x="113" y="249"/>
                    <a:pt x="113" y="249"/>
                    <a:pt x="113" y="249"/>
                  </a:cubicBezTo>
                  <a:cubicBezTo>
                    <a:pt x="174" y="285"/>
                    <a:pt x="174" y="285"/>
                    <a:pt x="174" y="285"/>
                  </a:cubicBezTo>
                  <a:cubicBezTo>
                    <a:pt x="134" y="308"/>
                    <a:pt x="134" y="308"/>
                    <a:pt x="134" y="308"/>
                  </a:cubicBezTo>
                  <a:cubicBezTo>
                    <a:pt x="0" y="230"/>
                    <a:pt x="0" y="230"/>
                    <a:pt x="0" y="230"/>
                  </a:cubicBezTo>
                  <a:cubicBezTo>
                    <a:pt x="134" y="153"/>
                    <a:pt x="134" y="153"/>
                    <a:pt x="134" y="153"/>
                  </a:cubicBezTo>
                  <a:cubicBezTo>
                    <a:pt x="174" y="176"/>
                    <a:pt x="174" y="176"/>
                    <a:pt x="174" y="176"/>
                  </a:cubicBezTo>
                  <a:cubicBezTo>
                    <a:pt x="113" y="211"/>
                    <a:pt x="113" y="211"/>
                    <a:pt x="113" y="211"/>
                  </a:cubicBezTo>
                  <a:cubicBezTo>
                    <a:pt x="244" y="211"/>
                    <a:pt x="244" y="211"/>
                    <a:pt x="244" y="211"/>
                  </a:cubicBezTo>
                  <a:cubicBezTo>
                    <a:pt x="249" y="194"/>
                    <a:pt x="263" y="178"/>
                    <a:pt x="286" y="165"/>
                  </a:cubicBezTo>
                  <a:cubicBezTo>
                    <a:pt x="309" y="151"/>
                    <a:pt x="339" y="143"/>
                    <a:pt x="369" y="140"/>
                  </a:cubicBezTo>
                  <a:cubicBezTo>
                    <a:pt x="369" y="66"/>
                    <a:pt x="369" y="66"/>
                    <a:pt x="369" y="66"/>
                  </a:cubicBezTo>
                  <a:cubicBezTo>
                    <a:pt x="308" y="101"/>
                    <a:pt x="308" y="101"/>
                    <a:pt x="308" y="101"/>
                  </a:cubicBezTo>
                  <a:cubicBezTo>
                    <a:pt x="268" y="78"/>
                    <a:pt x="268" y="78"/>
                    <a:pt x="268" y="78"/>
                  </a:cubicBezTo>
                  <a:cubicBezTo>
                    <a:pt x="402" y="0"/>
                    <a:pt x="402" y="0"/>
                    <a:pt x="402" y="0"/>
                  </a:cubicBezTo>
                  <a:cubicBezTo>
                    <a:pt x="536" y="78"/>
                    <a:pt x="536" y="78"/>
                    <a:pt x="536" y="78"/>
                  </a:cubicBezTo>
                  <a:cubicBezTo>
                    <a:pt x="496" y="101"/>
                    <a:pt x="496" y="101"/>
                    <a:pt x="496" y="101"/>
                  </a:cubicBezTo>
                  <a:cubicBezTo>
                    <a:pt x="435" y="66"/>
                    <a:pt x="435" y="66"/>
                    <a:pt x="435" y="66"/>
                  </a:cubicBezTo>
                  <a:cubicBezTo>
                    <a:pt x="435" y="87"/>
                    <a:pt x="435" y="117"/>
                    <a:pt x="435" y="142"/>
                  </a:cubicBezTo>
                  <a:cubicBezTo>
                    <a:pt x="460" y="146"/>
                    <a:pt x="483" y="154"/>
                    <a:pt x="502" y="165"/>
                  </a:cubicBezTo>
                  <a:cubicBezTo>
                    <a:pt x="521" y="176"/>
                    <a:pt x="534" y="190"/>
                    <a:pt x="541" y="204"/>
                  </a:cubicBezTo>
                  <a:cubicBezTo>
                    <a:pt x="672" y="204"/>
                    <a:pt x="672" y="204"/>
                    <a:pt x="672" y="204"/>
                  </a:cubicBezTo>
                  <a:cubicBezTo>
                    <a:pt x="611" y="169"/>
                    <a:pt x="611" y="169"/>
                    <a:pt x="611" y="169"/>
                  </a:cubicBezTo>
                  <a:cubicBezTo>
                    <a:pt x="650" y="145"/>
                    <a:pt x="650" y="145"/>
                    <a:pt x="650" y="145"/>
                  </a:cubicBezTo>
                  <a:cubicBezTo>
                    <a:pt x="785" y="223"/>
                    <a:pt x="785" y="223"/>
                    <a:pt x="785" y="223"/>
                  </a:cubicBezTo>
                  <a:cubicBezTo>
                    <a:pt x="651" y="301"/>
                    <a:pt x="651" y="301"/>
                    <a:pt x="651" y="301"/>
                  </a:cubicBezTo>
                  <a:cubicBezTo>
                    <a:pt x="611" y="278"/>
                    <a:pt x="611" y="278"/>
                    <a:pt x="611" y="278"/>
                  </a:cubicBezTo>
                  <a:cubicBezTo>
                    <a:pt x="672" y="242"/>
                    <a:pt x="672" y="242"/>
                    <a:pt x="672" y="242"/>
                  </a:cubicBezTo>
                  <a:cubicBezTo>
                    <a:pt x="637" y="242"/>
                    <a:pt x="587" y="242"/>
                    <a:pt x="545" y="242"/>
                  </a:cubicBezTo>
                  <a:cubicBezTo>
                    <a:pt x="540" y="260"/>
                    <a:pt x="526" y="277"/>
                    <a:pt x="502" y="290"/>
                  </a:cubicBezTo>
                  <a:cubicBezTo>
                    <a:pt x="480" y="303"/>
                    <a:pt x="451" y="312"/>
                    <a:pt x="422" y="315"/>
                  </a:cubicBezTo>
                  <a:cubicBezTo>
                    <a:pt x="422" y="391"/>
                    <a:pt x="422" y="391"/>
                    <a:pt x="422" y="391"/>
                  </a:cubicBezTo>
                  <a:cubicBezTo>
                    <a:pt x="483" y="356"/>
                    <a:pt x="483" y="356"/>
                    <a:pt x="483" y="356"/>
                  </a:cubicBezTo>
                  <a:cubicBezTo>
                    <a:pt x="483" y="356"/>
                    <a:pt x="483" y="356"/>
                    <a:pt x="483" y="356"/>
                  </a:cubicBezTo>
                  <a:cubicBezTo>
                    <a:pt x="483" y="356"/>
                    <a:pt x="483" y="356"/>
                    <a:pt x="483" y="356"/>
                  </a:cubicBezTo>
                  <a:close/>
                  <a:moveTo>
                    <a:pt x="338" y="260"/>
                  </a:moveTo>
                  <a:cubicBezTo>
                    <a:pt x="369" y="278"/>
                    <a:pt x="419" y="278"/>
                    <a:pt x="450" y="260"/>
                  </a:cubicBezTo>
                  <a:cubicBezTo>
                    <a:pt x="481" y="242"/>
                    <a:pt x="481" y="213"/>
                    <a:pt x="450" y="195"/>
                  </a:cubicBezTo>
                  <a:cubicBezTo>
                    <a:pt x="419" y="177"/>
                    <a:pt x="368" y="177"/>
                    <a:pt x="338" y="195"/>
                  </a:cubicBezTo>
                  <a:cubicBezTo>
                    <a:pt x="307" y="213"/>
                    <a:pt x="307" y="242"/>
                    <a:pt x="338" y="260"/>
                  </a:cubicBezTo>
                </a:path>
              </a:pathLst>
            </a:custGeom>
            <a:solidFill>
              <a:srgbClr val="1D2977"/>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11" name="未知"/>
            <p:cNvSpPr>
              <a:spLocks noEditPoints="1"/>
            </p:cNvSpPr>
            <p:nvPr/>
          </p:nvSpPr>
          <p:spPr bwMode="auto">
            <a:xfrm>
              <a:off x="80" y="42"/>
              <a:ext cx="416" cy="241"/>
            </a:xfrm>
            <a:custGeom>
              <a:avLst/>
              <a:gdLst>
                <a:gd name="T0" fmla="*/ 483 w 785"/>
                <a:gd name="T1" fmla="*/ 355 h 456"/>
                <a:gd name="T2" fmla="*/ 523 w 785"/>
                <a:gd name="T3" fmla="*/ 379 h 456"/>
                <a:gd name="T4" fmla="*/ 389 w 785"/>
                <a:gd name="T5" fmla="*/ 456 h 456"/>
                <a:gd name="T6" fmla="*/ 255 w 785"/>
                <a:gd name="T7" fmla="*/ 379 h 456"/>
                <a:gd name="T8" fmla="*/ 295 w 785"/>
                <a:gd name="T9" fmla="*/ 355 h 456"/>
                <a:gd name="T10" fmla="*/ 356 w 785"/>
                <a:gd name="T11" fmla="*/ 391 h 456"/>
                <a:gd name="T12" fmla="*/ 356 w 785"/>
                <a:gd name="T13" fmla="*/ 313 h 456"/>
                <a:gd name="T14" fmla="*/ 286 w 785"/>
                <a:gd name="T15" fmla="*/ 290 h 456"/>
                <a:gd name="T16" fmla="*/ 246 w 785"/>
                <a:gd name="T17" fmla="*/ 249 h 456"/>
                <a:gd name="T18" fmla="*/ 113 w 785"/>
                <a:gd name="T19" fmla="*/ 249 h 456"/>
                <a:gd name="T20" fmla="*/ 174 w 785"/>
                <a:gd name="T21" fmla="*/ 284 h 456"/>
                <a:gd name="T22" fmla="*/ 134 w 785"/>
                <a:gd name="T23" fmla="*/ 308 h 456"/>
                <a:gd name="T24" fmla="*/ 0 w 785"/>
                <a:gd name="T25" fmla="*/ 230 h 456"/>
                <a:gd name="T26" fmla="*/ 134 w 785"/>
                <a:gd name="T27" fmla="*/ 152 h 456"/>
                <a:gd name="T28" fmla="*/ 174 w 785"/>
                <a:gd name="T29" fmla="*/ 175 h 456"/>
                <a:gd name="T30" fmla="*/ 113 w 785"/>
                <a:gd name="T31" fmla="*/ 211 h 456"/>
                <a:gd name="T32" fmla="*/ 244 w 785"/>
                <a:gd name="T33" fmla="*/ 211 h 456"/>
                <a:gd name="T34" fmla="*/ 286 w 785"/>
                <a:gd name="T35" fmla="*/ 165 h 456"/>
                <a:gd name="T36" fmla="*/ 369 w 785"/>
                <a:gd name="T37" fmla="*/ 140 h 456"/>
                <a:gd name="T38" fmla="*/ 369 w 785"/>
                <a:gd name="T39" fmla="*/ 65 h 456"/>
                <a:gd name="T40" fmla="*/ 308 w 785"/>
                <a:gd name="T41" fmla="*/ 101 h 456"/>
                <a:gd name="T42" fmla="*/ 268 w 785"/>
                <a:gd name="T43" fmla="*/ 78 h 456"/>
                <a:gd name="T44" fmla="*/ 402 w 785"/>
                <a:gd name="T45" fmla="*/ 0 h 456"/>
                <a:gd name="T46" fmla="*/ 536 w 785"/>
                <a:gd name="T47" fmla="*/ 78 h 456"/>
                <a:gd name="T48" fmla="*/ 496 w 785"/>
                <a:gd name="T49" fmla="*/ 101 h 456"/>
                <a:gd name="T50" fmla="*/ 435 w 785"/>
                <a:gd name="T51" fmla="*/ 65 h 456"/>
                <a:gd name="T52" fmla="*/ 435 w 785"/>
                <a:gd name="T53" fmla="*/ 142 h 456"/>
                <a:gd name="T54" fmla="*/ 502 w 785"/>
                <a:gd name="T55" fmla="*/ 165 h 456"/>
                <a:gd name="T56" fmla="*/ 541 w 785"/>
                <a:gd name="T57" fmla="*/ 204 h 456"/>
                <a:gd name="T58" fmla="*/ 672 w 785"/>
                <a:gd name="T59" fmla="*/ 204 h 456"/>
                <a:gd name="T60" fmla="*/ 611 w 785"/>
                <a:gd name="T61" fmla="*/ 168 h 456"/>
                <a:gd name="T62" fmla="*/ 650 w 785"/>
                <a:gd name="T63" fmla="*/ 145 h 456"/>
                <a:gd name="T64" fmla="*/ 785 w 785"/>
                <a:gd name="T65" fmla="*/ 223 h 456"/>
                <a:gd name="T66" fmla="*/ 651 w 785"/>
                <a:gd name="T67" fmla="*/ 300 h 456"/>
                <a:gd name="T68" fmla="*/ 611 w 785"/>
                <a:gd name="T69" fmla="*/ 277 h 456"/>
                <a:gd name="T70" fmla="*/ 672 w 785"/>
                <a:gd name="T71" fmla="*/ 242 h 456"/>
                <a:gd name="T72" fmla="*/ 545 w 785"/>
                <a:gd name="T73" fmla="*/ 242 h 456"/>
                <a:gd name="T74" fmla="*/ 502 w 785"/>
                <a:gd name="T75" fmla="*/ 290 h 456"/>
                <a:gd name="T76" fmla="*/ 422 w 785"/>
                <a:gd name="T77" fmla="*/ 314 h 456"/>
                <a:gd name="T78" fmla="*/ 422 w 785"/>
                <a:gd name="T79" fmla="*/ 391 h 456"/>
                <a:gd name="T80" fmla="*/ 483 w 785"/>
                <a:gd name="T81" fmla="*/ 355 h 456"/>
                <a:gd name="T82" fmla="*/ 483 w 785"/>
                <a:gd name="T83" fmla="*/ 355 h 456"/>
                <a:gd name="T84" fmla="*/ 483 w 785"/>
                <a:gd name="T85" fmla="*/ 355 h 456"/>
                <a:gd name="T86" fmla="*/ 338 w 785"/>
                <a:gd name="T87" fmla="*/ 260 h 456"/>
                <a:gd name="T88" fmla="*/ 450 w 785"/>
                <a:gd name="T89" fmla="*/ 260 h 456"/>
                <a:gd name="T90" fmla="*/ 450 w 785"/>
                <a:gd name="T91" fmla="*/ 195 h 456"/>
                <a:gd name="T92" fmla="*/ 338 w 785"/>
                <a:gd name="T93" fmla="*/ 195 h 456"/>
                <a:gd name="T94" fmla="*/ 338 w 785"/>
                <a:gd name="T95" fmla="*/ 260 h 4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785" h="456">
                  <a:moveTo>
                    <a:pt x="483" y="355"/>
                  </a:moveTo>
                  <a:cubicBezTo>
                    <a:pt x="523" y="379"/>
                    <a:pt x="523" y="379"/>
                    <a:pt x="523" y="379"/>
                  </a:cubicBezTo>
                  <a:cubicBezTo>
                    <a:pt x="389" y="456"/>
                    <a:pt x="389" y="456"/>
                    <a:pt x="389" y="456"/>
                  </a:cubicBezTo>
                  <a:cubicBezTo>
                    <a:pt x="255" y="379"/>
                    <a:pt x="255" y="379"/>
                    <a:pt x="255" y="379"/>
                  </a:cubicBezTo>
                  <a:cubicBezTo>
                    <a:pt x="295" y="355"/>
                    <a:pt x="295" y="355"/>
                    <a:pt x="295" y="355"/>
                  </a:cubicBezTo>
                  <a:cubicBezTo>
                    <a:pt x="356" y="391"/>
                    <a:pt x="356" y="391"/>
                    <a:pt x="356" y="391"/>
                  </a:cubicBezTo>
                  <a:cubicBezTo>
                    <a:pt x="356" y="313"/>
                    <a:pt x="356" y="313"/>
                    <a:pt x="356" y="313"/>
                  </a:cubicBezTo>
                  <a:cubicBezTo>
                    <a:pt x="330" y="309"/>
                    <a:pt x="306" y="301"/>
                    <a:pt x="286" y="290"/>
                  </a:cubicBezTo>
                  <a:cubicBezTo>
                    <a:pt x="266" y="278"/>
                    <a:pt x="253" y="264"/>
                    <a:pt x="246" y="249"/>
                  </a:cubicBezTo>
                  <a:cubicBezTo>
                    <a:pt x="113" y="249"/>
                    <a:pt x="113" y="249"/>
                    <a:pt x="113" y="249"/>
                  </a:cubicBezTo>
                  <a:cubicBezTo>
                    <a:pt x="174" y="284"/>
                    <a:pt x="174" y="284"/>
                    <a:pt x="174" y="284"/>
                  </a:cubicBezTo>
                  <a:cubicBezTo>
                    <a:pt x="134" y="308"/>
                    <a:pt x="134" y="308"/>
                    <a:pt x="134" y="308"/>
                  </a:cubicBezTo>
                  <a:cubicBezTo>
                    <a:pt x="0" y="230"/>
                    <a:pt x="0" y="230"/>
                    <a:pt x="0" y="230"/>
                  </a:cubicBezTo>
                  <a:cubicBezTo>
                    <a:pt x="134" y="152"/>
                    <a:pt x="134" y="152"/>
                    <a:pt x="134" y="152"/>
                  </a:cubicBezTo>
                  <a:cubicBezTo>
                    <a:pt x="174" y="175"/>
                    <a:pt x="174" y="175"/>
                    <a:pt x="174" y="175"/>
                  </a:cubicBezTo>
                  <a:cubicBezTo>
                    <a:pt x="113" y="211"/>
                    <a:pt x="113" y="211"/>
                    <a:pt x="113" y="211"/>
                  </a:cubicBezTo>
                  <a:cubicBezTo>
                    <a:pt x="244" y="211"/>
                    <a:pt x="244" y="211"/>
                    <a:pt x="244" y="211"/>
                  </a:cubicBezTo>
                  <a:cubicBezTo>
                    <a:pt x="249" y="194"/>
                    <a:pt x="263" y="178"/>
                    <a:pt x="286" y="165"/>
                  </a:cubicBezTo>
                  <a:cubicBezTo>
                    <a:pt x="309" y="151"/>
                    <a:pt x="339" y="143"/>
                    <a:pt x="369" y="140"/>
                  </a:cubicBezTo>
                  <a:cubicBezTo>
                    <a:pt x="369" y="65"/>
                    <a:pt x="369" y="65"/>
                    <a:pt x="369" y="65"/>
                  </a:cubicBezTo>
                  <a:cubicBezTo>
                    <a:pt x="308" y="101"/>
                    <a:pt x="308" y="101"/>
                    <a:pt x="308" y="101"/>
                  </a:cubicBezTo>
                  <a:cubicBezTo>
                    <a:pt x="268" y="78"/>
                    <a:pt x="268" y="78"/>
                    <a:pt x="268" y="78"/>
                  </a:cubicBezTo>
                  <a:cubicBezTo>
                    <a:pt x="402" y="0"/>
                    <a:pt x="402" y="0"/>
                    <a:pt x="402" y="0"/>
                  </a:cubicBezTo>
                  <a:cubicBezTo>
                    <a:pt x="536" y="78"/>
                    <a:pt x="536" y="78"/>
                    <a:pt x="536" y="78"/>
                  </a:cubicBezTo>
                  <a:cubicBezTo>
                    <a:pt x="496" y="101"/>
                    <a:pt x="496" y="101"/>
                    <a:pt x="496" y="101"/>
                  </a:cubicBezTo>
                  <a:cubicBezTo>
                    <a:pt x="435" y="65"/>
                    <a:pt x="435" y="65"/>
                    <a:pt x="435" y="65"/>
                  </a:cubicBezTo>
                  <a:cubicBezTo>
                    <a:pt x="435" y="87"/>
                    <a:pt x="435" y="117"/>
                    <a:pt x="435" y="142"/>
                  </a:cubicBezTo>
                  <a:cubicBezTo>
                    <a:pt x="460" y="146"/>
                    <a:pt x="483" y="154"/>
                    <a:pt x="502" y="165"/>
                  </a:cubicBezTo>
                  <a:cubicBezTo>
                    <a:pt x="521" y="176"/>
                    <a:pt x="534" y="189"/>
                    <a:pt x="541" y="204"/>
                  </a:cubicBezTo>
                  <a:cubicBezTo>
                    <a:pt x="672" y="204"/>
                    <a:pt x="672" y="204"/>
                    <a:pt x="672" y="204"/>
                  </a:cubicBezTo>
                  <a:cubicBezTo>
                    <a:pt x="611" y="168"/>
                    <a:pt x="611" y="168"/>
                    <a:pt x="611" y="168"/>
                  </a:cubicBezTo>
                  <a:cubicBezTo>
                    <a:pt x="650" y="145"/>
                    <a:pt x="650" y="145"/>
                    <a:pt x="650" y="145"/>
                  </a:cubicBezTo>
                  <a:cubicBezTo>
                    <a:pt x="785" y="223"/>
                    <a:pt x="785" y="223"/>
                    <a:pt x="785" y="223"/>
                  </a:cubicBezTo>
                  <a:cubicBezTo>
                    <a:pt x="651" y="300"/>
                    <a:pt x="651" y="300"/>
                    <a:pt x="651" y="300"/>
                  </a:cubicBezTo>
                  <a:cubicBezTo>
                    <a:pt x="611" y="277"/>
                    <a:pt x="611" y="277"/>
                    <a:pt x="611" y="277"/>
                  </a:cubicBezTo>
                  <a:cubicBezTo>
                    <a:pt x="672" y="242"/>
                    <a:pt x="672" y="242"/>
                    <a:pt x="672" y="242"/>
                  </a:cubicBezTo>
                  <a:cubicBezTo>
                    <a:pt x="637" y="242"/>
                    <a:pt x="587" y="242"/>
                    <a:pt x="545" y="242"/>
                  </a:cubicBezTo>
                  <a:cubicBezTo>
                    <a:pt x="540" y="259"/>
                    <a:pt x="526" y="276"/>
                    <a:pt x="502" y="290"/>
                  </a:cubicBezTo>
                  <a:cubicBezTo>
                    <a:pt x="480" y="303"/>
                    <a:pt x="451" y="311"/>
                    <a:pt x="422" y="314"/>
                  </a:cubicBezTo>
                  <a:cubicBezTo>
                    <a:pt x="422" y="391"/>
                    <a:pt x="422" y="391"/>
                    <a:pt x="422" y="391"/>
                  </a:cubicBezTo>
                  <a:cubicBezTo>
                    <a:pt x="483" y="355"/>
                    <a:pt x="483" y="355"/>
                    <a:pt x="483" y="355"/>
                  </a:cubicBezTo>
                  <a:cubicBezTo>
                    <a:pt x="483" y="355"/>
                    <a:pt x="483" y="355"/>
                    <a:pt x="483" y="355"/>
                  </a:cubicBezTo>
                  <a:cubicBezTo>
                    <a:pt x="483" y="355"/>
                    <a:pt x="483" y="355"/>
                    <a:pt x="483" y="355"/>
                  </a:cubicBezTo>
                  <a:close/>
                  <a:moveTo>
                    <a:pt x="338" y="260"/>
                  </a:moveTo>
                  <a:cubicBezTo>
                    <a:pt x="369" y="278"/>
                    <a:pt x="419" y="278"/>
                    <a:pt x="450" y="260"/>
                  </a:cubicBezTo>
                  <a:cubicBezTo>
                    <a:pt x="481" y="242"/>
                    <a:pt x="481" y="213"/>
                    <a:pt x="450" y="195"/>
                  </a:cubicBezTo>
                  <a:cubicBezTo>
                    <a:pt x="419" y="177"/>
                    <a:pt x="368" y="177"/>
                    <a:pt x="338" y="195"/>
                  </a:cubicBezTo>
                  <a:cubicBezTo>
                    <a:pt x="307" y="213"/>
                    <a:pt x="307" y="242"/>
                    <a:pt x="338" y="260"/>
                  </a:cubicBezTo>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12" name="未知"/>
            <p:cNvSpPr/>
            <p:nvPr/>
          </p:nvSpPr>
          <p:spPr bwMode="auto">
            <a:xfrm>
              <a:off x="49" y="226"/>
              <a:ext cx="30" cy="48"/>
            </a:xfrm>
            <a:custGeom>
              <a:avLst/>
              <a:gdLst>
                <a:gd name="T0" fmla="*/ 27 w 56"/>
                <a:gd name="T1" fmla="*/ 5 h 92"/>
                <a:gd name="T2" fmla="*/ 46 w 56"/>
                <a:gd name="T3" fmla="*/ 21 h 92"/>
                <a:gd name="T4" fmla="*/ 54 w 56"/>
                <a:gd name="T5" fmla="*/ 45 h 92"/>
                <a:gd name="T6" fmla="*/ 40 w 56"/>
                <a:gd name="T7" fmla="*/ 36 h 92"/>
                <a:gd name="T8" fmla="*/ 27 w 56"/>
                <a:gd name="T9" fmla="*/ 17 h 92"/>
                <a:gd name="T10" fmla="*/ 20 w 56"/>
                <a:gd name="T11" fmla="*/ 15 h 92"/>
                <a:gd name="T12" fmla="*/ 17 w 56"/>
                <a:gd name="T13" fmla="*/ 20 h 92"/>
                <a:gd name="T14" fmla="*/ 20 w 56"/>
                <a:gd name="T15" fmla="*/ 28 h 92"/>
                <a:gd name="T16" fmla="*/ 36 w 56"/>
                <a:gd name="T17" fmla="*/ 43 h 92"/>
                <a:gd name="T18" fmla="*/ 48 w 56"/>
                <a:gd name="T19" fmla="*/ 55 h 92"/>
                <a:gd name="T20" fmla="*/ 56 w 56"/>
                <a:gd name="T21" fmla="*/ 77 h 92"/>
                <a:gd name="T22" fmla="*/ 49 w 56"/>
                <a:gd name="T23" fmla="*/ 90 h 92"/>
                <a:gd name="T24" fmla="*/ 28 w 56"/>
                <a:gd name="T25" fmla="*/ 85 h 92"/>
                <a:gd name="T26" fmla="*/ 9 w 56"/>
                <a:gd name="T27" fmla="*/ 67 h 92"/>
                <a:gd name="T28" fmla="*/ 0 w 56"/>
                <a:gd name="T29" fmla="*/ 42 h 92"/>
                <a:gd name="T30" fmla="*/ 14 w 56"/>
                <a:gd name="T31" fmla="*/ 50 h 92"/>
                <a:gd name="T32" fmla="*/ 19 w 56"/>
                <a:gd name="T33" fmla="*/ 63 h 92"/>
                <a:gd name="T34" fmla="*/ 29 w 56"/>
                <a:gd name="T35" fmla="*/ 72 h 92"/>
                <a:gd name="T36" fmla="*/ 37 w 56"/>
                <a:gd name="T37" fmla="*/ 75 h 92"/>
                <a:gd name="T38" fmla="*/ 42 w 56"/>
                <a:gd name="T39" fmla="*/ 70 h 92"/>
                <a:gd name="T40" fmla="*/ 32 w 56"/>
                <a:gd name="T41" fmla="*/ 55 h 92"/>
                <a:gd name="T42" fmla="*/ 13 w 56"/>
                <a:gd name="T43" fmla="*/ 37 h 92"/>
                <a:gd name="T44" fmla="*/ 2 w 56"/>
                <a:gd name="T45" fmla="*/ 13 h 92"/>
                <a:gd name="T46" fmla="*/ 10 w 56"/>
                <a:gd name="T47" fmla="*/ 1 h 92"/>
                <a:gd name="T48" fmla="*/ 27 w 56"/>
                <a:gd name="T49" fmla="*/ 5 h 92"/>
                <a:gd name="T50" fmla="*/ 27 w 56"/>
                <a:gd name="T51" fmla="*/ 5 h 92"/>
                <a:gd name="T52" fmla="*/ 27 w 56"/>
                <a:gd name="T53" fmla="*/ 5 h 92"/>
                <a:gd name="T54" fmla="*/ 27 w 56"/>
                <a:gd name="T55" fmla="*/ 5 h 92"/>
                <a:gd name="T56" fmla="*/ 27 w 56"/>
                <a:gd name="T57" fmla="*/ 5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6" h="92">
                  <a:moveTo>
                    <a:pt x="27" y="5"/>
                  </a:moveTo>
                  <a:cubicBezTo>
                    <a:pt x="35" y="9"/>
                    <a:pt x="41" y="15"/>
                    <a:pt x="46" y="21"/>
                  </a:cubicBezTo>
                  <a:cubicBezTo>
                    <a:pt x="51" y="28"/>
                    <a:pt x="54" y="36"/>
                    <a:pt x="54" y="45"/>
                  </a:cubicBezTo>
                  <a:cubicBezTo>
                    <a:pt x="40" y="36"/>
                    <a:pt x="40" y="36"/>
                    <a:pt x="40" y="36"/>
                  </a:cubicBezTo>
                  <a:cubicBezTo>
                    <a:pt x="39" y="29"/>
                    <a:pt x="35" y="22"/>
                    <a:pt x="27" y="17"/>
                  </a:cubicBezTo>
                  <a:cubicBezTo>
                    <a:pt x="24" y="16"/>
                    <a:pt x="22" y="15"/>
                    <a:pt x="20" y="15"/>
                  </a:cubicBezTo>
                  <a:cubicBezTo>
                    <a:pt x="18" y="16"/>
                    <a:pt x="17" y="17"/>
                    <a:pt x="17" y="20"/>
                  </a:cubicBezTo>
                  <a:cubicBezTo>
                    <a:pt x="17" y="23"/>
                    <a:pt x="18" y="26"/>
                    <a:pt x="20" y="28"/>
                  </a:cubicBezTo>
                  <a:cubicBezTo>
                    <a:pt x="22" y="30"/>
                    <a:pt x="27" y="35"/>
                    <a:pt x="36" y="43"/>
                  </a:cubicBezTo>
                  <a:cubicBezTo>
                    <a:pt x="42" y="48"/>
                    <a:pt x="45" y="52"/>
                    <a:pt x="48" y="55"/>
                  </a:cubicBezTo>
                  <a:cubicBezTo>
                    <a:pt x="53" y="62"/>
                    <a:pt x="56" y="69"/>
                    <a:pt x="56" y="77"/>
                  </a:cubicBezTo>
                  <a:cubicBezTo>
                    <a:pt x="56" y="84"/>
                    <a:pt x="54" y="88"/>
                    <a:pt x="49" y="90"/>
                  </a:cubicBezTo>
                  <a:cubicBezTo>
                    <a:pt x="44" y="92"/>
                    <a:pt x="37" y="90"/>
                    <a:pt x="28" y="85"/>
                  </a:cubicBezTo>
                  <a:cubicBezTo>
                    <a:pt x="20" y="81"/>
                    <a:pt x="14" y="75"/>
                    <a:pt x="9" y="67"/>
                  </a:cubicBezTo>
                  <a:cubicBezTo>
                    <a:pt x="3" y="59"/>
                    <a:pt x="0" y="51"/>
                    <a:pt x="0" y="42"/>
                  </a:cubicBezTo>
                  <a:cubicBezTo>
                    <a:pt x="14" y="50"/>
                    <a:pt x="14" y="50"/>
                    <a:pt x="14" y="50"/>
                  </a:cubicBezTo>
                  <a:cubicBezTo>
                    <a:pt x="14" y="55"/>
                    <a:pt x="16" y="59"/>
                    <a:pt x="19" y="63"/>
                  </a:cubicBezTo>
                  <a:cubicBezTo>
                    <a:pt x="21" y="67"/>
                    <a:pt x="25" y="70"/>
                    <a:pt x="29" y="72"/>
                  </a:cubicBezTo>
                  <a:cubicBezTo>
                    <a:pt x="32" y="74"/>
                    <a:pt x="35" y="75"/>
                    <a:pt x="37" y="75"/>
                  </a:cubicBezTo>
                  <a:cubicBezTo>
                    <a:pt x="40" y="76"/>
                    <a:pt x="42" y="74"/>
                    <a:pt x="42" y="70"/>
                  </a:cubicBezTo>
                  <a:cubicBezTo>
                    <a:pt x="42" y="66"/>
                    <a:pt x="38" y="61"/>
                    <a:pt x="32" y="55"/>
                  </a:cubicBezTo>
                  <a:cubicBezTo>
                    <a:pt x="20" y="44"/>
                    <a:pt x="14" y="38"/>
                    <a:pt x="13" y="37"/>
                  </a:cubicBezTo>
                  <a:cubicBezTo>
                    <a:pt x="6" y="29"/>
                    <a:pt x="2" y="22"/>
                    <a:pt x="2" y="13"/>
                  </a:cubicBezTo>
                  <a:cubicBezTo>
                    <a:pt x="2" y="6"/>
                    <a:pt x="5" y="2"/>
                    <a:pt x="10" y="1"/>
                  </a:cubicBezTo>
                  <a:cubicBezTo>
                    <a:pt x="15" y="0"/>
                    <a:pt x="21" y="1"/>
                    <a:pt x="27" y="5"/>
                  </a:cubicBezTo>
                  <a:cubicBezTo>
                    <a:pt x="27" y="5"/>
                    <a:pt x="27" y="5"/>
                    <a:pt x="27" y="5"/>
                  </a:cubicBezTo>
                  <a:cubicBezTo>
                    <a:pt x="27" y="5"/>
                    <a:pt x="27" y="5"/>
                    <a:pt x="27" y="5"/>
                  </a:cubicBezTo>
                  <a:cubicBezTo>
                    <a:pt x="27" y="5"/>
                    <a:pt x="27" y="5"/>
                    <a:pt x="27" y="5"/>
                  </a:cubicBezTo>
                  <a:cubicBezTo>
                    <a:pt x="27" y="5"/>
                    <a:pt x="27" y="5"/>
                    <a:pt x="27" y="5"/>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13" name="未知"/>
            <p:cNvSpPr/>
            <p:nvPr/>
          </p:nvSpPr>
          <p:spPr bwMode="auto">
            <a:xfrm>
              <a:off x="80" y="238"/>
              <a:ext cx="46" cy="62"/>
            </a:xfrm>
            <a:custGeom>
              <a:avLst/>
              <a:gdLst>
                <a:gd name="T0" fmla="*/ 46 w 46"/>
                <a:gd name="T1" fmla="*/ 27 h 62"/>
                <a:gd name="T2" fmla="*/ 36 w 46"/>
                <a:gd name="T3" fmla="*/ 62 h 62"/>
                <a:gd name="T4" fmla="*/ 29 w 46"/>
                <a:gd name="T5" fmla="*/ 57 h 62"/>
                <a:gd name="T6" fmla="*/ 23 w 46"/>
                <a:gd name="T7" fmla="*/ 27 h 62"/>
                <a:gd name="T8" fmla="*/ 17 w 46"/>
                <a:gd name="T9" fmla="*/ 51 h 62"/>
                <a:gd name="T10" fmla="*/ 9 w 46"/>
                <a:gd name="T11" fmla="*/ 46 h 62"/>
                <a:gd name="T12" fmla="*/ 0 w 46"/>
                <a:gd name="T13" fmla="*/ 0 h 62"/>
                <a:gd name="T14" fmla="*/ 8 w 46"/>
                <a:gd name="T15" fmla="*/ 5 h 62"/>
                <a:gd name="T16" fmla="*/ 13 w 46"/>
                <a:gd name="T17" fmla="*/ 36 h 62"/>
                <a:gd name="T18" fmla="*/ 19 w 46"/>
                <a:gd name="T19" fmla="*/ 12 h 62"/>
                <a:gd name="T20" fmla="*/ 27 w 46"/>
                <a:gd name="T21" fmla="*/ 16 h 62"/>
                <a:gd name="T22" fmla="*/ 33 w 46"/>
                <a:gd name="T23" fmla="*/ 47 h 62"/>
                <a:gd name="T24" fmla="*/ 38 w 46"/>
                <a:gd name="T25" fmla="*/ 23 h 62"/>
                <a:gd name="T26" fmla="*/ 46 w 46"/>
                <a:gd name="T27" fmla="*/ 27 h 62"/>
                <a:gd name="T28" fmla="*/ 46 w 46"/>
                <a:gd name="T29" fmla="*/ 27 h 62"/>
                <a:gd name="T30" fmla="*/ 46 w 46"/>
                <a:gd name="T31" fmla="*/ 27 h 62"/>
                <a:gd name="T32" fmla="*/ 46 w 46"/>
                <a:gd name="T33" fmla="*/ 27 h 62"/>
                <a:gd name="T34" fmla="*/ 46 w 46"/>
                <a:gd name="T35" fmla="*/ 27 h 62"/>
                <a:gd name="T36" fmla="*/ 46 w 46"/>
                <a:gd name="T37" fmla="*/ 27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6" h="62">
                  <a:moveTo>
                    <a:pt x="46" y="27"/>
                  </a:moveTo>
                  <a:lnTo>
                    <a:pt x="36" y="62"/>
                  </a:lnTo>
                  <a:lnTo>
                    <a:pt x="29" y="57"/>
                  </a:lnTo>
                  <a:lnTo>
                    <a:pt x="23" y="27"/>
                  </a:lnTo>
                  <a:lnTo>
                    <a:pt x="17" y="51"/>
                  </a:lnTo>
                  <a:lnTo>
                    <a:pt x="9" y="46"/>
                  </a:lnTo>
                  <a:lnTo>
                    <a:pt x="0" y="0"/>
                  </a:lnTo>
                  <a:lnTo>
                    <a:pt x="8" y="5"/>
                  </a:lnTo>
                  <a:lnTo>
                    <a:pt x="13" y="36"/>
                  </a:lnTo>
                  <a:lnTo>
                    <a:pt x="19" y="12"/>
                  </a:lnTo>
                  <a:lnTo>
                    <a:pt x="27" y="16"/>
                  </a:lnTo>
                  <a:lnTo>
                    <a:pt x="33" y="47"/>
                  </a:lnTo>
                  <a:lnTo>
                    <a:pt x="38" y="23"/>
                  </a:lnTo>
                  <a:lnTo>
                    <a:pt x="46" y="27"/>
                  </a:lnTo>
                  <a:lnTo>
                    <a:pt x="46" y="27"/>
                  </a:lnTo>
                  <a:lnTo>
                    <a:pt x="46" y="27"/>
                  </a:lnTo>
                  <a:lnTo>
                    <a:pt x="46" y="27"/>
                  </a:lnTo>
                  <a:lnTo>
                    <a:pt x="46" y="27"/>
                  </a:lnTo>
                  <a:lnTo>
                    <a:pt x="46" y="27"/>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14" name="未知"/>
            <p:cNvSpPr/>
            <p:nvPr/>
          </p:nvSpPr>
          <p:spPr bwMode="auto">
            <a:xfrm>
              <a:off x="130" y="267"/>
              <a:ext cx="7" cy="45"/>
            </a:xfrm>
            <a:custGeom>
              <a:avLst/>
              <a:gdLst>
                <a:gd name="T0" fmla="*/ 7 w 7"/>
                <a:gd name="T1" fmla="*/ 5 h 45"/>
                <a:gd name="T2" fmla="*/ 7 w 7"/>
                <a:gd name="T3" fmla="*/ 45 h 45"/>
                <a:gd name="T4" fmla="*/ 0 w 7"/>
                <a:gd name="T5" fmla="*/ 41 h 45"/>
                <a:gd name="T6" fmla="*/ 0 w 7"/>
                <a:gd name="T7" fmla="*/ 0 h 45"/>
                <a:gd name="T8" fmla="*/ 7 w 7"/>
                <a:gd name="T9" fmla="*/ 5 h 45"/>
                <a:gd name="T10" fmla="*/ 7 w 7"/>
                <a:gd name="T11" fmla="*/ 5 h 45"/>
                <a:gd name="T12" fmla="*/ 7 w 7"/>
                <a:gd name="T13" fmla="*/ 5 h 45"/>
                <a:gd name="T14" fmla="*/ 7 w 7"/>
                <a:gd name="T15" fmla="*/ 5 h 45"/>
                <a:gd name="T16" fmla="*/ 7 w 7"/>
                <a:gd name="T17" fmla="*/ 5 h 45"/>
                <a:gd name="T18" fmla="*/ 7 w 7"/>
                <a:gd name="T19" fmla="*/ 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 h="45">
                  <a:moveTo>
                    <a:pt x="7" y="5"/>
                  </a:moveTo>
                  <a:lnTo>
                    <a:pt x="7" y="45"/>
                  </a:lnTo>
                  <a:lnTo>
                    <a:pt x="0" y="41"/>
                  </a:lnTo>
                  <a:lnTo>
                    <a:pt x="0" y="0"/>
                  </a:lnTo>
                  <a:lnTo>
                    <a:pt x="7" y="5"/>
                  </a:lnTo>
                  <a:lnTo>
                    <a:pt x="7" y="5"/>
                  </a:lnTo>
                  <a:lnTo>
                    <a:pt x="7" y="5"/>
                  </a:lnTo>
                  <a:lnTo>
                    <a:pt x="7" y="5"/>
                  </a:lnTo>
                  <a:lnTo>
                    <a:pt x="7" y="5"/>
                  </a:lnTo>
                  <a:lnTo>
                    <a:pt x="7" y="5"/>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15" name="未知"/>
            <p:cNvSpPr/>
            <p:nvPr/>
          </p:nvSpPr>
          <p:spPr bwMode="auto">
            <a:xfrm>
              <a:off x="141" y="274"/>
              <a:ext cx="29" cy="51"/>
            </a:xfrm>
            <a:custGeom>
              <a:avLst/>
              <a:gdLst>
                <a:gd name="T0" fmla="*/ 29 w 29"/>
                <a:gd name="T1" fmla="*/ 17 h 51"/>
                <a:gd name="T2" fmla="*/ 29 w 29"/>
                <a:gd name="T3" fmla="*/ 24 h 51"/>
                <a:gd name="T4" fmla="*/ 19 w 29"/>
                <a:gd name="T5" fmla="*/ 18 h 51"/>
                <a:gd name="T6" fmla="*/ 19 w 29"/>
                <a:gd name="T7" fmla="*/ 51 h 51"/>
                <a:gd name="T8" fmla="*/ 11 w 29"/>
                <a:gd name="T9" fmla="*/ 46 h 51"/>
                <a:gd name="T10" fmla="*/ 11 w 29"/>
                <a:gd name="T11" fmla="*/ 14 h 51"/>
                <a:gd name="T12" fmla="*/ 0 w 29"/>
                <a:gd name="T13" fmla="*/ 7 h 51"/>
                <a:gd name="T14" fmla="*/ 0 w 29"/>
                <a:gd name="T15" fmla="*/ 0 h 51"/>
                <a:gd name="T16" fmla="*/ 29 w 29"/>
                <a:gd name="T17" fmla="*/ 17 h 51"/>
                <a:gd name="T18" fmla="*/ 29 w 29"/>
                <a:gd name="T19" fmla="*/ 17 h 51"/>
                <a:gd name="T20" fmla="*/ 29 w 29"/>
                <a:gd name="T21" fmla="*/ 17 h 51"/>
                <a:gd name="T22" fmla="*/ 29 w 29"/>
                <a:gd name="T23" fmla="*/ 17 h 51"/>
                <a:gd name="T24" fmla="*/ 29 w 29"/>
                <a:gd name="T25" fmla="*/ 17 h 51"/>
                <a:gd name="T26" fmla="*/ 29 w 29"/>
                <a:gd name="T27" fmla="*/ 17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51">
                  <a:moveTo>
                    <a:pt x="29" y="17"/>
                  </a:moveTo>
                  <a:lnTo>
                    <a:pt x="29" y="24"/>
                  </a:lnTo>
                  <a:lnTo>
                    <a:pt x="19" y="18"/>
                  </a:lnTo>
                  <a:lnTo>
                    <a:pt x="19" y="51"/>
                  </a:lnTo>
                  <a:lnTo>
                    <a:pt x="11" y="46"/>
                  </a:lnTo>
                  <a:lnTo>
                    <a:pt x="11" y="14"/>
                  </a:lnTo>
                  <a:lnTo>
                    <a:pt x="0" y="7"/>
                  </a:lnTo>
                  <a:lnTo>
                    <a:pt x="0" y="0"/>
                  </a:lnTo>
                  <a:lnTo>
                    <a:pt x="29" y="17"/>
                  </a:lnTo>
                  <a:lnTo>
                    <a:pt x="29" y="17"/>
                  </a:lnTo>
                  <a:lnTo>
                    <a:pt x="29" y="17"/>
                  </a:lnTo>
                  <a:lnTo>
                    <a:pt x="29" y="17"/>
                  </a:lnTo>
                  <a:lnTo>
                    <a:pt x="29" y="17"/>
                  </a:lnTo>
                  <a:lnTo>
                    <a:pt x="29" y="17"/>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16" name="未知"/>
            <p:cNvSpPr/>
            <p:nvPr/>
          </p:nvSpPr>
          <p:spPr bwMode="auto">
            <a:xfrm>
              <a:off x="172" y="298"/>
              <a:ext cx="33" cy="48"/>
            </a:xfrm>
            <a:custGeom>
              <a:avLst/>
              <a:gdLst>
                <a:gd name="T0" fmla="*/ 33 w 62"/>
                <a:gd name="T1" fmla="*/ 7 h 92"/>
                <a:gd name="T2" fmla="*/ 52 w 62"/>
                <a:gd name="T3" fmla="*/ 25 h 92"/>
                <a:gd name="T4" fmla="*/ 62 w 62"/>
                <a:gd name="T5" fmla="*/ 50 h 92"/>
                <a:gd name="T6" fmla="*/ 48 w 62"/>
                <a:gd name="T7" fmla="*/ 42 h 92"/>
                <a:gd name="T8" fmla="*/ 43 w 62"/>
                <a:gd name="T9" fmla="*/ 30 h 92"/>
                <a:gd name="T10" fmla="*/ 33 w 62"/>
                <a:gd name="T11" fmla="*/ 21 h 92"/>
                <a:gd name="T12" fmla="*/ 19 w 62"/>
                <a:gd name="T13" fmla="*/ 21 h 92"/>
                <a:gd name="T14" fmla="*/ 15 w 62"/>
                <a:gd name="T15" fmla="*/ 36 h 92"/>
                <a:gd name="T16" fmla="*/ 19 w 62"/>
                <a:gd name="T17" fmla="*/ 56 h 92"/>
                <a:gd name="T18" fmla="*/ 33 w 62"/>
                <a:gd name="T19" fmla="*/ 72 h 92"/>
                <a:gd name="T20" fmla="*/ 43 w 62"/>
                <a:gd name="T21" fmla="*/ 74 h 92"/>
                <a:gd name="T22" fmla="*/ 48 w 62"/>
                <a:gd name="T23" fmla="*/ 64 h 92"/>
                <a:gd name="T24" fmla="*/ 62 w 62"/>
                <a:gd name="T25" fmla="*/ 72 h 92"/>
                <a:gd name="T26" fmla="*/ 53 w 62"/>
                <a:gd name="T27" fmla="*/ 90 h 92"/>
                <a:gd name="T28" fmla="*/ 33 w 62"/>
                <a:gd name="T29" fmla="*/ 86 h 92"/>
                <a:gd name="T30" fmla="*/ 9 w 62"/>
                <a:gd name="T31" fmla="*/ 61 h 92"/>
                <a:gd name="T32" fmla="*/ 0 w 62"/>
                <a:gd name="T33" fmla="*/ 28 h 92"/>
                <a:gd name="T34" fmla="*/ 9 w 62"/>
                <a:gd name="T35" fmla="*/ 4 h 92"/>
                <a:gd name="T36" fmla="*/ 33 w 62"/>
                <a:gd name="T37" fmla="*/ 7 h 92"/>
                <a:gd name="T38" fmla="*/ 33 w 62"/>
                <a:gd name="T39" fmla="*/ 7 h 92"/>
                <a:gd name="T40" fmla="*/ 33 w 62"/>
                <a:gd name="T41" fmla="*/ 7 h 92"/>
                <a:gd name="T42" fmla="*/ 33 w 62"/>
                <a:gd name="T43" fmla="*/ 7 h 92"/>
                <a:gd name="T44" fmla="*/ 33 w 62"/>
                <a:gd name="T45" fmla="*/ 7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62" h="92">
                  <a:moveTo>
                    <a:pt x="33" y="7"/>
                  </a:moveTo>
                  <a:cubicBezTo>
                    <a:pt x="41" y="11"/>
                    <a:pt x="47" y="17"/>
                    <a:pt x="52" y="25"/>
                  </a:cubicBezTo>
                  <a:cubicBezTo>
                    <a:pt x="58" y="33"/>
                    <a:pt x="61" y="41"/>
                    <a:pt x="62" y="50"/>
                  </a:cubicBezTo>
                  <a:cubicBezTo>
                    <a:pt x="48" y="42"/>
                    <a:pt x="48" y="42"/>
                    <a:pt x="48" y="42"/>
                  </a:cubicBezTo>
                  <a:cubicBezTo>
                    <a:pt x="47" y="38"/>
                    <a:pt x="46" y="34"/>
                    <a:pt x="43" y="30"/>
                  </a:cubicBezTo>
                  <a:cubicBezTo>
                    <a:pt x="40" y="26"/>
                    <a:pt x="37" y="23"/>
                    <a:pt x="33" y="21"/>
                  </a:cubicBezTo>
                  <a:cubicBezTo>
                    <a:pt x="27" y="17"/>
                    <a:pt x="22" y="17"/>
                    <a:pt x="19" y="21"/>
                  </a:cubicBezTo>
                  <a:cubicBezTo>
                    <a:pt x="16" y="24"/>
                    <a:pt x="15" y="29"/>
                    <a:pt x="15" y="36"/>
                  </a:cubicBezTo>
                  <a:cubicBezTo>
                    <a:pt x="15" y="44"/>
                    <a:pt x="16" y="50"/>
                    <a:pt x="19" y="56"/>
                  </a:cubicBezTo>
                  <a:cubicBezTo>
                    <a:pt x="22" y="63"/>
                    <a:pt x="27" y="69"/>
                    <a:pt x="33" y="72"/>
                  </a:cubicBezTo>
                  <a:cubicBezTo>
                    <a:pt x="37" y="75"/>
                    <a:pt x="41" y="75"/>
                    <a:pt x="43" y="74"/>
                  </a:cubicBezTo>
                  <a:cubicBezTo>
                    <a:pt x="46" y="72"/>
                    <a:pt x="47" y="69"/>
                    <a:pt x="48" y="64"/>
                  </a:cubicBezTo>
                  <a:cubicBezTo>
                    <a:pt x="62" y="72"/>
                    <a:pt x="62" y="72"/>
                    <a:pt x="62" y="72"/>
                  </a:cubicBezTo>
                  <a:cubicBezTo>
                    <a:pt x="61" y="81"/>
                    <a:pt x="58" y="87"/>
                    <a:pt x="53" y="90"/>
                  </a:cubicBezTo>
                  <a:cubicBezTo>
                    <a:pt x="48" y="92"/>
                    <a:pt x="41" y="91"/>
                    <a:pt x="33" y="86"/>
                  </a:cubicBezTo>
                  <a:cubicBezTo>
                    <a:pt x="23" y="81"/>
                    <a:pt x="15" y="72"/>
                    <a:pt x="9" y="61"/>
                  </a:cubicBezTo>
                  <a:cubicBezTo>
                    <a:pt x="3" y="50"/>
                    <a:pt x="0" y="39"/>
                    <a:pt x="0" y="28"/>
                  </a:cubicBezTo>
                  <a:cubicBezTo>
                    <a:pt x="0" y="16"/>
                    <a:pt x="3" y="8"/>
                    <a:pt x="9" y="4"/>
                  </a:cubicBezTo>
                  <a:cubicBezTo>
                    <a:pt x="15" y="0"/>
                    <a:pt x="23" y="1"/>
                    <a:pt x="33" y="7"/>
                  </a:cubicBezTo>
                  <a:cubicBezTo>
                    <a:pt x="33" y="7"/>
                    <a:pt x="33" y="7"/>
                    <a:pt x="33" y="7"/>
                  </a:cubicBezTo>
                  <a:cubicBezTo>
                    <a:pt x="33" y="7"/>
                    <a:pt x="33" y="7"/>
                    <a:pt x="33" y="7"/>
                  </a:cubicBezTo>
                  <a:cubicBezTo>
                    <a:pt x="33" y="7"/>
                    <a:pt x="33" y="7"/>
                    <a:pt x="33" y="7"/>
                  </a:cubicBezTo>
                  <a:cubicBezTo>
                    <a:pt x="33" y="7"/>
                    <a:pt x="33" y="7"/>
                    <a:pt x="33" y="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17" name="未知"/>
            <p:cNvSpPr/>
            <p:nvPr/>
          </p:nvSpPr>
          <p:spPr bwMode="auto">
            <a:xfrm>
              <a:off x="210" y="314"/>
              <a:ext cx="30" cy="57"/>
            </a:xfrm>
            <a:custGeom>
              <a:avLst/>
              <a:gdLst>
                <a:gd name="T0" fmla="*/ 30 w 30"/>
                <a:gd name="T1" fmla="*/ 17 h 57"/>
                <a:gd name="T2" fmla="*/ 30 w 30"/>
                <a:gd name="T3" fmla="*/ 57 h 57"/>
                <a:gd name="T4" fmla="*/ 22 w 30"/>
                <a:gd name="T5" fmla="*/ 53 h 57"/>
                <a:gd name="T6" fmla="*/ 22 w 30"/>
                <a:gd name="T7" fmla="*/ 35 h 57"/>
                <a:gd name="T8" fmla="*/ 8 w 30"/>
                <a:gd name="T9" fmla="*/ 27 h 57"/>
                <a:gd name="T10" fmla="*/ 8 w 30"/>
                <a:gd name="T11" fmla="*/ 45 h 57"/>
                <a:gd name="T12" fmla="*/ 0 w 30"/>
                <a:gd name="T13" fmla="*/ 40 h 57"/>
                <a:gd name="T14" fmla="*/ 0 w 30"/>
                <a:gd name="T15" fmla="*/ 0 h 57"/>
                <a:gd name="T16" fmla="*/ 8 w 30"/>
                <a:gd name="T17" fmla="*/ 4 h 57"/>
                <a:gd name="T18" fmla="*/ 8 w 30"/>
                <a:gd name="T19" fmla="*/ 20 h 57"/>
                <a:gd name="T20" fmla="*/ 22 w 30"/>
                <a:gd name="T21" fmla="*/ 28 h 57"/>
                <a:gd name="T22" fmla="*/ 23 w 30"/>
                <a:gd name="T23" fmla="*/ 13 h 57"/>
                <a:gd name="T24" fmla="*/ 30 w 30"/>
                <a:gd name="T25" fmla="*/ 17 h 57"/>
                <a:gd name="T26" fmla="*/ 30 w 30"/>
                <a:gd name="T27" fmla="*/ 17 h 57"/>
                <a:gd name="T28" fmla="*/ 30 w 30"/>
                <a:gd name="T29" fmla="*/ 17 h 57"/>
                <a:gd name="T30" fmla="*/ 30 w 30"/>
                <a:gd name="T31" fmla="*/ 17 h 57"/>
                <a:gd name="T32" fmla="*/ 30 w 30"/>
                <a:gd name="T33" fmla="*/ 17 h 57"/>
                <a:gd name="T34" fmla="*/ 30 w 30"/>
                <a:gd name="T35" fmla="*/ 17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0" h="57">
                  <a:moveTo>
                    <a:pt x="30" y="17"/>
                  </a:moveTo>
                  <a:lnTo>
                    <a:pt x="30" y="57"/>
                  </a:lnTo>
                  <a:lnTo>
                    <a:pt x="22" y="53"/>
                  </a:lnTo>
                  <a:lnTo>
                    <a:pt x="22" y="35"/>
                  </a:lnTo>
                  <a:lnTo>
                    <a:pt x="8" y="27"/>
                  </a:lnTo>
                  <a:lnTo>
                    <a:pt x="8" y="45"/>
                  </a:lnTo>
                  <a:lnTo>
                    <a:pt x="0" y="40"/>
                  </a:lnTo>
                  <a:lnTo>
                    <a:pt x="0" y="0"/>
                  </a:lnTo>
                  <a:lnTo>
                    <a:pt x="8" y="4"/>
                  </a:lnTo>
                  <a:lnTo>
                    <a:pt x="8" y="20"/>
                  </a:lnTo>
                  <a:lnTo>
                    <a:pt x="22" y="28"/>
                  </a:lnTo>
                  <a:lnTo>
                    <a:pt x="23" y="13"/>
                  </a:lnTo>
                  <a:lnTo>
                    <a:pt x="30" y="17"/>
                  </a:lnTo>
                  <a:lnTo>
                    <a:pt x="30" y="17"/>
                  </a:lnTo>
                  <a:lnTo>
                    <a:pt x="30" y="17"/>
                  </a:lnTo>
                  <a:lnTo>
                    <a:pt x="30" y="17"/>
                  </a:lnTo>
                  <a:lnTo>
                    <a:pt x="30" y="17"/>
                  </a:lnTo>
                  <a:lnTo>
                    <a:pt x="30" y="17"/>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pic>
        <p:nvPicPr>
          <p:cNvPr id="118" name="Picture 3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21667" y="3486581"/>
            <a:ext cx="720725" cy="684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9" name="Picture 3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21667" y="4855006"/>
            <a:ext cx="720725" cy="684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0" name="Picture 3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30405" y="3486581"/>
            <a:ext cx="720725" cy="684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1" name="Picture 3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31992" y="4855006"/>
            <a:ext cx="720725" cy="684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 name="Text Box 34"/>
          <p:cNvSpPr txBox="1">
            <a:spLocks noChangeArrowheads="1"/>
          </p:cNvSpPr>
          <p:nvPr/>
        </p:nvSpPr>
        <p:spPr bwMode="auto">
          <a:xfrm>
            <a:off x="5000316" y="4390348"/>
            <a:ext cx="8636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auto" latinLnBrk="0" hangingPunct="1">
              <a:lnSpc>
                <a:spcPct val="100000"/>
              </a:lnSpc>
              <a:spcBef>
                <a:spcPct val="50000"/>
              </a:spcBef>
              <a:spcAft>
                <a:spcPts val="0"/>
              </a:spcAft>
              <a:buClrTx/>
              <a:buSzTx/>
              <a:buFontTx/>
              <a:buNone/>
              <a:defRPr/>
            </a:pPr>
            <a:r>
              <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F</a:t>
            </a:r>
            <a:r>
              <a:rPr kumimoji="0" lang="zh-CN"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0/1</a:t>
            </a:r>
          </a:p>
        </p:txBody>
      </p:sp>
      <p:sp>
        <p:nvSpPr>
          <p:cNvPr id="123" name="Text Box 35"/>
          <p:cNvSpPr txBox="1">
            <a:spLocks noChangeArrowheads="1"/>
          </p:cNvSpPr>
          <p:nvPr/>
        </p:nvSpPr>
        <p:spPr bwMode="auto">
          <a:xfrm>
            <a:off x="4999743" y="4992826"/>
            <a:ext cx="8636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auto" latinLnBrk="0" hangingPunct="1">
              <a:lnSpc>
                <a:spcPct val="100000"/>
              </a:lnSpc>
              <a:spcBef>
                <a:spcPct val="50000"/>
              </a:spcBef>
              <a:spcAft>
                <a:spcPts val="0"/>
              </a:spcAft>
              <a:buClrTx/>
              <a:buSzTx/>
              <a:buFontTx/>
              <a:buNone/>
              <a:defRPr/>
            </a:pPr>
            <a:r>
              <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F</a:t>
            </a:r>
            <a:r>
              <a:rPr kumimoji="0" lang="zh-CN"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0/2</a:t>
            </a:r>
          </a:p>
        </p:txBody>
      </p:sp>
      <p:sp>
        <p:nvSpPr>
          <p:cNvPr id="124" name="Text Box 36"/>
          <p:cNvSpPr txBox="1">
            <a:spLocks noChangeArrowheads="1"/>
          </p:cNvSpPr>
          <p:nvPr/>
        </p:nvSpPr>
        <p:spPr bwMode="auto">
          <a:xfrm>
            <a:off x="6726942" y="4390348"/>
            <a:ext cx="8636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auto" latinLnBrk="0" hangingPunct="1">
              <a:lnSpc>
                <a:spcPct val="100000"/>
              </a:lnSpc>
              <a:spcBef>
                <a:spcPct val="50000"/>
              </a:spcBef>
              <a:spcAft>
                <a:spcPts val="0"/>
              </a:spcAft>
              <a:buClrTx/>
              <a:buSzTx/>
              <a:buFontTx/>
              <a:buNone/>
              <a:defRPr/>
            </a:pPr>
            <a:r>
              <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F</a:t>
            </a:r>
            <a:r>
              <a:rPr kumimoji="0" lang="zh-CN"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0/3</a:t>
            </a:r>
          </a:p>
        </p:txBody>
      </p:sp>
      <p:sp>
        <p:nvSpPr>
          <p:cNvPr id="125" name="Text Box 37"/>
          <p:cNvSpPr txBox="1">
            <a:spLocks noChangeArrowheads="1"/>
          </p:cNvSpPr>
          <p:nvPr/>
        </p:nvSpPr>
        <p:spPr bwMode="auto">
          <a:xfrm>
            <a:off x="6737801" y="5013554"/>
            <a:ext cx="8636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auto" latinLnBrk="0" hangingPunct="1">
              <a:lnSpc>
                <a:spcPct val="100000"/>
              </a:lnSpc>
              <a:spcBef>
                <a:spcPct val="50000"/>
              </a:spcBef>
              <a:spcAft>
                <a:spcPts val="0"/>
              </a:spcAft>
              <a:buClrTx/>
              <a:buSzTx/>
              <a:buFontTx/>
              <a:buNone/>
              <a:defRPr/>
            </a:pPr>
            <a:r>
              <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F</a:t>
            </a:r>
            <a:r>
              <a:rPr kumimoji="0" lang="zh-CN"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0/4</a:t>
            </a:r>
          </a:p>
        </p:txBody>
      </p:sp>
      <p:sp>
        <p:nvSpPr>
          <p:cNvPr id="126" name="Text Box 38"/>
          <p:cNvSpPr txBox="1">
            <a:spLocks noChangeArrowheads="1"/>
          </p:cNvSpPr>
          <p:nvPr/>
        </p:nvSpPr>
        <p:spPr bwMode="auto">
          <a:xfrm>
            <a:off x="2804236" y="4146187"/>
            <a:ext cx="347916"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algn="l" defTabSz="914400" rtl="0" eaLnBrk="1" fontAlgn="auto" latinLnBrk="0" hangingPunct="1">
              <a:lnSpc>
                <a:spcPct val="100000"/>
              </a:lnSpc>
              <a:spcBef>
                <a:spcPct val="50000"/>
              </a:spcBef>
              <a:spcAft>
                <a:spcPts val="0"/>
              </a:spcAft>
              <a:buClrTx/>
              <a:buSzTx/>
              <a:buFontTx/>
              <a:buNone/>
              <a:defRPr/>
            </a:pPr>
            <a:r>
              <a:rPr kumimoji="0" lang="zh-CN"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a:t>
            </a:r>
          </a:p>
        </p:txBody>
      </p:sp>
      <p:sp>
        <p:nvSpPr>
          <p:cNvPr id="127" name="Text Box 39"/>
          <p:cNvSpPr txBox="1">
            <a:spLocks noChangeArrowheads="1"/>
          </p:cNvSpPr>
          <p:nvPr/>
        </p:nvSpPr>
        <p:spPr bwMode="auto">
          <a:xfrm>
            <a:off x="2798852" y="5536093"/>
            <a:ext cx="3533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algn="l" defTabSz="914400" rtl="0" eaLnBrk="1" fontAlgn="auto" latinLnBrk="0" hangingPunct="1">
              <a:lnSpc>
                <a:spcPct val="100000"/>
              </a:lnSpc>
              <a:spcBef>
                <a:spcPct val="50000"/>
              </a:spcBef>
              <a:spcAft>
                <a:spcPts val="0"/>
              </a:spcAft>
              <a:buClrTx/>
              <a:buSzTx/>
              <a:buFontTx/>
              <a:buNone/>
              <a:defRPr/>
            </a:pPr>
            <a:r>
              <a:rPr kumimoji="0" lang="zh-CN"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B</a:t>
            </a:r>
          </a:p>
        </p:txBody>
      </p:sp>
      <p:sp>
        <p:nvSpPr>
          <p:cNvPr id="128" name="Text Box 40"/>
          <p:cNvSpPr txBox="1">
            <a:spLocks noChangeArrowheads="1"/>
          </p:cNvSpPr>
          <p:nvPr/>
        </p:nvSpPr>
        <p:spPr bwMode="auto">
          <a:xfrm>
            <a:off x="9220767" y="4105699"/>
            <a:ext cx="3714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algn="l" defTabSz="914400" rtl="0" eaLnBrk="1" fontAlgn="auto" latinLnBrk="0" hangingPunct="1">
              <a:lnSpc>
                <a:spcPct val="100000"/>
              </a:lnSpc>
              <a:spcBef>
                <a:spcPct val="50000"/>
              </a:spcBef>
              <a:spcAft>
                <a:spcPts val="0"/>
              </a:spcAft>
              <a:buClrTx/>
              <a:buSzTx/>
              <a:buFontTx/>
              <a:buNone/>
              <a:defRPr/>
            </a:pPr>
            <a:r>
              <a:rPr kumimoji="0" lang="zh-CN"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C</a:t>
            </a:r>
          </a:p>
        </p:txBody>
      </p:sp>
      <p:sp>
        <p:nvSpPr>
          <p:cNvPr id="129" name="Text Box 41"/>
          <p:cNvSpPr txBox="1">
            <a:spLocks noChangeArrowheads="1"/>
          </p:cNvSpPr>
          <p:nvPr/>
        </p:nvSpPr>
        <p:spPr bwMode="auto">
          <a:xfrm>
            <a:off x="9220767" y="5530355"/>
            <a:ext cx="3714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algn="l" defTabSz="914400" rtl="0" eaLnBrk="1" fontAlgn="auto" latinLnBrk="0" hangingPunct="1">
              <a:lnSpc>
                <a:spcPct val="100000"/>
              </a:lnSpc>
              <a:spcBef>
                <a:spcPct val="50000"/>
              </a:spcBef>
              <a:spcAft>
                <a:spcPts val="0"/>
              </a:spcAft>
              <a:buClrTx/>
              <a:buSzTx/>
              <a:buFontTx/>
              <a:buNone/>
              <a:defRPr/>
            </a:pPr>
            <a:r>
              <a:rPr kumimoji="0" lang="zh-CN"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D</a:t>
            </a:r>
          </a:p>
        </p:txBody>
      </p:sp>
      <p:sp>
        <p:nvSpPr>
          <p:cNvPr id="131" name="Text Box 64"/>
          <p:cNvSpPr txBox="1">
            <a:spLocks noChangeAspect="1" noChangeArrowheads="1"/>
          </p:cNvSpPr>
          <p:nvPr/>
        </p:nvSpPr>
        <p:spPr bwMode="auto">
          <a:xfrm>
            <a:off x="2261305" y="5888469"/>
            <a:ext cx="13843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ctr" defTabSz="914400" rtl="0" eaLnBrk="1" fontAlgn="auto" latinLnBrk="0" hangingPunct="1">
              <a:lnSpc>
                <a:spcPct val="100000"/>
              </a:lnSpc>
              <a:spcBef>
                <a:spcPct val="50000"/>
              </a:spcBef>
              <a:spcAft>
                <a:spcPts val="0"/>
              </a:spcAft>
              <a:buClrTx/>
              <a:buSzTx/>
              <a:buFontTx/>
              <a:buNone/>
              <a:defRPr/>
            </a:pPr>
            <a:r>
              <a:rPr kumimoji="0" lang="zh-CN" altLang="zh-CN" sz="16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VLAN 10</a:t>
            </a:r>
          </a:p>
        </p:txBody>
      </p:sp>
      <p:sp>
        <p:nvSpPr>
          <p:cNvPr id="132" name="Text Box 65"/>
          <p:cNvSpPr txBox="1">
            <a:spLocks noChangeAspect="1" noChangeArrowheads="1"/>
          </p:cNvSpPr>
          <p:nvPr/>
        </p:nvSpPr>
        <p:spPr bwMode="auto">
          <a:xfrm>
            <a:off x="8814505" y="5888469"/>
            <a:ext cx="13843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ctr" defTabSz="914400" rtl="0" eaLnBrk="1" fontAlgn="auto" latinLnBrk="0" hangingPunct="1">
              <a:lnSpc>
                <a:spcPct val="100000"/>
              </a:lnSpc>
              <a:spcBef>
                <a:spcPct val="50000"/>
              </a:spcBef>
              <a:spcAft>
                <a:spcPts val="0"/>
              </a:spcAft>
              <a:buClrTx/>
              <a:buSzTx/>
              <a:buFontTx/>
              <a:buNone/>
              <a:defRPr/>
            </a:pPr>
            <a:r>
              <a:rPr kumimoji="0" lang="zh-CN" altLang="zh-CN" sz="16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VLAN 20</a:t>
            </a:r>
          </a:p>
        </p:txBody>
      </p:sp>
      <p:sp>
        <p:nvSpPr>
          <p:cNvPr id="3" name="文本框 2"/>
          <p:cNvSpPr txBox="1"/>
          <p:nvPr/>
        </p:nvSpPr>
        <p:spPr>
          <a:xfrm>
            <a:off x="2231943" y="2910511"/>
            <a:ext cx="1443024" cy="400110"/>
          </a:xfrm>
          <a:prstGeom prst="rect">
            <a:avLst/>
          </a:prstGeom>
          <a:noFill/>
        </p:spPr>
        <p:txBody>
          <a:bodyPr wrap="none" rtlCol="0">
            <a:spAutoFit/>
          </a:bodyPr>
          <a:lstStyle/>
          <a:p>
            <a:r>
              <a:rPr lang="zh-CN" altLang="en-US" sz="2000" dirty="0">
                <a:latin typeface="微软雅黑" panose="020B0503020204020204" pitchFamily="34" charset="-122"/>
                <a:ea typeface="微软雅黑" panose="020B0503020204020204" pitchFamily="34" charset="-122"/>
              </a:rPr>
              <a:t>运行</a:t>
            </a:r>
            <a:r>
              <a:rPr lang="en-US" altLang="zh-CN" sz="2000" dirty="0">
                <a:latin typeface="微软雅黑" panose="020B0503020204020204" pitchFamily="34" charset="-122"/>
                <a:ea typeface="微软雅黑" panose="020B0503020204020204" pitchFamily="34" charset="-122"/>
              </a:rPr>
              <a:t>IP</a:t>
            </a:r>
            <a:r>
              <a:rPr lang="zh-CN" altLang="en-US" sz="2000" dirty="0">
                <a:latin typeface="微软雅黑" panose="020B0503020204020204" pitchFamily="34" charset="-122"/>
                <a:ea typeface="微软雅黑" panose="020B0503020204020204" pitchFamily="34" charset="-122"/>
              </a:rPr>
              <a:t>协议</a:t>
            </a:r>
          </a:p>
        </p:txBody>
      </p:sp>
      <p:sp>
        <p:nvSpPr>
          <p:cNvPr id="48" name="文本框 47"/>
          <p:cNvSpPr txBox="1"/>
          <p:nvPr/>
        </p:nvSpPr>
        <p:spPr>
          <a:xfrm>
            <a:off x="8651245" y="2894647"/>
            <a:ext cx="1599862" cy="400110"/>
          </a:xfrm>
          <a:prstGeom prst="rect">
            <a:avLst/>
          </a:prstGeom>
          <a:noFill/>
        </p:spPr>
        <p:txBody>
          <a:bodyPr wrap="none" rtlCol="0">
            <a:spAutoFit/>
          </a:bodyPr>
          <a:lstStyle/>
          <a:p>
            <a:r>
              <a:rPr lang="zh-CN" altLang="en-US" sz="2000" dirty="0">
                <a:latin typeface="微软雅黑" panose="020B0503020204020204" pitchFamily="34" charset="-122"/>
                <a:ea typeface="微软雅黑" panose="020B0503020204020204" pitchFamily="34" charset="-122"/>
              </a:rPr>
              <a:t>运行</a:t>
            </a:r>
            <a:r>
              <a:rPr lang="en-US" altLang="zh-CN" sz="2000" dirty="0">
                <a:latin typeface="微软雅黑" panose="020B0503020204020204" pitchFamily="34" charset="-122"/>
                <a:ea typeface="微软雅黑" panose="020B0503020204020204" pitchFamily="34" charset="-122"/>
              </a:rPr>
              <a:t>IPX</a:t>
            </a:r>
            <a:r>
              <a:rPr lang="zh-CN" altLang="en-US" sz="2000" dirty="0">
                <a:latin typeface="微软雅黑" panose="020B0503020204020204" pitchFamily="34" charset="-122"/>
                <a:ea typeface="微软雅黑" panose="020B0503020204020204" pitchFamily="34" charset="-122"/>
              </a:rPr>
              <a:t>协议</a:t>
            </a:r>
          </a:p>
        </p:txBody>
      </p:sp>
      <p:graphicFrame>
        <p:nvGraphicFramePr>
          <p:cNvPr id="50" name="Group 42"/>
          <p:cNvGraphicFramePr>
            <a:graphicFrameLocks noGrp="1"/>
          </p:cNvGraphicFramePr>
          <p:nvPr/>
        </p:nvGraphicFramePr>
        <p:xfrm>
          <a:off x="4741504" y="2194935"/>
          <a:ext cx="2879725" cy="1342390"/>
        </p:xfrm>
        <a:graphic>
          <a:graphicData uri="http://schemas.openxmlformats.org/drawingml/2006/table">
            <a:tbl>
              <a:tblPr/>
              <a:tblGrid>
                <a:gridCol w="1368425">
                  <a:extLst>
                    <a:ext uri="{9D8B030D-6E8A-4147-A177-3AD203B41FA5}">
                      <a16:colId xmlns:a16="http://schemas.microsoft.com/office/drawing/2014/main" val="20000"/>
                    </a:ext>
                  </a:extLst>
                </a:gridCol>
                <a:gridCol w="1511300">
                  <a:extLst>
                    <a:ext uri="{9D8B030D-6E8A-4147-A177-3AD203B41FA5}">
                      <a16:colId xmlns:a16="http://schemas.microsoft.com/office/drawing/2014/main" val="20001"/>
                    </a:ext>
                  </a:extLst>
                </a:gridCol>
              </a:tblGrid>
              <a:tr h="334963">
                <a:tc gridSpan="2">
                  <a:txBody>
                    <a:bodyPr/>
                    <a:lstStyle>
                      <a:lvl1pPr>
                        <a:spcBef>
                          <a:spcPct val="10000"/>
                        </a:spcBef>
                        <a:spcAft>
                          <a:spcPct val="25000"/>
                        </a:spcAft>
                        <a:buClr>
                          <a:schemeClr val="tx1"/>
                        </a:buClr>
                        <a:buSzPct val="80000"/>
                        <a:buFont typeface="Wingdings" panose="05000000000000000000" pitchFamily="2" charset="2"/>
                        <a:defRPr sz="2600" b="1">
                          <a:solidFill>
                            <a:srgbClr val="000000"/>
                          </a:solidFill>
                          <a:latin typeface="Arial" panose="020B0604020202090204" pitchFamily="34" charset="0"/>
                          <a:ea typeface="华文细黑" panose="02010600040101010101" pitchFamily="2" charset="-122"/>
                        </a:defRPr>
                      </a:lvl1pPr>
                      <a:lvl2pPr marL="386080" indent="71755">
                        <a:spcBef>
                          <a:spcPct val="10000"/>
                        </a:spcBef>
                        <a:spcAft>
                          <a:spcPct val="25000"/>
                        </a:spcAft>
                        <a:buClr>
                          <a:schemeClr val="tx1"/>
                        </a:buClr>
                        <a:buSzPct val="80000"/>
                        <a:buFont typeface="Wingdings" panose="05000000000000000000" pitchFamily="2" charset="2"/>
                        <a:defRPr sz="2000">
                          <a:solidFill>
                            <a:srgbClr val="000000"/>
                          </a:solidFill>
                          <a:latin typeface="Arial" panose="020B0604020202090204" pitchFamily="34" charset="0"/>
                          <a:ea typeface="华文细黑" panose="02010600040101010101" pitchFamily="2" charset="-122"/>
                        </a:defRPr>
                      </a:lvl2pPr>
                      <a:lvl3pPr marL="862330" indent="52705">
                        <a:spcBef>
                          <a:spcPct val="10000"/>
                        </a:spcBef>
                        <a:spcAft>
                          <a:spcPct val="25000"/>
                        </a:spcAft>
                        <a:buClr>
                          <a:schemeClr val="tx1"/>
                        </a:buClr>
                        <a:buFont typeface="Times New Roman" panose="02020503050405090304" pitchFamily="18" charset="0"/>
                        <a:defRPr sz="2000">
                          <a:solidFill>
                            <a:srgbClr val="000000"/>
                          </a:solidFill>
                          <a:latin typeface="Arial" panose="020B0604020202090204" pitchFamily="34" charset="0"/>
                          <a:ea typeface="华文细黑" panose="02010600040101010101" pitchFamily="2" charset="-122"/>
                        </a:defRPr>
                      </a:lvl3pPr>
                      <a:lvl4pPr marL="1281430" indent="90805">
                        <a:spcBef>
                          <a:spcPct val="10000"/>
                        </a:spcBef>
                        <a:spcAft>
                          <a:spcPct val="25000"/>
                        </a:spcAft>
                        <a:buClr>
                          <a:schemeClr val="tx1"/>
                        </a:buClr>
                        <a:buFont typeface="Arial" panose="020B0604020202090204" pitchFamily="34" charset="0"/>
                        <a:defRPr sz="1600">
                          <a:solidFill>
                            <a:srgbClr val="000000"/>
                          </a:solidFill>
                          <a:latin typeface="Arial" panose="020B0604020202090204" pitchFamily="34" charset="0"/>
                          <a:ea typeface="华文细黑" panose="02010600040101010101" pitchFamily="2" charset="-122"/>
                        </a:defRPr>
                      </a:lvl4pPr>
                      <a:lvl5pPr marL="1700530" indent="128905">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5pPr>
                      <a:lvl6pPr marL="21577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6pPr>
                      <a:lvl7pPr marL="26149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7pPr>
                      <a:lvl8pPr marL="30721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8pPr>
                      <a:lvl9pPr marL="35293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i="0" u="none" strike="noStrike" cap="none" normalizeH="0" baseline="0" dirty="0">
                          <a:ln>
                            <a:noFill/>
                          </a:ln>
                          <a:solidFill>
                            <a:schemeClr val="tx1"/>
                          </a:solidFill>
                          <a:effectLst/>
                          <a:latin typeface="Arial" panose="020B0604020202090204" pitchFamily="34" charset="0"/>
                          <a:ea typeface="宋体" panose="02010600030101010101" pitchFamily="2" charset="-122"/>
                        </a:rPr>
                        <a:t>VLAN Table</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extLst>
                  <a:ext uri="{0D108BD9-81ED-4DB2-BD59-A6C34878D82A}">
                    <a16:rowId xmlns:a16="http://schemas.microsoft.com/office/drawing/2014/main" val="10000"/>
                  </a:ext>
                </a:extLst>
              </a:tr>
              <a:tr h="334963">
                <a:tc>
                  <a:txBody>
                    <a:bodyPr/>
                    <a:lstStyle>
                      <a:lvl1pPr>
                        <a:spcBef>
                          <a:spcPct val="10000"/>
                        </a:spcBef>
                        <a:spcAft>
                          <a:spcPct val="25000"/>
                        </a:spcAft>
                        <a:buClr>
                          <a:schemeClr val="tx1"/>
                        </a:buClr>
                        <a:buSzPct val="80000"/>
                        <a:buFont typeface="Wingdings" panose="05000000000000000000" pitchFamily="2" charset="2"/>
                        <a:defRPr sz="2600" b="1">
                          <a:solidFill>
                            <a:srgbClr val="000000"/>
                          </a:solidFill>
                          <a:latin typeface="Arial" panose="020B0604020202090204" pitchFamily="34" charset="0"/>
                          <a:ea typeface="华文细黑" panose="02010600040101010101" pitchFamily="2" charset="-122"/>
                        </a:defRPr>
                      </a:lvl1pPr>
                      <a:lvl2pPr marL="386080" indent="71755">
                        <a:spcBef>
                          <a:spcPct val="10000"/>
                        </a:spcBef>
                        <a:spcAft>
                          <a:spcPct val="25000"/>
                        </a:spcAft>
                        <a:buClr>
                          <a:schemeClr val="tx1"/>
                        </a:buClr>
                        <a:buSzPct val="80000"/>
                        <a:buFont typeface="Wingdings" panose="05000000000000000000" pitchFamily="2" charset="2"/>
                        <a:defRPr sz="2000">
                          <a:solidFill>
                            <a:srgbClr val="000000"/>
                          </a:solidFill>
                          <a:latin typeface="Arial" panose="020B0604020202090204" pitchFamily="34" charset="0"/>
                          <a:ea typeface="华文细黑" panose="02010600040101010101" pitchFamily="2" charset="-122"/>
                        </a:defRPr>
                      </a:lvl2pPr>
                      <a:lvl3pPr marL="862330" indent="52705">
                        <a:spcBef>
                          <a:spcPct val="10000"/>
                        </a:spcBef>
                        <a:spcAft>
                          <a:spcPct val="25000"/>
                        </a:spcAft>
                        <a:buClr>
                          <a:schemeClr val="tx1"/>
                        </a:buClr>
                        <a:buFont typeface="Times New Roman" panose="02020503050405090304" pitchFamily="18" charset="0"/>
                        <a:defRPr sz="2000">
                          <a:solidFill>
                            <a:srgbClr val="000000"/>
                          </a:solidFill>
                          <a:latin typeface="Arial" panose="020B0604020202090204" pitchFamily="34" charset="0"/>
                          <a:ea typeface="华文细黑" panose="02010600040101010101" pitchFamily="2" charset="-122"/>
                        </a:defRPr>
                      </a:lvl3pPr>
                      <a:lvl4pPr marL="1281430" indent="90805">
                        <a:spcBef>
                          <a:spcPct val="10000"/>
                        </a:spcBef>
                        <a:spcAft>
                          <a:spcPct val="25000"/>
                        </a:spcAft>
                        <a:buClr>
                          <a:schemeClr val="tx1"/>
                        </a:buClr>
                        <a:buFont typeface="Arial" panose="020B0604020202090204" pitchFamily="34" charset="0"/>
                        <a:defRPr sz="1600">
                          <a:solidFill>
                            <a:srgbClr val="000000"/>
                          </a:solidFill>
                          <a:latin typeface="Arial" panose="020B0604020202090204" pitchFamily="34" charset="0"/>
                          <a:ea typeface="华文细黑" panose="02010600040101010101" pitchFamily="2" charset="-122"/>
                        </a:defRPr>
                      </a:lvl4pPr>
                      <a:lvl5pPr marL="1700530" indent="128905">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5pPr>
                      <a:lvl6pPr marL="21577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6pPr>
                      <a:lvl7pPr marL="26149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7pPr>
                      <a:lvl8pPr marL="30721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8pPr>
                      <a:lvl9pPr marL="35293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i="0" u="none" strike="noStrike" cap="none" normalizeH="0" baseline="0" dirty="0">
                          <a:ln>
                            <a:noFill/>
                          </a:ln>
                          <a:solidFill>
                            <a:schemeClr val="tx1"/>
                          </a:solidFill>
                          <a:effectLst/>
                          <a:latin typeface="Arial" panose="020B0604020202090204" pitchFamily="34" charset="0"/>
                          <a:ea typeface="宋体" panose="02010600030101010101" pitchFamily="2" charset="-122"/>
                        </a:rPr>
                        <a:t>VLAN ID</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spcAft>
                          <a:spcPct val="25000"/>
                        </a:spcAft>
                        <a:buClr>
                          <a:schemeClr val="tx1"/>
                        </a:buClr>
                        <a:buSzPct val="80000"/>
                        <a:buFont typeface="Wingdings" panose="05000000000000000000" pitchFamily="2" charset="2"/>
                        <a:defRPr sz="2600" b="1">
                          <a:solidFill>
                            <a:srgbClr val="000000"/>
                          </a:solidFill>
                          <a:latin typeface="Arial" panose="020B0604020202090204" pitchFamily="34" charset="0"/>
                          <a:ea typeface="华文细黑" panose="02010600040101010101" pitchFamily="2" charset="-122"/>
                        </a:defRPr>
                      </a:lvl1pPr>
                      <a:lvl2pPr marL="386080" indent="71755">
                        <a:spcBef>
                          <a:spcPct val="10000"/>
                        </a:spcBef>
                        <a:spcAft>
                          <a:spcPct val="25000"/>
                        </a:spcAft>
                        <a:buClr>
                          <a:schemeClr val="tx1"/>
                        </a:buClr>
                        <a:buSzPct val="80000"/>
                        <a:buFont typeface="Wingdings" panose="05000000000000000000" pitchFamily="2" charset="2"/>
                        <a:defRPr sz="2000">
                          <a:solidFill>
                            <a:srgbClr val="000000"/>
                          </a:solidFill>
                          <a:latin typeface="Arial" panose="020B0604020202090204" pitchFamily="34" charset="0"/>
                          <a:ea typeface="华文细黑" panose="02010600040101010101" pitchFamily="2" charset="-122"/>
                        </a:defRPr>
                      </a:lvl2pPr>
                      <a:lvl3pPr marL="862330" indent="52705">
                        <a:spcBef>
                          <a:spcPct val="10000"/>
                        </a:spcBef>
                        <a:spcAft>
                          <a:spcPct val="25000"/>
                        </a:spcAft>
                        <a:buClr>
                          <a:schemeClr val="tx1"/>
                        </a:buClr>
                        <a:buFont typeface="Times New Roman" panose="02020503050405090304" pitchFamily="18" charset="0"/>
                        <a:defRPr sz="2000">
                          <a:solidFill>
                            <a:srgbClr val="000000"/>
                          </a:solidFill>
                          <a:latin typeface="Arial" panose="020B0604020202090204" pitchFamily="34" charset="0"/>
                          <a:ea typeface="华文细黑" panose="02010600040101010101" pitchFamily="2" charset="-122"/>
                        </a:defRPr>
                      </a:lvl3pPr>
                      <a:lvl4pPr marL="1281430" indent="90805">
                        <a:spcBef>
                          <a:spcPct val="10000"/>
                        </a:spcBef>
                        <a:spcAft>
                          <a:spcPct val="25000"/>
                        </a:spcAft>
                        <a:buClr>
                          <a:schemeClr val="tx1"/>
                        </a:buClr>
                        <a:buFont typeface="Arial" panose="020B0604020202090204" pitchFamily="34" charset="0"/>
                        <a:defRPr sz="1600">
                          <a:solidFill>
                            <a:srgbClr val="000000"/>
                          </a:solidFill>
                          <a:latin typeface="Arial" panose="020B0604020202090204" pitchFamily="34" charset="0"/>
                          <a:ea typeface="华文细黑" panose="02010600040101010101" pitchFamily="2" charset="-122"/>
                        </a:defRPr>
                      </a:lvl4pPr>
                      <a:lvl5pPr marL="1700530" indent="128905">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5pPr>
                      <a:lvl6pPr marL="21577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6pPr>
                      <a:lvl7pPr marL="26149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7pPr>
                      <a:lvl8pPr marL="30721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8pPr>
                      <a:lvl9pPr marL="35293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i="0" u="none" strike="noStrike" cap="none" normalizeH="0" baseline="0" dirty="0">
                          <a:ln>
                            <a:noFill/>
                          </a:ln>
                          <a:solidFill>
                            <a:schemeClr val="tx1"/>
                          </a:solidFill>
                          <a:effectLst/>
                          <a:latin typeface="Arial" panose="020B0604020202090204" pitchFamily="34" charset="0"/>
                          <a:ea typeface="宋体" panose="02010600030101010101" pitchFamily="2" charset="-122"/>
                        </a:rPr>
                        <a:t>Protocol</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36550">
                <a:tc>
                  <a:txBody>
                    <a:bodyPr/>
                    <a:lstStyle>
                      <a:lvl1pPr>
                        <a:spcBef>
                          <a:spcPct val="10000"/>
                        </a:spcBef>
                        <a:spcAft>
                          <a:spcPct val="25000"/>
                        </a:spcAft>
                        <a:buClr>
                          <a:schemeClr val="tx1"/>
                        </a:buClr>
                        <a:buSzPct val="80000"/>
                        <a:buFont typeface="Wingdings" panose="05000000000000000000" pitchFamily="2" charset="2"/>
                        <a:defRPr sz="2600" b="1">
                          <a:solidFill>
                            <a:srgbClr val="000000"/>
                          </a:solidFill>
                          <a:latin typeface="Arial" panose="020B0604020202090204" pitchFamily="34" charset="0"/>
                          <a:ea typeface="华文细黑" panose="02010600040101010101" pitchFamily="2" charset="-122"/>
                        </a:defRPr>
                      </a:lvl1pPr>
                      <a:lvl2pPr marL="386080" indent="71755">
                        <a:spcBef>
                          <a:spcPct val="10000"/>
                        </a:spcBef>
                        <a:spcAft>
                          <a:spcPct val="25000"/>
                        </a:spcAft>
                        <a:buClr>
                          <a:schemeClr val="tx1"/>
                        </a:buClr>
                        <a:buSzPct val="80000"/>
                        <a:buFont typeface="Wingdings" panose="05000000000000000000" pitchFamily="2" charset="2"/>
                        <a:defRPr sz="2000">
                          <a:solidFill>
                            <a:srgbClr val="000000"/>
                          </a:solidFill>
                          <a:latin typeface="Arial" panose="020B0604020202090204" pitchFamily="34" charset="0"/>
                          <a:ea typeface="华文细黑" panose="02010600040101010101" pitchFamily="2" charset="-122"/>
                        </a:defRPr>
                      </a:lvl2pPr>
                      <a:lvl3pPr marL="862330" indent="52705">
                        <a:spcBef>
                          <a:spcPct val="10000"/>
                        </a:spcBef>
                        <a:spcAft>
                          <a:spcPct val="25000"/>
                        </a:spcAft>
                        <a:buClr>
                          <a:schemeClr val="tx1"/>
                        </a:buClr>
                        <a:buFont typeface="Times New Roman" panose="02020503050405090304" pitchFamily="18" charset="0"/>
                        <a:defRPr sz="2000">
                          <a:solidFill>
                            <a:srgbClr val="000000"/>
                          </a:solidFill>
                          <a:latin typeface="Arial" panose="020B0604020202090204" pitchFamily="34" charset="0"/>
                          <a:ea typeface="华文细黑" panose="02010600040101010101" pitchFamily="2" charset="-122"/>
                        </a:defRPr>
                      </a:lvl3pPr>
                      <a:lvl4pPr marL="1281430" indent="90805">
                        <a:spcBef>
                          <a:spcPct val="10000"/>
                        </a:spcBef>
                        <a:spcAft>
                          <a:spcPct val="25000"/>
                        </a:spcAft>
                        <a:buClr>
                          <a:schemeClr val="tx1"/>
                        </a:buClr>
                        <a:buFont typeface="Arial" panose="020B0604020202090204" pitchFamily="34" charset="0"/>
                        <a:defRPr sz="1600">
                          <a:solidFill>
                            <a:srgbClr val="000000"/>
                          </a:solidFill>
                          <a:latin typeface="Arial" panose="020B0604020202090204" pitchFamily="34" charset="0"/>
                          <a:ea typeface="华文细黑" panose="02010600040101010101" pitchFamily="2" charset="-122"/>
                        </a:defRPr>
                      </a:lvl4pPr>
                      <a:lvl5pPr marL="1700530" indent="128905">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5pPr>
                      <a:lvl6pPr marL="21577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6pPr>
                      <a:lvl7pPr marL="26149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7pPr>
                      <a:lvl8pPr marL="30721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8pPr>
                      <a:lvl9pPr marL="35293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i="0" u="none" strike="noStrike" cap="none" normalizeH="0" baseline="0" dirty="0">
                          <a:ln>
                            <a:noFill/>
                          </a:ln>
                          <a:solidFill>
                            <a:schemeClr val="tx1"/>
                          </a:solidFill>
                          <a:effectLst/>
                          <a:latin typeface="Arial" panose="020B0604020202090204" pitchFamily="34" charset="0"/>
                          <a:ea typeface="宋体" panose="02010600030101010101" pitchFamily="2" charset="-122"/>
                        </a:rPr>
                        <a:t>10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a:spcBef>
                          <a:spcPct val="10000"/>
                        </a:spcBef>
                        <a:spcAft>
                          <a:spcPct val="25000"/>
                        </a:spcAft>
                        <a:buClr>
                          <a:schemeClr val="tx1"/>
                        </a:buClr>
                        <a:buSzPct val="80000"/>
                        <a:buFont typeface="Wingdings" panose="05000000000000000000" pitchFamily="2" charset="2"/>
                        <a:defRPr sz="2600" b="1">
                          <a:solidFill>
                            <a:srgbClr val="000000"/>
                          </a:solidFill>
                          <a:latin typeface="Arial" panose="020B0604020202090204" pitchFamily="34" charset="0"/>
                          <a:ea typeface="华文细黑" panose="02010600040101010101" pitchFamily="2" charset="-122"/>
                        </a:defRPr>
                      </a:lvl1pPr>
                      <a:lvl2pPr marL="386080" indent="71755">
                        <a:spcBef>
                          <a:spcPct val="10000"/>
                        </a:spcBef>
                        <a:spcAft>
                          <a:spcPct val="25000"/>
                        </a:spcAft>
                        <a:buClr>
                          <a:schemeClr val="tx1"/>
                        </a:buClr>
                        <a:buSzPct val="80000"/>
                        <a:buFont typeface="Wingdings" panose="05000000000000000000" pitchFamily="2" charset="2"/>
                        <a:defRPr sz="2000">
                          <a:solidFill>
                            <a:srgbClr val="000000"/>
                          </a:solidFill>
                          <a:latin typeface="Arial" panose="020B0604020202090204" pitchFamily="34" charset="0"/>
                          <a:ea typeface="华文细黑" panose="02010600040101010101" pitchFamily="2" charset="-122"/>
                        </a:defRPr>
                      </a:lvl2pPr>
                      <a:lvl3pPr marL="862330" indent="52705">
                        <a:spcBef>
                          <a:spcPct val="10000"/>
                        </a:spcBef>
                        <a:spcAft>
                          <a:spcPct val="25000"/>
                        </a:spcAft>
                        <a:buClr>
                          <a:schemeClr val="tx1"/>
                        </a:buClr>
                        <a:buFont typeface="Times New Roman" panose="02020503050405090304" pitchFamily="18" charset="0"/>
                        <a:defRPr sz="2000">
                          <a:solidFill>
                            <a:srgbClr val="000000"/>
                          </a:solidFill>
                          <a:latin typeface="Arial" panose="020B0604020202090204" pitchFamily="34" charset="0"/>
                          <a:ea typeface="华文细黑" panose="02010600040101010101" pitchFamily="2" charset="-122"/>
                        </a:defRPr>
                      </a:lvl3pPr>
                      <a:lvl4pPr marL="1281430" indent="90805">
                        <a:spcBef>
                          <a:spcPct val="10000"/>
                        </a:spcBef>
                        <a:spcAft>
                          <a:spcPct val="25000"/>
                        </a:spcAft>
                        <a:buClr>
                          <a:schemeClr val="tx1"/>
                        </a:buClr>
                        <a:buFont typeface="Arial" panose="020B0604020202090204" pitchFamily="34" charset="0"/>
                        <a:defRPr sz="1600">
                          <a:solidFill>
                            <a:srgbClr val="000000"/>
                          </a:solidFill>
                          <a:latin typeface="Arial" panose="020B0604020202090204" pitchFamily="34" charset="0"/>
                          <a:ea typeface="华文细黑" panose="02010600040101010101" pitchFamily="2" charset="-122"/>
                        </a:defRPr>
                      </a:lvl4pPr>
                      <a:lvl5pPr marL="1700530" indent="128905">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5pPr>
                      <a:lvl6pPr marL="21577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6pPr>
                      <a:lvl7pPr marL="26149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7pPr>
                      <a:lvl8pPr marL="30721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8pPr>
                      <a:lvl9pPr marL="35293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i="0" u="none" strike="noStrike" cap="none" normalizeH="0" baseline="0" dirty="0">
                          <a:ln>
                            <a:noFill/>
                          </a:ln>
                          <a:solidFill>
                            <a:schemeClr val="tx1"/>
                          </a:solidFill>
                          <a:effectLst/>
                          <a:latin typeface="Arial" panose="020B0604020202090204" pitchFamily="34" charset="0"/>
                          <a:ea typeface="宋体" panose="02010600030101010101" pitchFamily="2" charset="-122"/>
                        </a:rPr>
                        <a:t>IP</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2"/>
                  </a:ext>
                </a:extLst>
              </a:tr>
              <a:tr h="334963">
                <a:tc>
                  <a:txBody>
                    <a:bodyPr/>
                    <a:lstStyle>
                      <a:lvl1pPr>
                        <a:spcBef>
                          <a:spcPct val="10000"/>
                        </a:spcBef>
                        <a:spcAft>
                          <a:spcPct val="25000"/>
                        </a:spcAft>
                        <a:buClr>
                          <a:schemeClr val="tx1"/>
                        </a:buClr>
                        <a:buSzPct val="80000"/>
                        <a:buFont typeface="Wingdings" panose="05000000000000000000" pitchFamily="2" charset="2"/>
                        <a:defRPr sz="2600" b="1">
                          <a:solidFill>
                            <a:srgbClr val="000000"/>
                          </a:solidFill>
                          <a:latin typeface="Arial" panose="020B0604020202090204" pitchFamily="34" charset="0"/>
                          <a:ea typeface="华文细黑" panose="02010600040101010101" pitchFamily="2" charset="-122"/>
                        </a:defRPr>
                      </a:lvl1pPr>
                      <a:lvl2pPr marL="386080" indent="71755">
                        <a:spcBef>
                          <a:spcPct val="10000"/>
                        </a:spcBef>
                        <a:spcAft>
                          <a:spcPct val="25000"/>
                        </a:spcAft>
                        <a:buClr>
                          <a:schemeClr val="tx1"/>
                        </a:buClr>
                        <a:buSzPct val="80000"/>
                        <a:buFont typeface="Wingdings" panose="05000000000000000000" pitchFamily="2" charset="2"/>
                        <a:defRPr sz="2000">
                          <a:solidFill>
                            <a:srgbClr val="000000"/>
                          </a:solidFill>
                          <a:latin typeface="Arial" panose="020B0604020202090204" pitchFamily="34" charset="0"/>
                          <a:ea typeface="华文细黑" panose="02010600040101010101" pitchFamily="2" charset="-122"/>
                        </a:defRPr>
                      </a:lvl2pPr>
                      <a:lvl3pPr marL="862330" indent="52705">
                        <a:spcBef>
                          <a:spcPct val="10000"/>
                        </a:spcBef>
                        <a:spcAft>
                          <a:spcPct val="25000"/>
                        </a:spcAft>
                        <a:buClr>
                          <a:schemeClr val="tx1"/>
                        </a:buClr>
                        <a:buFont typeface="Times New Roman" panose="02020503050405090304" pitchFamily="18" charset="0"/>
                        <a:defRPr sz="2000">
                          <a:solidFill>
                            <a:srgbClr val="000000"/>
                          </a:solidFill>
                          <a:latin typeface="Arial" panose="020B0604020202090204" pitchFamily="34" charset="0"/>
                          <a:ea typeface="华文细黑" panose="02010600040101010101" pitchFamily="2" charset="-122"/>
                        </a:defRPr>
                      </a:lvl3pPr>
                      <a:lvl4pPr marL="1281430" indent="90805">
                        <a:spcBef>
                          <a:spcPct val="10000"/>
                        </a:spcBef>
                        <a:spcAft>
                          <a:spcPct val="25000"/>
                        </a:spcAft>
                        <a:buClr>
                          <a:schemeClr val="tx1"/>
                        </a:buClr>
                        <a:buFont typeface="Arial" panose="020B0604020202090204" pitchFamily="34" charset="0"/>
                        <a:defRPr sz="1600">
                          <a:solidFill>
                            <a:srgbClr val="000000"/>
                          </a:solidFill>
                          <a:latin typeface="Arial" panose="020B0604020202090204" pitchFamily="34" charset="0"/>
                          <a:ea typeface="华文细黑" panose="02010600040101010101" pitchFamily="2" charset="-122"/>
                        </a:defRPr>
                      </a:lvl4pPr>
                      <a:lvl5pPr marL="1700530" indent="128905">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5pPr>
                      <a:lvl6pPr marL="21577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6pPr>
                      <a:lvl7pPr marL="26149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7pPr>
                      <a:lvl8pPr marL="30721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8pPr>
                      <a:lvl9pPr marL="35293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i="0" u="none" strike="noStrike" cap="none" normalizeH="0" baseline="0">
                          <a:ln>
                            <a:noFill/>
                          </a:ln>
                          <a:solidFill>
                            <a:schemeClr val="tx1"/>
                          </a:solidFill>
                          <a:effectLst/>
                          <a:latin typeface="Arial" panose="020B0604020202090204" pitchFamily="34" charset="0"/>
                          <a:ea typeface="宋体" panose="02010600030101010101" pitchFamily="2" charset="-122"/>
                        </a:rPr>
                        <a:t>20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a:spcBef>
                          <a:spcPct val="10000"/>
                        </a:spcBef>
                        <a:spcAft>
                          <a:spcPct val="25000"/>
                        </a:spcAft>
                        <a:buClr>
                          <a:schemeClr val="tx1"/>
                        </a:buClr>
                        <a:buSzPct val="80000"/>
                        <a:buFont typeface="Wingdings" panose="05000000000000000000" pitchFamily="2" charset="2"/>
                        <a:defRPr sz="2600" b="1">
                          <a:solidFill>
                            <a:srgbClr val="000000"/>
                          </a:solidFill>
                          <a:latin typeface="Arial" panose="020B0604020202090204" pitchFamily="34" charset="0"/>
                          <a:ea typeface="华文细黑" panose="02010600040101010101" pitchFamily="2" charset="-122"/>
                        </a:defRPr>
                      </a:lvl1pPr>
                      <a:lvl2pPr marL="386080" indent="71755">
                        <a:spcBef>
                          <a:spcPct val="10000"/>
                        </a:spcBef>
                        <a:spcAft>
                          <a:spcPct val="25000"/>
                        </a:spcAft>
                        <a:buClr>
                          <a:schemeClr val="tx1"/>
                        </a:buClr>
                        <a:buSzPct val="80000"/>
                        <a:buFont typeface="Wingdings" panose="05000000000000000000" pitchFamily="2" charset="2"/>
                        <a:defRPr sz="2000">
                          <a:solidFill>
                            <a:srgbClr val="000000"/>
                          </a:solidFill>
                          <a:latin typeface="Arial" panose="020B0604020202090204" pitchFamily="34" charset="0"/>
                          <a:ea typeface="华文细黑" panose="02010600040101010101" pitchFamily="2" charset="-122"/>
                        </a:defRPr>
                      </a:lvl2pPr>
                      <a:lvl3pPr marL="862330" indent="52705">
                        <a:spcBef>
                          <a:spcPct val="10000"/>
                        </a:spcBef>
                        <a:spcAft>
                          <a:spcPct val="25000"/>
                        </a:spcAft>
                        <a:buClr>
                          <a:schemeClr val="tx1"/>
                        </a:buClr>
                        <a:buFont typeface="Times New Roman" panose="02020503050405090304" pitchFamily="18" charset="0"/>
                        <a:defRPr sz="2000">
                          <a:solidFill>
                            <a:srgbClr val="000000"/>
                          </a:solidFill>
                          <a:latin typeface="Arial" panose="020B0604020202090204" pitchFamily="34" charset="0"/>
                          <a:ea typeface="华文细黑" panose="02010600040101010101" pitchFamily="2" charset="-122"/>
                        </a:defRPr>
                      </a:lvl3pPr>
                      <a:lvl4pPr marL="1281430" indent="90805">
                        <a:spcBef>
                          <a:spcPct val="10000"/>
                        </a:spcBef>
                        <a:spcAft>
                          <a:spcPct val="25000"/>
                        </a:spcAft>
                        <a:buClr>
                          <a:schemeClr val="tx1"/>
                        </a:buClr>
                        <a:buFont typeface="Arial" panose="020B0604020202090204" pitchFamily="34" charset="0"/>
                        <a:defRPr sz="1600">
                          <a:solidFill>
                            <a:srgbClr val="000000"/>
                          </a:solidFill>
                          <a:latin typeface="Arial" panose="020B0604020202090204" pitchFamily="34" charset="0"/>
                          <a:ea typeface="华文细黑" panose="02010600040101010101" pitchFamily="2" charset="-122"/>
                        </a:defRPr>
                      </a:lvl4pPr>
                      <a:lvl5pPr marL="1700530" indent="128905">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5pPr>
                      <a:lvl6pPr marL="21577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6pPr>
                      <a:lvl7pPr marL="26149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7pPr>
                      <a:lvl8pPr marL="30721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8pPr>
                      <a:lvl9pPr marL="35293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i="0" u="none" strike="noStrike" cap="none" normalizeH="0" baseline="0" dirty="0">
                          <a:ln>
                            <a:noFill/>
                          </a:ln>
                          <a:solidFill>
                            <a:schemeClr val="tx1"/>
                          </a:solidFill>
                          <a:effectLst/>
                          <a:latin typeface="Arial" panose="020B0604020202090204" pitchFamily="34" charset="0"/>
                          <a:ea typeface="宋体" panose="02010600030101010101" pitchFamily="2" charset="-122"/>
                        </a:rPr>
                        <a:t>IPX</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3"/>
                  </a:ext>
                </a:extLst>
              </a:tr>
            </a:tbl>
          </a:graphicData>
        </a:graphic>
      </p:graphicFrame>
      <p:sp>
        <p:nvSpPr>
          <p:cNvPr id="52" name="日期占位符 36"/>
          <p:cNvSpPr>
            <a:spLocks noGrp="1"/>
          </p:cNvSpPr>
          <p:nvPr>
            <p:ph type="dt" sz="half" idx="10"/>
          </p:nvPr>
        </p:nvSpPr>
        <p:spPr>
          <a:xfrm>
            <a:off x="197335" y="6489303"/>
            <a:ext cx="2743200" cy="365125"/>
          </a:xfrm>
        </p:spPr>
        <p:txBody>
          <a:bodyPr/>
          <a:lstStyle/>
          <a:p>
            <a:r>
              <a:rPr lang="en-US" altLang="zh-CN" dirty="0">
                <a:latin typeface="微软雅黑" panose="020B0503020204020204" pitchFamily="34" charset="-122"/>
                <a:ea typeface="微软雅黑" panose="020B0503020204020204" pitchFamily="34" charset="-122"/>
              </a:rPr>
              <a:t>4.4 </a:t>
            </a:r>
            <a:r>
              <a:rPr lang="zh-CN" altLang="en-US" dirty="0">
                <a:latin typeface="微软雅黑" panose="020B0503020204020204" pitchFamily="34" charset="-122"/>
                <a:ea typeface="微软雅黑" panose="020B0503020204020204" pitchFamily="34" charset="-122"/>
              </a:rPr>
              <a:t>数据链路层交换</a:t>
            </a:r>
          </a:p>
        </p:txBody>
      </p:sp>
      <p:sp>
        <p:nvSpPr>
          <p:cNvPr id="53" name="灯片编号占位符 38"/>
          <p:cNvSpPr>
            <a:spLocks noGrp="1"/>
          </p:cNvSpPr>
          <p:nvPr>
            <p:ph type="sldNum" sz="quarter" idx="12"/>
          </p:nvPr>
        </p:nvSpPr>
        <p:spPr>
          <a:xfrm>
            <a:off x="8686810" y="6489303"/>
            <a:ext cx="3319670" cy="365125"/>
          </a:xfrm>
        </p:spPr>
        <p:txBody>
          <a:bodyPr/>
          <a:lstStyle/>
          <a:p>
            <a:fld id="{8D4D1E41-7A09-AB4A-A4E1-09765ADA2698}" type="slidenum">
              <a:rPr kumimoji="1" lang="zh-CN" altLang="en-US" smtClean="0"/>
              <a:t>109</a:t>
            </a:fld>
            <a:endParaRPr kumimoji="1" lang="zh-CN" altLang="en-US" dirty="0"/>
          </a:p>
        </p:txBody>
      </p:sp>
      <p:sp>
        <p:nvSpPr>
          <p:cNvPr id="51" name="文本框 50"/>
          <p:cNvSpPr txBox="1"/>
          <p:nvPr/>
        </p:nvSpPr>
        <p:spPr>
          <a:xfrm>
            <a:off x="4541883" y="5887688"/>
            <a:ext cx="3485396" cy="497957"/>
          </a:xfrm>
          <a:prstGeom prst="rect">
            <a:avLst/>
          </a:prstGeom>
          <a:noFill/>
        </p:spPr>
        <p:txBody>
          <a:bodyPr wrap="square" rtlCol="0">
            <a:spAutoFit/>
          </a:bodyPr>
          <a:lstStyle/>
          <a:p>
            <a:pPr marL="0" indent="0" algn="ctr">
              <a:lnSpc>
                <a:spcPct val="120000"/>
              </a:lnSpc>
              <a:buNone/>
            </a:pPr>
            <a:r>
              <a:rPr lang="zh-CN" altLang="en-US" sz="2400" kern="100" dirty="0">
                <a:solidFill>
                  <a:srgbClr val="C00000"/>
                </a:solidFill>
                <a:effectLst/>
                <a:latin typeface="微软雅黑" panose="020B0503020204020204" pitchFamily="34" charset="-122"/>
                <a:ea typeface="微软雅黑" panose="020B0503020204020204" pitchFamily="34" charset="-122"/>
              </a:rPr>
              <a:t>通常需要服务器的参与</a:t>
            </a:r>
            <a:r>
              <a:rPr lang="en-US" altLang="zh-CN" sz="2400" kern="100" dirty="0">
                <a:solidFill>
                  <a:srgbClr val="C00000"/>
                </a:solidFill>
                <a:effectLst/>
                <a:latin typeface="微软雅黑" panose="020B0503020204020204" pitchFamily="34" charset="-122"/>
                <a:ea typeface="微软雅黑" panose="020B0503020204020204" pitchFamily="34" charset="-122"/>
              </a:rPr>
              <a:t> </a:t>
            </a: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en-US" altLang="zh-CN" dirty="0"/>
              <a:t> </a:t>
            </a:r>
            <a:r>
              <a:rPr kumimoji="1" lang="zh-CN" altLang="zh-CN" dirty="0"/>
              <a:t>虚拟局域网</a:t>
            </a:r>
            <a:endParaRPr kumimoji="1" lang="zh-CN" altLang="en-US" dirty="0"/>
          </a:p>
        </p:txBody>
      </p:sp>
      <p:sp>
        <p:nvSpPr>
          <p:cNvPr id="91" name="内容占位符 2"/>
          <p:cNvSpPr>
            <a:spLocks noGrp="1"/>
          </p:cNvSpPr>
          <p:nvPr>
            <p:ph idx="1"/>
          </p:nvPr>
        </p:nvSpPr>
        <p:spPr>
          <a:xfrm>
            <a:off x="838200" y="1417272"/>
            <a:ext cx="10515600" cy="5131205"/>
          </a:xfrm>
          <a:ln>
            <a:noFill/>
          </a:ln>
        </p:spPr>
        <p:txBody>
          <a:bodyPr>
            <a:normAutofit/>
          </a:bodyPr>
          <a:lstStyle/>
          <a:p>
            <a:pPr>
              <a:lnSpc>
                <a:spcPct val="120000"/>
              </a:lnSpc>
            </a:pPr>
            <a:r>
              <a:rPr lang="zh-CN" altLang="zh-CN" kern="100" dirty="0">
                <a:effectLst/>
                <a:latin typeface="微软雅黑" panose="020B0503020204020204" pitchFamily="34" charset="-122"/>
                <a:ea typeface="微软雅黑" panose="020B0503020204020204" pitchFamily="34" charset="-122"/>
              </a:rPr>
              <a:t>基于</a:t>
            </a:r>
            <a:r>
              <a:rPr lang="zh-CN" altLang="en-US" kern="100" dirty="0">
                <a:latin typeface="微软雅黑" panose="020B0503020204020204" pitchFamily="34" charset="-122"/>
                <a:ea typeface="微软雅黑" panose="020B0503020204020204" pitchFamily="34" charset="-122"/>
              </a:rPr>
              <a:t>子网</a:t>
            </a:r>
            <a:r>
              <a:rPr lang="zh-CN" altLang="zh-CN" kern="100" dirty="0">
                <a:effectLst/>
                <a:latin typeface="微软雅黑" panose="020B0503020204020204" pitchFamily="34" charset="-122"/>
                <a:ea typeface="微软雅黑" panose="020B0503020204020204" pitchFamily="34" charset="-122"/>
              </a:rPr>
              <a:t>的</a:t>
            </a:r>
            <a:r>
              <a:rPr lang="en-US" altLang="zh-CN" kern="100" dirty="0">
                <a:effectLst/>
                <a:latin typeface="微软雅黑" panose="020B0503020204020204" pitchFamily="34" charset="-122"/>
                <a:ea typeface="微软雅黑" panose="020B0503020204020204" pitchFamily="34" charset="-122"/>
              </a:rPr>
              <a:t>VLAN </a:t>
            </a:r>
          </a:p>
          <a:p>
            <a:pPr>
              <a:lnSpc>
                <a:spcPct val="120000"/>
              </a:lnSpc>
            </a:pPr>
            <a:endParaRPr kumimoji="1" lang="zh-CN" altLang="en-US" dirty="0">
              <a:latin typeface="微软雅黑" panose="020B0503020204020204" pitchFamily="34" charset="-122"/>
              <a:ea typeface="微软雅黑" panose="020B0503020204020204" pitchFamily="34" charset="-122"/>
            </a:endParaRPr>
          </a:p>
          <a:p>
            <a:pPr>
              <a:lnSpc>
                <a:spcPct val="120000"/>
              </a:lnSpc>
            </a:pPr>
            <a:endParaRPr lang="en-US" altLang="zh-CN" sz="2800" dirty="0">
              <a:latin typeface="微软雅黑" panose="020B0503020204020204" pitchFamily="34" charset="-122"/>
              <a:ea typeface="微软雅黑" panose="020B0503020204020204" pitchFamily="34" charset="-122"/>
            </a:endParaRPr>
          </a:p>
        </p:txBody>
      </p:sp>
      <p:sp>
        <p:nvSpPr>
          <p:cNvPr id="90" name="Rectangle 2"/>
          <p:cNvSpPr>
            <a:spLocks noChangeAspect="1" noChangeArrowheads="1"/>
          </p:cNvSpPr>
          <p:nvPr/>
        </p:nvSpPr>
        <p:spPr bwMode="auto">
          <a:xfrm>
            <a:off x="8755767" y="3130475"/>
            <a:ext cx="1354138" cy="3094544"/>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92" name="Rectangle 3"/>
          <p:cNvSpPr>
            <a:spLocks noChangeAspect="1" noChangeArrowheads="1"/>
          </p:cNvSpPr>
          <p:nvPr/>
        </p:nvSpPr>
        <p:spPr bwMode="auto">
          <a:xfrm>
            <a:off x="2261305" y="3130475"/>
            <a:ext cx="1354137" cy="3094544"/>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93" name="Line 5"/>
          <p:cNvSpPr>
            <a:spLocks noChangeShapeType="1"/>
          </p:cNvSpPr>
          <p:nvPr/>
        </p:nvSpPr>
        <p:spPr bwMode="auto">
          <a:xfrm>
            <a:off x="3197930" y="3991406"/>
            <a:ext cx="576262" cy="0"/>
          </a:xfrm>
          <a:prstGeom prst="line">
            <a:avLst/>
          </a:prstGeom>
          <a:noFill/>
          <a:ln w="2857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94" name="Line 6"/>
          <p:cNvSpPr>
            <a:spLocks noChangeShapeType="1"/>
          </p:cNvSpPr>
          <p:nvPr/>
        </p:nvSpPr>
        <p:spPr bwMode="auto">
          <a:xfrm>
            <a:off x="3197930" y="5359831"/>
            <a:ext cx="576262" cy="0"/>
          </a:xfrm>
          <a:prstGeom prst="line">
            <a:avLst/>
          </a:prstGeom>
          <a:noFill/>
          <a:ln w="2857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95" name="Line 7"/>
          <p:cNvSpPr>
            <a:spLocks noChangeShapeType="1"/>
          </p:cNvSpPr>
          <p:nvPr/>
        </p:nvSpPr>
        <p:spPr bwMode="auto">
          <a:xfrm>
            <a:off x="8527167" y="3918381"/>
            <a:ext cx="576263" cy="0"/>
          </a:xfrm>
          <a:prstGeom prst="line">
            <a:avLst/>
          </a:prstGeom>
          <a:noFill/>
          <a:ln w="2857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96" name="Line 8"/>
          <p:cNvSpPr>
            <a:spLocks noChangeShapeType="1"/>
          </p:cNvSpPr>
          <p:nvPr/>
        </p:nvSpPr>
        <p:spPr bwMode="auto">
          <a:xfrm>
            <a:off x="8527167" y="5359831"/>
            <a:ext cx="576263" cy="0"/>
          </a:xfrm>
          <a:prstGeom prst="line">
            <a:avLst/>
          </a:prstGeom>
          <a:noFill/>
          <a:ln w="2857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97" name="Line 9"/>
          <p:cNvSpPr>
            <a:spLocks noChangeShapeType="1"/>
          </p:cNvSpPr>
          <p:nvPr/>
        </p:nvSpPr>
        <p:spPr bwMode="auto">
          <a:xfrm>
            <a:off x="6582480" y="4999469"/>
            <a:ext cx="1943100" cy="0"/>
          </a:xfrm>
          <a:prstGeom prst="line">
            <a:avLst/>
          </a:prstGeom>
          <a:noFill/>
          <a:ln w="2857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98" name="Line 10"/>
          <p:cNvSpPr>
            <a:spLocks noChangeShapeType="1"/>
          </p:cNvSpPr>
          <p:nvPr/>
        </p:nvSpPr>
        <p:spPr bwMode="auto">
          <a:xfrm>
            <a:off x="6726942" y="4710544"/>
            <a:ext cx="1800225" cy="0"/>
          </a:xfrm>
          <a:prstGeom prst="line">
            <a:avLst/>
          </a:prstGeom>
          <a:noFill/>
          <a:ln w="2857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99" name="Line 11"/>
          <p:cNvSpPr>
            <a:spLocks noChangeShapeType="1"/>
          </p:cNvSpPr>
          <p:nvPr/>
        </p:nvSpPr>
        <p:spPr bwMode="auto">
          <a:xfrm>
            <a:off x="3774192" y="4999469"/>
            <a:ext cx="1728788" cy="0"/>
          </a:xfrm>
          <a:prstGeom prst="line">
            <a:avLst/>
          </a:prstGeom>
          <a:noFill/>
          <a:ln w="2857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100" name="Line 12"/>
          <p:cNvSpPr>
            <a:spLocks noChangeShapeType="1"/>
          </p:cNvSpPr>
          <p:nvPr/>
        </p:nvSpPr>
        <p:spPr bwMode="auto">
          <a:xfrm>
            <a:off x="3774192" y="4710544"/>
            <a:ext cx="1727200" cy="0"/>
          </a:xfrm>
          <a:prstGeom prst="line">
            <a:avLst/>
          </a:prstGeom>
          <a:noFill/>
          <a:ln w="2857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101" name="Line 13"/>
          <p:cNvSpPr>
            <a:spLocks noChangeShapeType="1"/>
          </p:cNvSpPr>
          <p:nvPr/>
        </p:nvSpPr>
        <p:spPr bwMode="auto">
          <a:xfrm flipV="1">
            <a:off x="3774192" y="4999469"/>
            <a:ext cx="0" cy="360362"/>
          </a:xfrm>
          <a:prstGeom prst="line">
            <a:avLst/>
          </a:prstGeom>
          <a:noFill/>
          <a:ln w="2857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102" name="Line 14"/>
          <p:cNvSpPr>
            <a:spLocks noChangeShapeType="1"/>
          </p:cNvSpPr>
          <p:nvPr/>
        </p:nvSpPr>
        <p:spPr bwMode="auto">
          <a:xfrm>
            <a:off x="3774192" y="3991406"/>
            <a:ext cx="0" cy="719138"/>
          </a:xfrm>
          <a:prstGeom prst="line">
            <a:avLst/>
          </a:prstGeom>
          <a:noFill/>
          <a:ln w="2857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103" name="Line 15"/>
          <p:cNvSpPr>
            <a:spLocks noChangeShapeType="1"/>
          </p:cNvSpPr>
          <p:nvPr/>
        </p:nvSpPr>
        <p:spPr bwMode="auto">
          <a:xfrm flipV="1">
            <a:off x="8527167" y="3918381"/>
            <a:ext cx="0" cy="792163"/>
          </a:xfrm>
          <a:prstGeom prst="line">
            <a:avLst/>
          </a:prstGeom>
          <a:noFill/>
          <a:ln w="2857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104" name="Line 16"/>
          <p:cNvSpPr>
            <a:spLocks noChangeShapeType="1"/>
          </p:cNvSpPr>
          <p:nvPr/>
        </p:nvSpPr>
        <p:spPr bwMode="auto">
          <a:xfrm>
            <a:off x="8527167" y="4999469"/>
            <a:ext cx="0" cy="360362"/>
          </a:xfrm>
          <a:prstGeom prst="line">
            <a:avLst/>
          </a:prstGeom>
          <a:noFill/>
          <a:ln w="2857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endParaRPr>
          </a:p>
        </p:txBody>
      </p:sp>
      <p:grpSp>
        <p:nvGrpSpPr>
          <p:cNvPr id="105" name="Group 17"/>
          <p:cNvGrpSpPr>
            <a:grpSpLocks noChangeAspect="1"/>
          </p:cNvGrpSpPr>
          <p:nvPr/>
        </p:nvGrpSpPr>
        <p:grpSpPr bwMode="auto">
          <a:xfrm>
            <a:off x="5358517" y="4337481"/>
            <a:ext cx="1511300" cy="1093788"/>
            <a:chOff x="0" y="0"/>
            <a:chExt cx="576" cy="417"/>
          </a:xfrm>
        </p:grpSpPr>
        <p:sp>
          <p:nvSpPr>
            <p:cNvPr id="106" name="AutoShape 18"/>
            <p:cNvSpPr>
              <a:spLocks noChangeAspect="1" noChangeArrowheads="1" noTextEdit="1"/>
            </p:cNvSpPr>
            <p:nvPr/>
          </p:nvSpPr>
          <p:spPr bwMode="auto">
            <a:xfrm>
              <a:off x="0" y="0"/>
              <a:ext cx="576" cy="4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107" name="未知"/>
            <p:cNvSpPr/>
            <p:nvPr/>
          </p:nvSpPr>
          <p:spPr bwMode="auto">
            <a:xfrm>
              <a:off x="289" y="166"/>
              <a:ext cx="286" cy="252"/>
            </a:xfrm>
            <a:custGeom>
              <a:avLst/>
              <a:gdLst>
                <a:gd name="T0" fmla="*/ 286 w 286"/>
                <a:gd name="T1" fmla="*/ 0 h 252"/>
                <a:gd name="T2" fmla="*/ 286 w 286"/>
                <a:gd name="T3" fmla="*/ 85 h 252"/>
                <a:gd name="T4" fmla="*/ 0 w 286"/>
                <a:gd name="T5" fmla="*/ 252 h 252"/>
                <a:gd name="T6" fmla="*/ 0 w 286"/>
                <a:gd name="T7" fmla="*/ 166 h 252"/>
                <a:gd name="T8" fmla="*/ 286 w 286"/>
                <a:gd name="T9" fmla="*/ 0 h 252"/>
                <a:gd name="T10" fmla="*/ 286 w 286"/>
                <a:gd name="T11" fmla="*/ 0 h 252"/>
                <a:gd name="T12" fmla="*/ 286 w 286"/>
                <a:gd name="T13" fmla="*/ 0 h 252"/>
                <a:gd name="T14" fmla="*/ 286 w 286"/>
                <a:gd name="T15" fmla="*/ 0 h 252"/>
                <a:gd name="T16" fmla="*/ 286 w 286"/>
                <a:gd name="T17" fmla="*/ 0 h 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6" h="252">
                  <a:moveTo>
                    <a:pt x="286" y="0"/>
                  </a:moveTo>
                  <a:lnTo>
                    <a:pt x="286" y="85"/>
                  </a:lnTo>
                  <a:lnTo>
                    <a:pt x="0" y="252"/>
                  </a:lnTo>
                  <a:lnTo>
                    <a:pt x="0" y="166"/>
                  </a:lnTo>
                  <a:lnTo>
                    <a:pt x="286" y="0"/>
                  </a:lnTo>
                  <a:lnTo>
                    <a:pt x="286" y="0"/>
                  </a:lnTo>
                  <a:lnTo>
                    <a:pt x="286" y="0"/>
                  </a:lnTo>
                  <a:lnTo>
                    <a:pt x="286" y="0"/>
                  </a:lnTo>
                  <a:lnTo>
                    <a:pt x="286" y="0"/>
                  </a:lnTo>
                  <a:close/>
                </a:path>
              </a:pathLst>
            </a:custGeom>
            <a:solidFill>
              <a:srgbClr val="1D2977"/>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108" name="未知"/>
            <p:cNvSpPr/>
            <p:nvPr/>
          </p:nvSpPr>
          <p:spPr bwMode="auto">
            <a:xfrm>
              <a:off x="1" y="166"/>
              <a:ext cx="288" cy="252"/>
            </a:xfrm>
            <a:custGeom>
              <a:avLst/>
              <a:gdLst>
                <a:gd name="T0" fmla="*/ 288 w 288"/>
                <a:gd name="T1" fmla="*/ 166 h 252"/>
                <a:gd name="T2" fmla="*/ 288 w 288"/>
                <a:gd name="T3" fmla="*/ 252 h 252"/>
                <a:gd name="T4" fmla="*/ 0 w 288"/>
                <a:gd name="T5" fmla="*/ 85 h 252"/>
                <a:gd name="T6" fmla="*/ 0 w 288"/>
                <a:gd name="T7" fmla="*/ 0 h 252"/>
                <a:gd name="T8" fmla="*/ 288 w 288"/>
                <a:gd name="T9" fmla="*/ 166 h 252"/>
                <a:gd name="T10" fmla="*/ 288 w 288"/>
                <a:gd name="T11" fmla="*/ 166 h 252"/>
                <a:gd name="T12" fmla="*/ 288 w 288"/>
                <a:gd name="T13" fmla="*/ 166 h 252"/>
                <a:gd name="T14" fmla="*/ 288 w 288"/>
                <a:gd name="T15" fmla="*/ 166 h 252"/>
                <a:gd name="T16" fmla="*/ 288 w 288"/>
                <a:gd name="T17" fmla="*/ 166 h 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8" h="252">
                  <a:moveTo>
                    <a:pt x="288" y="166"/>
                  </a:moveTo>
                  <a:lnTo>
                    <a:pt x="288" y="252"/>
                  </a:lnTo>
                  <a:lnTo>
                    <a:pt x="0" y="85"/>
                  </a:lnTo>
                  <a:lnTo>
                    <a:pt x="0" y="0"/>
                  </a:lnTo>
                  <a:lnTo>
                    <a:pt x="288" y="166"/>
                  </a:lnTo>
                  <a:lnTo>
                    <a:pt x="288" y="166"/>
                  </a:lnTo>
                  <a:lnTo>
                    <a:pt x="288" y="166"/>
                  </a:lnTo>
                  <a:lnTo>
                    <a:pt x="288" y="166"/>
                  </a:lnTo>
                  <a:lnTo>
                    <a:pt x="288" y="166"/>
                  </a:lnTo>
                  <a:close/>
                </a:path>
              </a:pathLst>
            </a:custGeom>
            <a:solidFill>
              <a:srgbClr val="36458A"/>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109" name="未知"/>
            <p:cNvSpPr/>
            <p:nvPr/>
          </p:nvSpPr>
          <p:spPr bwMode="auto">
            <a:xfrm>
              <a:off x="1" y="0"/>
              <a:ext cx="574" cy="332"/>
            </a:xfrm>
            <a:custGeom>
              <a:avLst/>
              <a:gdLst>
                <a:gd name="T0" fmla="*/ 574 w 574"/>
                <a:gd name="T1" fmla="*/ 166 h 332"/>
                <a:gd name="T2" fmla="*/ 288 w 574"/>
                <a:gd name="T3" fmla="*/ 332 h 332"/>
                <a:gd name="T4" fmla="*/ 0 w 574"/>
                <a:gd name="T5" fmla="*/ 166 h 332"/>
                <a:gd name="T6" fmla="*/ 286 w 574"/>
                <a:gd name="T7" fmla="*/ 0 h 332"/>
                <a:gd name="T8" fmla="*/ 574 w 574"/>
                <a:gd name="T9" fmla="*/ 166 h 332"/>
                <a:gd name="T10" fmla="*/ 574 w 574"/>
                <a:gd name="T11" fmla="*/ 166 h 332"/>
                <a:gd name="T12" fmla="*/ 574 w 574"/>
                <a:gd name="T13" fmla="*/ 166 h 332"/>
                <a:gd name="T14" fmla="*/ 574 w 574"/>
                <a:gd name="T15" fmla="*/ 166 h 332"/>
                <a:gd name="T16" fmla="*/ 574 w 574"/>
                <a:gd name="T17" fmla="*/ 166 h 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4" h="332">
                  <a:moveTo>
                    <a:pt x="574" y="166"/>
                  </a:moveTo>
                  <a:lnTo>
                    <a:pt x="288" y="332"/>
                  </a:lnTo>
                  <a:lnTo>
                    <a:pt x="0" y="166"/>
                  </a:lnTo>
                  <a:lnTo>
                    <a:pt x="286" y="0"/>
                  </a:lnTo>
                  <a:lnTo>
                    <a:pt x="574" y="166"/>
                  </a:lnTo>
                  <a:lnTo>
                    <a:pt x="574" y="166"/>
                  </a:lnTo>
                  <a:lnTo>
                    <a:pt x="574" y="166"/>
                  </a:lnTo>
                  <a:lnTo>
                    <a:pt x="574" y="166"/>
                  </a:lnTo>
                  <a:lnTo>
                    <a:pt x="574" y="166"/>
                  </a:lnTo>
                  <a:close/>
                </a:path>
              </a:pathLst>
            </a:custGeom>
            <a:solidFill>
              <a:srgbClr val="4D61A4"/>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110" name="未知"/>
            <p:cNvSpPr>
              <a:spLocks noEditPoints="1"/>
            </p:cNvSpPr>
            <p:nvPr/>
          </p:nvSpPr>
          <p:spPr bwMode="auto">
            <a:xfrm>
              <a:off x="80" y="48"/>
              <a:ext cx="416" cy="241"/>
            </a:xfrm>
            <a:custGeom>
              <a:avLst/>
              <a:gdLst>
                <a:gd name="T0" fmla="*/ 483 w 785"/>
                <a:gd name="T1" fmla="*/ 356 h 457"/>
                <a:gd name="T2" fmla="*/ 523 w 785"/>
                <a:gd name="T3" fmla="*/ 379 h 457"/>
                <a:gd name="T4" fmla="*/ 389 w 785"/>
                <a:gd name="T5" fmla="*/ 457 h 457"/>
                <a:gd name="T6" fmla="*/ 255 w 785"/>
                <a:gd name="T7" fmla="*/ 379 h 457"/>
                <a:gd name="T8" fmla="*/ 295 w 785"/>
                <a:gd name="T9" fmla="*/ 356 h 457"/>
                <a:gd name="T10" fmla="*/ 356 w 785"/>
                <a:gd name="T11" fmla="*/ 391 h 457"/>
                <a:gd name="T12" fmla="*/ 356 w 785"/>
                <a:gd name="T13" fmla="*/ 313 h 457"/>
                <a:gd name="T14" fmla="*/ 286 w 785"/>
                <a:gd name="T15" fmla="*/ 290 h 457"/>
                <a:gd name="T16" fmla="*/ 246 w 785"/>
                <a:gd name="T17" fmla="*/ 249 h 457"/>
                <a:gd name="T18" fmla="*/ 113 w 785"/>
                <a:gd name="T19" fmla="*/ 249 h 457"/>
                <a:gd name="T20" fmla="*/ 174 w 785"/>
                <a:gd name="T21" fmla="*/ 285 h 457"/>
                <a:gd name="T22" fmla="*/ 134 w 785"/>
                <a:gd name="T23" fmla="*/ 308 h 457"/>
                <a:gd name="T24" fmla="*/ 0 w 785"/>
                <a:gd name="T25" fmla="*/ 230 h 457"/>
                <a:gd name="T26" fmla="*/ 134 w 785"/>
                <a:gd name="T27" fmla="*/ 153 h 457"/>
                <a:gd name="T28" fmla="*/ 174 w 785"/>
                <a:gd name="T29" fmla="*/ 176 h 457"/>
                <a:gd name="T30" fmla="*/ 113 w 785"/>
                <a:gd name="T31" fmla="*/ 211 h 457"/>
                <a:gd name="T32" fmla="*/ 244 w 785"/>
                <a:gd name="T33" fmla="*/ 211 h 457"/>
                <a:gd name="T34" fmla="*/ 286 w 785"/>
                <a:gd name="T35" fmla="*/ 165 h 457"/>
                <a:gd name="T36" fmla="*/ 369 w 785"/>
                <a:gd name="T37" fmla="*/ 140 h 457"/>
                <a:gd name="T38" fmla="*/ 369 w 785"/>
                <a:gd name="T39" fmla="*/ 66 h 457"/>
                <a:gd name="T40" fmla="*/ 308 w 785"/>
                <a:gd name="T41" fmla="*/ 101 h 457"/>
                <a:gd name="T42" fmla="*/ 268 w 785"/>
                <a:gd name="T43" fmla="*/ 78 h 457"/>
                <a:gd name="T44" fmla="*/ 402 w 785"/>
                <a:gd name="T45" fmla="*/ 0 h 457"/>
                <a:gd name="T46" fmla="*/ 536 w 785"/>
                <a:gd name="T47" fmla="*/ 78 h 457"/>
                <a:gd name="T48" fmla="*/ 496 w 785"/>
                <a:gd name="T49" fmla="*/ 101 h 457"/>
                <a:gd name="T50" fmla="*/ 435 w 785"/>
                <a:gd name="T51" fmla="*/ 66 h 457"/>
                <a:gd name="T52" fmla="*/ 435 w 785"/>
                <a:gd name="T53" fmla="*/ 142 h 457"/>
                <a:gd name="T54" fmla="*/ 502 w 785"/>
                <a:gd name="T55" fmla="*/ 165 h 457"/>
                <a:gd name="T56" fmla="*/ 541 w 785"/>
                <a:gd name="T57" fmla="*/ 204 h 457"/>
                <a:gd name="T58" fmla="*/ 672 w 785"/>
                <a:gd name="T59" fmla="*/ 204 h 457"/>
                <a:gd name="T60" fmla="*/ 611 w 785"/>
                <a:gd name="T61" fmla="*/ 169 h 457"/>
                <a:gd name="T62" fmla="*/ 650 w 785"/>
                <a:gd name="T63" fmla="*/ 145 h 457"/>
                <a:gd name="T64" fmla="*/ 785 w 785"/>
                <a:gd name="T65" fmla="*/ 223 h 457"/>
                <a:gd name="T66" fmla="*/ 651 w 785"/>
                <a:gd name="T67" fmla="*/ 301 h 457"/>
                <a:gd name="T68" fmla="*/ 611 w 785"/>
                <a:gd name="T69" fmla="*/ 278 h 457"/>
                <a:gd name="T70" fmla="*/ 672 w 785"/>
                <a:gd name="T71" fmla="*/ 242 h 457"/>
                <a:gd name="T72" fmla="*/ 545 w 785"/>
                <a:gd name="T73" fmla="*/ 242 h 457"/>
                <a:gd name="T74" fmla="*/ 502 w 785"/>
                <a:gd name="T75" fmla="*/ 290 h 457"/>
                <a:gd name="T76" fmla="*/ 422 w 785"/>
                <a:gd name="T77" fmla="*/ 315 h 457"/>
                <a:gd name="T78" fmla="*/ 422 w 785"/>
                <a:gd name="T79" fmla="*/ 391 h 457"/>
                <a:gd name="T80" fmla="*/ 483 w 785"/>
                <a:gd name="T81" fmla="*/ 356 h 457"/>
                <a:gd name="T82" fmla="*/ 483 w 785"/>
                <a:gd name="T83" fmla="*/ 356 h 457"/>
                <a:gd name="T84" fmla="*/ 483 w 785"/>
                <a:gd name="T85" fmla="*/ 356 h 457"/>
                <a:gd name="T86" fmla="*/ 338 w 785"/>
                <a:gd name="T87" fmla="*/ 260 h 457"/>
                <a:gd name="T88" fmla="*/ 450 w 785"/>
                <a:gd name="T89" fmla="*/ 260 h 457"/>
                <a:gd name="T90" fmla="*/ 450 w 785"/>
                <a:gd name="T91" fmla="*/ 195 h 457"/>
                <a:gd name="T92" fmla="*/ 338 w 785"/>
                <a:gd name="T93" fmla="*/ 195 h 457"/>
                <a:gd name="T94" fmla="*/ 338 w 785"/>
                <a:gd name="T95" fmla="*/ 260 h 4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785" h="457">
                  <a:moveTo>
                    <a:pt x="483" y="356"/>
                  </a:moveTo>
                  <a:cubicBezTo>
                    <a:pt x="523" y="379"/>
                    <a:pt x="523" y="379"/>
                    <a:pt x="523" y="379"/>
                  </a:cubicBezTo>
                  <a:cubicBezTo>
                    <a:pt x="389" y="457"/>
                    <a:pt x="389" y="457"/>
                    <a:pt x="389" y="457"/>
                  </a:cubicBezTo>
                  <a:cubicBezTo>
                    <a:pt x="255" y="379"/>
                    <a:pt x="255" y="379"/>
                    <a:pt x="255" y="379"/>
                  </a:cubicBezTo>
                  <a:cubicBezTo>
                    <a:pt x="295" y="356"/>
                    <a:pt x="295" y="356"/>
                    <a:pt x="295" y="356"/>
                  </a:cubicBezTo>
                  <a:cubicBezTo>
                    <a:pt x="356" y="391"/>
                    <a:pt x="356" y="391"/>
                    <a:pt x="356" y="391"/>
                  </a:cubicBezTo>
                  <a:cubicBezTo>
                    <a:pt x="356" y="313"/>
                    <a:pt x="356" y="313"/>
                    <a:pt x="356" y="313"/>
                  </a:cubicBezTo>
                  <a:cubicBezTo>
                    <a:pt x="330" y="309"/>
                    <a:pt x="306" y="302"/>
                    <a:pt x="286" y="290"/>
                  </a:cubicBezTo>
                  <a:cubicBezTo>
                    <a:pt x="266" y="279"/>
                    <a:pt x="253" y="264"/>
                    <a:pt x="246" y="249"/>
                  </a:cubicBezTo>
                  <a:cubicBezTo>
                    <a:pt x="113" y="249"/>
                    <a:pt x="113" y="249"/>
                    <a:pt x="113" y="249"/>
                  </a:cubicBezTo>
                  <a:cubicBezTo>
                    <a:pt x="174" y="285"/>
                    <a:pt x="174" y="285"/>
                    <a:pt x="174" y="285"/>
                  </a:cubicBezTo>
                  <a:cubicBezTo>
                    <a:pt x="134" y="308"/>
                    <a:pt x="134" y="308"/>
                    <a:pt x="134" y="308"/>
                  </a:cubicBezTo>
                  <a:cubicBezTo>
                    <a:pt x="0" y="230"/>
                    <a:pt x="0" y="230"/>
                    <a:pt x="0" y="230"/>
                  </a:cubicBezTo>
                  <a:cubicBezTo>
                    <a:pt x="134" y="153"/>
                    <a:pt x="134" y="153"/>
                    <a:pt x="134" y="153"/>
                  </a:cubicBezTo>
                  <a:cubicBezTo>
                    <a:pt x="174" y="176"/>
                    <a:pt x="174" y="176"/>
                    <a:pt x="174" y="176"/>
                  </a:cubicBezTo>
                  <a:cubicBezTo>
                    <a:pt x="113" y="211"/>
                    <a:pt x="113" y="211"/>
                    <a:pt x="113" y="211"/>
                  </a:cubicBezTo>
                  <a:cubicBezTo>
                    <a:pt x="244" y="211"/>
                    <a:pt x="244" y="211"/>
                    <a:pt x="244" y="211"/>
                  </a:cubicBezTo>
                  <a:cubicBezTo>
                    <a:pt x="249" y="194"/>
                    <a:pt x="263" y="178"/>
                    <a:pt x="286" y="165"/>
                  </a:cubicBezTo>
                  <a:cubicBezTo>
                    <a:pt x="309" y="151"/>
                    <a:pt x="339" y="143"/>
                    <a:pt x="369" y="140"/>
                  </a:cubicBezTo>
                  <a:cubicBezTo>
                    <a:pt x="369" y="66"/>
                    <a:pt x="369" y="66"/>
                    <a:pt x="369" y="66"/>
                  </a:cubicBezTo>
                  <a:cubicBezTo>
                    <a:pt x="308" y="101"/>
                    <a:pt x="308" y="101"/>
                    <a:pt x="308" y="101"/>
                  </a:cubicBezTo>
                  <a:cubicBezTo>
                    <a:pt x="268" y="78"/>
                    <a:pt x="268" y="78"/>
                    <a:pt x="268" y="78"/>
                  </a:cubicBezTo>
                  <a:cubicBezTo>
                    <a:pt x="402" y="0"/>
                    <a:pt x="402" y="0"/>
                    <a:pt x="402" y="0"/>
                  </a:cubicBezTo>
                  <a:cubicBezTo>
                    <a:pt x="536" y="78"/>
                    <a:pt x="536" y="78"/>
                    <a:pt x="536" y="78"/>
                  </a:cubicBezTo>
                  <a:cubicBezTo>
                    <a:pt x="496" y="101"/>
                    <a:pt x="496" y="101"/>
                    <a:pt x="496" y="101"/>
                  </a:cubicBezTo>
                  <a:cubicBezTo>
                    <a:pt x="435" y="66"/>
                    <a:pt x="435" y="66"/>
                    <a:pt x="435" y="66"/>
                  </a:cubicBezTo>
                  <a:cubicBezTo>
                    <a:pt x="435" y="87"/>
                    <a:pt x="435" y="117"/>
                    <a:pt x="435" y="142"/>
                  </a:cubicBezTo>
                  <a:cubicBezTo>
                    <a:pt x="460" y="146"/>
                    <a:pt x="483" y="154"/>
                    <a:pt x="502" y="165"/>
                  </a:cubicBezTo>
                  <a:cubicBezTo>
                    <a:pt x="521" y="176"/>
                    <a:pt x="534" y="190"/>
                    <a:pt x="541" y="204"/>
                  </a:cubicBezTo>
                  <a:cubicBezTo>
                    <a:pt x="672" y="204"/>
                    <a:pt x="672" y="204"/>
                    <a:pt x="672" y="204"/>
                  </a:cubicBezTo>
                  <a:cubicBezTo>
                    <a:pt x="611" y="169"/>
                    <a:pt x="611" y="169"/>
                    <a:pt x="611" y="169"/>
                  </a:cubicBezTo>
                  <a:cubicBezTo>
                    <a:pt x="650" y="145"/>
                    <a:pt x="650" y="145"/>
                    <a:pt x="650" y="145"/>
                  </a:cubicBezTo>
                  <a:cubicBezTo>
                    <a:pt x="785" y="223"/>
                    <a:pt x="785" y="223"/>
                    <a:pt x="785" y="223"/>
                  </a:cubicBezTo>
                  <a:cubicBezTo>
                    <a:pt x="651" y="301"/>
                    <a:pt x="651" y="301"/>
                    <a:pt x="651" y="301"/>
                  </a:cubicBezTo>
                  <a:cubicBezTo>
                    <a:pt x="611" y="278"/>
                    <a:pt x="611" y="278"/>
                    <a:pt x="611" y="278"/>
                  </a:cubicBezTo>
                  <a:cubicBezTo>
                    <a:pt x="672" y="242"/>
                    <a:pt x="672" y="242"/>
                    <a:pt x="672" y="242"/>
                  </a:cubicBezTo>
                  <a:cubicBezTo>
                    <a:pt x="637" y="242"/>
                    <a:pt x="587" y="242"/>
                    <a:pt x="545" y="242"/>
                  </a:cubicBezTo>
                  <a:cubicBezTo>
                    <a:pt x="540" y="260"/>
                    <a:pt x="526" y="277"/>
                    <a:pt x="502" y="290"/>
                  </a:cubicBezTo>
                  <a:cubicBezTo>
                    <a:pt x="480" y="303"/>
                    <a:pt x="451" y="312"/>
                    <a:pt x="422" y="315"/>
                  </a:cubicBezTo>
                  <a:cubicBezTo>
                    <a:pt x="422" y="391"/>
                    <a:pt x="422" y="391"/>
                    <a:pt x="422" y="391"/>
                  </a:cubicBezTo>
                  <a:cubicBezTo>
                    <a:pt x="483" y="356"/>
                    <a:pt x="483" y="356"/>
                    <a:pt x="483" y="356"/>
                  </a:cubicBezTo>
                  <a:cubicBezTo>
                    <a:pt x="483" y="356"/>
                    <a:pt x="483" y="356"/>
                    <a:pt x="483" y="356"/>
                  </a:cubicBezTo>
                  <a:cubicBezTo>
                    <a:pt x="483" y="356"/>
                    <a:pt x="483" y="356"/>
                    <a:pt x="483" y="356"/>
                  </a:cubicBezTo>
                  <a:close/>
                  <a:moveTo>
                    <a:pt x="338" y="260"/>
                  </a:moveTo>
                  <a:cubicBezTo>
                    <a:pt x="369" y="278"/>
                    <a:pt x="419" y="278"/>
                    <a:pt x="450" y="260"/>
                  </a:cubicBezTo>
                  <a:cubicBezTo>
                    <a:pt x="481" y="242"/>
                    <a:pt x="481" y="213"/>
                    <a:pt x="450" y="195"/>
                  </a:cubicBezTo>
                  <a:cubicBezTo>
                    <a:pt x="419" y="177"/>
                    <a:pt x="368" y="177"/>
                    <a:pt x="338" y="195"/>
                  </a:cubicBezTo>
                  <a:cubicBezTo>
                    <a:pt x="307" y="213"/>
                    <a:pt x="307" y="242"/>
                    <a:pt x="338" y="260"/>
                  </a:cubicBezTo>
                </a:path>
              </a:pathLst>
            </a:custGeom>
            <a:solidFill>
              <a:srgbClr val="1D2977"/>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111" name="未知"/>
            <p:cNvSpPr>
              <a:spLocks noEditPoints="1"/>
            </p:cNvSpPr>
            <p:nvPr/>
          </p:nvSpPr>
          <p:spPr bwMode="auto">
            <a:xfrm>
              <a:off x="80" y="42"/>
              <a:ext cx="416" cy="241"/>
            </a:xfrm>
            <a:custGeom>
              <a:avLst/>
              <a:gdLst>
                <a:gd name="T0" fmla="*/ 483 w 785"/>
                <a:gd name="T1" fmla="*/ 355 h 456"/>
                <a:gd name="T2" fmla="*/ 523 w 785"/>
                <a:gd name="T3" fmla="*/ 379 h 456"/>
                <a:gd name="T4" fmla="*/ 389 w 785"/>
                <a:gd name="T5" fmla="*/ 456 h 456"/>
                <a:gd name="T6" fmla="*/ 255 w 785"/>
                <a:gd name="T7" fmla="*/ 379 h 456"/>
                <a:gd name="T8" fmla="*/ 295 w 785"/>
                <a:gd name="T9" fmla="*/ 355 h 456"/>
                <a:gd name="T10" fmla="*/ 356 w 785"/>
                <a:gd name="T11" fmla="*/ 391 h 456"/>
                <a:gd name="T12" fmla="*/ 356 w 785"/>
                <a:gd name="T13" fmla="*/ 313 h 456"/>
                <a:gd name="T14" fmla="*/ 286 w 785"/>
                <a:gd name="T15" fmla="*/ 290 h 456"/>
                <a:gd name="T16" fmla="*/ 246 w 785"/>
                <a:gd name="T17" fmla="*/ 249 h 456"/>
                <a:gd name="T18" fmla="*/ 113 w 785"/>
                <a:gd name="T19" fmla="*/ 249 h 456"/>
                <a:gd name="T20" fmla="*/ 174 w 785"/>
                <a:gd name="T21" fmla="*/ 284 h 456"/>
                <a:gd name="T22" fmla="*/ 134 w 785"/>
                <a:gd name="T23" fmla="*/ 308 h 456"/>
                <a:gd name="T24" fmla="*/ 0 w 785"/>
                <a:gd name="T25" fmla="*/ 230 h 456"/>
                <a:gd name="T26" fmla="*/ 134 w 785"/>
                <a:gd name="T27" fmla="*/ 152 h 456"/>
                <a:gd name="T28" fmla="*/ 174 w 785"/>
                <a:gd name="T29" fmla="*/ 175 h 456"/>
                <a:gd name="T30" fmla="*/ 113 w 785"/>
                <a:gd name="T31" fmla="*/ 211 h 456"/>
                <a:gd name="T32" fmla="*/ 244 w 785"/>
                <a:gd name="T33" fmla="*/ 211 h 456"/>
                <a:gd name="T34" fmla="*/ 286 w 785"/>
                <a:gd name="T35" fmla="*/ 165 h 456"/>
                <a:gd name="T36" fmla="*/ 369 w 785"/>
                <a:gd name="T37" fmla="*/ 140 h 456"/>
                <a:gd name="T38" fmla="*/ 369 w 785"/>
                <a:gd name="T39" fmla="*/ 65 h 456"/>
                <a:gd name="T40" fmla="*/ 308 w 785"/>
                <a:gd name="T41" fmla="*/ 101 h 456"/>
                <a:gd name="T42" fmla="*/ 268 w 785"/>
                <a:gd name="T43" fmla="*/ 78 h 456"/>
                <a:gd name="T44" fmla="*/ 402 w 785"/>
                <a:gd name="T45" fmla="*/ 0 h 456"/>
                <a:gd name="T46" fmla="*/ 536 w 785"/>
                <a:gd name="T47" fmla="*/ 78 h 456"/>
                <a:gd name="T48" fmla="*/ 496 w 785"/>
                <a:gd name="T49" fmla="*/ 101 h 456"/>
                <a:gd name="T50" fmla="*/ 435 w 785"/>
                <a:gd name="T51" fmla="*/ 65 h 456"/>
                <a:gd name="T52" fmla="*/ 435 w 785"/>
                <a:gd name="T53" fmla="*/ 142 h 456"/>
                <a:gd name="T54" fmla="*/ 502 w 785"/>
                <a:gd name="T55" fmla="*/ 165 h 456"/>
                <a:gd name="T56" fmla="*/ 541 w 785"/>
                <a:gd name="T57" fmla="*/ 204 h 456"/>
                <a:gd name="T58" fmla="*/ 672 w 785"/>
                <a:gd name="T59" fmla="*/ 204 h 456"/>
                <a:gd name="T60" fmla="*/ 611 w 785"/>
                <a:gd name="T61" fmla="*/ 168 h 456"/>
                <a:gd name="T62" fmla="*/ 650 w 785"/>
                <a:gd name="T63" fmla="*/ 145 h 456"/>
                <a:gd name="T64" fmla="*/ 785 w 785"/>
                <a:gd name="T65" fmla="*/ 223 h 456"/>
                <a:gd name="T66" fmla="*/ 651 w 785"/>
                <a:gd name="T67" fmla="*/ 300 h 456"/>
                <a:gd name="T68" fmla="*/ 611 w 785"/>
                <a:gd name="T69" fmla="*/ 277 h 456"/>
                <a:gd name="T70" fmla="*/ 672 w 785"/>
                <a:gd name="T71" fmla="*/ 242 h 456"/>
                <a:gd name="T72" fmla="*/ 545 w 785"/>
                <a:gd name="T73" fmla="*/ 242 h 456"/>
                <a:gd name="T74" fmla="*/ 502 w 785"/>
                <a:gd name="T75" fmla="*/ 290 h 456"/>
                <a:gd name="T76" fmla="*/ 422 w 785"/>
                <a:gd name="T77" fmla="*/ 314 h 456"/>
                <a:gd name="T78" fmla="*/ 422 w 785"/>
                <a:gd name="T79" fmla="*/ 391 h 456"/>
                <a:gd name="T80" fmla="*/ 483 w 785"/>
                <a:gd name="T81" fmla="*/ 355 h 456"/>
                <a:gd name="T82" fmla="*/ 483 w 785"/>
                <a:gd name="T83" fmla="*/ 355 h 456"/>
                <a:gd name="T84" fmla="*/ 483 w 785"/>
                <a:gd name="T85" fmla="*/ 355 h 456"/>
                <a:gd name="T86" fmla="*/ 338 w 785"/>
                <a:gd name="T87" fmla="*/ 260 h 456"/>
                <a:gd name="T88" fmla="*/ 450 w 785"/>
                <a:gd name="T89" fmla="*/ 260 h 456"/>
                <a:gd name="T90" fmla="*/ 450 w 785"/>
                <a:gd name="T91" fmla="*/ 195 h 456"/>
                <a:gd name="T92" fmla="*/ 338 w 785"/>
                <a:gd name="T93" fmla="*/ 195 h 456"/>
                <a:gd name="T94" fmla="*/ 338 w 785"/>
                <a:gd name="T95" fmla="*/ 260 h 4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785" h="456">
                  <a:moveTo>
                    <a:pt x="483" y="355"/>
                  </a:moveTo>
                  <a:cubicBezTo>
                    <a:pt x="523" y="379"/>
                    <a:pt x="523" y="379"/>
                    <a:pt x="523" y="379"/>
                  </a:cubicBezTo>
                  <a:cubicBezTo>
                    <a:pt x="389" y="456"/>
                    <a:pt x="389" y="456"/>
                    <a:pt x="389" y="456"/>
                  </a:cubicBezTo>
                  <a:cubicBezTo>
                    <a:pt x="255" y="379"/>
                    <a:pt x="255" y="379"/>
                    <a:pt x="255" y="379"/>
                  </a:cubicBezTo>
                  <a:cubicBezTo>
                    <a:pt x="295" y="355"/>
                    <a:pt x="295" y="355"/>
                    <a:pt x="295" y="355"/>
                  </a:cubicBezTo>
                  <a:cubicBezTo>
                    <a:pt x="356" y="391"/>
                    <a:pt x="356" y="391"/>
                    <a:pt x="356" y="391"/>
                  </a:cubicBezTo>
                  <a:cubicBezTo>
                    <a:pt x="356" y="313"/>
                    <a:pt x="356" y="313"/>
                    <a:pt x="356" y="313"/>
                  </a:cubicBezTo>
                  <a:cubicBezTo>
                    <a:pt x="330" y="309"/>
                    <a:pt x="306" y="301"/>
                    <a:pt x="286" y="290"/>
                  </a:cubicBezTo>
                  <a:cubicBezTo>
                    <a:pt x="266" y="278"/>
                    <a:pt x="253" y="264"/>
                    <a:pt x="246" y="249"/>
                  </a:cubicBezTo>
                  <a:cubicBezTo>
                    <a:pt x="113" y="249"/>
                    <a:pt x="113" y="249"/>
                    <a:pt x="113" y="249"/>
                  </a:cubicBezTo>
                  <a:cubicBezTo>
                    <a:pt x="174" y="284"/>
                    <a:pt x="174" y="284"/>
                    <a:pt x="174" y="284"/>
                  </a:cubicBezTo>
                  <a:cubicBezTo>
                    <a:pt x="134" y="308"/>
                    <a:pt x="134" y="308"/>
                    <a:pt x="134" y="308"/>
                  </a:cubicBezTo>
                  <a:cubicBezTo>
                    <a:pt x="0" y="230"/>
                    <a:pt x="0" y="230"/>
                    <a:pt x="0" y="230"/>
                  </a:cubicBezTo>
                  <a:cubicBezTo>
                    <a:pt x="134" y="152"/>
                    <a:pt x="134" y="152"/>
                    <a:pt x="134" y="152"/>
                  </a:cubicBezTo>
                  <a:cubicBezTo>
                    <a:pt x="174" y="175"/>
                    <a:pt x="174" y="175"/>
                    <a:pt x="174" y="175"/>
                  </a:cubicBezTo>
                  <a:cubicBezTo>
                    <a:pt x="113" y="211"/>
                    <a:pt x="113" y="211"/>
                    <a:pt x="113" y="211"/>
                  </a:cubicBezTo>
                  <a:cubicBezTo>
                    <a:pt x="244" y="211"/>
                    <a:pt x="244" y="211"/>
                    <a:pt x="244" y="211"/>
                  </a:cubicBezTo>
                  <a:cubicBezTo>
                    <a:pt x="249" y="194"/>
                    <a:pt x="263" y="178"/>
                    <a:pt x="286" y="165"/>
                  </a:cubicBezTo>
                  <a:cubicBezTo>
                    <a:pt x="309" y="151"/>
                    <a:pt x="339" y="143"/>
                    <a:pt x="369" y="140"/>
                  </a:cubicBezTo>
                  <a:cubicBezTo>
                    <a:pt x="369" y="65"/>
                    <a:pt x="369" y="65"/>
                    <a:pt x="369" y="65"/>
                  </a:cubicBezTo>
                  <a:cubicBezTo>
                    <a:pt x="308" y="101"/>
                    <a:pt x="308" y="101"/>
                    <a:pt x="308" y="101"/>
                  </a:cubicBezTo>
                  <a:cubicBezTo>
                    <a:pt x="268" y="78"/>
                    <a:pt x="268" y="78"/>
                    <a:pt x="268" y="78"/>
                  </a:cubicBezTo>
                  <a:cubicBezTo>
                    <a:pt x="402" y="0"/>
                    <a:pt x="402" y="0"/>
                    <a:pt x="402" y="0"/>
                  </a:cubicBezTo>
                  <a:cubicBezTo>
                    <a:pt x="536" y="78"/>
                    <a:pt x="536" y="78"/>
                    <a:pt x="536" y="78"/>
                  </a:cubicBezTo>
                  <a:cubicBezTo>
                    <a:pt x="496" y="101"/>
                    <a:pt x="496" y="101"/>
                    <a:pt x="496" y="101"/>
                  </a:cubicBezTo>
                  <a:cubicBezTo>
                    <a:pt x="435" y="65"/>
                    <a:pt x="435" y="65"/>
                    <a:pt x="435" y="65"/>
                  </a:cubicBezTo>
                  <a:cubicBezTo>
                    <a:pt x="435" y="87"/>
                    <a:pt x="435" y="117"/>
                    <a:pt x="435" y="142"/>
                  </a:cubicBezTo>
                  <a:cubicBezTo>
                    <a:pt x="460" y="146"/>
                    <a:pt x="483" y="154"/>
                    <a:pt x="502" y="165"/>
                  </a:cubicBezTo>
                  <a:cubicBezTo>
                    <a:pt x="521" y="176"/>
                    <a:pt x="534" y="189"/>
                    <a:pt x="541" y="204"/>
                  </a:cubicBezTo>
                  <a:cubicBezTo>
                    <a:pt x="672" y="204"/>
                    <a:pt x="672" y="204"/>
                    <a:pt x="672" y="204"/>
                  </a:cubicBezTo>
                  <a:cubicBezTo>
                    <a:pt x="611" y="168"/>
                    <a:pt x="611" y="168"/>
                    <a:pt x="611" y="168"/>
                  </a:cubicBezTo>
                  <a:cubicBezTo>
                    <a:pt x="650" y="145"/>
                    <a:pt x="650" y="145"/>
                    <a:pt x="650" y="145"/>
                  </a:cubicBezTo>
                  <a:cubicBezTo>
                    <a:pt x="785" y="223"/>
                    <a:pt x="785" y="223"/>
                    <a:pt x="785" y="223"/>
                  </a:cubicBezTo>
                  <a:cubicBezTo>
                    <a:pt x="651" y="300"/>
                    <a:pt x="651" y="300"/>
                    <a:pt x="651" y="300"/>
                  </a:cubicBezTo>
                  <a:cubicBezTo>
                    <a:pt x="611" y="277"/>
                    <a:pt x="611" y="277"/>
                    <a:pt x="611" y="277"/>
                  </a:cubicBezTo>
                  <a:cubicBezTo>
                    <a:pt x="672" y="242"/>
                    <a:pt x="672" y="242"/>
                    <a:pt x="672" y="242"/>
                  </a:cubicBezTo>
                  <a:cubicBezTo>
                    <a:pt x="637" y="242"/>
                    <a:pt x="587" y="242"/>
                    <a:pt x="545" y="242"/>
                  </a:cubicBezTo>
                  <a:cubicBezTo>
                    <a:pt x="540" y="259"/>
                    <a:pt x="526" y="276"/>
                    <a:pt x="502" y="290"/>
                  </a:cubicBezTo>
                  <a:cubicBezTo>
                    <a:pt x="480" y="303"/>
                    <a:pt x="451" y="311"/>
                    <a:pt x="422" y="314"/>
                  </a:cubicBezTo>
                  <a:cubicBezTo>
                    <a:pt x="422" y="391"/>
                    <a:pt x="422" y="391"/>
                    <a:pt x="422" y="391"/>
                  </a:cubicBezTo>
                  <a:cubicBezTo>
                    <a:pt x="483" y="355"/>
                    <a:pt x="483" y="355"/>
                    <a:pt x="483" y="355"/>
                  </a:cubicBezTo>
                  <a:cubicBezTo>
                    <a:pt x="483" y="355"/>
                    <a:pt x="483" y="355"/>
                    <a:pt x="483" y="355"/>
                  </a:cubicBezTo>
                  <a:cubicBezTo>
                    <a:pt x="483" y="355"/>
                    <a:pt x="483" y="355"/>
                    <a:pt x="483" y="355"/>
                  </a:cubicBezTo>
                  <a:close/>
                  <a:moveTo>
                    <a:pt x="338" y="260"/>
                  </a:moveTo>
                  <a:cubicBezTo>
                    <a:pt x="369" y="278"/>
                    <a:pt x="419" y="278"/>
                    <a:pt x="450" y="260"/>
                  </a:cubicBezTo>
                  <a:cubicBezTo>
                    <a:pt x="481" y="242"/>
                    <a:pt x="481" y="213"/>
                    <a:pt x="450" y="195"/>
                  </a:cubicBezTo>
                  <a:cubicBezTo>
                    <a:pt x="419" y="177"/>
                    <a:pt x="368" y="177"/>
                    <a:pt x="338" y="195"/>
                  </a:cubicBezTo>
                  <a:cubicBezTo>
                    <a:pt x="307" y="213"/>
                    <a:pt x="307" y="242"/>
                    <a:pt x="338" y="260"/>
                  </a:cubicBezTo>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112" name="未知"/>
            <p:cNvSpPr/>
            <p:nvPr/>
          </p:nvSpPr>
          <p:spPr bwMode="auto">
            <a:xfrm>
              <a:off x="49" y="226"/>
              <a:ext cx="30" cy="48"/>
            </a:xfrm>
            <a:custGeom>
              <a:avLst/>
              <a:gdLst>
                <a:gd name="T0" fmla="*/ 27 w 56"/>
                <a:gd name="T1" fmla="*/ 5 h 92"/>
                <a:gd name="T2" fmla="*/ 46 w 56"/>
                <a:gd name="T3" fmla="*/ 21 h 92"/>
                <a:gd name="T4" fmla="*/ 54 w 56"/>
                <a:gd name="T5" fmla="*/ 45 h 92"/>
                <a:gd name="T6" fmla="*/ 40 w 56"/>
                <a:gd name="T7" fmla="*/ 36 h 92"/>
                <a:gd name="T8" fmla="*/ 27 w 56"/>
                <a:gd name="T9" fmla="*/ 17 h 92"/>
                <a:gd name="T10" fmla="*/ 20 w 56"/>
                <a:gd name="T11" fmla="*/ 15 h 92"/>
                <a:gd name="T12" fmla="*/ 17 w 56"/>
                <a:gd name="T13" fmla="*/ 20 h 92"/>
                <a:gd name="T14" fmla="*/ 20 w 56"/>
                <a:gd name="T15" fmla="*/ 28 h 92"/>
                <a:gd name="T16" fmla="*/ 36 w 56"/>
                <a:gd name="T17" fmla="*/ 43 h 92"/>
                <a:gd name="T18" fmla="*/ 48 w 56"/>
                <a:gd name="T19" fmla="*/ 55 h 92"/>
                <a:gd name="T20" fmla="*/ 56 w 56"/>
                <a:gd name="T21" fmla="*/ 77 h 92"/>
                <a:gd name="T22" fmla="*/ 49 w 56"/>
                <a:gd name="T23" fmla="*/ 90 h 92"/>
                <a:gd name="T24" fmla="*/ 28 w 56"/>
                <a:gd name="T25" fmla="*/ 85 h 92"/>
                <a:gd name="T26" fmla="*/ 9 w 56"/>
                <a:gd name="T27" fmla="*/ 67 h 92"/>
                <a:gd name="T28" fmla="*/ 0 w 56"/>
                <a:gd name="T29" fmla="*/ 42 h 92"/>
                <a:gd name="T30" fmla="*/ 14 w 56"/>
                <a:gd name="T31" fmla="*/ 50 h 92"/>
                <a:gd name="T32" fmla="*/ 19 w 56"/>
                <a:gd name="T33" fmla="*/ 63 h 92"/>
                <a:gd name="T34" fmla="*/ 29 w 56"/>
                <a:gd name="T35" fmla="*/ 72 h 92"/>
                <a:gd name="T36" fmla="*/ 37 w 56"/>
                <a:gd name="T37" fmla="*/ 75 h 92"/>
                <a:gd name="T38" fmla="*/ 42 w 56"/>
                <a:gd name="T39" fmla="*/ 70 h 92"/>
                <a:gd name="T40" fmla="*/ 32 w 56"/>
                <a:gd name="T41" fmla="*/ 55 h 92"/>
                <a:gd name="T42" fmla="*/ 13 w 56"/>
                <a:gd name="T43" fmla="*/ 37 h 92"/>
                <a:gd name="T44" fmla="*/ 2 w 56"/>
                <a:gd name="T45" fmla="*/ 13 h 92"/>
                <a:gd name="T46" fmla="*/ 10 w 56"/>
                <a:gd name="T47" fmla="*/ 1 h 92"/>
                <a:gd name="T48" fmla="*/ 27 w 56"/>
                <a:gd name="T49" fmla="*/ 5 h 92"/>
                <a:gd name="T50" fmla="*/ 27 w 56"/>
                <a:gd name="T51" fmla="*/ 5 h 92"/>
                <a:gd name="T52" fmla="*/ 27 w 56"/>
                <a:gd name="T53" fmla="*/ 5 h 92"/>
                <a:gd name="T54" fmla="*/ 27 w 56"/>
                <a:gd name="T55" fmla="*/ 5 h 92"/>
                <a:gd name="T56" fmla="*/ 27 w 56"/>
                <a:gd name="T57" fmla="*/ 5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6" h="92">
                  <a:moveTo>
                    <a:pt x="27" y="5"/>
                  </a:moveTo>
                  <a:cubicBezTo>
                    <a:pt x="35" y="9"/>
                    <a:pt x="41" y="15"/>
                    <a:pt x="46" y="21"/>
                  </a:cubicBezTo>
                  <a:cubicBezTo>
                    <a:pt x="51" y="28"/>
                    <a:pt x="54" y="36"/>
                    <a:pt x="54" y="45"/>
                  </a:cubicBezTo>
                  <a:cubicBezTo>
                    <a:pt x="40" y="36"/>
                    <a:pt x="40" y="36"/>
                    <a:pt x="40" y="36"/>
                  </a:cubicBezTo>
                  <a:cubicBezTo>
                    <a:pt x="39" y="29"/>
                    <a:pt x="35" y="22"/>
                    <a:pt x="27" y="17"/>
                  </a:cubicBezTo>
                  <a:cubicBezTo>
                    <a:pt x="24" y="16"/>
                    <a:pt x="22" y="15"/>
                    <a:pt x="20" y="15"/>
                  </a:cubicBezTo>
                  <a:cubicBezTo>
                    <a:pt x="18" y="16"/>
                    <a:pt x="17" y="17"/>
                    <a:pt x="17" y="20"/>
                  </a:cubicBezTo>
                  <a:cubicBezTo>
                    <a:pt x="17" y="23"/>
                    <a:pt x="18" y="26"/>
                    <a:pt x="20" y="28"/>
                  </a:cubicBezTo>
                  <a:cubicBezTo>
                    <a:pt x="22" y="30"/>
                    <a:pt x="27" y="35"/>
                    <a:pt x="36" y="43"/>
                  </a:cubicBezTo>
                  <a:cubicBezTo>
                    <a:pt x="42" y="48"/>
                    <a:pt x="45" y="52"/>
                    <a:pt x="48" y="55"/>
                  </a:cubicBezTo>
                  <a:cubicBezTo>
                    <a:pt x="53" y="62"/>
                    <a:pt x="56" y="69"/>
                    <a:pt x="56" y="77"/>
                  </a:cubicBezTo>
                  <a:cubicBezTo>
                    <a:pt x="56" y="84"/>
                    <a:pt x="54" y="88"/>
                    <a:pt x="49" y="90"/>
                  </a:cubicBezTo>
                  <a:cubicBezTo>
                    <a:pt x="44" y="92"/>
                    <a:pt x="37" y="90"/>
                    <a:pt x="28" y="85"/>
                  </a:cubicBezTo>
                  <a:cubicBezTo>
                    <a:pt x="20" y="81"/>
                    <a:pt x="14" y="75"/>
                    <a:pt x="9" y="67"/>
                  </a:cubicBezTo>
                  <a:cubicBezTo>
                    <a:pt x="3" y="59"/>
                    <a:pt x="0" y="51"/>
                    <a:pt x="0" y="42"/>
                  </a:cubicBezTo>
                  <a:cubicBezTo>
                    <a:pt x="14" y="50"/>
                    <a:pt x="14" y="50"/>
                    <a:pt x="14" y="50"/>
                  </a:cubicBezTo>
                  <a:cubicBezTo>
                    <a:pt x="14" y="55"/>
                    <a:pt x="16" y="59"/>
                    <a:pt x="19" y="63"/>
                  </a:cubicBezTo>
                  <a:cubicBezTo>
                    <a:pt x="21" y="67"/>
                    <a:pt x="25" y="70"/>
                    <a:pt x="29" y="72"/>
                  </a:cubicBezTo>
                  <a:cubicBezTo>
                    <a:pt x="32" y="74"/>
                    <a:pt x="35" y="75"/>
                    <a:pt x="37" y="75"/>
                  </a:cubicBezTo>
                  <a:cubicBezTo>
                    <a:pt x="40" y="76"/>
                    <a:pt x="42" y="74"/>
                    <a:pt x="42" y="70"/>
                  </a:cubicBezTo>
                  <a:cubicBezTo>
                    <a:pt x="42" y="66"/>
                    <a:pt x="38" y="61"/>
                    <a:pt x="32" y="55"/>
                  </a:cubicBezTo>
                  <a:cubicBezTo>
                    <a:pt x="20" y="44"/>
                    <a:pt x="14" y="38"/>
                    <a:pt x="13" y="37"/>
                  </a:cubicBezTo>
                  <a:cubicBezTo>
                    <a:pt x="6" y="29"/>
                    <a:pt x="2" y="22"/>
                    <a:pt x="2" y="13"/>
                  </a:cubicBezTo>
                  <a:cubicBezTo>
                    <a:pt x="2" y="6"/>
                    <a:pt x="5" y="2"/>
                    <a:pt x="10" y="1"/>
                  </a:cubicBezTo>
                  <a:cubicBezTo>
                    <a:pt x="15" y="0"/>
                    <a:pt x="21" y="1"/>
                    <a:pt x="27" y="5"/>
                  </a:cubicBezTo>
                  <a:cubicBezTo>
                    <a:pt x="27" y="5"/>
                    <a:pt x="27" y="5"/>
                    <a:pt x="27" y="5"/>
                  </a:cubicBezTo>
                  <a:cubicBezTo>
                    <a:pt x="27" y="5"/>
                    <a:pt x="27" y="5"/>
                    <a:pt x="27" y="5"/>
                  </a:cubicBezTo>
                  <a:cubicBezTo>
                    <a:pt x="27" y="5"/>
                    <a:pt x="27" y="5"/>
                    <a:pt x="27" y="5"/>
                  </a:cubicBezTo>
                  <a:cubicBezTo>
                    <a:pt x="27" y="5"/>
                    <a:pt x="27" y="5"/>
                    <a:pt x="27" y="5"/>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113" name="未知"/>
            <p:cNvSpPr/>
            <p:nvPr/>
          </p:nvSpPr>
          <p:spPr bwMode="auto">
            <a:xfrm>
              <a:off x="80" y="238"/>
              <a:ext cx="46" cy="62"/>
            </a:xfrm>
            <a:custGeom>
              <a:avLst/>
              <a:gdLst>
                <a:gd name="T0" fmla="*/ 46 w 46"/>
                <a:gd name="T1" fmla="*/ 27 h 62"/>
                <a:gd name="T2" fmla="*/ 36 w 46"/>
                <a:gd name="T3" fmla="*/ 62 h 62"/>
                <a:gd name="T4" fmla="*/ 29 w 46"/>
                <a:gd name="T5" fmla="*/ 57 h 62"/>
                <a:gd name="T6" fmla="*/ 23 w 46"/>
                <a:gd name="T7" fmla="*/ 27 h 62"/>
                <a:gd name="T8" fmla="*/ 17 w 46"/>
                <a:gd name="T9" fmla="*/ 51 h 62"/>
                <a:gd name="T10" fmla="*/ 9 w 46"/>
                <a:gd name="T11" fmla="*/ 46 h 62"/>
                <a:gd name="T12" fmla="*/ 0 w 46"/>
                <a:gd name="T13" fmla="*/ 0 h 62"/>
                <a:gd name="T14" fmla="*/ 8 w 46"/>
                <a:gd name="T15" fmla="*/ 5 h 62"/>
                <a:gd name="T16" fmla="*/ 13 w 46"/>
                <a:gd name="T17" fmla="*/ 36 h 62"/>
                <a:gd name="T18" fmla="*/ 19 w 46"/>
                <a:gd name="T19" fmla="*/ 12 h 62"/>
                <a:gd name="T20" fmla="*/ 27 w 46"/>
                <a:gd name="T21" fmla="*/ 16 h 62"/>
                <a:gd name="T22" fmla="*/ 33 w 46"/>
                <a:gd name="T23" fmla="*/ 47 h 62"/>
                <a:gd name="T24" fmla="*/ 38 w 46"/>
                <a:gd name="T25" fmla="*/ 23 h 62"/>
                <a:gd name="T26" fmla="*/ 46 w 46"/>
                <a:gd name="T27" fmla="*/ 27 h 62"/>
                <a:gd name="T28" fmla="*/ 46 w 46"/>
                <a:gd name="T29" fmla="*/ 27 h 62"/>
                <a:gd name="T30" fmla="*/ 46 w 46"/>
                <a:gd name="T31" fmla="*/ 27 h 62"/>
                <a:gd name="T32" fmla="*/ 46 w 46"/>
                <a:gd name="T33" fmla="*/ 27 h 62"/>
                <a:gd name="T34" fmla="*/ 46 w 46"/>
                <a:gd name="T35" fmla="*/ 27 h 62"/>
                <a:gd name="T36" fmla="*/ 46 w 46"/>
                <a:gd name="T37" fmla="*/ 27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6" h="62">
                  <a:moveTo>
                    <a:pt x="46" y="27"/>
                  </a:moveTo>
                  <a:lnTo>
                    <a:pt x="36" y="62"/>
                  </a:lnTo>
                  <a:lnTo>
                    <a:pt x="29" y="57"/>
                  </a:lnTo>
                  <a:lnTo>
                    <a:pt x="23" y="27"/>
                  </a:lnTo>
                  <a:lnTo>
                    <a:pt x="17" y="51"/>
                  </a:lnTo>
                  <a:lnTo>
                    <a:pt x="9" y="46"/>
                  </a:lnTo>
                  <a:lnTo>
                    <a:pt x="0" y="0"/>
                  </a:lnTo>
                  <a:lnTo>
                    <a:pt x="8" y="5"/>
                  </a:lnTo>
                  <a:lnTo>
                    <a:pt x="13" y="36"/>
                  </a:lnTo>
                  <a:lnTo>
                    <a:pt x="19" y="12"/>
                  </a:lnTo>
                  <a:lnTo>
                    <a:pt x="27" y="16"/>
                  </a:lnTo>
                  <a:lnTo>
                    <a:pt x="33" y="47"/>
                  </a:lnTo>
                  <a:lnTo>
                    <a:pt x="38" y="23"/>
                  </a:lnTo>
                  <a:lnTo>
                    <a:pt x="46" y="27"/>
                  </a:lnTo>
                  <a:lnTo>
                    <a:pt x="46" y="27"/>
                  </a:lnTo>
                  <a:lnTo>
                    <a:pt x="46" y="27"/>
                  </a:lnTo>
                  <a:lnTo>
                    <a:pt x="46" y="27"/>
                  </a:lnTo>
                  <a:lnTo>
                    <a:pt x="46" y="27"/>
                  </a:lnTo>
                  <a:lnTo>
                    <a:pt x="46" y="27"/>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114" name="未知"/>
            <p:cNvSpPr/>
            <p:nvPr/>
          </p:nvSpPr>
          <p:spPr bwMode="auto">
            <a:xfrm>
              <a:off x="130" y="267"/>
              <a:ext cx="7" cy="45"/>
            </a:xfrm>
            <a:custGeom>
              <a:avLst/>
              <a:gdLst>
                <a:gd name="T0" fmla="*/ 7 w 7"/>
                <a:gd name="T1" fmla="*/ 5 h 45"/>
                <a:gd name="T2" fmla="*/ 7 w 7"/>
                <a:gd name="T3" fmla="*/ 45 h 45"/>
                <a:gd name="T4" fmla="*/ 0 w 7"/>
                <a:gd name="T5" fmla="*/ 41 h 45"/>
                <a:gd name="T6" fmla="*/ 0 w 7"/>
                <a:gd name="T7" fmla="*/ 0 h 45"/>
                <a:gd name="T8" fmla="*/ 7 w 7"/>
                <a:gd name="T9" fmla="*/ 5 h 45"/>
                <a:gd name="T10" fmla="*/ 7 w 7"/>
                <a:gd name="T11" fmla="*/ 5 h 45"/>
                <a:gd name="T12" fmla="*/ 7 w 7"/>
                <a:gd name="T13" fmla="*/ 5 h 45"/>
                <a:gd name="T14" fmla="*/ 7 w 7"/>
                <a:gd name="T15" fmla="*/ 5 h 45"/>
                <a:gd name="T16" fmla="*/ 7 w 7"/>
                <a:gd name="T17" fmla="*/ 5 h 45"/>
                <a:gd name="T18" fmla="*/ 7 w 7"/>
                <a:gd name="T19" fmla="*/ 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 h="45">
                  <a:moveTo>
                    <a:pt x="7" y="5"/>
                  </a:moveTo>
                  <a:lnTo>
                    <a:pt x="7" y="45"/>
                  </a:lnTo>
                  <a:lnTo>
                    <a:pt x="0" y="41"/>
                  </a:lnTo>
                  <a:lnTo>
                    <a:pt x="0" y="0"/>
                  </a:lnTo>
                  <a:lnTo>
                    <a:pt x="7" y="5"/>
                  </a:lnTo>
                  <a:lnTo>
                    <a:pt x="7" y="5"/>
                  </a:lnTo>
                  <a:lnTo>
                    <a:pt x="7" y="5"/>
                  </a:lnTo>
                  <a:lnTo>
                    <a:pt x="7" y="5"/>
                  </a:lnTo>
                  <a:lnTo>
                    <a:pt x="7" y="5"/>
                  </a:lnTo>
                  <a:lnTo>
                    <a:pt x="7" y="5"/>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115" name="未知"/>
            <p:cNvSpPr/>
            <p:nvPr/>
          </p:nvSpPr>
          <p:spPr bwMode="auto">
            <a:xfrm>
              <a:off x="141" y="274"/>
              <a:ext cx="29" cy="51"/>
            </a:xfrm>
            <a:custGeom>
              <a:avLst/>
              <a:gdLst>
                <a:gd name="T0" fmla="*/ 29 w 29"/>
                <a:gd name="T1" fmla="*/ 17 h 51"/>
                <a:gd name="T2" fmla="*/ 29 w 29"/>
                <a:gd name="T3" fmla="*/ 24 h 51"/>
                <a:gd name="T4" fmla="*/ 19 w 29"/>
                <a:gd name="T5" fmla="*/ 18 h 51"/>
                <a:gd name="T6" fmla="*/ 19 w 29"/>
                <a:gd name="T7" fmla="*/ 51 h 51"/>
                <a:gd name="T8" fmla="*/ 11 w 29"/>
                <a:gd name="T9" fmla="*/ 46 h 51"/>
                <a:gd name="T10" fmla="*/ 11 w 29"/>
                <a:gd name="T11" fmla="*/ 14 h 51"/>
                <a:gd name="T12" fmla="*/ 0 w 29"/>
                <a:gd name="T13" fmla="*/ 7 h 51"/>
                <a:gd name="T14" fmla="*/ 0 w 29"/>
                <a:gd name="T15" fmla="*/ 0 h 51"/>
                <a:gd name="T16" fmla="*/ 29 w 29"/>
                <a:gd name="T17" fmla="*/ 17 h 51"/>
                <a:gd name="T18" fmla="*/ 29 w 29"/>
                <a:gd name="T19" fmla="*/ 17 h 51"/>
                <a:gd name="T20" fmla="*/ 29 w 29"/>
                <a:gd name="T21" fmla="*/ 17 h 51"/>
                <a:gd name="T22" fmla="*/ 29 w 29"/>
                <a:gd name="T23" fmla="*/ 17 h 51"/>
                <a:gd name="T24" fmla="*/ 29 w 29"/>
                <a:gd name="T25" fmla="*/ 17 h 51"/>
                <a:gd name="T26" fmla="*/ 29 w 29"/>
                <a:gd name="T27" fmla="*/ 17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51">
                  <a:moveTo>
                    <a:pt x="29" y="17"/>
                  </a:moveTo>
                  <a:lnTo>
                    <a:pt x="29" y="24"/>
                  </a:lnTo>
                  <a:lnTo>
                    <a:pt x="19" y="18"/>
                  </a:lnTo>
                  <a:lnTo>
                    <a:pt x="19" y="51"/>
                  </a:lnTo>
                  <a:lnTo>
                    <a:pt x="11" y="46"/>
                  </a:lnTo>
                  <a:lnTo>
                    <a:pt x="11" y="14"/>
                  </a:lnTo>
                  <a:lnTo>
                    <a:pt x="0" y="7"/>
                  </a:lnTo>
                  <a:lnTo>
                    <a:pt x="0" y="0"/>
                  </a:lnTo>
                  <a:lnTo>
                    <a:pt x="29" y="17"/>
                  </a:lnTo>
                  <a:lnTo>
                    <a:pt x="29" y="17"/>
                  </a:lnTo>
                  <a:lnTo>
                    <a:pt x="29" y="17"/>
                  </a:lnTo>
                  <a:lnTo>
                    <a:pt x="29" y="17"/>
                  </a:lnTo>
                  <a:lnTo>
                    <a:pt x="29" y="17"/>
                  </a:lnTo>
                  <a:lnTo>
                    <a:pt x="29" y="17"/>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116" name="未知"/>
            <p:cNvSpPr/>
            <p:nvPr/>
          </p:nvSpPr>
          <p:spPr bwMode="auto">
            <a:xfrm>
              <a:off x="172" y="298"/>
              <a:ext cx="33" cy="48"/>
            </a:xfrm>
            <a:custGeom>
              <a:avLst/>
              <a:gdLst>
                <a:gd name="T0" fmla="*/ 33 w 62"/>
                <a:gd name="T1" fmla="*/ 7 h 92"/>
                <a:gd name="T2" fmla="*/ 52 w 62"/>
                <a:gd name="T3" fmla="*/ 25 h 92"/>
                <a:gd name="T4" fmla="*/ 62 w 62"/>
                <a:gd name="T5" fmla="*/ 50 h 92"/>
                <a:gd name="T6" fmla="*/ 48 w 62"/>
                <a:gd name="T7" fmla="*/ 42 h 92"/>
                <a:gd name="T8" fmla="*/ 43 w 62"/>
                <a:gd name="T9" fmla="*/ 30 h 92"/>
                <a:gd name="T10" fmla="*/ 33 w 62"/>
                <a:gd name="T11" fmla="*/ 21 h 92"/>
                <a:gd name="T12" fmla="*/ 19 w 62"/>
                <a:gd name="T13" fmla="*/ 21 h 92"/>
                <a:gd name="T14" fmla="*/ 15 w 62"/>
                <a:gd name="T15" fmla="*/ 36 h 92"/>
                <a:gd name="T16" fmla="*/ 19 w 62"/>
                <a:gd name="T17" fmla="*/ 56 h 92"/>
                <a:gd name="T18" fmla="*/ 33 w 62"/>
                <a:gd name="T19" fmla="*/ 72 h 92"/>
                <a:gd name="T20" fmla="*/ 43 w 62"/>
                <a:gd name="T21" fmla="*/ 74 h 92"/>
                <a:gd name="T22" fmla="*/ 48 w 62"/>
                <a:gd name="T23" fmla="*/ 64 h 92"/>
                <a:gd name="T24" fmla="*/ 62 w 62"/>
                <a:gd name="T25" fmla="*/ 72 h 92"/>
                <a:gd name="T26" fmla="*/ 53 w 62"/>
                <a:gd name="T27" fmla="*/ 90 h 92"/>
                <a:gd name="T28" fmla="*/ 33 w 62"/>
                <a:gd name="T29" fmla="*/ 86 h 92"/>
                <a:gd name="T30" fmla="*/ 9 w 62"/>
                <a:gd name="T31" fmla="*/ 61 h 92"/>
                <a:gd name="T32" fmla="*/ 0 w 62"/>
                <a:gd name="T33" fmla="*/ 28 h 92"/>
                <a:gd name="T34" fmla="*/ 9 w 62"/>
                <a:gd name="T35" fmla="*/ 4 h 92"/>
                <a:gd name="T36" fmla="*/ 33 w 62"/>
                <a:gd name="T37" fmla="*/ 7 h 92"/>
                <a:gd name="T38" fmla="*/ 33 w 62"/>
                <a:gd name="T39" fmla="*/ 7 h 92"/>
                <a:gd name="T40" fmla="*/ 33 w 62"/>
                <a:gd name="T41" fmla="*/ 7 h 92"/>
                <a:gd name="T42" fmla="*/ 33 w 62"/>
                <a:gd name="T43" fmla="*/ 7 h 92"/>
                <a:gd name="T44" fmla="*/ 33 w 62"/>
                <a:gd name="T45" fmla="*/ 7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62" h="92">
                  <a:moveTo>
                    <a:pt x="33" y="7"/>
                  </a:moveTo>
                  <a:cubicBezTo>
                    <a:pt x="41" y="11"/>
                    <a:pt x="47" y="17"/>
                    <a:pt x="52" y="25"/>
                  </a:cubicBezTo>
                  <a:cubicBezTo>
                    <a:pt x="58" y="33"/>
                    <a:pt x="61" y="41"/>
                    <a:pt x="62" y="50"/>
                  </a:cubicBezTo>
                  <a:cubicBezTo>
                    <a:pt x="48" y="42"/>
                    <a:pt x="48" y="42"/>
                    <a:pt x="48" y="42"/>
                  </a:cubicBezTo>
                  <a:cubicBezTo>
                    <a:pt x="47" y="38"/>
                    <a:pt x="46" y="34"/>
                    <a:pt x="43" y="30"/>
                  </a:cubicBezTo>
                  <a:cubicBezTo>
                    <a:pt x="40" y="26"/>
                    <a:pt x="37" y="23"/>
                    <a:pt x="33" y="21"/>
                  </a:cubicBezTo>
                  <a:cubicBezTo>
                    <a:pt x="27" y="17"/>
                    <a:pt x="22" y="17"/>
                    <a:pt x="19" y="21"/>
                  </a:cubicBezTo>
                  <a:cubicBezTo>
                    <a:pt x="16" y="24"/>
                    <a:pt x="15" y="29"/>
                    <a:pt x="15" y="36"/>
                  </a:cubicBezTo>
                  <a:cubicBezTo>
                    <a:pt x="15" y="44"/>
                    <a:pt x="16" y="50"/>
                    <a:pt x="19" y="56"/>
                  </a:cubicBezTo>
                  <a:cubicBezTo>
                    <a:pt x="22" y="63"/>
                    <a:pt x="27" y="69"/>
                    <a:pt x="33" y="72"/>
                  </a:cubicBezTo>
                  <a:cubicBezTo>
                    <a:pt x="37" y="75"/>
                    <a:pt x="41" y="75"/>
                    <a:pt x="43" y="74"/>
                  </a:cubicBezTo>
                  <a:cubicBezTo>
                    <a:pt x="46" y="72"/>
                    <a:pt x="47" y="69"/>
                    <a:pt x="48" y="64"/>
                  </a:cubicBezTo>
                  <a:cubicBezTo>
                    <a:pt x="62" y="72"/>
                    <a:pt x="62" y="72"/>
                    <a:pt x="62" y="72"/>
                  </a:cubicBezTo>
                  <a:cubicBezTo>
                    <a:pt x="61" y="81"/>
                    <a:pt x="58" y="87"/>
                    <a:pt x="53" y="90"/>
                  </a:cubicBezTo>
                  <a:cubicBezTo>
                    <a:pt x="48" y="92"/>
                    <a:pt x="41" y="91"/>
                    <a:pt x="33" y="86"/>
                  </a:cubicBezTo>
                  <a:cubicBezTo>
                    <a:pt x="23" y="81"/>
                    <a:pt x="15" y="72"/>
                    <a:pt x="9" y="61"/>
                  </a:cubicBezTo>
                  <a:cubicBezTo>
                    <a:pt x="3" y="50"/>
                    <a:pt x="0" y="39"/>
                    <a:pt x="0" y="28"/>
                  </a:cubicBezTo>
                  <a:cubicBezTo>
                    <a:pt x="0" y="16"/>
                    <a:pt x="3" y="8"/>
                    <a:pt x="9" y="4"/>
                  </a:cubicBezTo>
                  <a:cubicBezTo>
                    <a:pt x="15" y="0"/>
                    <a:pt x="23" y="1"/>
                    <a:pt x="33" y="7"/>
                  </a:cubicBezTo>
                  <a:cubicBezTo>
                    <a:pt x="33" y="7"/>
                    <a:pt x="33" y="7"/>
                    <a:pt x="33" y="7"/>
                  </a:cubicBezTo>
                  <a:cubicBezTo>
                    <a:pt x="33" y="7"/>
                    <a:pt x="33" y="7"/>
                    <a:pt x="33" y="7"/>
                  </a:cubicBezTo>
                  <a:cubicBezTo>
                    <a:pt x="33" y="7"/>
                    <a:pt x="33" y="7"/>
                    <a:pt x="33" y="7"/>
                  </a:cubicBezTo>
                  <a:cubicBezTo>
                    <a:pt x="33" y="7"/>
                    <a:pt x="33" y="7"/>
                    <a:pt x="33" y="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117" name="未知"/>
            <p:cNvSpPr/>
            <p:nvPr/>
          </p:nvSpPr>
          <p:spPr bwMode="auto">
            <a:xfrm>
              <a:off x="210" y="314"/>
              <a:ext cx="30" cy="57"/>
            </a:xfrm>
            <a:custGeom>
              <a:avLst/>
              <a:gdLst>
                <a:gd name="T0" fmla="*/ 30 w 30"/>
                <a:gd name="T1" fmla="*/ 17 h 57"/>
                <a:gd name="T2" fmla="*/ 30 w 30"/>
                <a:gd name="T3" fmla="*/ 57 h 57"/>
                <a:gd name="T4" fmla="*/ 22 w 30"/>
                <a:gd name="T5" fmla="*/ 53 h 57"/>
                <a:gd name="T6" fmla="*/ 22 w 30"/>
                <a:gd name="T7" fmla="*/ 35 h 57"/>
                <a:gd name="T8" fmla="*/ 8 w 30"/>
                <a:gd name="T9" fmla="*/ 27 h 57"/>
                <a:gd name="T10" fmla="*/ 8 w 30"/>
                <a:gd name="T11" fmla="*/ 45 h 57"/>
                <a:gd name="T12" fmla="*/ 0 w 30"/>
                <a:gd name="T13" fmla="*/ 40 h 57"/>
                <a:gd name="T14" fmla="*/ 0 w 30"/>
                <a:gd name="T15" fmla="*/ 0 h 57"/>
                <a:gd name="T16" fmla="*/ 8 w 30"/>
                <a:gd name="T17" fmla="*/ 4 h 57"/>
                <a:gd name="T18" fmla="*/ 8 w 30"/>
                <a:gd name="T19" fmla="*/ 20 h 57"/>
                <a:gd name="T20" fmla="*/ 22 w 30"/>
                <a:gd name="T21" fmla="*/ 28 h 57"/>
                <a:gd name="T22" fmla="*/ 23 w 30"/>
                <a:gd name="T23" fmla="*/ 13 h 57"/>
                <a:gd name="T24" fmla="*/ 30 w 30"/>
                <a:gd name="T25" fmla="*/ 17 h 57"/>
                <a:gd name="T26" fmla="*/ 30 w 30"/>
                <a:gd name="T27" fmla="*/ 17 h 57"/>
                <a:gd name="T28" fmla="*/ 30 w 30"/>
                <a:gd name="T29" fmla="*/ 17 h 57"/>
                <a:gd name="T30" fmla="*/ 30 w 30"/>
                <a:gd name="T31" fmla="*/ 17 h 57"/>
                <a:gd name="T32" fmla="*/ 30 w 30"/>
                <a:gd name="T33" fmla="*/ 17 h 57"/>
                <a:gd name="T34" fmla="*/ 30 w 30"/>
                <a:gd name="T35" fmla="*/ 17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0" h="57">
                  <a:moveTo>
                    <a:pt x="30" y="17"/>
                  </a:moveTo>
                  <a:lnTo>
                    <a:pt x="30" y="57"/>
                  </a:lnTo>
                  <a:lnTo>
                    <a:pt x="22" y="53"/>
                  </a:lnTo>
                  <a:lnTo>
                    <a:pt x="22" y="35"/>
                  </a:lnTo>
                  <a:lnTo>
                    <a:pt x="8" y="27"/>
                  </a:lnTo>
                  <a:lnTo>
                    <a:pt x="8" y="45"/>
                  </a:lnTo>
                  <a:lnTo>
                    <a:pt x="0" y="40"/>
                  </a:lnTo>
                  <a:lnTo>
                    <a:pt x="0" y="0"/>
                  </a:lnTo>
                  <a:lnTo>
                    <a:pt x="8" y="4"/>
                  </a:lnTo>
                  <a:lnTo>
                    <a:pt x="8" y="20"/>
                  </a:lnTo>
                  <a:lnTo>
                    <a:pt x="22" y="28"/>
                  </a:lnTo>
                  <a:lnTo>
                    <a:pt x="23" y="13"/>
                  </a:lnTo>
                  <a:lnTo>
                    <a:pt x="30" y="17"/>
                  </a:lnTo>
                  <a:lnTo>
                    <a:pt x="30" y="17"/>
                  </a:lnTo>
                  <a:lnTo>
                    <a:pt x="30" y="17"/>
                  </a:lnTo>
                  <a:lnTo>
                    <a:pt x="30" y="17"/>
                  </a:lnTo>
                  <a:lnTo>
                    <a:pt x="30" y="17"/>
                  </a:lnTo>
                  <a:lnTo>
                    <a:pt x="30" y="17"/>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endParaRPr>
            </a:p>
          </p:txBody>
        </p:sp>
      </p:grpSp>
      <p:pic>
        <p:nvPicPr>
          <p:cNvPr id="118" name="Picture 3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21667" y="3486581"/>
            <a:ext cx="720725" cy="684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9" name="Picture 3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21667" y="4855006"/>
            <a:ext cx="720725" cy="684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0" name="Picture 3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30405" y="3486581"/>
            <a:ext cx="720725" cy="684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1" name="Picture 3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31992" y="4855006"/>
            <a:ext cx="720725" cy="684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 name="Text Box 34"/>
          <p:cNvSpPr txBox="1">
            <a:spLocks noChangeArrowheads="1"/>
          </p:cNvSpPr>
          <p:nvPr/>
        </p:nvSpPr>
        <p:spPr bwMode="auto">
          <a:xfrm>
            <a:off x="5000316" y="4390348"/>
            <a:ext cx="8636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auto" latinLnBrk="0" hangingPunct="1">
              <a:lnSpc>
                <a:spcPct val="100000"/>
              </a:lnSpc>
              <a:spcBef>
                <a:spcPct val="50000"/>
              </a:spcBef>
              <a:spcAft>
                <a:spcPts val="0"/>
              </a:spcAft>
              <a:buClrTx/>
              <a:buSzTx/>
              <a:buFontTx/>
              <a:buNone/>
              <a:defRPr/>
            </a:pPr>
            <a:r>
              <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F</a:t>
            </a:r>
            <a:r>
              <a:rPr kumimoji="0" lang="zh-CN"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0/1</a:t>
            </a:r>
          </a:p>
        </p:txBody>
      </p:sp>
      <p:sp>
        <p:nvSpPr>
          <p:cNvPr id="123" name="Text Box 35"/>
          <p:cNvSpPr txBox="1">
            <a:spLocks noChangeArrowheads="1"/>
          </p:cNvSpPr>
          <p:nvPr/>
        </p:nvSpPr>
        <p:spPr bwMode="auto">
          <a:xfrm>
            <a:off x="4999743" y="4992826"/>
            <a:ext cx="8636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auto" latinLnBrk="0" hangingPunct="1">
              <a:lnSpc>
                <a:spcPct val="100000"/>
              </a:lnSpc>
              <a:spcBef>
                <a:spcPct val="50000"/>
              </a:spcBef>
              <a:spcAft>
                <a:spcPts val="0"/>
              </a:spcAft>
              <a:buClrTx/>
              <a:buSzTx/>
              <a:buFontTx/>
              <a:buNone/>
              <a:defRPr/>
            </a:pPr>
            <a:r>
              <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F</a:t>
            </a:r>
            <a:r>
              <a:rPr kumimoji="0" lang="zh-CN"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0/2</a:t>
            </a:r>
          </a:p>
        </p:txBody>
      </p:sp>
      <p:sp>
        <p:nvSpPr>
          <p:cNvPr id="124" name="Text Box 36"/>
          <p:cNvSpPr txBox="1">
            <a:spLocks noChangeArrowheads="1"/>
          </p:cNvSpPr>
          <p:nvPr/>
        </p:nvSpPr>
        <p:spPr bwMode="auto">
          <a:xfrm>
            <a:off x="6726942" y="4390348"/>
            <a:ext cx="8636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auto" latinLnBrk="0" hangingPunct="1">
              <a:lnSpc>
                <a:spcPct val="100000"/>
              </a:lnSpc>
              <a:spcBef>
                <a:spcPct val="50000"/>
              </a:spcBef>
              <a:spcAft>
                <a:spcPts val="0"/>
              </a:spcAft>
              <a:buClrTx/>
              <a:buSzTx/>
              <a:buFontTx/>
              <a:buNone/>
              <a:defRPr/>
            </a:pPr>
            <a:r>
              <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F</a:t>
            </a:r>
            <a:r>
              <a:rPr kumimoji="0" lang="zh-CN"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0/3</a:t>
            </a:r>
          </a:p>
        </p:txBody>
      </p:sp>
      <p:sp>
        <p:nvSpPr>
          <p:cNvPr id="125" name="Text Box 37"/>
          <p:cNvSpPr txBox="1">
            <a:spLocks noChangeArrowheads="1"/>
          </p:cNvSpPr>
          <p:nvPr/>
        </p:nvSpPr>
        <p:spPr bwMode="auto">
          <a:xfrm>
            <a:off x="6737801" y="5013554"/>
            <a:ext cx="8636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auto" latinLnBrk="0" hangingPunct="1">
              <a:lnSpc>
                <a:spcPct val="100000"/>
              </a:lnSpc>
              <a:spcBef>
                <a:spcPct val="50000"/>
              </a:spcBef>
              <a:spcAft>
                <a:spcPts val="0"/>
              </a:spcAft>
              <a:buClrTx/>
              <a:buSzTx/>
              <a:buFontTx/>
              <a:buNone/>
              <a:defRPr/>
            </a:pPr>
            <a:r>
              <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F</a:t>
            </a:r>
            <a:r>
              <a:rPr kumimoji="0" lang="zh-CN"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0/4</a:t>
            </a:r>
          </a:p>
        </p:txBody>
      </p:sp>
      <p:sp>
        <p:nvSpPr>
          <p:cNvPr id="126" name="Text Box 38"/>
          <p:cNvSpPr txBox="1">
            <a:spLocks noChangeArrowheads="1"/>
          </p:cNvSpPr>
          <p:nvPr/>
        </p:nvSpPr>
        <p:spPr bwMode="auto">
          <a:xfrm>
            <a:off x="2804236" y="4146187"/>
            <a:ext cx="347916"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algn="l" defTabSz="914400" rtl="0" eaLnBrk="1" fontAlgn="auto" latinLnBrk="0" hangingPunct="1">
              <a:lnSpc>
                <a:spcPct val="100000"/>
              </a:lnSpc>
              <a:spcBef>
                <a:spcPct val="50000"/>
              </a:spcBef>
              <a:spcAft>
                <a:spcPts val="0"/>
              </a:spcAft>
              <a:buClrTx/>
              <a:buSzTx/>
              <a:buFontTx/>
              <a:buNone/>
              <a:defRPr/>
            </a:pPr>
            <a:r>
              <a:rPr kumimoji="0" lang="zh-CN"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A</a:t>
            </a:r>
          </a:p>
        </p:txBody>
      </p:sp>
      <p:sp>
        <p:nvSpPr>
          <p:cNvPr id="127" name="Text Box 39"/>
          <p:cNvSpPr txBox="1">
            <a:spLocks noChangeArrowheads="1"/>
          </p:cNvSpPr>
          <p:nvPr/>
        </p:nvSpPr>
        <p:spPr bwMode="auto">
          <a:xfrm>
            <a:off x="2798852" y="5536093"/>
            <a:ext cx="3533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algn="l" defTabSz="914400" rtl="0" eaLnBrk="1" fontAlgn="auto" latinLnBrk="0" hangingPunct="1">
              <a:lnSpc>
                <a:spcPct val="100000"/>
              </a:lnSpc>
              <a:spcBef>
                <a:spcPct val="50000"/>
              </a:spcBef>
              <a:spcAft>
                <a:spcPts val="0"/>
              </a:spcAft>
              <a:buClrTx/>
              <a:buSzTx/>
              <a:buFontTx/>
              <a:buNone/>
              <a:defRPr/>
            </a:pPr>
            <a:r>
              <a:rPr kumimoji="0" lang="zh-CN"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B</a:t>
            </a:r>
          </a:p>
        </p:txBody>
      </p:sp>
      <p:sp>
        <p:nvSpPr>
          <p:cNvPr id="128" name="Text Box 40"/>
          <p:cNvSpPr txBox="1">
            <a:spLocks noChangeArrowheads="1"/>
          </p:cNvSpPr>
          <p:nvPr/>
        </p:nvSpPr>
        <p:spPr bwMode="auto">
          <a:xfrm>
            <a:off x="9220767" y="4105699"/>
            <a:ext cx="3714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algn="l" defTabSz="914400" rtl="0" eaLnBrk="1" fontAlgn="auto" latinLnBrk="0" hangingPunct="1">
              <a:lnSpc>
                <a:spcPct val="100000"/>
              </a:lnSpc>
              <a:spcBef>
                <a:spcPct val="50000"/>
              </a:spcBef>
              <a:spcAft>
                <a:spcPts val="0"/>
              </a:spcAft>
              <a:buClrTx/>
              <a:buSzTx/>
              <a:buFontTx/>
              <a:buNone/>
              <a:defRPr/>
            </a:pPr>
            <a:r>
              <a:rPr kumimoji="0" lang="zh-CN"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C</a:t>
            </a:r>
          </a:p>
        </p:txBody>
      </p:sp>
      <p:sp>
        <p:nvSpPr>
          <p:cNvPr id="129" name="Text Box 41"/>
          <p:cNvSpPr txBox="1">
            <a:spLocks noChangeArrowheads="1"/>
          </p:cNvSpPr>
          <p:nvPr/>
        </p:nvSpPr>
        <p:spPr bwMode="auto">
          <a:xfrm>
            <a:off x="9220767" y="5530355"/>
            <a:ext cx="3714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algn="l" defTabSz="914400" rtl="0" eaLnBrk="1" fontAlgn="auto" latinLnBrk="0" hangingPunct="1">
              <a:lnSpc>
                <a:spcPct val="100000"/>
              </a:lnSpc>
              <a:spcBef>
                <a:spcPct val="50000"/>
              </a:spcBef>
              <a:spcAft>
                <a:spcPts val="0"/>
              </a:spcAft>
              <a:buClrTx/>
              <a:buSzTx/>
              <a:buFontTx/>
              <a:buNone/>
              <a:defRPr/>
            </a:pPr>
            <a:r>
              <a:rPr kumimoji="0" lang="zh-CN"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D</a:t>
            </a:r>
          </a:p>
        </p:txBody>
      </p:sp>
      <p:sp>
        <p:nvSpPr>
          <p:cNvPr id="131" name="Text Box 64"/>
          <p:cNvSpPr txBox="1">
            <a:spLocks noChangeAspect="1" noChangeArrowheads="1"/>
          </p:cNvSpPr>
          <p:nvPr/>
        </p:nvSpPr>
        <p:spPr bwMode="auto">
          <a:xfrm>
            <a:off x="2261305" y="5888469"/>
            <a:ext cx="13843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ctr" defTabSz="914400" rtl="0" eaLnBrk="1" fontAlgn="auto" latinLnBrk="0" hangingPunct="1">
              <a:lnSpc>
                <a:spcPct val="100000"/>
              </a:lnSpc>
              <a:spcBef>
                <a:spcPct val="50000"/>
              </a:spcBef>
              <a:spcAft>
                <a:spcPts val="0"/>
              </a:spcAft>
              <a:buClrTx/>
              <a:buSzTx/>
              <a:buFontTx/>
              <a:buNone/>
              <a:defRPr/>
            </a:pPr>
            <a:r>
              <a:rPr kumimoji="0" lang="zh-CN"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VLAN 10</a:t>
            </a:r>
          </a:p>
        </p:txBody>
      </p:sp>
      <p:sp>
        <p:nvSpPr>
          <p:cNvPr id="132" name="Text Box 65"/>
          <p:cNvSpPr txBox="1">
            <a:spLocks noChangeAspect="1" noChangeArrowheads="1"/>
          </p:cNvSpPr>
          <p:nvPr/>
        </p:nvSpPr>
        <p:spPr bwMode="auto">
          <a:xfrm>
            <a:off x="8814505" y="5888469"/>
            <a:ext cx="13843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ctr" defTabSz="914400" rtl="0" eaLnBrk="1" fontAlgn="auto" latinLnBrk="0" hangingPunct="1">
              <a:lnSpc>
                <a:spcPct val="100000"/>
              </a:lnSpc>
              <a:spcBef>
                <a:spcPct val="50000"/>
              </a:spcBef>
              <a:spcAft>
                <a:spcPts val="0"/>
              </a:spcAft>
              <a:buClrTx/>
              <a:buSzTx/>
              <a:buFontTx/>
              <a:buNone/>
              <a:defRPr/>
            </a:pPr>
            <a:r>
              <a:rPr kumimoji="0" lang="zh-CN"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VLAN 20</a:t>
            </a:r>
          </a:p>
        </p:txBody>
      </p:sp>
      <p:graphicFrame>
        <p:nvGraphicFramePr>
          <p:cNvPr id="50" name="Group 42"/>
          <p:cNvGraphicFramePr>
            <a:graphicFrameLocks noGrp="1"/>
          </p:cNvGraphicFramePr>
          <p:nvPr/>
        </p:nvGraphicFramePr>
        <p:xfrm>
          <a:off x="4741504" y="2194935"/>
          <a:ext cx="2879725" cy="1342390"/>
        </p:xfrm>
        <a:graphic>
          <a:graphicData uri="http://schemas.openxmlformats.org/drawingml/2006/table">
            <a:tbl>
              <a:tblPr/>
              <a:tblGrid>
                <a:gridCol w="1368425">
                  <a:extLst>
                    <a:ext uri="{9D8B030D-6E8A-4147-A177-3AD203B41FA5}">
                      <a16:colId xmlns:a16="http://schemas.microsoft.com/office/drawing/2014/main" val="20000"/>
                    </a:ext>
                  </a:extLst>
                </a:gridCol>
                <a:gridCol w="1511300">
                  <a:extLst>
                    <a:ext uri="{9D8B030D-6E8A-4147-A177-3AD203B41FA5}">
                      <a16:colId xmlns:a16="http://schemas.microsoft.com/office/drawing/2014/main" val="20001"/>
                    </a:ext>
                  </a:extLst>
                </a:gridCol>
              </a:tblGrid>
              <a:tr h="334963">
                <a:tc gridSpan="2">
                  <a:txBody>
                    <a:bodyPr/>
                    <a:lstStyle>
                      <a:lvl1pPr>
                        <a:spcBef>
                          <a:spcPct val="10000"/>
                        </a:spcBef>
                        <a:spcAft>
                          <a:spcPct val="25000"/>
                        </a:spcAft>
                        <a:buClr>
                          <a:schemeClr val="tx1"/>
                        </a:buClr>
                        <a:buSzPct val="80000"/>
                        <a:buFont typeface="Wingdings" panose="05000000000000000000" pitchFamily="2" charset="2"/>
                        <a:defRPr sz="2600" b="1">
                          <a:solidFill>
                            <a:srgbClr val="000000"/>
                          </a:solidFill>
                          <a:latin typeface="Arial" panose="020B0604020202090204" pitchFamily="34" charset="0"/>
                          <a:ea typeface="华文细黑" panose="02010600040101010101" pitchFamily="2" charset="-122"/>
                        </a:defRPr>
                      </a:lvl1pPr>
                      <a:lvl2pPr marL="386080" indent="71755">
                        <a:spcBef>
                          <a:spcPct val="10000"/>
                        </a:spcBef>
                        <a:spcAft>
                          <a:spcPct val="25000"/>
                        </a:spcAft>
                        <a:buClr>
                          <a:schemeClr val="tx1"/>
                        </a:buClr>
                        <a:buSzPct val="80000"/>
                        <a:buFont typeface="Wingdings" panose="05000000000000000000" pitchFamily="2" charset="2"/>
                        <a:defRPr sz="2000">
                          <a:solidFill>
                            <a:srgbClr val="000000"/>
                          </a:solidFill>
                          <a:latin typeface="Arial" panose="020B0604020202090204" pitchFamily="34" charset="0"/>
                          <a:ea typeface="华文细黑" panose="02010600040101010101" pitchFamily="2" charset="-122"/>
                        </a:defRPr>
                      </a:lvl2pPr>
                      <a:lvl3pPr marL="862330" indent="52705">
                        <a:spcBef>
                          <a:spcPct val="10000"/>
                        </a:spcBef>
                        <a:spcAft>
                          <a:spcPct val="25000"/>
                        </a:spcAft>
                        <a:buClr>
                          <a:schemeClr val="tx1"/>
                        </a:buClr>
                        <a:buFont typeface="Times New Roman" panose="02020503050405090304" pitchFamily="18" charset="0"/>
                        <a:defRPr sz="2000">
                          <a:solidFill>
                            <a:srgbClr val="000000"/>
                          </a:solidFill>
                          <a:latin typeface="Arial" panose="020B0604020202090204" pitchFamily="34" charset="0"/>
                          <a:ea typeface="华文细黑" panose="02010600040101010101" pitchFamily="2" charset="-122"/>
                        </a:defRPr>
                      </a:lvl3pPr>
                      <a:lvl4pPr marL="1281430" indent="90805">
                        <a:spcBef>
                          <a:spcPct val="10000"/>
                        </a:spcBef>
                        <a:spcAft>
                          <a:spcPct val="25000"/>
                        </a:spcAft>
                        <a:buClr>
                          <a:schemeClr val="tx1"/>
                        </a:buClr>
                        <a:buFont typeface="Arial" panose="020B0604020202090204" pitchFamily="34" charset="0"/>
                        <a:defRPr sz="1600">
                          <a:solidFill>
                            <a:srgbClr val="000000"/>
                          </a:solidFill>
                          <a:latin typeface="Arial" panose="020B0604020202090204" pitchFamily="34" charset="0"/>
                          <a:ea typeface="华文细黑" panose="02010600040101010101" pitchFamily="2" charset="-122"/>
                        </a:defRPr>
                      </a:lvl4pPr>
                      <a:lvl5pPr marL="1700530" indent="128905">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5pPr>
                      <a:lvl6pPr marL="21577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6pPr>
                      <a:lvl7pPr marL="26149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7pPr>
                      <a:lvl8pPr marL="30721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8pPr>
                      <a:lvl9pPr marL="35293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VLAN Table</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extLst>
                  <a:ext uri="{0D108BD9-81ED-4DB2-BD59-A6C34878D82A}">
                    <a16:rowId xmlns:a16="http://schemas.microsoft.com/office/drawing/2014/main" val="10000"/>
                  </a:ext>
                </a:extLst>
              </a:tr>
              <a:tr h="334963">
                <a:tc>
                  <a:txBody>
                    <a:bodyPr/>
                    <a:lstStyle>
                      <a:lvl1pPr>
                        <a:spcBef>
                          <a:spcPct val="10000"/>
                        </a:spcBef>
                        <a:spcAft>
                          <a:spcPct val="25000"/>
                        </a:spcAft>
                        <a:buClr>
                          <a:schemeClr val="tx1"/>
                        </a:buClr>
                        <a:buSzPct val="80000"/>
                        <a:buFont typeface="Wingdings" panose="05000000000000000000" pitchFamily="2" charset="2"/>
                        <a:defRPr sz="2600" b="1">
                          <a:solidFill>
                            <a:srgbClr val="000000"/>
                          </a:solidFill>
                          <a:latin typeface="Arial" panose="020B0604020202090204" pitchFamily="34" charset="0"/>
                          <a:ea typeface="华文细黑" panose="02010600040101010101" pitchFamily="2" charset="-122"/>
                        </a:defRPr>
                      </a:lvl1pPr>
                      <a:lvl2pPr marL="386080" indent="71755">
                        <a:spcBef>
                          <a:spcPct val="10000"/>
                        </a:spcBef>
                        <a:spcAft>
                          <a:spcPct val="25000"/>
                        </a:spcAft>
                        <a:buClr>
                          <a:schemeClr val="tx1"/>
                        </a:buClr>
                        <a:buSzPct val="80000"/>
                        <a:buFont typeface="Wingdings" panose="05000000000000000000" pitchFamily="2" charset="2"/>
                        <a:defRPr sz="2000">
                          <a:solidFill>
                            <a:srgbClr val="000000"/>
                          </a:solidFill>
                          <a:latin typeface="Arial" panose="020B0604020202090204" pitchFamily="34" charset="0"/>
                          <a:ea typeface="华文细黑" panose="02010600040101010101" pitchFamily="2" charset="-122"/>
                        </a:defRPr>
                      </a:lvl2pPr>
                      <a:lvl3pPr marL="862330" indent="52705">
                        <a:spcBef>
                          <a:spcPct val="10000"/>
                        </a:spcBef>
                        <a:spcAft>
                          <a:spcPct val="25000"/>
                        </a:spcAft>
                        <a:buClr>
                          <a:schemeClr val="tx1"/>
                        </a:buClr>
                        <a:buFont typeface="Times New Roman" panose="02020503050405090304" pitchFamily="18" charset="0"/>
                        <a:defRPr sz="2000">
                          <a:solidFill>
                            <a:srgbClr val="000000"/>
                          </a:solidFill>
                          <a:latin typeface="Arial" panose="020B0604020202090204" pitchFamily="34" charset="0"/>
                          <a:ea typeface="华文细黑" panose="02010600040101010101" pitchFamily="2" charset="-122"/>
                        </a:defRPr>
                      </a:lvl3pPr>
                      <a:lvl4pPr marL="1281430" indent="90805">
                        <a:spcBef>
                          <a:spcPct val="10000"/>
                        </a:spcBef>
                        <a:spcAft>
                          <a:spcPct val="25000"/>
                        </a:spcAft>
                        <a:buClr>
                          <a:schemeClr val="tx1"/>
                        </a:buClr>
                        <a:buFont typeface="Arial" panose="020B0604020202090204" pitchFamily="34" charset="0"/>
                        <a:defRPr sz="1600">
                          <a:solidFill>
                            <a:srgbClr val="000000"/>
                          </a:solidFill>
                          <a:latin typeface="Arial" panose="020B0604020202090204" pitchFamily="34" charset="0"/>
                          <a:ea typeface="华文细黑" panose="02010600040101010101" pitchFamily="2" charset="-122"/>
                        </a:defRPr>
                      </a:lvl4pPr>
                      <a:lvl5pPr marL="1700530" indent="128905">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5pPr>
                      <a:lvl6pPr marL="21577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6pPr>
                      <a:lvl7pPr marL="26149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7pPr>
                      <a:lvl8pPr marL="30721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8pPr>
                      <a:lvl9pPr marL="35293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VLAN ID</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spcAft>
                          <a:spcPct val="25000"/>
                        </a:spcAft>
                        <a:buClr>
                          <a:schemeClr val="tx1"/>
                        </a:buClr>
                        <a:buSzPct val="80000"/>
                        <a:buFont typeface="Wingdings" panose="05000000000000000000" pitchFamily="2" charset="2"/>
                        <a:defRPr sz="2600" b="1">
                          <a:solidFill>
                            <a:srgbClr val="000000"/>
                          </a:solidFill>
                          <a:latin typeface="Arial" panose="020B0604020202090204" pitchFamily="34" charset="0"/>
                          <a:ea typeface="华文细黑" panose="02010600040101010101" pitchFamily="2" charset="-122"/>
                        </a:defRPr>
                      </a:lvl1pPr>
                      <a:lvl2pPr marL="386080" indent="71755">
                        <a:spcBef>
                          <a:spcPct val="10000"/>
                        </a:spcBef>
                        <a:spcAft>
                          <a:spcPct val="25000"/>
                        </a:spcAft>
                        <a:buClr>
                          <a:schemeClr val="tx1"/>
                        </a:buClr>
                        <a:buSzPct val="80000"/>
                        <a:buFont typeface="Wingdings" panose="05000000000000000000" pitchFamily="2" charset="2"/>
                        <a:defRPr sz="2000">
                          <a:solidFill>
                            <a:srgbClr val="000000"/>
                          </a:solidFill>
                          <a:latin typeface="Arial" panose="020B0604020202090204" pitchFamily="34" charset="0"/>
                          <a:ea typeface="华文细黑" panose="02010600040101010101" pitchFamily="2" charset="-122"/>
                        </a:defRPr>
                      </a:lvl2pPr>
                      <a:lvl3pPr marL="862330" indent="52705">
                        <a:spcBef>
                          <a:spcPct val="10000"/>
                        </a:spcBef>
                        <a:spcAft>
                          <a:spcPct val="25000"/>
                        </a:spcAft>
                        <a:buClr>
                          <a:schemeClr val="tx1"/>
                        </a:buClr>
                        <a:buFont typeface="Times New Roman" panose="02020503050405090304" pitchFamily="18" charset="0"/>
                        <a:defRPr sz="2000">
                          <a:solidFill>
                            <a:srgbClr val="000000"/>
                          </a:solidFill>
                          <a:latin typeface="Arial" panose="020B0604020202090204" pitchFamily="34" charset="0"/>
                          <a:ea typeface="华文细黑" panose="02010600040101010101" pitchFamily="2" charset="-122"/>
                        </a:defRPr>
                      </a:lvl3pPr>
                      <a:lvl4pPr marL="1281430" indent="90805">
                        <a:spcBef>
                          <a:spcPct val="10000"/>
                        </a:spcBef>
                        <a:spcAft>
                          <a:spcPct val="25000"/>
                        </a:spcAft>
                        <a:buClr>
                          <a:schemeClr val="tx1"/>
                        </a:buClr>
                        <a:buFont typeface="Arial" panose="020B0604020202090204" pitchFamily="34" charset="0"/>
                        <a:defRPr sz="1600">
                          <a:solidFill>
                            <a:srgbClr val="000000"/>
                          </a:solidFill>
                          <a:latin typeface="Arial" panose="020B0604020202090204" pitchFamily="34" charset="0"/>
                          <a:ea typeface="华文细黑" panose="02010600040101010101" pitchFamily="2" charset="-122"/>
                        </a:defRPr>
                      </a:lvl4pPr>
                      <a:lvl5pPr marL="1700530" indent="128905">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5pPr>
                      <a:lvl6pPr marL="21577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6pPr>
                      <a:lvl7pPr marL="26149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7pPr>
                      <a:lvl8pPr marL="30721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8pPr>
                      <a:lvl9pPr marL="35293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IP子网</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36550">
                <a:tc>
                  <a:txBody>
                    <a:bodyPr/>
                    <a:lstStyle>
                      <a:lvl1pPr>
                        <a:spcBef>
                          <a:spcPct val="10000"/>
                        </a:spcBef>
                        <a:spcAft>
                          <a:spcPct val="25000"/>
                        </a:spcAft>
                        <a:buClr>
                          <a:schemeClr val="tx1"/>
                        </a:buClr>
                        <a:buSzPct val="80000"/>
                        <a:buFont typeface="Wingdings" panose="05000000000000000000" pitchFamily="2" charset="2"/>
                        <a:defRPr sz="2600" b="1">
                          <a:solidFill>
                            <a:srgbClr val="000000"/>
                          </a:solidFill>
                          <a:latin typeface="Arial" panose="020B0604020202090204" pitchFamily="34" charset="0"/>
                          <a:ea typeface="华文细黑" panose="02010600040101010101" pitchFamily="2" charset="-122"/>
                        </a:defRPr>
                      </a:lvl1pPr>
                      <a:lvl2pPr marL="386080" indent="71755">
                        <a:spcBef>
                          <a:spcPct val="10000"/>
                        </a:spcBef>
                        <a:spcAft>
                          <a:spcPct val="25000"/>
                        </a:spcAft>
                        <a:buClr>
                          <a:schemeClr val="tx1"/>
                        </a:buClr>
                        <a:buSzPct val="80000"/>
                        <a:buFont typeface="Wingdings" panose="05000000000000000000" pitchFamily="2" charset="2"/>
                        <a:defRPr sz="2000">
                          <a:solidFill>
                            <a:srgbClr val="000000"/>
                          </a:solidFill>
                          <a:latin typeface="Arial" panose="020B0604020202090204" pitchFamily="34" charset="0"/>
                          <a:ea typeface="华文细黑" panose="02010600040101010101" pitchFamily="2" charset="-122"/>
                        </a:defRPr>
                      </a:lvl2pPr>
                      <a:lvl3pPr marL="862330" indent="52705">
                        <a:spcBef>
                          <a:spcPct val="10000"/>
                        </a:spcBef>
                        <a:spcAft>
                          <a:spcPct val="25000"/>
                        </a:spcAft>
                        <a:buClr>
                          <a:schemeClr val="tx1"/>
                        </a:buClr>
                        <a:buFont typeface="Times New Roman" panose="02020503050405090304" pitchFamily="18" charset="0"/>
                        <a:defRPr sz="2000">
                          <a:solidFill>
                            <a:srgbClr val="000000"/>
                          </a:solidFill>
                          <a:latin typeface="Arial" panose="020B0604020202090204" pitchFamily="34" charset="0"/>
                          <a:ea typeface="华文细黑" panose="02010600040101010101" pitchFamily="2" charset="-122"/>
                        </a:defRPr>
                      </a:lvl3pPr>
                      <a:lvl4pPr marL="1281430" indent="90805">
                        <a:spcBef>
                          <a:spcPct val="10000"/>
                        </a:spcBef>
                        <a:spcAft>
                          <a:spcPct val="25000"/>
                        </a:spcAft>
                        <a:buClr>
                          <a:schemeClr val="tx1"/>
                        </a:buClr>
                        <a:buFont typeface="Arial" panose="020B0604020202090204" pitchFamily="34" charset="0"/>
                        <a:defRPr sz="1600">
                          <a:solidFill>
                            <a:srgbClr val="000000"/>
                          </a:solidFill>
                          <a:latin typeface="Arial" panose="020B0604020202090204" pitchFamily="34" charset="0"/>
                          <a:ea typeface="华文细黑" panose="02010600040101010101" pitchFamily="2" charset="-122"/>
                        </a:defRPr>
                      </a:lvl4pPr>
                      <a:lvl5pPr marL="1700530" indent="128905">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5pPr>
                      <a:lvl6pPr marL="21577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6pPr>
                      <a:lvl7pPr marL="26149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7pPr>
                      <a:lvl8pPr marL="30721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8pPr>
                      <a:lvl9pPr marL="35293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10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a:spcBef>
                          <a:spcPct val="10000"/>
                        </a:spcBef>
                        <a:spcAft>
                          <a:spcPct val="25000"/>
                        </a:spcAft>
                        <a:buClr>
                          <a:schemeClr val="tx1"/>
                        </a:buClr>
                        <a:buSzPct val="80000"/>
                        <a:buFont typeface="Wingdings" panose="05000000000000000000" pitchFamily="2" charset="2"/>
                        <a:defRPr sz="2600" b="1">
                          <a:solidFill>
                            <a:srgbClr val="000000"/>
                          </a:solidFill>
                          <a:latin typeface="Arial" panose="020B0604020202090204" pitchFamily="34" charset="0"/>
                          <a:ea typeface="华文细黑" panose="02010600040101010101" pitchFamily="2" charset="-122"/>
                        </a:defRPr>
                      </a:lvl1pPr>
                      <a:lvl2pPr marL="386080" indent="71755">
                        <a:spcBef>
                          <a:spcPct val="10000"/>
                        </a:spcBef>
                        <a:spcAft>
                          <a:spcPct val="25000"/>
                        </a:spcAft>
                        <a:buClr>
                          <a:schemeClr val="tx1"/>
                        </a:buClr>
                        <a:buSzPct val="80000"/>
                        <a:buFont typeface="Wingdings" panose="05000000000000000000" pitchFamily="2" charset="2"/>
                        <a:defRPr sz="2000">
                          <a:solidFill>
                            <a:srgbClr val="000000"/>
                          </a:solidFill>
                          <a:latin typeface="Arial" panose="020B0604020202090204" pitchFamily="34" charset="0"/>
                          <a:ea typeface="华文细黑" panose="02010600040101010101" pitchFamily="2" charset="-122"/>
                        </a:defRPr>
                      </a:lvl2pPr>
                      <a:lvl3pPr marL="862330" indent="52705">
                        <a:spcBef>
                          <a:spcPct val="10000"/>
                        </a:spcBef>
                        <a:spcAft>
                          <a:spcPct val="25000"/>
                        </a:spcAft>
                        <a:buClr>
                          <a:schemeClr val="tx1"/>
                        </a:buClr>
                        <a:buFont typeface="Times New Roman" panose="02020503050405090304" pitchFamily="18" charset="0"/>
                        <a:defRPr sz="2000">
                          <a:solidFill>
                            <a:srgbClr val="000000"/>
                          </a:solidFill>
                          <a:latin typeface="Arial" panose="020B0604020202090204" pitchFamily="34" charset="0"/>
                          <a:ea typeface="华文细黑" panose="02010600040101010101" pitchFamily="2" charset="-122"/>
                        </a:defRPr>
                      </a:lvl3pPr>
                      <a:lvl4pPr marL="1281430" indent="90805">
                        <a:spcBef>
                          <a:spcPct val="10000"/>
                        </a:spcBef>
                        <a:spcAft>
                          <a:spcPct val="25000"/>
                        </a:spcAft>
                        <a:buClr>
                          <a:schemeClr val="tx1"/>
                        </a:buClr>
                        <a:buFont typeface="Arial" panose="020B0604020202090204" pitchFamily="34" charset="0"/>
                        <a:defRPr sz="1600">
                          <a:solidFill>
                            <a:srgbClr val="000000"/>
                          </a:solidFill>
                          <a:latin typeface="Arial" panose="020B0604020202090204" pitchFamily="34" charset="0"/>
                          <a:ea typeface="华文细黑" panose="02010600040101010101" pitchFamily="2" charset="-122"/>
                        </a:defRPr>
                      </a:lvl4pPr>
                      <a:lvl5pPr marL="1700530" indent="128905">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5pPr>
                      <a:lvl6pPr marL="21577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6pPr>
                      <a:lvl7pPr marL="26149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7pPr>
                      <a:lvl8pPr marL="30721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8pPr>
                      <a:lvl9pPr marL="35293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172.16.1.0/24</a:t>
                      </a:r>
                      <a:endParaRPr kumimoji="0" lang="zh-CN" altLang="zh-CN"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2"/>
                  </a:ext>
                </a:extLst>
              </a:tr>
              <a:tr h="334963">
                <a:tc>
                  <a:txBody>
                    <a:bodyPr/>
                    <a:lstStyle>
                      <a:lvl1pPr>
                        <a:spcBef>
                          <a:spcPct val="10000"/>
                        </a:spcBef>
                        <a:spcAft>
                          <a:spcPct val="25000"/>
                        </a:spcAft>
                        <a:buClr>
                          <a:schemeClr val="tx1"/>
                        </a:buClr>
                        <a:buSzPct val="80000"/>
                        <a:buFont typeface="Wingdings" panose="05000000000000000000" pitchFamily="2" charset="2"/>
                        <a:defRPr sz="2600" b="1">
                          <a:solidFill>
                            <a:srgbClr val="000000"/>
                          </a:solidFill>
                          <a:latin typeface="Arial" panose="020B0604020202090204" pitchFamily="34" charset="0"/>
                          <a:ea typeface="华文细黑" panose="02010600040101010101" pitchFamily="2" charset="-122"/>
                        </a:defRPr>
                      </a:lvl1pPr>
                      <a:lvl2pPr marL="386080" indent="71755">
                        <a:spcBef>
                          <a:spcPct val="10000"/>
                        </a:spcBef>
                        <a:spcAft>
                          <a:spcPct val="25000"/>
                        </a:spcAft>
                        <a:buClr>
                          <a:schemeClr val="tx1"/>
                        </a:buClr>
                        <a:buSzPct val="80000"/>
                        <a:buFont typeface="Wingdings" panose="05000000000000000000" pitchFamily="2" charset="2"/>
                        <a:defRPr sz="2000">
                          <a:solidFill>
                            <a:srgbClr val="000000"/>
                          </a:solidFill>
                          <a:latin typeface="Arial" panose="020B0604020202090204" pitchFamily="34" charset="0"/>
                          <a:ea typeface="华文细黑" panose="02010600040101010101" pitchFamily="2" charset="-122"/>
                        </a:defRPr>
                      </a:lvl2pPr>
                      <a:lvl3pPr marL="862330" indent="52705">
                        <a:spcBef>
                          <a:spcPct val="10000"/>
                        </a:spcBef>
                        <a:spcAft>
                          <a:spcPct val="25000"/>
                        </a:spcAft>
                        <a:buClr>
                          <a:schemeClr val="tx1"/>
                        </a:buClr>
                        <a:buFont typeface="Times New Roman" panose="02020503050405090304" pitchFamily="18" charset="0"/>
                        <a:defRPr sz="2000">
                          <a:solidFill>
                            <a:srgbClr val="000000"/>
                          </a:solidFill>
                          <a:latin typeface="Arial" panose="020B0604020202090204" pitchFamily="34" charset="0"/>
                          <a:ea typeface="华文细黑" panose="02010600040101010101" pitchFamily="2" charset="-122"/>
                        </a:defRPr>
                      </a:lvl3pPr>
                      <a:lvl4pPr marL="1281430" indent="90805">
                        <a:spcBef>
                          <a:spcPct val="10000"/>
                        </a:spcBef>
                        <a:spcAft>
                          <a:spcPct val="25000"/>
                        </a:spcAft>
                        <a:buClr>
                          <a:schemeClr val="tx1"/>
                        </a:buClr>
                        <a:buFont typeface="Arial" panose="020B0604020202090204" pitchFamily="34" charset="0"/>
                        <a:defRPr sz="1600">
                          <a:solidFill>
                            <a:srgbClr val="000000"/>
                          </a:solidFill>
                          <a:latin typeface="Arial" panose="020B0604020202090204" pitchFamily="34" charset="0"/>
                          <a:ea typeface="华文细黑" panose="02010600040101010101" pitchFamily="2" charset="-122"/>
                        </a:defRPr>
                      </a:lvl4pPr>
                      <a:lvl5pPr marL="1700530" indent="128905">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5pPr>
                      <a:lvl6pPr marL="21577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6pPr>
                      <a:lvl7pPr marL="26149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7pPr>
                      <a:lvl8pPr marL="30721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8pPr>
                      <a:lvl9pPr marL="35293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20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a:spcBef>
                          <a:spcPct val="10000"/>
                        </a:spcBef>
                        <a:spcAft>
                          <a:spcPct val="25000"/>
                        </a:spcAft>
                        <a:buClr>
                          <a:schemeClr val="tx1"/>
                        </a:buClr>
                        <a:buSzPct val="80000"/>
                        <a:buFont typeface="Wingdings" panose="05000000000000000000" pitchFamily="2" charset="2"/>
                        <a:defRPr sz="2600" b="1">
                          <a:solidFill>
                            <a:srgbClr val="000000"/>
                          </a:solidFill>
                          <a:latin typeface="Arial" panose="020B0604020202090204" pitchFamily="34" charset="0"/>
                          <a:ea typeface="华文细黑" panose="02010600040101010101" pitchFamily="2" charset="-122"/>
                        </a:defRPr>
                      </a:lvl1pPr>
                      <a:lvl2pPr marL="386080" indent="71755">
                        <a:spcBef>
                          <a:spcPct val="10000"/>
                        </a:spcBef>
                        <a:spcAft>
                          <a:spcPct val="25000"/>
                        </a:spcAft>
                        <a:buClr>
                          <a:schemeClr val="tx1"/>
                        </a:buClr>
                        <a:buSzPct val="80000"/>
                        <a:buFont typeface="Wingdings" panose="05000000000000000000" pitchFamily="2" charset="2"/>
                        <a:defRPr sz="2000">
                          <a:solidFill>
                            <a:srgbClr val="000000"/>
                          </a:solidFill>
                          <a:latin typeface="Arial" panose="020B0604020202090204" pitchFamily="34" charset="0"/>
                          <a:ea typeface="华文细黑" panose="02010600040101010101" pitchFamily="2" charset="-122"/>
                        </a:defRPr>
                      </a:lvl2pPr>
                      <a:lvl3pPr marL="862330" indent="52705">
                        <a:spcBef>
                          <a:spcPct val="10000"/>
                        </a:spcBef>
                        <a:spcAft>
                          <a:spcPct val="25000"/>
                        </a:spcAft>
                        <a:buClr>
                          <a:schemeClr val="tx1"/>
                        </a:buClr>
                        <a:buFont typeface="Times New Roman" panose="02020503050405090304" pitchFamily="18" charset="0"/>
                        <a:defRPr sz="2000">
                          <a:solidFill>
                            <a:srgbClr val="000000"/>
                          </a:solidFill>
                          <a:latin typeface="Arial" panose="020B0604020202090204" pitchFamily="34" charset="0"/>
                          <a:ea typeface="华文细黑" panose="02010600040101010101" pitchFamily="2" charset="-122"/>
                        </a:defRPr>
                      </a:lvl3pPr>
                      <a:lvl4pPr marL="1281430" indent="90805">
                        <a:spcBef>
                          <a:spcPct val="10000"/>
                        </a:spcBef>
                        <a:spcAft>
                          <a:spcPct val="25000"/>
                        </a:spcAft>
                        <a:buClr>
                          <a:schemeClr val="tx1"/>
                        </a:buClr>
                        <a:buFont typeface="Arial" panose="020B0604020202090204" pitchFamily="34" charset="0"/>
                        <a:defRPr sz="1600">
                          <a:solidFill>
                            <a:srgbClr val="000000"/>
                          </a:solidFill>
                          <a:latin typeface="Arial" panose="020B0604020202090204" pitchFamily="34" charset="0"/>
                          <a:ea typeface="华文细黑" panose="02010600040101010101" pitchFamily="2" charset="-122"/>
                        </a:defRPr>
                      </a:lvl4pPr>
                      <a:lvl5pPr marL="1700530" indent="128905">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5pPr>
                      <a:lvl6pPr marL="21577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6pPr>
                      <a:lvl7pPr marL="26149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7pPr>
                      <a:lvl8pPr marL="30721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8pPr>
                      <a:lvl9pPr marL="35293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172.16.2.0/24</a:t>
                      </a:r>
                      <a:endParaRPr kumimoji="0" lang="zh-CN" altLang="zh-CN"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3"/>
                  </a:ext>
                </a:extLst>
              </a:tr>
            </a:tbl>
          </a:graphicData>
        </a:graphic>
      </p:graphicFrame>
      <p:sp>
        <p:nvSpPr>
          <p:cNvPr id="49" name="Text Box 38"/>
          <p:cNvSpPr txBox="1">
            <a:spLocks noChangeArrowheads="1"/>
          </p:cNvSpPr>
          <p:nvPr/>
        </p:nvSpPr>
        <p:spPr bwMode="auto">
          <a:xfrm>
            <a:off x="2197011" y="3214675"/>
            <a:ext cx="151288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1400" dirty="0">
                <a:latin typeface="微软雅黑" panose="020B0503020204020204" pitchFamily="34" charset="-122"/>
                <a:ea typeface="微软雅黑" panose="020B0503020204020204" pitchFamily="34" charset="-122"/>
              </a:rPr>
              <a:t>172.16.1.1</a:t>
            </a:r>
            <a:r>
              <a:rPr lang="zh-CN" altLang="zh-CN" sz="1400" dirty="0">
                <a:latin typeface="微软雅黑" panose="020B0503020204020204" pitchFamily="34" charset="-122"/>
                <a:ea typeface="微软雅黑" panose="020B0503020204020204" pitchFamily="34" charset="-122"/>
              </a:rPr>
              <a:t>/24</a:t>
            </a:r>
          </a:p>
        </p:txBody>
      </p:sp>
      <p:sp>
        <p:nvSpPr>
          <p:cNvPr id="54" name="Text Box 38"/>
          <p:cNvSpPr txBox="1">
            <a:spLocks noChangeArrowheads="1"/>
          </p:cNvSpPr>
          <p:nvPr/>
        </p:nvSpPr>
        <p:spPr bwMode="auto">
          <a:xfrm>
            <a:off x="2216336" y="4580369"/>
            <a:ext cx="151288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1400" dirty="0">
                <a:latin typeface="微软雅黑" panose="020B0503020204020204" pitchFamily="34" charset="-122"/>
                <a:ea typeface="微软雅黑" panose="020B0503020204020204" pitchFamily="34" charset="-122"/>
              </a:rPr>
              <a:t>172.16.1.2</a:t>
            </a:r>
            <a:r>
              <a:rPr lang="zh-CN" altLang="zh-CN" sz="1400" dirty="0">
                <a:latin typeface="微软雅黑" panose="020B0503020204020204" pitchFamily="34" charset="-122"/>
                <a:ea typeface="微软雅黑" panose="020B0503020204020204" pitchFamily="34" charset="-122"/>
              </a:rPr>
              <a:t>/24</a:t>
            </a:r>
          </a:p>
        </p:txBody>
      </p:sp>
      <p:sp>
        <p:nvSpPr>
          <p:cNvPr id="55" name="Text Box 38"/>
          <p:cNvSpPr txBox="1">
            <a:spLocks noChangeArrowheads="1"/>
          </p:cNvSpPr>
          <p:nvPr/>
        </p:nvSpPr>
        <p:spPr bwMode="auto">
          <a:xfrm>
            <a:off x="8685917" y="3212738"/>
            <a:ext cx="151288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1400" dirty="0">
                <a:latin typeface="微软雅黑" panose="020B0503020204020204" pitchFamily="34" charset="-122"/>
                <a:ea typeface="微软雅黑" panose="020B0503020204020204" pitchFamily="34" charset="-122"/>
              </a:rPr>
              <a:t>172.16.2.1</a:t>
            </a:r>
            <a:r>
              <a:rPr lang="zh-CN" altLang="zh-CN" sz="1400" dirty="0">
                <a:latin typeface="微软雅黑" panose="020B0503020204020204" pitchFamily="34" charset="-122"/>
                <a:ea typeface="微软雅黑" panose="020B0503020204020204" pitchFamily="34" charset="-122"/>
              </a:rPr>
              <a:t>/24</a:t>
            </a:r>
          </a:p>
        </p:txBody>
      </p:sp>
      <p:sp>
        <p:nvSpPr>
          <p:cNvPr id="56" name="Text Box 38"/>
          <p:cNvSpPr txBox="1">
            <a:spLocks noChangeArrowheads="1"/>
          </p:cNvSpPr>
          <p:nvPr/>
        </p:nvSpPr>
        <p:spPr bwMode="auto">
          <a:xfrm>
            <a:off x="8694846" y="4583551"/>
            <a:ext cx="151288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1400" dirty="0">
                <a:latin typeface="微软雅黑" panose="020B0503020204020204" pitchFamily="34" charset="-122"/>
                <a:ea typeface="微软雅黑" panose="020B0503020204020204" pitchFamily="34" charset="-122"/>
              </a:rPr>
              <a:t>172.16.2.2</a:t>
            </a:r>
            <a:r>
              <a:rPr lang="zh-CN" altLang="zh-CN" sz="1400" dirty="0">
                <a:latin typeface="微软雅黑" panose="020B0503020204020204" pitchFamily="34" charset="-122"/>
                <a:ea typeface="微软雅黑" panose="020B0503020204020204" pitchFamily="34" charset="-122"/>
              </a:rPr>
              <a:t>/24</a:t>
            </a:r>
          </a:p>
        </p:txBody>
      </p:sp>
      <p:sp>
        <p:nvSpPr>
          <p:cNvPr id="57" name="日期占位符 36"/>
          <p:cNvSpPr>
            <a:spLocks noGrp="1"/>
          </p:cNvSpPr>
          <p:nvPr>
            <p:ph type="dt" sz="half" idx="10"/>
          </p:nvPr>
        </p:nvSpPr>
        <p:spPr>
          <a:xfrm>
            <a:off x="197335" y="6489303"/>
            <a:ext cx="2743200" cy="365125"/>
          </a:xfrm>
        </p:spPr>
        <p:txBody>
          <a:bodyPr/>
          <a:lstStyle/>
          <a:p>
            <a:r>
              <a:rPr lang="en-US" altLang="zh-CN" dirty="0">
                <a:latin typeface="微软雅黑" panose="020B0503020204020204" pitchFamily="34" charset="-122"/>
                <a:ea typeface="微软雅黑" panose="020B0503020204020204" pitchFamily="34" charset="-122"/>
              </a:rPr>
              <a:t>4.4 </a:t>
            </a:r>
            <a:r>
              <a:rPr lang="zh-CN" altLang="en-US" dirty="0">
                <a:latin typeface="微软雅黑" panose="020B0503020204020204" pitchFamily="34" charset="-122"/>
                <a:ea typeface="微软雅黑" panose="020B0503020204020204" pitchFamily="34" charset="-122"/>
              </a:rPr>
              <a:t>数据链路层交换</a:t>
            </a:r>
          </a:p>
        </p:txBody>
      </p:sp>
      <p:sp>
        <p:nvSpPr>
          <p:cNvPr id="58" name="灯片编号占位符 38"/>
          <p:cNvSpPr>
            <a:spLocks noGrp="1"/>
          </p:cNvSpPr>
          <p:nvPr>
            <p:ph type="sldNum" sz="quarter" idx="12"/>
          </p:nvPr>
        </p:nvSpPr>
        <p:spPr>
          <a:xfrm>
            <a:off x="8686810" y="6489303"/>
            <a:ext cx="3319670" cy="365125"/>
          </a:xfrm>
        </p:spPr>
        <p:txBody>
          <a:bodyPr/>
          <a:lstStyle/>
          <a:p>
            <a:fld id="{8D4D1E41-7A09-AB4A-A4E1-09765ADA2698}" type="slidenum">
              <a:rPr kumimoji="1" lang="zh-CN" altLang="en-US" smtClean="0"/>
              <a:t>110</a:t>
            </a:fld>
            <a:endParaRPr kumimoji="1" lang="zh-CN" altLang="en-US" dirty="0"/>
          </a:p>
        </p:txBody>
      </p:sp>
      <p:sp>
        <p:nvSpPr>
          <p:cNvPr id="52" name="文本框 51"/>
          <p:cNvSpPr txBox="1"/>
          <p:nvPr/>
        </p:nvSpPr>
        <p:spPr>
          <a:xfrm>
            <a:off x="4145118" y="5907349"/>
            <a:ext cx="4221565" cy="497957"/>
          </a:xfrm>
          <a:prstGeom prst="rect">
            <a:avLst/>
          </a:prstGeom>
          <a:noFill/>
        </p:spPr>
        <p:txBody>
          <a:bodyPr wrap="square" rtlCol="0">
            <a:spAutoFit/>
          </a:bodyPr>
          <a:lstStyle/>
          <a:p>
            <a:pPr marL="0" indent="0" algn="ctr">
              <a:lnSpc>
                <a:spcPct val="120000"/>
              </a:lnSpc>
              <a:buNone/>
            </a:pPr>
            <a:r>
              <a:rPr lang="zh-CN" altLang="en-US" sz="2400" kern="100" dirty="0">
                <a:solidFill>
                  <a:srgbClr val="C00000"/>
                </a:solidFill>
                <a:latin typeface="微软雅黑" panose="020B0503020204020204" pitchFamily="34" charset="-122"/>
                <a:ea typeface="微软雅黑" panose="020B0503020204020204" pitchFamily="34" charset="-122"/>
              </a:rPr>
              <a:t>一个子网就是一个</a:t>
            </a:r>
            <a:r>
              <a:rPr lang="en-US" altLang="zh-CN" sz="2400" kern="100" dirty="0">
                <a:solidFill>
                  <a:srgbClr val="C00000"/>
                </a:solidFill>
                <a:latin typeface="微软雅黑" panose="020B0503020204020204" pitchFamily="34" charset="-122"/>
                <a:ea typeface="微软雅黑" panose="020B0503020204020204" pitchFamily="34" charset="-122"/>
              </a:rPr>
              <a:t>VLAN</a:t>
            </a:r>
            <a:endParaRPr lang="en-US" altLang="zh-CN" sz="2400" kern="100" dirty="0">
              <a:solidFill>
                <a:srgbClr val="C00000"/>
              </a:solidFill>
              <a:effectLst/>
              <a:latin typeface="微软雅黑" panose="020B0503020204020204" pitchFamily="34" charset="-122"/>
              <a:ea typeface="微软雅黑" panose="020B0503020204020204" pitchFamily="34" charset="-122"/>
            </a:endParaRP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en-US" altLang="zh-CN" dirty="0"/>
              <a:t> </a:t>
            </a:r>
            <a:r>
              <a:rPr kumimoji="1" lang="zh-CN" altLang="zh-CN" dirty="0"/>
              <a:t>虚拟局域网</a:t>
            </a:r>
            <a:endParaRPr kumimoji="1" lang="zh-CN" altLang="en-US" dirty="0"/>
          </a:p>
        </p:txBody>
      </p:sp>
      <p:sp>
        <p:nvSpPr>
          <p:cNvPr id="91" name="内容占位符 2"/>
          <p:cNvSpPr>
            <a:spLocks noGrp="1"/>
          </p:cNvSpPr>
          <p:nvPr>
            <p:ph idx="1"/>
          </p:nvPr>
        </p:nvSpPr>
        <p:spPr>
          <a:xfrm>
            <a:off x="838200" y="1417272"/>
            <a:ext cx="10515600" cy="5131205"/>
          </a:xfrm>
          <a:ln>
            <a:noFill/>
          </a:ln>
        </p:spPr>
        <p:txBody>
          <a:bodyPr>
            <a:normAutofit/>
          </a:bodyPr>
          <a:lstStyle/>
          <a:p>
            <a:pPr>
              <a:lnSpc>
                <a:spcPct val="120000"/>
              </a:lnSpc>
            </a:pPr>
            <a:r>
              <a:rPr kumimoji="1" lang="zh-CN" altLang="en-US" dirty="0"/>
              <a:t>如何</a:t>
            </a:r>
            <a:r>
              <a:rPr kumimoji="1" lang="zh-CN" altLang="zh-CN" dirty="0"/>
              <a:t>区分不同VLAN的</a:t>
            </a:r>
            <a:r>
              <a:rPr kumimoji="1" lang="zh-CN" altLang="en-US" dirty="0"/>
              <a:t>数据</a:t>
            </a:r>
            <a:r>
              <a:rPr kumimoji="1" lang="zh-CN" altLang="zh-CN" dirty="0"/>
              <a:t>帧</a:t>
            </a:r>
            <a:r>
              <a:rPr kumimoji="1" lang="zh-CN" altLang="en-US" dirty="0"/>
              <a:t>？</a:t>
            </a:r>
            <a:endParaRPr kumimoji="1" lang="en-US" altLang="zh-CN" dirty="0"/>
          </a:p>
          <a:p>
            <a:pPr lvl="1">
              <a:lnSpc>
                <a:spcPct val="120000"/>
              </a:lnSpc>
            </a:pPr>
            <a:r>
              <a:rPr lang="zh-CN" altLang="en-US" dirty="0"/>
              <a:t>在数据</a:t>
            </a:r>
            <a:r>
              <a:rPr lang="zh-CN" altLang="zh-CN" dirty="0"/>
              <a:t>帧</a:t>
            </a:r>
            <a:r>
              <a:rPr lang="zh-CN" altLang="en-US" dirty="0"/>
              <a:t>中携带</a:t>
            </a:r>
            <a:r>
              <a:rPr lang="en-US" altLang="zh-CN" dirty="0"/>
              <a:t>VLAN</a:t>
            </a:r>
            <a:r>
              <a:rPr lang="zh-CN" altLang="en-US" dirty="0"/>
              <a:t>标记；</a:t>
            </a:r>
            <a:endParaRPr lang="en-US" altLang="zh-CN" dirty="0"/>
          </a:p>
          <a:p>
            <a:pPr lvl="1">
              <a:lnSpc>
                <a:spcPct val="120000"/>
              </a:lnSpc>
            </a:pPr>
            <a:r>
              <a:rPr lang="en-US" altLang="zh-CN" dirty="0"/>
              <a:t>VLAN </a:t>
            </a:r>
            <a:r>
              <a:rPr lang="zh-CN" altLang="en-US" dirty="0"/>
              <a:t>标记由交换机添加</a:t>
            </a:r>
            <a:r>
              <a:rPr lang="en-US" altLang="zh-CN" dirty="0"/>
              <a:t>/</a:t>
            </a:r>
            <a:r>
              <a:rPr lang="zh-CN" altLang="en-US" dirty="0"/>
              <a:t>剥除，对终端站点透明；</a:t>
            </a:r>
          </a:p>
          <a:p>
            <a:pPr lvl="1">
              <a:lnSpc>
                <a:spcPct val="120000"/>
              </a:lnSpc>
            </a:pPr>
            <a:endParaRPr lang="zh-CN" altLang="zh-CN" sz="2000" dirty="0"/>
          </a:p>
        </p:txBody>
      </p:sp>
      <p:sp>
        <p:nvSpPr>
          <p:cNvPr id="49" name="日期占位符 36"/>
          <p:cNvSpPr>
            <a:spLocks noGrp="1"/>
          </p:cNvSpPr>
          <p:nvPr>
            <p:ph type="dt" sz="half" idx="10"/>
          </p:nvPr>
        </p:nvSpPr>
        <p:spPr>
          <a:xfrm>
            <a:off x="197335" y="6489303"/>
            <a:ext cx="2743200" cy="365125"/>
          </a:xfrm>
        </p:spPr>
        <p:txBody>
          <a:bodyPr/>
          <a:lstStyle/>
          <a:p>
            <a:r>
              <a:rPr lang="en-US" altLang="zh-CN" dirty="0">
                <a:latin typeface="微软雅黑" panose="020B0503020204020204" pitchFamily="34" charset="-122"/>
                <a:ea typeface="微软雅黑" panose="020B0503020204020204" pitchFamily="34" charset="-122"/>
              </a:rPr>
              <a:t>4.4 </a:t>
            </a:r>
            <a:r>
              <a:rPr lang="zh-CN" altLang="en-US" dirty="0">
                <a:latin typeface="微软雅黑" panose="020B0503020204020204" pitchFamily="34" charset="-122"/>
                <a:ea typeface="微软雅黑" panose="020B0503020204020204" pitchFamily="34" charset="-122"/>
              </a:rPr>
              <a:t>数据链路层交换</a:t>
            </a:r>
          </a:p>
        </p:txBody>
      </p:sp>
      <p:sp>
        <p:nvSpPr>
          <p:cNvPr id="50" name="灯片编号占位符 38"/>
          <p:cNvSpPr>
            <a:spLocks noGrp="1"/>
          </p:cNvSpPr>
          <p:nvPr>
            <p:ph type="sldNum" sz="quarter" idx="12"/>
          </p:nvPr>
        </p:nvSpPr>
        <p:spPr>
          <a:xfrm>
            <a:off x="8686810" y="6489303"/>
            <a:ext cx="3319670" cy="365125"/>
          </a:xfrm>
        </p:spPr>
        <p:txBody>
          <a:bodyPr/>
          <a:lstStyle/>
          <a:p>
            <a:fld id="{8D4D1E41-7A09-AB4A-A4E1-09765ADA2698}" type="slidenum">
              <a:rPr kumimoji="1" lang="zh-CN" altLang="en-US" smtClean="0"/>
              <a:t>111</a:t>
            </a:fld>
            <a:endParaRPr kumimoji="1" lang="zh-CN" altLang="en-US" dirty="0"/>
          </a:p>
        </p:txBody>
      </p:sp>
      <p:pic>
        <p:nvPicPr>
          <p:cNvPr id="3" name="图片 2"/>
          <p:cNvPicPr>
            <a:picLocks noChangeAspect="1"/>
          </p:cNvPicPr>
          <p:nvPr/>
        </p:nvPicPr>
        <p:blipFill rotWithShape="1">
          <a:blip r:embed="rId3"/>
          <a:srcRect t="6992"/>
          <a:stretch>
            <a:fillRect/>
          </a:stretch>
        </p:blipFill>
        <p:spPr>
          <a:xfrm>
            <a:off x="1139342" y="3142594"/>
            <a:ext cx="9675802" cy="3237718"/>
          </a:xfrm>
          <a:prstGeom prst="rect">
            <a:avLst/>
          </a:prstGeom>
        </p:spPr>
      </p:pic>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en-US" altLang="zh-CN" dirty="0"/>
              <a:t> </a:t>
            </a:r>
            <a:r>
              <a:rPr kumimoji="1" lang="zh-CN" altLang="zh-CN" dirty="0"/>
              <a:t>虚拟局域网</a:t>
            </a:r>
            <a:endParaRPr kumimoji="1" lang="zh-CN" altLang="en-US" dirty="0"/>
          </a:p>
        </p:txBody>
      </p:sp>
      <p:sp>
        <p:nvSpPr>
          <p:cNvPr id="91" name="内容占位符 2"/>
          <p:cNvSpPr>
            <a:spLocks noGrp="1"/>
          </p:cNvSpPr>
          <p:nvPr>
            <p:ph idx="1"/>
          </p:nvPr>
        </p:nvSpPr>
        <p:spPr>
          <a:xfrm>
            <a:off x="838199" y="1417272"/>
            <a:ext cx="10702159" cy="5131205"/>
          </a:xfrm>
          <a:ln>
            <a:noFill/>
          </a:ln>
        </p:spPr>
        <p:txBody>
          <a:bodyPr>
            <a:normAutofit/>
          </a:bodyPr>
          <a:lstStyle/>
          <a:p>
            <a:pPr>
              <a:lnSpc>
                <a:spcPct val="120000"/>
              </a:lnSpc>
            </a:pPr>
            <a:r>
              <a:rPr lang="zh-CN" altLang="en-US" dirty="0"/>
              <a:t>帧标记标准：</a:t>
            </a:r>
            <a:r>
              <a:rPr lang="en-US" altLang="zh-CN" dirty="0"/>
              <a:t>IEEE802.1Q</a:t>
            </a:r>
          </a:p>
          <a:p>
            <a:pPr lvl="1">
              <a:lnSpc>
                <a:spcPct val="120000"/>
              </a:lnSpc>
            </a:pPr>
            <a:r>
              <a:rPr lang="zh-CN" altLang="en-US" dirty="0"/>
              <a:t>带</a:t>
            </a:r>
            <a:r>
              <a:rPr lang="en-US" altLang="zh-CN" dirty="0"/>
              <a:t>VLAN</a:t>
            </a:r>
            <a:r>
              <a:rPr lang="zh-CN" altLang="en-US" dirty="0"/>
              <a:t>标记的帧称为</a:t>
            </a:r>
            <a:r>
              <a:rPr lang="zh-CN" altLang="en-US" dirty="0">
                <a:solidFill>
                  <a:srgbClr val="C00000"/>
                </a:solidFill>
              </a:rPr>
              <a:t>标记帧</a:t>
            </a:r>
            <a:r>
              <a:rPr lang="zh-CN" altLang="en-US" dirty="0"/>
              <a:t>（</a:t>
            </a:r>
            <a:r>
              <a:rPr lang="en-US" altLang="zh-CN" dirty="0"/>
              <a:t>Tagged Frame</a:t>
            </a:r>
            <a:r>
              <a:rPr lang="zh-CN" altLang="en-US" dirty="0"/>
              <a:t>）</a:t>
            </a:r>
            <a:endParaRPr lang="en-US" altLang="zh-CN" dirty="0"/>
          </a:p>
          <a:p>
            <a:pPr lvl="1">
              <a:lnSpc>
                <a:spcPct val="120000"/>
              </a:lnSpc>
            </a:pPr>
            <a:r>
              <a:rPr lang="zh-CN" altLang="en-US" dirty="0"/>
              <a:t>不携带</a:t>
            </a:r>
            <a:r>
              <a:rPr lang="en-US" altLang="zh-CN" dirty="0"/>
              <a:t>VLAN</a:t>
            </a:r>
            <a:r>
              <a:rPr lang="zh-CN" altLang="en-US" dirty="0"/>
              <a:t>标记的普通以太网帧称为</a:t>
            </a:r>
            <a:r>
              <a:rPr lang="zh-CN" altLang="en-US" dirty="0">
                <a:solidFill>
                  <a:srgbClr val="C00000"/>
                </a:solidFill>
              </a:rPr>
              <a:t>无标记帧</a:t>
            </a:r>
            <a:r>
              <a:rPr lang="zh-CN" altLang="en-US" dirty="0"/>
              <a:t>（</a:t>
            </a:r>
            <a:r>
              <a:rPr lang="en-US" altLang="zh-CN" dirty="0"/>
              <a:t>Untagged Frame</a:t>
            </a:r>
            <a:r>
              <a:rPr lang="zh-CN" altLang="en-US" dirty="0"/>
              <a:t>）</a:t>
            </a:r>
            <a:endParaRPr lang="en-US" altLang="zh-CN" dirty="0"/>
          </a:p>
        </p:txBody>
      </p:sp>
      <p:sp>
        <p:nvSpPr>
          <p:cNvPr id="38" name="Rectangle 45"/>
          <p:cNvSpPr>
            <a:spLocks noChangeArrowheads="1"/>
          </p:cNvSpPr>
          <p:nvPr/>
        </p:nvSpPr>
        <p:spPr bwMode="auto">
          <a:xfrm>
            <a:off x="3778523" y="5077490"/>
            <a:ext cx="5483225" cy="669925"/>
          </a:xfrm>
          <a:prstGeom prst="rect">
            <a:avLst/>
          </a:prstGeom>
          <a:solidFill>
            <a:srgbClr val="CCECFF"/>
          </a:solidFill>
          <a:ln w="19050">
            <a:solidFill>
              <a:schemeClr val="tx2"/>
            </a:solidFill>
            <a:miter lim="800000"/>
          </a:ln>
          <a:effectLst>
            <a:outerShdw dist="35921" dir="2700000" algn="ctr" rotWithShape="0">
              <a:schemeClr val="bg2"/>
            </a:outerShdw>
          </a:effectLst>
        </p:spPr>
        <p:txBody>
          <a:bodyPr wrap="none" anchor="ctr"/>
          <a:lstStyle>
            <a:lvl1pPr>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eaLnBrk="1" hangingPunct="1">
              <a:lnSpc>
                <a:spcPts val="3100"/>
              </a:lnSpc>
              <a:buFont typeface="Wingdings" panose="05000000000000000000" pitchFamily="2" charset="2"/>
              <a:buNone/>
            </a:pPr>
            <a:endParaRPr kumimoji="0" lang="zh-CN" altLang="en-US">
              <a:solidFill>
                <a:srgbClr val="020202"/>
              </a:solidFill>
              <a:latin typeface="Tahoma" panose="020B0604030504040204" pitchFamily="34" charset="0"/>
            </a:endParaRPr>
          </a:p>
        </p:txBody>
      </p:sp>
      <p:sp>
        <p:nvSpPr>
          <p:cNvPr id="40" name="Rectangle 47"/>
          <p:cNvSpPr>
            <a:spLocks noChangeArrowheads="1"/>
          </p:cNvSpPr>
          <p:nvPr/>
        </p:nvSpPr>
        <p:spPr bwMode="auto">
          <a:xfrm>
            <a:off x="9935173" y="3836065"/>
            <a:ext cx="638175"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defTabSz="76200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defTabSz="7620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defTabSz="7620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defTabSz="7620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a:spcBef>
                <a:spcPct val="0"/>
              </a:spcBef>
              <a:buClrTx/>
              <a:buSzTx/>
              <a:buFontTx/>
              <a:buNone/>
            </a:pPr>
            <a:r>
              <a:rPr lang="zh-CN" altLang="en-US" sz="1800" b="0" dirty="0">
                <a:solidFill>
                  <a:srgbClr val="333399"/>
                </a:solidFill>
                <a:ea typeface="黑体" panose="02010609060101010101" pitchFamily="2" charset="-122"/>
              </a:rPr>
              <a:t>字节</a:t>
            </a:r>
          </a:p>
        </p:txBody>
      </p:sp>
      <p:sp>
        <p:nvSpPr>
          <p:cNvPr id="41" name="Rectangle 48"/>
          <p:cNvSpPr>
            <a:spLocks noChangeArrowheads="1"/>
          </p:cNvSpPr>
          <p:nvPr/>
        </p:nvSpPr>
        <p:spPr bwMode="auto">
          <a:xfrm>
            <a:off x="3768998" y="3823365"/>
            <a:ext cx="295275"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defTabSz="76200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defTabSz="7620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defTabSz="7620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defTabSz="7620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a:spcBef>
                <a:spcPct val="0"/>
              </a:spcBef>
              <a:buClrTx/>
              <a:buSzTx/>
              <a:buFontTx/>
              <a:buNone/>
            </a:pPr>
            <a:r>
              <a:rPr lang="en-US" altLang="zh-CN" sz="1800" b="0">
                <a:solidFill>
                  <a:srgbClr val="333399"/>
                </a:solidFill>
                <a:ea typeface="黑体" panose="02010609060101010101" pitchFamily="2" charset="-122"/>
              </a:rPr>
              <a:t>6</a:t>
            </a:r>
          </a:p>
        </p:txBody>
      </p:sp>
      <p:sp>
        <p:nvSpPr>
          <p:cNvPr id="42" name="Rectangle 49"/>
          <p:cNvSpPr>
            <a:spLocks noChangeArrowheads="1"/>
          </p:cNvSpPr>
          <p:nvPr/>
        </p:nvSpPr>
        <p:spPr bwMode="auto">
          <a:xfrm>
            <a:off x="4731023" y="3823365"/>
            <a:ext cx="295275"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defTabSz="76200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defTabSz="7620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defTabSz="7620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defTabSz="7620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a:spcBef>
                <a:spcPct val="0"/>
              </a:spcBef>
              <a:buClrTx/>
              <a:buSzTx/>
              <a:buFontTx/>
              <a:buNone/>
            </a:pPr>
            <a:r>
              <a:rPr lang="en-US" altLang="zh-CN" sz="1800" b="0">
                <a:solidFill>
                  <a:srgbClr val="333399"/>
                </a:solidFill>
                <a:ea typeface="黑体" panose="02010609060101010101" pitchFamily="2" charset="-122"/>
              </a:rPr>
              <a:t>6</a:t>
            </a:r>
          </a:p>
        </p:txBody>
      </p:sp>
      <p:sp>
        <p:nvSpPr>
          <p:cNvPr id="44" name="Rectangle 50"/>
          <p:cNvSpPr>
            <a:spLocks noChangeArrowheads="1"/>
          </p:cNvSpPr>
          <p:nvPr/>
        </p:nvSpPr>
        <p:spPr bwMode="auto">
          <a:xfrm>
            <a:off x="6701110" y="3823365"/>
            <a:ext cx="295275"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defTabSz="76200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defTabSz="7620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defTabSz="7620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defTabSz="7620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a:spcBef>
                <a:spcPct val="0"/>
              </a:spcBef>
              <a:buClrTx/>
              <a:buSzTx/>
              <a:buFontTx/>
              <a:buNone/>
            </a:pPr>
            <a:r>
              <a:rPr lang="en-US" altLang="zh-CN" sz="1800" b="0">
                <a:solidFill>
                  <a:srgbClr val="333399"/>
                </a:solidFill>
                <a:ea typeface="黑体" panose="02010609060101010101" pitchFamily="2" charset="-122"/>
              </a:rPr>
              <a:t>2</a:t>
            </a:r>
          </a:p>
        </p:txBody>
      </p:sp>
      <p:sp>
        <p:nvSpPr>
          <p:cNvPr id="45" name="Rectangle 51"/>
          <p:cNvSpPr>
            <a:spLocks noChangeArrowheads="1"/>
          </p:cNvSpPr>
          <p:nvPr/>
        </p:nvSpPr>
        <p:spPr bwMode="auto">
          <a:xfrm>
            <a:off x="7755210" y="3823365"/>
            <a:ext cx="1104900"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defTabSz="76200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defTabSz="7620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defTabSz="7620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defTabSz="7620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a:spcBef>
                <a:spcPct val="0"/>
              </a:spcBef>
              <a:buClrTx/>
              <a:buSzTx/>
              <a:buFontTx/>
              <a:buNone/>
            </a:pPr>
            <a:r>
              <a:rPr lang="en-US" altLang="zh-CN" sz="1800" b="0">
                <a:solidFill>
                  <a:srgbClr val="333399"/>
                </a:solidFill>
                <a:ea typeface="黑体" panose="02010609060101010101" pitchFamily="2" charset="-122"/>
              </a:rPr>
              <a:t>46 ~ 1500</a:t>
            </a:r>
          </a:p>
        </p:txBody>
      </p:sp>
      <p:sp>
        <p:nvSpPr>
          <p:cNvPr id="46" name="Rectangle 52"/>
          <p:cNvSpPr>
            <a:spLocks noChangeArrowheads="1"/>
          </p:cNvSpPr>
          <p:nvPr/>
        </p:nvSpPr>
        <p:spPr bwMode="auto">
          <a:xfrm>
            <a:off x="9574485" y="3823365"/>
            <a:ext cx="295275"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defTabSz="76200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defTabSz="7620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defTabSz="7620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defTabSz="7620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a:spcBef>
                <a:spcPct val="0"/>
              </a:spcBef>
              <a:buClrTx/>
              <a:buSzTx/>
              <a:buFontTx/>
              <a:buNone/>
            </a:pPr>
            <a:r>
              <a:rPr lang="en-US" altLang="zh-CN" sz="1800" b="0">
                <a:solidFill>
                  <a:srgbClr val="333399"/>
                </a:solidFill>
                <a:ea typeface="黑体" panose="02010609060101010101" pitchFamily="2" charset="-122"/>
              </a:rPr>
              <a:t>4</a:t>
            </a:r>
          </a:p>
        </p:txBody>
      </p:sp>
      <p:sp>
        <p:nvSpPr>
          <p:cNvPr id="47" name="Line 53"/>
          <p:cNvSpPr>
            <a:spLocks noChangeShapeType="1"/>
          </p:cNvSpPr>
          <p:nvPr/>
        </p:nvSpPr>
        <p:spPr bwMode="auto">
          <a:xfrm>
            <a:off x="3353073" y="4378990"/>
            <a:ext cx="5772150" cy="0"/>
          </a:xfrm>
          <a:prstGeom prst="line">
            <a:avLst/>
          </a:prstGeom>
          <a:noFill/>
          <a:ln w="127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grpSp>
        <p:nvGrpSpPr>
          <p:cNvPr id="48" name="Group 54"/>
          <p:cNvGrpSpPr/>
          <p:nvPr/>
        </p:nvGrpSpPr>
        <p:grpSpPr bwMode="auto">
          <a:xfrm>
            <a:off x="6697934" y="4161500"/>
            <a:ext cx="1020339" cy="444109"/>
            <a:chOff x="2494" y="1932"/>
            <a:chExt cx="713" cy="319"/>
          </a:xfrm>
        </p:grpSpPr>
        <p:sp>
          <p:nvSpPr>
            <p:cNvPr id="49" name="Rectangle 55"/>
            <p:cNvSpPr>
              <a:spLocks noChangeArrowheads="1"/>
            </p:cNvSpPr>
            <p:nvPr/>
          </p:nvSpPr>
          <p:spPr bwMode="auto">
            <a:xfrm>
              <a:off x="2513" y="1932"/>
              <a:ext cx="658" cy="288"/>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eaLnBrk="1" hangingPunct="1">
                <a:lnSpc>
                  <a:spcPts val="3100"/>
                </a:lnSpc>
                <a:buFont typeface="Wingdings" panose="05000000000000000000" pitchFamily="2" charset="2"/>
                <a:buNone/>
              </a:pPr>
              <a:endParaRPr kumimoji="0" lang="zh-CN" altLang="en-US">
                <a:solidFill>
                  <a:srgbClr val="020202"/>
                </a:solidFill>
                <a:latin typeface="微软雅黑" panose="020B0503020204020204" pitchFamily="34" charset="-122"/>
                <a:ea typeface="微软雅黑" panose="020B0503020204020204" pitchFamily="34" charset="-122"/>
              </a:endParaRPr>
            </a:p>
          </p:txBody>
        </p:sp>
        <p:sp>
          <p:nvSpPr>
            <p:cNvPr id="50" name="Rectangle 56"/>
            <p:cNvSpPr>
              <a:spLocks noChangeArrowheads="1"/>
            </p:cNvSpPr>
            <p:nvPr/>
          </p:nvSpPr>
          <p:spPr bwMode="auto">
            <a:xfrm>
              <a:off x="2494" y="1988"/>
              <a:ext cx="713" cy="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defTabSz="76200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defTabSz="7620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defTabSz="7620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defTabSz="7620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a:spcBef>
                  <a:spcPct val="0"/>
                </a:spcBef>
                <a:buClrTx/>
                <a:buSzTx/>
                <a:buFontTx/>
                <a:buNone/>
              </a:pPr>
              <a:r>
                <a:rPr lang="en-US" altLang="zh-CN" sz="1800" b="0">
                  <a:solidFill>
                    <a:srgbClr val="333399"/>
                  </a:solidFill>
                  <a:latin typeface="微软雅黑" panose="020B0503020204020204" pitchFamily="34" charset="-122"/>
                  <a:ea typeface="微软雅黑" panose="020B0503020204020204" pitchFamily="34" charset="-122"/>
                </a:rPr>
                <a:t>MAC </a:t>
              </a:r>
              <a:r>
                <a:rPr lang="zh-CN" altLang="en-US" sz="1800" b="0">
                  <a:solidFill>
                    <a:srgbClr val="333399"/>
                  </a:solidFill>
                  <a:latin typeface="微软雅黑" panose="020B0503020204020204" pitchFamily="34" charset="-122"/>
                  <a:ea typeface="微软雅黑" panose="020B0503020204020204" pitchFamily="34" charset="-122"/>
                </a:rPr>
                <a:t>帧</a:t>
              </a:r>
            </a:p>
          </p:txBody>
        </p:sp>
      </p:grpSp>
      <p:sp>
        <p:nvSpPr>
          <p:cNvPr id="54" name="Rectangle 57"/>
          <p:cNvSpPr>
            <a:spLocks noChangeArrowheads="1"/>
          </p:cNvSpPr>
          <p:nvPr/>
        </p:nvSpPr>
        <p:spPr bwMode="auto">
          <a:xfrm>
            <a:off x="3348310" y="4144040"/>
            <a:ext cx="6746875" cy="401637"/>
          </a:xfrm>
          <a:prstGeom prst="rect">
            <a:avLst/>
          </a:prstGeom>
          <a:solidFill>
            <a:schemeClr val="bg1"/>
          </a:solidFill>
          <a:ln w="19050">
            <a:solidFill>
              <a:schemeClr val="tx2"/>
            </a:solidFill>
            <a:miter lim="800000"/>
          </a:ln>
          <a:effectLst>
            <a:outerShdw dist="35921" dir="2700000" algn="ctr" rotWithShape="0">
              <a:schemeClr val="bg2"/>
            </a:outerShdw>
          </a:effectLst>
        </p:spPr>
        <p:txBody>
          <a:bodyPr wrap="none" anchor="ctr"/>
          <a:lstStyle>
            <a:lvl1pPr>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eaLnBrk="1" hangingPunct="1">
              <a:lnSpc>
                <a:spcPts val="3100"/>
              </a:lnSpc>
              <a:buFont typeface="Wingdings" panose="05000000000000000000" pitchFamily="2" charset="2"/>
              <a:buNone/>
            </a:pPr>
            <a:endParaRPr kumimoji="0" lang="zh-CN" altLang="en-US">
              <a:solidFill>
                <a:srgbClr val="020202"/>
              </a:solidFill>
              <a:latin typeface="微软雅黑" panose="020B0503020204020204" pitchFamily="34" charset="-122"/>
              <a:ea typeface="微软雅黑" panose="020B0503020204020204" pitchFamily="34" charset="-122"/>
            </a:endParaRPr>
          </a:p>
        </p:txBody>
      </p:sp>
      <p:sp>
        <p:nvSpPr>
          <p:cNvPr id="55" name="Freeform 58"/>
          <p:cNvSpPr/>
          <p:nvPr/>
        </p:nvSpPr>
        <p:spPr bwMode="auto">
          <a:xfrm>
            <a:off x="3813448" y="4564727"/>
            <a:ext cx="5411787" cy="501650"/>
          </a:xfrm>
          <a:custGeom>
            <a:avLst/>
            <a:gdLst>
              <a:gd name="T0" fmla="*/ 2147483646 w 3784"/>
              <a:gd name="T1" fmla="*/ 2147483646 h 360"/>
              <a:gd name="T2" fmla="*/ 2147483646 w 3784"/>
              <a:gd name="T3" fmla="*/ 0 h 360"/>
              <a:gd name="T4" fmla="*/ 2147483646 w 3784"/>
              <a:gd name="T5" fmla="*/ 2147483646 h 360"/>
              <a:gd name="T6" fmla="*/ 0 w 3784"/>
              <a:gd name="T7" fmla="*/ 2147483646 h 360"/>
              <a:gd name="T8" fmla="*/ 2147483646 w 3784"/>
              <a:gd name="T9" fmla="*/ 2147483646 h 360"/>
              <a:gd name="T10" fmla="*/ 0 60000 65536"/>
              <a:gd name="T11" fmla="*/ 0 60000 65536"/>
              <a:gd name="T12" fmla="*/ 0 60000 65536"/>
              <a:gd name="T13" fmla="*/ 0 60000 65536"/>
              <a:gd name="T14" fmla="*/ 0 60000 65536"/>
              <a:gd name="T15" fmla="*/ 0 w 3784"/>
              <a:gd name="T16" fmla="*/ 0 h 360"/>
              <a:gd name="T17" fmla="*/ 3784 w 3784"/>
              <a:gd name="T18" fmla="*/ 360 h 360"/>
            </a:gdLst>
            <a:ahLst/>
            <a:cxnLst>
              <a:cxn ang="T10">
                <a:pos x="T0" y="T1"/>
              </a:cxn>
              <a:cxn ang="T11">
                <a:pos x="T2" y="T3"/>
              </a:cxn>
              <a:cxn ang="T12">
                <a:pos x="T4" y="T5"/>
              </a:cxn>
              <a:cxn ang="T13">
                <a:pos x="T6" y="T7"/>
              </a:cxn>
              <a:cxn ang="T14">
                <a:pos x="T8" y="T9"/>
              </a:cxn>
            </a:cxnLst>
            <a:rect l="T15" t="T16" r="T17" b="T18"/>
            <a:pathLst>
              <a:path w="3784" h="360">
                <a:moveTo>
                  <a:pt x="1100" y="4"/>
                </a:moveTo>
                <a:lnTo>
                  <a:pt x="1800" y="0"/>
                </a:lnTo>
                <a:lnTo>
                  <a:pt x="3784" y="360"/>
                </a:lnTo>
                <a:lnTo>
                  <a:pt x="0" y="360"/>
                </a:lnTo>
                <a:lnTo>
                  <a:pt x="1100" y="4"/>
                </a:lnTo>
                <a:close/>
              </a:path>
            </a:pathLst>
          </a:custGeom>
          <a:gradFill rotWithShape="1">
            <a:gsLst>
              <a:gs pos="0">
                <a:srgbClr val="5E6D76"/>
              </a:gs>
              <a:gs pos="100000">
                <a:srgbClr val="CCECFF"/>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56" name="Rectangle 59"/>
          <p:cNvSpPr>
            <a:spLocks noChangeArrowheads="1"/>
          </p:cNvSpPr>
          <p:nvPr/>
        </p:nvSpPr>
        <p:spPr bwMode="auto">
          <a:xfrm>
            <a:off x="5415235" y="4159915"/>
            <a:ext cx="973138" cy="390525"/>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eaLnBrk="1" hangingPunct="1">
              <a:lnSpc>
                <a:spcPts val="3100"/>
              </a:lnSpc>
              <a:buFont typeface="Wingdings" panose="05000000000000000000" pitchFamily="2" charset="2"/>
              <a:buNone/>
            </a:pPr>
            <a:endParaRPr kumimoji="0" lang="zh-CN" altLang="en-US">
              <a:solidFill>
                <a:srgbClr val="020202"/>
              </a:solidFill>
              <a:latin typeface="微软雅黑" panose="020B0503020204020204" pitchFamily="34" charset="-122"/>
              <a:ea typeface="微软雅黑" panose="020B0503020204020204" pitchFamily="34" charset="-122"/>
            </a:endParaRPr>
          </a:p>
        </p:txBody>
      </p:sp>
      <p:sp>
        <p:nvSpPr>
          <p:cNvPr id="74" name="Line 60"/>
          <p:cNvSpPr>
            <a:spLocks noChangeShapeType="1"/>
          </p:cNvSpPr>
          <p:nvPr/>
        </p:nvSpPr>
        <p:spPr bwMode="auto">
          <a:xfrm>
            <a:off x="4378598" y="4144040"/>
            <a:ext cx="0" cy="401637"/>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75" name="Line 61"/>
          <p:cNvSpPr>
            <a:spLocks noChangeShapeType="1"/>
          </p:cNvSpPr>
          <p:nvPr/>
        </p:nvSpPr>
        <p:spPr bwMode="auto">
          <a:xfrm>
            <a:off x="5408885" y="4144040"/>
            <a:ext cx="0" cy="401637"/>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76" name="Line 62"/>
          <p:cNvSpPr>
            <a:spLocks noChangeShapeType="1"/>
          </p:cNvSpPr>
          <p:nvPr/>
        </p:nvSpPr>
        <p:spPr bwMode="auto">
          <a:xfrm>
            <a:off x="7386910" y="4144040"/>
            <a:ext cx="0" cy="401637"/>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77" name="Line 63"/>
          <p:cNvSpPr>
            <a:spLocks noChangeShapeType="1"/>
          </p:cNvSpPr>
          <p:nvPr/>
        </p:nvSpPr>
        <p:spPr bwMode="auto">
          <a:xfrm>
            <a:off x="9379223" y="4144040"/>
            <a:ext cx="0" cy="401637"/>
          </a:xfrm>
          <a:prstGeom prst="line">
            <a:avLst/>
          </a:prstGeom>
          <a:noFill/>
          <a:ln w="12700">
            <a:solidFill>
              <a:schemeClr val="folHlink"/>
            </a:solidFill>
            <a:round/>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87" name="Rectangle 64"/>
          <p:cNvSpPr>
            <a:spLocks noChangeArrowheads="1"/>
          </p:cNvSpPr>
          <p:nvPr/>
        </p:nvSpPr>
        <p:spPr bwMode="auto">
          <a:xfrm>
            <a:off x="3354880" y="4178965"/>
            <a:ext cx="1106073"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defTabSz="76200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defTabSz="7620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defTabSz="7620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defTabSz="7620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a:spcBef>
                <a:spcPct val="0"/>
              </a:spcBef>
              <a:buClrTx/>
              <a:buSzTx/>
              <a:buFontTx/>
              <a:buNone/>
            </a:pPr>
            <a:r>
              <a:rPr lang="zh-CN" altLang="en-US" sz="1800" b="0" dirty="0">
                <a:solidFill>
                  <a:srgbClr val="333399"/>
                </a:solidFill>
                <a:latin typeface="微软雅黑" panose="020B0503020204020204" pitchFamily="34" charset="-122"/>
                <a:ea typeface="微软雅黑" panose="020B0503020204020204" pitchFamily="34" charset="-122"/>
              </a:rPr>
              <a:t>目地地址</a:t>
            </a:r>
          </a:p>
        </p:txBody>
      </p:sp>
      <p:sp>
        <p:nvSpPr>
          <p:cNvPr id="88" name="Rectangle 65"/>
          <p:cNvSpPr>
            <a:spLocks noChangeArrowheads="1"/>
          </p:cNvSpPr>
          <p:nvPr/>
        </p:nvSpPr>
        <p:spPr bwMode="auto">
          <a:xfrm>
            <a:off x="4488738" y="4191665"/>
            <a:ext cx="875241"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defTabSz="76200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defTabSz="7620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defTabSz="7620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defTabSz="7620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a:spcBef>
                <a:spcPct val="0"/>
              </a:spcBef>
              <a:buClrTx/>
              <a:buSzTx/>
              <a:buFontTx/>
              <a:buNone/>
            </a:pPr>
            <a:r>
              <a:rPr lang="zh-CN" altLang="en-US" sz="1800" b="0" dirty="0">
                <a:solidFill>
                  <a:srgbClr val="333399"/>
                </a:solidFill>
                <a:latin typeface="微软雅黑" panose="020B0503020204020204" pitchFamily="34" charset="-122"/>
                <a:ea typeface="微软雅黑" panose="020B0503020204020204" pitchFamily="34" charset="-122"/>
              </a:rPr>
              <a:t>源地址</a:t>
            </a:r>
          </a:p>
        </p:txBody>
      </p:sp>
      <p:sp>
        <p:nvSpPr>
          <p:cNvPr id="89" name="Rectangle 66"/>
          <p:cNvSpPr>
            <a:spLocks noChangeArrowheads="1"/>
          </p:cNvSpPr>
          <p:nvPr/>
        </p:nvSpPr>
        <p:spPr bwMode="auto">
          <a:xfrm>
            <a:off x="6549093" y="4191665"/>
            <a:ext cx="644408"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defTabSz="76200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defTabSz="7620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defTabSz="7620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defTabSz="7620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a:spcBef>
                <a:spcPct val="0"/>
              </a:spcBef>
              <a:buClrTx/>
              <a:buSzTx/>
              <a:buFontTx/>
              <a:buNone/>
            </a:pPr>
            <a:r>
              <a:rPr lang="zh-CN" altLang="en-US" sz="1800" b="0" dirty="0">
                <a:solidFill>
                  <a:srgbClr val="333399"/>
                </a:solidFill>
                <a:latin typeface="微软雅黑" panose="020B0503020204020204" pitchFamily="34" charset="-122"/>
                <a:ea typeface="微软雅黑" panose="020B0503020204020204" pitchFamily="34" charset="-122"/>
              </a:rPr>
              <a:t>类型</a:t>
            </a:r>
          </a:p>
        </p:txBody>
      </p:sp>
      <p:sp>
        <p:nvSpPr>
          <p:cNvPr id="90" name="Rectangle 67"/>
          <p:cNvSpPr>
            <a:spLocks noChangeArrowheads="1"/>
          </p:cNvSpPr>
          <p:nvPr/>
        </p:nvSpPr>
        <p:spPr bwMode="auto">
          <a:xfrm>
            <a:off x="7921898" y="4193855"/>
            <a:ext cx="1057983"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defTabSz="76200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defTabSz="7620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defTabSz="7620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defTabSz="7620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a:spcBef>
                <a:spcPct val="0"/>
              </a:spcBef>
              <a:buClrTx/>
              <a:buSzTx/>
              <a:buFontTx/>
              <a:buNone/>
            </a:pPr>
            <a:r>
              <a:rPr lang="zh-CN" altLang="en-US" sz="1800" b="0" dirty="0">
                <a:solidFill>
                  <a:srgbClr val="333399"/>
                </a:solidFill>
                <a:latin typeface="微软雅黑" panose="020B0503020204020204" pitchFamily="34" charset="-122"/>
                <a:ea typeface="微软雅黑" panose="020B0503020204020204" pitchFamily="34" charset="-122"/>
              </a:rPr>
              <a:t>数      据</a:t>
            </a:r>
          </a:p>
        </p:txBody>
      </p:sp>
      <p:sp>
        <p:nvSpPr>
          <p:cNvPr id="92" name="Rectangle 68"/>
          <p:cNvSpPr>
            <a:spLocks noChangeArrowheads="1"/>
          </p:cNvSpPr>
          <p:nvPr/>
        </p:nvSpPr>
        <p:spPr bwMode="auto">
          <a:xfrm>
            <a:off x="9460185" y="4193252"/>
            <a:ext cx="593112"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defTabSz="76200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defTabSz="7620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defTabSz="7620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defTabSz="7620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a:spcBef>
                <a:spcPct val="0"/>
              </a:spcBef>
              <a:buClrTx/>
              <a:buSzTx/>
              <a:buFontTx/>
              <a:buNone/>
            </a:pPr>
            <a:r>
              <a:rPr lang="en-US" altLang="zh-CN" sz="1800" b="0">
                <a:solidFill>
                  <a:srgbClr val="333399"/>
                </a:solidFill>
                <a:latin typeface="微软雅黑" panose="020B0503020204020204" pitchFamily="34" charset="-122"/>
                <a:ea typeface="微软雅黑" panose="020B0503020204020204" pitchFamily="34" charset="-122"/>
              </a:rPr>
              <a:t>FCS</a:t>
            </a:r>
          </a:p>
        </p:txBody>
      </p:sp>
      <p:sp>
        <p:nvSpPr>
          <p:cNvPr id="93" name="Line 69"/>
          <p:cNvSpPr>
            <a:spLocks noChangeShapeType="1"/>
          </p:cNvSpPr>
          <p:nvPr/>
        </p:nvSpPr>
        <p:spPr bwMode="auto">
          <a:xfrm>
            <a:off x="6388373" y="4139277"/>
            <a:ext cx="0" cy="407988"/>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94" name="Text Box 70"/>
          <p:cNvSpPr txBox="1">
            <a:spLocks noChangeArrowheads="1"/>
          </p:cNvSpPr>
          <p:nvPr/>
        </p:nvSpPr>
        <p:spPr bwMode="auto">
          <a:xfrm>
            <a:off x="3781698" y="5008022"/>
            <a:ext cx="6038833" cy="8003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eaLnBrk="1" hangingPunct="1">
              <a:lnSpc>
                <a:spcPct val="135000"/>
              </a:lnSpc>
              <a:spcBef>
                <a:spcPct val="0"/>
              </a:spcBef>
              <a:buClrTx/>
              <a:buSzTx/>
              <a:buFontTx/>
              <a:buNone/>
            </a:pPr>
            <a:r>
              <a:rPr lang="en-US" altLang="zh-CN" sz="1800" b="0" dirty="0">
                <a:solidFill>
                  <a:srgbClr val="333399"/>
                </a:solidFill>
                <a:latin typeface="微软雅黑" panose="020B0503020204020204" pitchFamily="34" charset="-122"/>
                <a:ea typeface="微软雅黑" panose="020B0503020204020204" pitchFamily="34" charset="-122"/>
              </a:rPr>
              <a:t>      </a:t>
            </a:r>
            <a:r>
              <a:rPr lang="zh-CN" altLang="en-US" sz="1800" dirty="0">
                <a:solidFill>
                  <a:srgbClr val="333399"/>
                </a:solidFill>
                <a:latin typeface="微软雅黑" panose="020B0503020204020204" pitchFamily="34" charset="-122"/>
                <a:ea typeface="微软雅黑" panose="020B0503020204020204" pitchFamily="34" charset="-122"/>
              </a:rPr>
              <a:t>标记协议标识符</a:t>
            </a:r>
            <a:r>
              <a:rPr lang="zh-CN" altLang="en-US" sz="1800" b="0" dirty="0">
                <a:solidFill>
                  <a:srgbClr val="333399"/>
                </a:solidFill>
                <a:latin typeface="微软雅黑" panose="020B0503020204020204" pitchFamily="34" charset="-122"/>
                <a:ea typeface="微软雅黑" panose="020B0503020204020204" pitchFamily="34" charset="-122"/>
              </a:rPr>
              <a:t>                  标记控制信息</a:t>
            </a:r>
          </a:p>
          <a:p>
            <a:pPr eaLnBrk="1" hangingPunct="1">
              <a:lnSpc>
                <a:spcPct val="135000"/>
              </a:lnSpc>
              <a:spcBef>
                <a:spcPct val="0"/>
              </a:spcBef>
              <a:buClrTx/>
              <a:buSzTx/>
              <a:buFontTx/>
              <a:buNone/>
            </a:pPr>
            <a:r>
              <a:rPr lang="zh-CN" altLang="en-US" sz="1800" b="0" dirty="0">
                <a:solidFill>
                  <a:srgbClr val="333399"/>
                </a:solidFill>
                <a:ea typeface="黑体" panose="02010609060101010101" pitchFamily="2" charset="-122"/>
              </a:rPr>
              <a:t> </a:t>
            </a:r>
            <a:r>
              <a:rPr lang="en-US" altLang="zh-CN" sz="1800" dirty="0">
                <a:solidFill>
                  <a:srgbClr val="333399"/>
                </a:solidFill>
                <a:latin typeface="Arial Narrow" panose="020B0606020202030204" pitchFamily="34" charset="0"/>
                <a:ea typeface="黑体" panose="02010609060101010101" pitchFamily="2" charset="-122"/>
              </a:rPr>
              <a:t>1 0 0 0 0 0 0 1  0 0 0 0 0 0 0 0                          </a:t>
            </a:r>
            <a:r>
              <a:rPr lang="en-US" altLang="zh-CN" sz="1800" dirty="0">
                <a:solidFill>
                  <a:srgbClr val="CC0000"/>
                </a:solidFill>
                <a:latin typeface="Arial Narrow" panose="020B0606020202030204" pitchFamily="34" charset="0"/>
                <a:ea typeface="黑体" panose="02010609060101010101" pitchFamily="2" charset="-122"/>
              </a:rPr>
              <a:t>VLAN ID</a:t>
            </a:r>
            <a:r>
              <a:rPr lang="en-US" altLang="zh-CN" sz="1800" b="0" dirty="0">
                <a:solidFill>
                  <a:srgbClr val="333399"/>
                </a:solidFill>
                <a:ea typeface="黑体" panose="02010609060101010101" pitchFamily="2" charset="-122"/>
              </a:rPr>
              <a:t>                  </a:t>
            </a:r>
          </a:p>
        </p:txBody>
      </p:sp>
      <p:sp>
        <p:nvSpPr>
          <p:cNvPr id="95" name="Line 71"/>
          <p:cNvSpPr>
            <a:spLocks noChangeShapeType="1"/>
          </p:cNvSpPr>
          <p:nvPr/>
        </p:nvSpPr>
        <p:spPr bwMode="auto">
          <a:xfrm>
            <a:off x="6524898" y="5077490"/>
            <a:ext cx="0" cy="66992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96" name="Rectangle 72"/>
          <p:cNvSpPr>
            <a:spLocks noChangeArrowheads="1"/>
          </p:cNvSpPr>
          <p:nvPr/>
        </p:nvSpPr>
        <p:spPr bwMode="auto">
          <a:xfrm>
            <a:off x="4796110" y="5747415"/>
            <a:ext cx="809625"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defTabSz="76200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defTabSz="7620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defTabSz="7620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defTabSz="7620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a:spcBef>
                <a:spcPct val="0"/>
              </a:spcBef>
              <a:buClrTx/>
              <a:buSzTx/>
              <a:buFontTx/>
              <a:buNone/>
            </a:pPr>
            <a:r>
              <a:rPr lang="en-US" altLang="zh-CN" sz="1800" b="0">
                <a:solidFill>
                  <a:srgbClr val="333399"/>
                </a:solidFill>
                <a:ea typeface="黑体" panose="02010609060101010101" pitchFamily="2" charset="-122"/>
              </a:rPr>
              <a:t>2 </a:t>
            </a:r>
            <a:r>
              <a:rPr lang="zh-CN" altLang="en-US" sz="1800" b="0">
                <a:solidFill>
                  <a:srgbClr val="333399"/>
                </a:solidFill>
                <a:ea typeface="黑体" panose="02010609060101010101" pitchFamily="2" charset="-122"/>
              </a:rPr>
              <a:t>字节</a:t>
            </a:r>
          </a:p>
        </p:txBody>
      </p:sp>
      <p:sp>
        <p:nvSpPr>
          <p:cNvPr id="97" name="Rectangle 73"/>
          <p:cNvSpPr>
            <a:spLocks noChangeArrowheads="1"/>
          </p:cNvSpPr>
          <p:nvPr/>
        </p:nvSpPr>
        <p:spPr bwMode="auto">
          <a:xfrm>
            <a:off x="7801248" y="5734715"/>
            <a:ext cx="6572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defTabSz="76200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defTabSz="7620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defTabSz="7620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defTabSz="7620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a:spcBef>
                <a:spcPct val="0"/>
              </a:spcBef>
              <a:buClrTx/>
              <a:buSzTx/>
              <a:buFontTx/>
              <a:buNone/>
            </a:pPr>
            <a:r>
              <a:rPr lang="en-US" altLang="zh-CN" sz="1800" b="0">
                <a:solidFill>
                  <a:srgbClr val="333399"/>
                </a:solidFill>
                <a:ea typeface="黑体" panose="02010609060101010101" pitchFamily="2" charset="-122"/>
              </a:rPr>
              <a:t>12bit</a:t>
            </a:r>
            <a:endParaRPr lang="zh-CN" altLang="en-US" sz="1800" b="0">
              <a:solidFill>
                <a:srgbClr val="333399"/>
              </a:solidFill>
              <a:ea typeface="黑体" panose="02010609060101010101" pitchFamily="2" charset="-122"/>
            </a:endParaRPr>
          </a:p>
        </p:txBody>
      </p:sp>
      <p:sp>
        <p:nvSpPr>
          <p:cNvPr id="98" name="AutoShape 74"/>
          <p:cNvSpPr>
            <a:spLocks noChangeArrowheads="1"/>
          </p:cNvSpPr>
          <p:nvPr/>
        </p:nvSpPr>
        <p:spPr bwMode="auto">
          <a:xfrm>
            <a:off x="3421335" y="3379034"/>
            <a:ext cx="3435350" cy="357188"/>
          </a:xfrm>
          <a:prstGeom prst="wedgeRoundRectCallout">
            <a:avLst>
              <a:gd name="adj1" fmla="val 23199"/>
              <a:gd name="adj2" fmla="val 203778"/>
              <a:gd name="adj3" fmla="val 16667"/>
            </a:avLst>
          </a:prstGeom>
          <a:solidFill>
            <a:schemeClr val="bg1"/>
          </a:solidFill>
          <a:ln w="9525">
            <a:solidFill>
              <a:schemeClr val="tx2"/>
            </a:solidFill>
            <a:miter lim="800000"/>
          </a:ln>
          <a:effectLst>
            <a:outerShdw dist="35921" dir="2700000" algn="ctr" rotWithShape="0">
              <a:schemeClr val="bg2"/>
            </a:outerShdw>
          </a:effectLst>
        </p:spPr>
        <p:txBody>
          <a:bodyPr/>
          <a:lstStyle>
            <a:lvl1pPr>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algn="ctr" eaLnBrk="1" hangingPunct="1">
              <a:spcBef>
                <a:spcPct val="0"/>
              </a:spcBef>
              <a:buClrTx/>
              <a:buSzTx/>
              <a:buFontTx/>
              <a:buNone/>
            </a:pPr>
            <a:r>
              <a:rPr lang="zh-CN" altLang="en-US" sz="1800" dirty="0">
                <a:solidFill>
                  <a:srgbClr val="333399"/>
                </a:solidFill>
                <a:latin typeface="微软雅黑" panose="020B0503020204020204" pitchFamily="34" charset="-122"/>
                <a:ea typeface="微软雅黑" panose="020B0503020204020204" pitchFamily="34" charset="-122"/>
              </a:rPr>
              <a:t>插入 </a:t>
            </a:r>
            <a:r>
              <a:rPr lang="en-US" altLang="zh-CN" sz="1800" dirty="0">
                <a:solidFill>
                  <a:srgbClr val="333399"/>
                </a:solidFill>
                <a:latin typeface="微软雅黑" panose="020B0503020204020204" pitchFamily="34" charset="-122"/>
                <a:ea typeface="微软雅黑" panose="020B0503020204020204" pitchFamily="34" charset="-122"/>
              </a:rPr>
              <a:t>4 </a:t>
            </a:r>
            <a:r>
              <a:rPr lang="zh-CN" altLang="en-US" sz="1800" dirty="0">
                <a:solidFill>
                  <a:srgbClr val="333399"/>
                </a:solidFill>
                <a:latin typeface="微软雅黑" panose="020B0503020204020204" pitchFamily="34" charset="-122"/>
                <a:ea typeface="微软雅黑" panose="020B0503020204020204" pitchFamily="34" charset="-122"/>
              </a:rPr>
              <a:t>字节的 </a:t>
            </a:r>
            <a:r>
              <a:rPr lang="en-US" altLang="zh-CN" sz="1800" dirty="0">
                <a:solidFill>
                  <a:srgbClr val="333399"/>
                </a:solidFill>
                <a:latin typeface="微软雅黑" panose="020B0503020204020204" pitchFamily="34" charset="-122"/>
                <a:ea typeface="微软雅黑" panose="020B0503020204020204" pitchFamily="34" charset="-122"/>
              </a:rPr>
              <a:t>VLAN </a:t>
            </a:r>
            <a:r>
              <a:rPr lang="zh-CN" altLang="en-US" sz="1800" dirty="0">
                <a:solidFill>
                  <a:srgbClr val="333399"/>
                </a:solidFill>
                <a:latin typeface="微软雅黑" panose="020B0503020204020204" pitchFamily="34" charset="-122"/>
                <a:ea typeface="微软雅黑" panose="020B0503020204020204" pitchFamily="34" charset="-122"/>
              </a:rPr>
              <a:t>标记</a:t>
            </a:r>
          </a:p>
        </p:txBody>
      </p:sp>
      <p:sp>
        <p:nvSpPr>
          <p:cNvPr id="99" name="Rectangle 75"/>
          <p:cNvSpPr>
            <a:spLocks noChangeArrowheads="1"/>
          </p:cNvSpPr>
          <p:nvPr/>
        </p:nvSpPr>
        <p:spPr bwMode="auto">
          <a:xfrm>
            <a:off x="5770835" y="3820190"/>
            <a:ext cx="295275"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defTabSz="76200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defTabSz="7620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defTabSz="7620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defTabSz="7620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a:spcBef>
                <a:spcPct val="0"/>
              </a:spcBef>
              <a:buClrTx/>
              <a:buSzTx/>
              <a:buFontTx/>
              <a:buNone/>
            </a:pPr>
            <a:r>
              <a:rPr lang="en-US" altLang="zh-CN" sz="1800" b="0">
                <a:solidFill>
                  <a:srgbClr val="333399"/>
                </a:solidFill>
                <a:ea typeface="黑体" panose="02010609060101010101" pitchFamily="2" charset="-122"/>
              </a:rPr>
              <a:t>4</a:t>
            </a:r>
          </a:p>
        </p:txBody>
      </p:sp>
      <p:sp>
        <p:nvSpPr>
          <p:cNvPr id="100" name="Line 76"/>
          <p:cNvSpPr>
            <a:spLocks noChangeShapeType="1"/>
          </p:cNvSpPr>
          <p:nvPr/>
        </p:nvSpPr>
        <p:spPr bwMode="auto">
          <a:xfrm>
            <a:off x="3778523" y="5434677"/>
            <a:ext cx="5492750" cy="0"/>
          </a:xfrm>
          <a:prstGeom prst="line">
            <a:avLst/>
          </a:prstGeom>
          <a:noFill/>
          <a:ln w="9525">
            <a:solidFill>
              <a:schemeClr val="tx2"/>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1" name="Line 77"/>
          <p:cNvSpPr>
            <a:spLocks noChangeShapeType="1"/>
          </p:cNvSpPr>
          <p:nvPr/>
        </p:nvSpPr>
        <p:spPr bwMode="auto">
          <a:xfrm>
            <a:off x="7120210" y="5434677"/>
            <a:ext cx="0" cy="33496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2" name="Line 78"/>
          <p:cNvSpPr>
            <a:spLocks noChangeShapeType="1"/>
          </p:cNvSpPr>
          <p:nvPr/>
        </p:nvSpPr>
        <p:spPr bwMode="auto">
          <a:xfrm>
            <a:off x="6983685" y="5434677"/>
            <a:ext cx="0" cy="33496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3" name="Rectangle 79"/>
          <p:cNvSpPr>
            <a:spLocks noChangeArrowheads="1"/>
          </p:cNvSpPr>
          <p:nvPr/>
        </p:nvSpPr>
        <p:spPr bwMode="auto">
          <a:xfrm>
            <a:off x="5893717" y="6015702"/>
            <a:ext cx="875241"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defTabSz="76200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defTabSz="7620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defTabSz="7620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defTabSz="7620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a:spcBef>
                <a:spcPct val="0"/>
              </a:spcBef>
              <a:buClrTx/>
              <a:buSzTx/>
              <a:buFontTx/>
              <a:buNone/>
            </a:pPr>
            <a:r>
              <a:rPr lang="zh-CN" altLang="en-US" sz="1800" b="0" dirty="0">
                <a:solidFill>
                  <a:srgbClr val="333399"/>
                </a:solidFill>
                <a:ea typeface="黑体" panose="02010609060101010101" pitchFamily="2" charset="-122"/>
              </a:rPr>
              <a:t>优先级</a:t>
            </a:r>
          </a:p>
        </p:txBody>
      </p:sp>
      <p:sp>
        <p:nvSpPr>
          <p:cNvPr id="104" name="Line 80"/>
          <p:cNvSpPr>
            <a:spLocks noChangeShapeType="1"/>
          </p:cNvSpPr>
          <p:nvPr/>
        </p:nvSpPr>
        <p:spPr bwMode="auto">
          <a:xfrm flipV="1">
            <a:off x="6250260" y="5614065"/>
            <a:ext cx="481013" cy="468312"/>
          </a:xfrm>
          <a:prstGeom prst="line">
            <a:avLst/>
          </a:prstGeom>
          <a:noFill/>
          <a:ln w="9525">
            <a:solidFill>
              <a:schemeClr val="tx2"/>
            </a:solidFill>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105" name="Line 81"/>
          <p:cNvSpPr>
            <a:spLocks noChangeShapeType="1"/>
          </p:cNvSpPr>
          <p:nvPr/>
        </p:nvSpPr>
        <p:spPr bwMode="auto">
          <a:xfrm flipV="1">
            <a:off x="7028135" y="5614065"/>
            <a:ext cx="46038" cy="412750"/>
          </a:xfrm>
          <a:prstGeom prst="line">
            <a:avLst/>
          </a:prstGeom>
          <a:noFill/>
          <a:ln w="9525">
            <a:solidFill>
              <a:schemeClr val="tx2"/>
            </a:solidFill>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106" name="Rectangle 82"/>
          <p:cNvSpPr>
            <a:spLocks noChangeArrowheads="1"/>
          </p:cNvSpPr>
          <p:nvPr/>
        </p:nvSpPr>
        <p:spPr bwMode="auto">
          <a:xfrm>
            <a:off x="6731273" y="6015702"/>
            <a:ext cx="536575"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defTabSz="76200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defTabSz="7620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defTabSz="7620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defTabSz="7620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a:spcBef>
                <a:spcPct val="0"/>
              </a:spcBef>
              <a:buClrTx/>
              <a:buSzTx/>
              <a:buFontTx/>
              <a:buNone/>
            </a:pPr>
            <a:r>
              <a:rPr lang="en-US" altLang="zh-CN" sz="1800" b="0">
                <a:solidFill>
                  <a:srgbClr val="333399"/>
                </a:solidFill>
                <a:ea typeface="黑体" panose="02010609060101010101" pitchFamily="2" charset="-122"/>
              </a:rPr>
              <a:t>CFI</a:t>
            </a:r>
          </a:p>
        </p:txBody>
      </p:sp>
      <p:sp>
        <p:nvSpPr>
          <p:cNvPr id="107" name="Text Box 83"/>
          <p:cNvSpPr txBox="1">
            <a:spLocks noChangeArrowheads="1"/>
          </p:cNvSpPr>
          <p:nvPr/>
        </p:nvSpPr>
        <p:spPr bwMode="auto">
          <a:xfrm>
            <a:off x="5605735" y="6209202"/>
            <a:ext cx="1898277" cy="4320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eaLnBrk="1" hangingPunct="1">
              <a:lnSpc>
                <a:spcPts val="3100"/>
              </a:lnSpc>
              <a:buFont typeface="Wingdings" panose="05000000000000000000" pitchFamily="2" charset="2"/>
              <a:buNone/>
            </a:pPr>
            <a:r>
              <a:rPr kumimoji="0" lang="zh-CN" altLang="en-US" sz="1400" dirty="0">
                <a:latin typeface="Tahoma" panose="020B0604030504040204" pitchFamily="34" charset="0"/>
              </a:rPr>
              <a:t>     </a:t>
            </a:r>
            <a:r>
              <a:rPr kumimoji="0" lang="zh-CN" altLang="en-US" sz="1400" dirty="0">
                <a:latin typeface="微软雅黑" panose="020B0503020204020204" pitchFamily="34" charset="-122"/>
                <a:ea typeface="微软雅黑" panose="020B0503020204020204" pitchFamily="34" charset="-122"/>
              </a:rPr>
              <a:t>（</a:t>
            </a:r>
            <a:r>
              <a:rPr kumimoji="0" lang="en-US" altLang="zh-CN" sz="1400" dirty="0">
                <a:latin typeface="微软雅黑" panose="020B0503020204020204" pitchFamily="34" charset="-122"/>
                <a:ea typeface="微软雅黑" panose="020B0503020204020204" pitchFamily="34" charset="-122"/>
              </a:rPr>
              <a:t>3bit)</a:t>
            </a:r>
            <a:r>
              <a:rPr kumimoji="0" lang="zh-CN" altLang="en-US" sz="1400" dirty="0">
                <a:latin typeface="微软雅黑" panose="020B0503020204020204" pitchFamily="34" charset="-122"/>
                <a:ea typeface="微软雅黑" panose="020B0503020204020204" pitchFamily="34" charset="-122"/>
              </a:rPr>
              <a:t>   （</a:t>
            </a:r>
            <a:r>
              <a:rPr kumimoji="0" lang="en-US" altLang="zh-CN" sz="1400" dirty="0">
                <a:latin typeface="微软雅黑" panose="020B0503020204020204" pitchFamily="34" charset="-122"/>
                <a:ea typeface="微软雅黑" panose="020B0503020204020204" pitchFamily="34" charset="-122"/>
              </a:rPr>
              <a:t>1bit</a:t>
            </a:r>
            <a:r>
              <a:rPr kumimoji="0" lang="zh-CN" altLang="en-US" sz="1400" dirty="0">
                <a:latin typeface="微软雅黑" panose="020B0503020204020204" pitchFamily="34" charset="-122"/>
                <a:ea typeface="微软雅黑" panose="020B0503020204020204" pitchFamily="34" charset="-122"/>
              </a:rPr>
              <a:t>）</a:t>
            </a:r>
          </a:p>
        </p:txBody>
      </p:sp>
      <p:sp>
        <p:nvSpPr>
          <p:cNvPr id="52" name="Rectangle 46"/>
          <p:cNvSpPr>
            <a:spLocks noChangeArrowheads="1"/>
          </p:cNvSpPr>
          <p:nvPr/>
        </p:nvSpPr>
        <p:spPr bwMode="auto">
          <a:xfrm>
            <a:off x="1307508" y="4233873"/>
            <a:ext cx="2109475" cy="3113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8" tIns="44450" rIns="90488" bIns="44450">
            <a:spAutoFit/>
          </a:bodyPr>
          <a:lstStyle>
            <a:lvl1pPr defTabSz="762000">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503050405090304" pitchFamily="18" charset="0"/>
                <a:ea typeface="宋体" panose="02010600030101010101" pitchFamily="2" charset="-122"/>
              </a:defRPr>
            </a:lvl1pPr>
            <a:lvl2pPr marL="742950" indent="-285750" defTabSz="76200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503050405090304" pitchFamily="18" charset="0"/>
                <a:ea typeface="宋体" panose="02010600030101010101" pitchFamily="2" charset="-122"/>
              </a:defRPr>
            </a:lvl2pPr>
            <a:lvl3pPr marL="1143000" indent="-228600" defTabSz="7620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503050405090304" pitchFamily="18" charset="0"/>
                <a:ea typeface="宋体" panose="02010600030101010101" pitchFamily="2" charset="-122"/>
              </a:defRPr>
            </a:lvl3pPr>
            <a:lvl4pPr marL="1600200" indent="-228600" defTabSz="762000">
              <a:spcBef>
                <a:spcPct val="20000"/>
              </a:spcBef>
              <a:buSzPct val="60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4pPr>
            <a:lvl5pPr marL="2057400" indent="-228600" defTabSz="7620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5pPr>
            <a:lvl6pPr marL="25146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6pPr>
            <a:lvl7pPr marL="29718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7pPr>
            <a:lvl8pPr marL="34290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8pPr>
            <a:lvl9pPr marL="3886200" indent="-228600" defTabSz="7620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503050405090304" pitchFamily="18" charset="0"/>
                <a:ea typeface="宋体" panose="02010600030101010101" pitchFamily="2" charset="-122"/>
              </a:defRPr>
            </a:lvl9pPr>
          </a:lstStyle>
          <a:p>
            <a:pPr>
              <a:lnSpc>
                <a:spcPct val="80000"/>
              </a:lnSpc>
              <a:spcBef>
                <a:spcPct val="0"/>
              </a:spcBef>
              <a:buClrTx/>
              <a:buSzTx/>
              <a:buFontTx/>
              <a:buNone/>
            </a:pPr>
            <a:r>
              <a:rPr lang="en-US" altLang="zh-CN" sz="1800" dirty="0">
                <a:solidFill>
                  <a:srgbClr val="7030A0"/>
                </a:solidFill>
                <a:latin typeface="微软雅黑" panose="020B0503020204020204" pitchFamily="34" charset="-122"/>
                <a:ea typeface="微软雅黑" panose="020B0503020204020204" pitchFamily="34" charset="-122"/>
              </a:rPr>
              <a:t>IEEE802.1Q</a:t>
            </a:r>
            <a:r>
              <a:rPr lang="zh-CN" altLang="en-US" sz="1800" dirty="0">
                <a:solidFill>
                  <a:srgbClr val="7030A0"/>
                </a:solidFill>
                <a:latin typeface="微软雅黑" panose="020B0503020204020204" pitchFamily="34" charset="-122"/>
                <a:ea typeface="微软雅黑" panose="020B0503020204020204" pitchFamily="34" charset="-122"/>
              </a:rPr>
              <a:t>帧格式</a:t>
            </a:r>
          </a:p>
        </p:txBody>
      </p:sp>
      <p:sp>
        <p:nvSpPr>
          <p:cNvPr id="53" name="日期占位符 36"/>
          <p:cNvSpPr>
            <a:spLocks noGrp="1"/>
          </p:cNvSpPr>
          <p:nvPr>
            <p:ph type="dt" sz="half" idx="10"/>
          </p:nvPr>
        </p:nvSpPr>
        <p:spPr>
          <a:xfrm>
            <a:off x="197335" y="6489303"/>
            <a:ext cx="2743200" cy="365125"/>
          </a:xfrm>
        </p:spPr>
        <p:txBody>
          <a:bodyPr/>
          <a:lstStyle/>
          <a:p>
            <a:r>
              <a:rPr lang="en-US" altLang="zh-CN" dirty="0">
                <a:latin typeface="微软雅黑" panose="020B0503020204020204" pitchFamily="34" charset="-122"/>
                <a:ea typeface="微软雅黑" panose="020B0503020204020204" pitchFamily="34" charset="-122"/>
              </a:rPr>
              <a:t>4.4 </a:t>
            </a:r>
            <a:r>
              <a:rPr lang="zh-CN" altLang="en-US" dirty="0">
                <a:latin typeface="微软雅黑" panose="020B0503020204020204" pitchFamily="34" charset="-122"/>
                <a:ea typeface="微软雅黑" panose="020B0503020204020204" pitchFamily="34" charset="-122"/>
              </a:rPr>
              <a:t>数据链路层交换</a:t>
            </a:r>
          </a:p>
        </p:txBody>
      </p:sp>
      <p:sp>
        <p:nvSpPr>
          <p:cNvPr id="57" name="灯片编号占位符 38"/>
          <p:cNvSpPr>
            <a:spLocks noGrp="1"/>
          </p:cNvSpPr>
          <p:nvPr>
            <p:ph type="sldNum" sz="quarter" idx="12"/>
          </p:nvPr>
        </p:nvSpPr>
        <p:spPr>
          <a:xfrm>
            <a:off x="8686810" y="6489303"/>
            <a:ext cx="3319670" cy="365125"/>
          </a:xfrm>
        </p:spPr>
        <p:txBody>
          <a:bodyPr/>
          <a:lstStyle/>
          <a:p>
            <a:fld id="{8D4D1E41-7A09-AB4A-A4E1-09765ADA2698}" type="slidenum">
              <a:rPr kumimoji="1" lang="zh-CN" altLang="en-US" smtClean="0"/>
              <a:t>112</a:t>
            </a:fld>
            <a:endParaRPr kumimoji="1" lang="zh-CN" altLang="en-US"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en-US" altLang="zh-CN" dirty="0"/>
              <a:t> </a:t>
            </a:r>
            <a:r>
              <a:rPr kumimoji="1" lang="zh-CN" altLang="zh-CN" dirty="0"/>
              <a:t>虚拟局域网</a:t>
            </a:r>
            <a:endParaRPr kumimoji="1" lang="zh-CN" altLang="en-US" dirty="0"/>
          </a:p>
        </p:txBody>
      </p:sp>
      <p:sp>
        <p:nvSpPr>
          <p:cNvPr id="91" name="内容占位符 2"/>
          <p:cNvSpPr>
            <a:spLocks noGrp="1"/>
          </p:cNvSpPr>
          <p:nvPr>
            <p:ph idx="1"/>
          </p:nvPr>
        </p:nvSpPr>
        <p:spPr>
          <a:xfrm>
            <a:off x="838199" y="1417272"/>
            <a:ext cx="10702159" cy="5131205"/>
          </a:xfrm>
          <a:ln>
            <a:noFill/>
          </a:ln>
        </p:spPr>
        <p:txBody>
          <a:bodyPr>
            <a:normAutofit/>
          </a:bodyPr>
          <a:lstStyle/>
          <a:p>
            <a:pPr>
              <a:lnSpc>
                <a:spcPct val="120000"/>
              </a:lnSpc>
            </a:pPr>
            <a:r>
              <a:rPr lang="zh-CN" altLang="zh-CN" dirty="0"/>
              <a:t>Access链路类型端口</a:t>
            </a:r>
            <a:endParaRPr lang="en-US" altLang="zh-CN" dirty="0"/>
          </a:p>
          <a:p>
            <a:pPr lvl="1">
              <a:lnSpc>
                <a:spcPct val="120000"/>
              </a:lnSpc>
            </a:pPr>
            <a:r>
              <a:rPr lang="zh-CN" altLang="en-US" sz="2000" dirty="0"/>
              <a:t>一般用于连接用户设备（无需识别</a:t>
            </a:r>
            <a:r>
              <a:rPr lang="en-US" altLang="zh-CN" sz="2000" dirty="0"/>
              <a:t>802.1Q</a:t>
            </a:r>
            <a:r>
              <a:rPr lang="zh-CN" altLang="en-US" sz="2000" dirty="0"/>
              <a:t>帧的设备）；</a:t>
            </a:r>
          </a:p>
          <a:p>
            <a:pPr lvl="1">
              <a:lnSpc>
                <a:spcPct val="120000"/>
              </a:lnSpc>
            </a:pPr>
            <a:r>
              <a:rPr lang="zh-CN" altLang="en-US" sz="2000" dirty="0"/>
              <a:t>如何采用基于端口的</a:t>
            </a:r>
            <a:r>
              <a:rPr lang="en-US" altLang="zh-CN" sz="2000" dirty="0"/>
              <a:t>VLAN</a:t>
            </a:r>
            <a:r>
              <a:rPr lang="zh-CN" altLang="en-US" sz="2000" dirty="0"/>
              <a:t>划分</a:t>
            </a:r>
            <a:r>
              <a:rPr lang="en-US" altLang="zh-CN" sz="2000" dirty="0"/>
              <a:t>,</a:t>
            </a:r>
            <a:r>
              <a:rPr lang="zh-CN" altLang="zh-CN" sz="2000" dirty="0"/>
              <a:t> Access</a:t>
            </a:r>
            <a:r>
              <a:rPr lang="zh-CN" altLang="en-US" sz="2000" dirty="0"/>
              <a:t>端口只能加入一个</a:t>
            </a:r>
            <a:r>
              <a:rPr lang="en-US" altLang="zh-CN" sz="2000" dirty="0"/>
              <a:t>VLAN</a:t>
            </a:r>
            <a:r>
              <a:rPr lang="zh-CN" altLang="en-US" sz="2000" dirty="0"/>
              <a:t>；</a:t>
            </a:r>
            <a:endParaRPr lang="en-US" altLang="zh-CN" sz="2000" dirty="0"/>
          </a:p>
          <a:p>
            <a:pPr lvl="1">
              <a:lnSpc>
                <a:spcPct val="120000"/>
              </a:lnSpc>
            </a:pPr>
            <a:r>
              <a:rPr lang="zh-CN" altLang="en-US" sz="2000" dirty="0"/>
              <a:t>一旦</a:t>
            </a:r>
            <a:r>
              <a:rPr lang="en-US" altLang="zh-CN" sz="2000" dirty="0"/>
              <a:t>Access</a:t>
            </a:r>
            <a:r>
              <a:rPr lang="zh-CN" altLang="en-US" sz="2000" dirty="0"/>
              <a:t>端口加入了特定的</a:t>
            </a:r>
            <a:r>
              <a:rPr lang="en-US" altLang="zh-CN" sz="2000" dirty="0"/>
              <a:t>VLAN</a:t>
            </a:r>
            <a:r>
              <a:rPr lang="zh-CN" altLang="en-US" sz="2000" dirty="0"/>
              <a:t>，连接在该端口的设备被视为属于该</a:t>
            </a:r>
            <a:r>
              <a:rPr lang="en-US" altLang="zh-CN" sz="2000" dirty="0"/>
              <a:t>VLAN</a:t>
            </a:r>
            <a:r>
              <a:rPr lang="zh-CN" altLang="en-US" sz="2000" dirty="0"/>
              <a:t>。</a:t>
            </a:r>
          </a:p>
          <a:p>
            <a:pPr>
              <a:lnSpc>
                <a:spcPct val="120000"/>
              </a:lnSpc>
            </a:pPr>
            <a:endParaRPr lang="en-US" altLang="zh-CN" dirty="0"/>
          </a:p>
        </p:txBody>
      </p:sp>
      <p:sp>
        <p:nvSpPr>
          <p:cNvPr id="51" name="Line 3"/>
          <p:cNvSpPr>
            <a:spLocks noChangeShapeType="1"/>
          </p:cNvSpPr>
          <p:nvPr/>
        </p:nvSpPr>
        <p:spPr bwMode="auto">
          <a:xfrm>
            <a:off x="4209402" y="4240029"/>
            <a:ext cx="576262" cy="0"/>
          </a:xfrm>
          <a:prstGeom prst="line">
            <a:avLst/>
          </a:prstGeom>
          <a:noFill/>
          <a:ln w="2857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52" name="Line 4"/>
          <p:cNvSpPr>
            <a:spLocks noChangeShapeType="1"/>
          </p:cNvSpPr>
          <p:nvPr/>
        </p:nvSpPr>
        <p:spPr bwMode="auto">
          <a:xfrm>
            <a:off x="4209402" y="5608454"/>
            <a:ext cx="576262" cy="0"/>
          </a:xfrm>
          <a:prstGeom prst="line">
            <a:avLst/>
          </a:prstGeom>
          <a:noFill/>
          <a:ln w="2857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53" name="Line 5"/>
          <p:cNvSpPr>
            <a:spLocks noChangeShapeType="1"/>
          </p:cNvSpPr>
          <p:nvPr/>
        </p:nvSpPr>
        <p:spPr bwMode="auto">
          <a:xfrm>
            <a:off x="9538639" y="4167004"/>
            <a:ext cx="576263" cy="0"/>
          </a:xfrm>
          <a:prstGeom prst="line">
            <a:avLst/>
          </a:prstGeom>
          <a:noFill/>
          <a:ln w="2857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57" name="Line 6"/>
          <p:cNvSpPr>
            <a:spLocks noChangeShapeType="1"/>
          </p:cNvSpPr>
          <p:nvPr/>
        </p:nvSpPr>
        <p:spPr bwMode="auto">
          <a:xfrm>
            <a:off x="9538639" y="5608454"/>
            <a:ext cx="576263" cy="0"/>
          </a:xfrm>
          <a:prstGeom prst="line">
            <a:avLst/>
          </a:prstGeom>
          <a:noFill/>
          <a:ln w="2857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58" name="Line 7"/>
          <p:cNvSpPr>
            <a:spLocks noChangeShapeType="1"/>
          </p:cNvSpPr>
          <p:nvPr/>
        </p:nvSpPr>
        <p:spPr bwMode="auto">
          <a:xfrm>
            <a:off x="7593952" y="5248092"/>
            <a:ext cx="1943100" cy="0"/>
          </a:xfrm>
          <a:prstGeom prst="line">
            <a:avLst/>
          </a:prstGeom>
          <a:noFill/>
          <a:ln w="2857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59" name="Line 8"/>
          <p:cNvSpPr>
            <a:spLocks noChangeShapeType="1"/>
          </p:cNvSpPr>
          <p:nvPr/>
        </p:nvSpPr>
        <p:spPr bwMode="auto">
          <a:xfrm>
            <a:off x="7738414" y="4959167"/>
            <a:ext cx="1800225" cy="0"/>
          </a:xfrm>
          <a:prstGeom prst="line">
            <a:avLst/>
          </a:prstGeom>
          <a:noFill/>
          <a:ln w="2857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60" name="Line 9"/>
          <p:cNvSpPr>
            <a:spLocks noChangeShapeType="1"/>
          </p:cNvSpPr>
          <p:nvPr/>
        </p:nvSpPr>
        <p:spPr bwMode="auto">
          <a:xfrm>
            <a:off x="4785664" y="5248092"/>
            <a:ext cx="1728788" cy="0"/>
          </a:xfrm>
          <a:prstGeom prst="line">
            <a:avLst/>
          </a:prstGeom>
          <a:noFill/>
          <a:ln w="2857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61" name="Line 10"/>
          <p:cNvSpPr>
            <a:spLocks noChangeShapeType="1"/>
          </p:cNvSpPr>
          <p:nvPr/>
        </p:nvSpPr>
        <p:spPr bwMode="auto">
          <a:xfrm>
            <a:off x="4785664" y="4959167"/>
            <a:ext cx="1727200" cy="0"/>
          </a:xfrm>
          <a:prstGeom prst="line">
            <a:avLst/>
          </a:prstGeom>
          <a:noFill/>
          <a:ln w="2857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62" name="Line 11"/>
          <p:cNvSpPr>
            <a:spLocks noChangeShapeType="1"/>
          </p:cNvSpPr>
          <p:nvPr/>
        </p:nvSpPr>
        <p:spPr bwMode="auto">
          <a:xfrm flipV="1">
            <a:off x="4785664" y="5248092"/>
            <a:ext cx="0" cy="360362"/>
          </a:xfrm>
          <a:prstGeom prst="line">
            <a:avLst/>
          </a:prstGeom>
          <a:noFill/>
          <a:ln w="2857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63" name="Line 12"/>
          <p:cNvSpPr>
            <a:spLocks noChangeShapeType="1"/>
          </p:cNvSpPr>
          <p:nvPr/>
        </p:nvSpPr>
        <p:spPr bwMode="auto">
          <a:xfrm>
            <a:off x="4785664" y="4240029"/>
            <a:ext cx="0" cy="719138"/>
          </a:xfrm>
          <a:prstGeom prst="line">
            <a:avLst/>
          </a:prstGeom>
          <a:noFill/>
          <a:ln w="2857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64" name="Line 13"/>
          <p:cNvSpPr>
            <a:spLocks noChangeShapeType="1"/>
          </p:cNvSpPr>
          <p:nvPr/>
        </p:nvSpPr>
        <p:spPr bwMode="auto">
          <a:xfrm flipV="1">
            <a:off x="9538639" y="4167004"/>
            <a:ext cx="0" cy="792163"/>
          </a:xfrm>
          <a:prstGeom prst="line">
            <a:avLst/>
          </a:prstGeom>
          <a:noFill/>
          <a:ln w="2857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65" name="Line 14"/>
          <p:cNvSpPr>
            <a:spLocks noChangeShapeType="1"/>
          </p:cNvSpPr>
          <p:nvPr/>
        </p:nvSpPr>
        <p:spPr bwMode="auto">
          <a:xfrm>
            <a:off x="9538639" y="5248092"/>
            <a:ext cx="0" cy="360362"/>
          </a:xfrm>
          <a:prstGeom prst="line">
            <a:avLst/>
          </a:prstGeom>
          <a:noFill/>
          <a:ln w="2857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pic>
        <p:nvPicPr>
          <p:cNvPr id="66" name="Picture 15"/>
          <p:cNvPicPr>
            <a:picLocks noChangeAspect="1" noChangeArrowheads="1"/>
          </p:cNvPicPr>
          <p:nvPr/>
        </p:nvPicPr>
        <p:blipFill>
          <a:blip r:embed="rId3">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3633139" y="3735204"/>
            <a:ext cx="720725" cy="684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7" name="Picture 16"/>
          <p:cNvPicPr>
            <a:picLocks noChangeAspect="1" noChangeArrowheads="1"/>
          </p:cNvPicPr>
          <p:nvPr/>
        </p:nvPicPr>
        <p:blipFill>
          <a:blip r:embed="rId3">
            <a:duotone>
              <a:schemeClr val="accent5">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3633139" y="5103629"/>
            <a:ext cx="720725" cy="684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8" name="Picture 17"/>
          <p:cNvPicPr>
            <a:picLocks noChangeAspect="1" noChangeArrowheads="1"/>
          </p:cNvPicPr>
          <p:nvPr/>
        </p:nvPicPr>
        <p:blipFill>
          <a:blip r:embed="rId3">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0041877" y="3735204"/>
            <a:ext cx="720725" cy="684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9" name="Picture 18"/>
          <p:cNvPicPr>
            <a:picLocks noChangeAspect="1" noChangeArrowheads="1"/>
          </p:cNvPicPr>
          <p:nvPr/>
        </p:nvPicPr>
        <p:blipFill>
          <a:blip r:embed="rId3">
            <a:duotone>
              <a:schemeClr val="accent5">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0043464" y="5103629"/>
            <a:ext cx="720725" cy="684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8" name="Picture 2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91324" y="3881254"/>
            <a:ext cx="3384550" cy="2455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83" name="Object 28"/>
          <p:cNvGraphicFramePr>
            <a:graphicFrameLocks noChangeAspect="1"/>
          </p:cNvGraphicFramePr>
          <p:nvPr/>
        </p:nvGraphicFramePr>
        <p:xfrm>
          <a:off x="4569764" y="5894204"/>
          <a:ext cx="792163" cy="123825"/>
        </p:xfrm>
        <a:graphic>
          <a:graphicData uri="http://schemas.openxmlformats.org/presentationml/2006/ole">
            <mc:AlternateContent xmlns:mc="http://schemas.openxmlformats.org/markup-compatibility/2006">
              <mc:Choice xmlns:v="urn:schemas-microsoft-com:vml" Requires="v">
                <p:oleObj r:id="rId5" imgW="1152525" imgH="183515" progId="Visio.Drawing.6">
                  <p:embed/>
                </p:oleObj>
              </mc:Choice>
              <mc:Fallback>
                <p:oleObj r:id="rId5" imgW="1152525" imgH="183515" progId="Visio.Drawing.6">
                  <p:embed/>
                  <p:pic>
                    <p:nvPicPr>
                      <p:cNvPr id="0" name="Object 2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69764" y="5894204"/>
                        <a:ext cx="792163" cy="123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4" name="Line 29"/>
          <p:cNvSpPr>
            <a:spLocks noChangeShapeType="1"/>
          </p:cNvSpPr>
          <p:nvPr/>
        </p:nvSpPr>
        <p:spPr bwMode="auto">
          <a:xfrm>
            <a:off x="4436060" y="4022542"/>
            <a:ext cx="576262" cy="0"/>
          </a:xfrm>
          <a:prstGeom prst="line">
            <a:avLst/>
          </a:prstGeom>
          <a:noFill/>
          <a:ln w="19050" cmpd="sng">
            <a:solidFill>
              <a:schemeClr val="tx1">
                <a:lumMod val="65000"/>
                <a:lumOff val="35000"/>
              </a:schemeClr>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85" name="Line 30"/>
          <p:cNvSpPr>
            <a:spLocks noChangeShapeType="1"/>
          </p:cNvSpPr>
          <p:nvPr/>
        </p:nvSpPr>
        <p:spPr bwMode="auto">
          <a:xfrm>
            <a:off x="5001564" y="4741679"/>
            <a:ext cx="360363" cy="1588"/>
          </a:xfrm>
          <a:prstGeom prst="line">
            <a:avLst/>
          </a:prstGeom>
          <a:noFill/>
          <a:ln w="19050" cmpd="sng">
            <a:solidFill>
              <a:schemeClr val="tx1">
                <a:lumMod val="65000"/>
                <a:lumOff val="35000"/>
              </a:schemeClr>
            </a:solidFill>
            <a:rou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86" name="Line 31"/>
          <p:cNvSpPr>
            <a:spLocks noChangeShapeType="1"/>
          </p:cNvSpPr>
          <p:nvPr/>
        </p:nvSpPr>
        <p:spPr bwMode="auto">
          <a:xfrm>
            <a:off x="5001564" y="4022542"/>
            <a:ext cx="0" cy="719137"/>
          </a:xfrm>
          <a:prstGeom prst="line">
            <a:avLst/>
          </a:prstGeom>
          <a:noFill/>
          <a:ln w="19050" cmpd="sng">
            <a:solidFill>
              <a:schemeClr val="tx1">
                <a:lumMod val="65000"/>
                <a:lumOff val="35000"/>
              </a:schemeClr>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08" name="Line 32"/>
          <p:cNvSpPr>
            <a:spLocks noChangeShapeType="1"/>
          </p:cNvSpPr>
          <p:nvPr/>
        </p:nvSpPr>
        <p:spPr bwMode="auto">
          <a:xfrm>
            <a:off x="4425302" y="5822767"/>
            <a:ext cx="576262" cy="0"/>
          </a:xfrm>
          <a:prstGeom prst="line">
            <a:avLst/>
          </a:prstGeom>
          <a:noFill/>
          <a:ln w="25400" cmpd="sng">
            <a:solidFill>
              <a:srgbClr val="0070C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09" name="Line 33"/>
          <p:cNvSpPr>
            <a:spLocks noChangeShapeType="1"/>
          </p:cNvSpPr>
          <p:nvPr/>
        </p:nvSpPr>
        <p:spPr bwMode="auto">
          <a:xfrm>
            <a:off x="5001564" y="5390967"/>
            <a:ext cx="0" cy="431800"/>
          </a:xfrm>
          <a:prstGeom prst="line">
            <a:avLst/>
          </a:prstGeom>
          <a:noFill/>
          <a:ln w="19050" cmpd="sng">
            <a:solidFill>
              <a:srgbClr val="0070C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10" name="Line 34"/>
          <p:cNvSpPr>
            <a:spLocks noChangeShapeType="1"/>
          </p:cNvSpPr>
          <p:nvPr/>
        </p:nvSpPr>
        <p:spPr bwMode="auto">
          <a:xfrm>
            <a:off x="9321152" y="4022542"/>
            <a:ext cx="576262" cy="0"/>
          </a:xfrm>
          <a:prstGeom prst="line">
            <a:avLst/>
          </a:prstGeom>
          <a:noFill/>
          <a:ln w="19050" cmpd="sng">
            <a:solidFill>
              <a:schemeClr val="tx1">
                <a:lumMod val="65000"/>
                <a:lumOff val="35000"/>
              </a:schemeClr>
            </a:solidFill>
            <a:rou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11" name="Line 35"/>
          <p:cNvSpPr>
            <a:spLocks noChangeShapeType="1"/>
          </p:cNvSpPr>
          <p:nvPr/>
        </p:nvSpPr>
        <p:spPr bwMode="auto">
          <a:xfrm flipH="1">
            <a:off x="8962377" y="4741679"/>
            <a:ext cx="358775" cy="1588"/>
          </a:xfrm>
          <a:prstGeom prst="line">
            <a:avLst/>
          </a:prstGeom>
          <a:noFill/>
          <a:ln w="19050" cmpd="sng">
            <a:solidFill>
              <a:schemeClr val="tx1">
                <a:lumMod val="65000"/>
                <a:lumOff val="35000"/>
              </a:schemeClr>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12" name="Line 36"/>
          <p:cNvSpPr>
            <a:spLocks noChangeShapeType="1"/>
          </p:cNvSpPr>
          <p:nvPr/>
        </p:nvSpPr>
        <p:spPr bwMode="auto">
          <a:xfrm>
            <a:off x="9321152" y="4022542"/>
            <a:ext cx="0" cy="719137"/>
          </a:xfrm>
          <a:prstGeom prst="line">
            <a:avLst/>
          </a:prstGeom>
          <a:noFill/>
          <a:ln w="19050" cmpd="sng">
            <a:solidFill>
              <a:schemeClr val="tx1">
                <a:lumMod val="65000"/>
                <a:lumOff val="35000"/>
              </a:schemeClr>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13" name="Line 37"/>
          <p:cNvSpPr>
            <a:spLocks noChangeShapeType="1"/>
          </p:cNvSpPr>
          <p:nvPr/>
        </p:nvSpPr>
        <p:spPr bwMode="auto">
          <a:xfrm>
            <a:off x="8962377" y="5390967"/>
            <a:ext cx="360362" cy="1587"/>
          </a:xfrm>
          <a:prstGeom prst="line">
            <a:avLst/>
          </a:prstGeom>
          <a:noFill/>
          <a:ln w="25400" cmpd="sng">
            <a:solidFill>
              <a:srgbClr val="0070C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14" name="Line 38"/>
          <p:cNvSpPr>
            <a:spLocks noChangeShapeType="1"/>
          </p:cNvSpPr>
          <p:nvPr/>
        </p:nvSpPr>
        <p:spPr bwMode="auto">
          <a:xfrm>
            <a:off x="9322739" y="5812009"/>
            <a:ext cx="647700" cy="0"/>
          </a:xfrm>
          <a:prstGeom prst="line">
            <a:avLst/>
          </a:prstGeom>
          <a:noFill/>
          <a:ln w="25400" cmpd="sng">
            <a:solidFill>
              <a:srgbClr val="0070C0"/>
            </a:solidFill>
            <a:rou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15" name="Line 39"/>
          <p:cNvSpPr>
            <a:spLocks noChangeShapeType="1"/>
          </p:cNvSpPr>
          <p:nvPr/>
        </p:nvSpPr>
        <p:spPr bwMode="auto">
          <a:xfrm flipH="1">
            <a:off x="9321152" y="5390967"/>
            <a:ext cx="0" cy="431800"/>
          </a:xfrm>
          <a:prstGeom prst="line">
            <a:avLst/>
          </a:prstGeom>
          <a:noFill/>
          <a:ln w="25400" cmpd="sng">
            <a:solidFill>
              <a:srgbClr val="0070C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16" name="Line 40"/>
          <p:cNvSpPr>
            <a:spLocks noChangeShapeType="1"/>
          </p:cNvSpPr>
          <p:nvPr/>
        </p:nvSpPr>
        <p:spPr bwMode="auto">
          <a:xfrm>
            <a:off x="5001564" y="5389379"/>
            <a:ext cx="360363" cy="1588"/>
          </a:xfrm>
          <a:prstGeom prst="line">
            <a:avLst/>
          </a:prstGeom>
          <a:noFill/>
          <a:ln w="25400" cmpd="sng">
            <a:solidFill>
              <a:srgbClr val="0070C0"/>
            </a:solidFill>
            <a:rou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aphicFrame>
        <p:nvGraphicFramePr>
          <p:cNvPr id="117" name="Object 41"/>
          <p:cNvGraphicFramePr>
            <a:graphicFrameLocks noChangeAspect="1"/>
          </p:cNvGraphicFramePr>
          <p:nvPr/>
        </p:nvGraphicFramePr>
        <p:xfrm>
          <a:off x="4569764" y="3806642"/>
          <a:ext cx="792163" cy="123825"/>
        </p:xfrm>
        <a:graphic>
          <a:graphicData uri="http://schemas.openxmlformats.org/presentationml/2006/ole">
            <mc:AlternateContent xmlns:mc="http://schemas.openxmlformats.org/markup-compatibility/2006">
              <mc:Choice xmlns:v="urn:schemas-microsoft-com:vml" Requires="v">
                <p:oleObj r:id="rId7" imgW="1152525" imgH="183515" progId="Visio.Drawing.6">
                  <p:embed/>
                </p:oleObj>
              </mc:Choice>
              <mc:Fallback>
                <p:oleObj r:id="rId7" imgW="1152525" imgH="183515" progId="Visio.Drawing.6">
                  <p:embed/>
                  <p:pic>
                    <p:nvPicPr>
                      <p:cNvPr id="0" name="Object 4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69764" y="3806642"/>
                        <a:ext cx="792163" cy="123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8" name="Object 42"/>
          <p:cNvGraphicFramePr>
            <a:graphicFrameLocks noChangeAspect="1"/>
          </p:cNvGraphicFramePr>
          <p:nvPr/>
        </p:nvGraphicFramePr>
        <p:xfrm>
          <a:off x="8962377" y="3806642"/>
          <a:ext cx="792162" cy="123825"/>
        </p:xfrm>
        <a:graphic>
          <a:graphicData uri="http://schemas.openxmlformats.org/presentationml/2006/ole">
            <mc:AlternateContent xmlns:mc="http://schemas.openxmlformats.org/markup-compatibility/2006">
              <mc:Choice xmlns:v="urn:schemas-microsoft-com:vml" Requires="v">
                <p:oleObj r:id="rId8" imgW="1152525" imgH="183515" progId="Visio.Drawing.6">
                  <p:embed/>
                </p:oleObj>
              </mc:Choice>
              <mc:Fallback>
                <p:oleObj r:id="rId8" imgW="1152525" imgH="183515" progId="Visio.Drawing.6">
                  <p:embed/>
                  <p:pic>
                    <p:nvPicPr>
                      <p:cNvPr id="0" name="Object 4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962377" y="3806642"/>
                        <a:ext cx="792162" cy="123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9" name="Object 43"/>
          <p:cNvGraphicFramePr>
            <a:graphicFrameLocks noChangeAspect="1"/>
          </p:cNvGraphicFramePr>
          <p:nvPr/>
        </p:nvGraphicFramePr>
        <p:xfrm>
          <a:off x="9033814" y="5894204"/>
          <a:ext cx="792163" cy="123825"/>
        </p:xfrm>
        <a:graphic>
          <a:graphicData uri="http://schemas.openxmlformats.org/presentationml/2006/ole">
            <mc:AlternateContent xmlns:mc="http://schemas.openxmlformats.org/markup-compatibility/2006">
              <mc:Choice xmlns:v="urn:schemas-microsoft-com:vml" Requires="v">
                <p:oleObj r:id="rId9" imgW="1152525" imgH="183515" progId="Visio.Drawing.6">
                  <p:embed/>
                </p:oleObj>
              </mc:Choice>
              <mc:Fallback>
                <p:oleObj r:id="rId9" imgW="1152525" imgH="183515" progId="Visio.Drawing.6">
                  <p:embed/>
                  <p:pic>
                    <p:nvPicPr>
                      <p:cNvPr id="0" name="Object 4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033814" y="5894204"/>
                        <a:ext cx="792163" cy="123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20" name="Text Box 44"/>
          <p:cNvSpPr txBox="1">
            <a:spLocks noChangeArrowheads="1"/>
          </p:cNvSpPr>
          <p:nvPr/>
        </p:nvSpPr>
        <p:spPr bwMode="auto">
          <a:xfrm>
            <a:off x="5958991" y="3334270"/>
            <a:ext cx="2188834" cy="4303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2000" b="0" i="0" u="none" strike="noStrike" kern="120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rPr>
              <a:t>Access</a:t>
            </a:r>
            <a:r>
              <a:rPr kumimoji="0" lang="zh-CN" altLang="en-US" sz="2000" b="0" i="0" u="none" strike="noStrike" kern="120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rPr>
              <a:t>端口</a:t>
            </a:r>
            <a:endParaRPr kumimoji="0" lang="zh-CN" altLang="zh-CN" sz="2000" b="0" i="0" u="none" strike="noStrike" kern="120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endParaRPr>
          </a:p>
        </p:txBody>
      </p:sp>
      <p:sp>
        <p:nvSpPr>
          <p:cNvPr id="121" name="Line 45"/>
          <p:cNvSpPr>
            <a:spLocks noChangeShapeType="1"/>
          </p:cNvSpPr>
          <p:nvPr/>
        </p:nvSpPr>
        <p:spPr bwMode="auto">
          <a:xfrm flipH="1">
            <a:off x="5592668" y="3735203"/>
            <a:ext cx="720725" cy="684213"/>
          </a:xfrm>
          <a:prstGeom prst="line">
            <a:avLst/>
          </a:prstGeom>
          <a:noFill/>
          <a:ln w="9525" cmpd="sng">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22" name="Line 46"/>
          <p:cNvSpPr>
            <a:spLocks noChangeShapeType="1"/>
          </p:cNvSpPr>
          <p:nvPr/>
        </p:nvSpPr>
        <p:spPr bwMode="auto">
          <a:xfrm>
            <a:off x="7798260" y="3735202"/>
            <a:ext cx="792163" cy="684215"/>
          </a:xfrm>
          <a:prstGeom prst="line">
            <a:avLst/>
          </a:prstGeom>
          <a:noFill/>
          <a:ln w="9525" cmpd="sng">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25" name="Text Box 38"/>
          <p:cNvSpPr txBox="1">
            <a:spLocks noChangeArrowheads="1"/>
          </p:cNvSpPr>
          <p:nvPr/>
        </p:nvSpPr>
        <p:spPr bwMode="auto">
          <a:xfrm>
            <a:off x="3792218" y="4375995"/>
            <a:ext cx="347916"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algn="l" defTabSz="914400" rtl="0" eaLnBrk="1" fontAlgn="auto" latinLnBrk="0" hangingPunct="1">
              <a:lnSpc>
                <a:spcPct val="100000"/>
              </a:lnSpc>
              <a:spcBef>
                <a:spcPct val="50000"/>
              </a:spcBef>
              <a:spcAft>
                <a:spcPts val="0"/>
              </a:spcAft>
              <a:buClrTx/>
              <a:buSzTx/>
              <a:buFontTx/>
              <a:buNone/>
              <a:defRPr/>
            </a:pPr>
            <a:r>
              <a:rPr kumimoji="0" lang="zh-CN"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a:t>
            </a:r>
          </a:p>
        </p:txBody>
      </p:sp>
      <p:sp>
        <p:nvSpPr>
          <p:cNvPr id="126" name="Text Box 39"/>
          <p:cNvSpPr txBox="1">
            <a:spLocks noChangeArrowheads="1"/>
          </p:cNvSpPr>
          <p:nvPr/>
        </p:nvSpPr>
        <p:spPr bwMode="auto">
          <a:xfrm>
            <a:off x="3799218" y="5828625"/>
            <a:ext cx="3533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algn="l" defTabSz="914400" rtl="0" eaLnBrk="1" fontAlgn="auto" latinLnBrk="0" hangingPunct="1">
              <a:lnSpc>
                <a:spcPct val="100000"/>
              </a:lnSpc>
              <a:spcBef>
                <a:spcPct val="50000"/>
              </a:spcBef>
              <a:spcAft>
                <a:spcPts val="0"/>
              </a:spcAft>
              <a:buClrTx/>
              <a:buSzTx/>
              <a:buFontTx/>
              <a:buNone/>
              <a:defRPr/>
            </a:pPr>
            <a:r>
              <a:rPr kumimoji="0" lang="zh-CN"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B</a:t>
            </a:r>
          </a:p>
        </p:txBody>
      </p:sp>
      <p:sp>
        <p:nvSpPr>
          <p:cNvPr id="127" name="Text Box 40"/>
          <p:cNvSpPr txBox="1">
            <a:spLocks noChangeArrowheads="1"/>
          </p:cNvSpPr>
          <p:nvPr/>
        </p:nvSpPr>
        <p:spPr bwMode="auto">
          <a:xfrm>
            <a:off x="10246186" y="4365602"/>
            <a:ext cx="3714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algn="l" defTabSz="914400" rtl="0" eaLnBrk="1" fontAlgn="auto" latinLnBrk="0" hangingPunct="1">
              <a:lnSpc>
                <a:spcPct val="100000"/>
              </a:lnSpc>
              <a:spcBef>
                <a:spcPct val="50000"/>
              </a:spcBef>
              <a:spcAft>
                <a:spcPts val="0"/>
              </a:spcAft>
              <a:buClrTx/>
              <a:buSzTx/>
              <a:buFontTx/>
              <a:buNone/>
              <a:defRPr/>
            </a:pPr>
            <a:r>
              <a:rPr kumimoji="0" lang="zh-CN"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C</a:t>
            </a:r>
          </a:p>
        </p:txBody>
      </p:sp>
      <p:sp>
        <p:nvSpPr>
          <p:cNvPr id="128" name="Text Box 41"/>
          <p:cNvSpPr txBox="1">
            <a:spLocks noChangeArrowheads="1"/>
          </p:cNvSpPr>
          <p:nvPr/>
        </p:nvSpPr>
        <p:spPr bwMode="auto">
          <a:xfrm>
            <a:off x="10315325" y="5814614"/>
            <a:ext cx="3714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algn="l" defTabSz="914400" rtl="0" eaLnBrk="1" fontAlgn="auto" latinLnBrk="0" hangingPunct="1">
              <a:lnSpc>
                <a:spcPct val="100000"/>
              </a:lnSpc>
              <a:spcBef>
                <a:spcPct val="50000"/>
              </a:spcBef>
              <a:spcAft>
                <a:spcPts val="0"/>
              </a:spcAft>
              <a:buClrTx/>
              <a:buSzTx/>
              <a:buFontTx/>
              <a:buNone/>
              <a:defRPr/>
            </a:pPr>
            <a:r>
              <a:rPr kumimoji="0" lang="zh-CN"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D</a:t>
            </a:r>
          </a:p>
        </p:txBody>
      </p:sp>
      <p:sp>
        <p:nvSpPr>
          <p:cNvPr id="55" name="椭圆 54"/>
          <p:cNvSpPr/>
          <p:nvPr/>
        </p:nvSpPr>
        <p:spPr>
          <a:xfrm>
            <a:off x="5300734" y="4899544"/>
            <a:ext cx="108000" cy="108000"/>
          </a:xfrm>
          <a:prstGeom prst="ellipse">
            <a:avLst/>
          </a:prstGeom>
          <a:solidFill>
            <a:srgbClr val="993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B050"/>
              </a:solidFill>
              <a:effectLst/>
              <a:uLnTx/>
              <a:uFillTx/>
              <a:latin typeface="等线" panose="020F0502020204030204"/>
              <a:ea typeface="等线" panose="02010600030101010101" pitchFamily="2" charset="-122"/>
              <a:cs typeface="+mn-cs"/>
            </a:endParaRPr>
          </a:p>
        </p:txBody>
      </p:sp>
      <p:sp>
        <p:nvSpPr>
          <p:cNvPr id="56" name="椭圆 55"/>
          <p:cNvSpPr/>
          <p:nvPr/>
        </p:nvSpPr>
        <p:spPr>
          <a:xfrm>
            <a:off x="5295479" y="5188576"/>
            <a:ext cx="108000" cy="108000"/>
          </a:xfrm>
          <a:prstGeom prst="ellipse">
            <a:avLst/>
          </a:prstGeom>
          <a:solidFill>
            <a:srgbClr val="993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B050"/>
              </a:solidFill>
              <a:effectLst/>
              <a:uLnTx/>
              <a:uFillTx/>
              <a:latin typeface="等线" panose="020F0502020204030204"/>
              <a:ea typeface="等线" panose="02010600030101010101" pitchFamily="2" charset="-122"/>
              <a:cs typeface="+mn-cs"/>
            </a:endParaRPr>
          </a:p>
        </p:txBody>
      </p:sp>
      <p:sp>
        <p:nvSpPr>
          <p:cNvPr id="70" name="椭圆 69"/>
          <p:cNvSpPr/>
          <p:nvPr/>
        </p:nvSpPr>
        <p:spPr>
          <a:xfrm>
            <a:off x="8753369" y="4904802"/>
            <a:ext cx="108000" cy="108000"/>
          </a:xfrm>
          <a:prstGeom prst="ellipse">
            <a:avLst/>
          </a:prstGeom>
          <a:solidFill>
            <a:srgbClr val="993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B050"/>
              </a:solidFill>
              <a:effectLst/>
              <a:uLnTx/>
              <a:uFillTx/>
              <a:latin typeface="等线" panose="020F0502020204030204"/>
              <a:ea typeface="等线" panose="02010600030101010101" pitchFamily="2" charset="-122"/>
              <a:cs typeface="+mn-cs"/>
            </a:endParaRPr>
          </a:p>
        </p:txBody>
      </p:sp>
      <p:sp>
        <p:nvSpPr>
          <p:cNvPr id="71" name="椭圆 70"/>
          <p:cNvSpPr/>
          <p:nvPr/>
        </p:nvSpPr>
        <p:spPr>
          <a:xfrm>
            <a:off x="8758624" y="5193834"/>
            <a:ext cx="108000" cy="108000"/>
          </a:xfrm>
          <a:prstGeom prst="ellipse">
            <a:avLst/>
          </a:prstGeom>
          <a:solidFill>
            <a:srgbClr val="993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B050"/>
              </a:solidFill>
              <a:effectLst/>
              <a:uLnTx/>
              <a:uFillTx/>
              <a:latin typeface="等线" panose="020F0502020204030204"/>
              <a:ea typeface="等线" panose="02010600030101010101" pitchFamily="2" charset="-122"/>
              <a:cs typeface="+mn-cs"/>
            </a:endParaRPr>
          </a:p>
        </p:txBody>
      </p:sp>
      <p:sp>
        <p:nvSpPr>
          <p:cNvPr id="74" name="Text Box 34"/>
          <p:cNvSpPr txBox="1">
            <a:spLocks noChangeArrowheads="1"/>
          </p:cNvSpPr>
          <p:nvPr/>
        </p:nvSpPr>
        <p:spPr bwMode="auto">
          <a:xfrm>
            <a:off x="5128634" y="4419774"/>
            <a:ext cx="8636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auto" latinLnBrk="0" hangingPunct="1">
              <a:lnSpc>
                <a:spcPct val="100000"/>
              </a:lnSpc>
              <a:spcBef>
                <a:spcPct val="50000"/>
              </a:spcBef>
              <a:spcAft>
                <a:spcPts val="0"/>
              </a:spcAft>
              <a:buClrTx/>
              <a:buSzTx/>
              <a:buFontTx/>
              <a:buNone/>
              <a:defRPr/>
            </a:pPr>
            <a:r>
              <a:rPr kumimoji="0" lang="en-US" altLang="zh-CN" sz="1600" b="0" i="0" u="none" strike="noStrike" kern="120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rPr>
              <a:t>F</a:t>
            </a:r>
            <a:r>
              <a:rPr kumimoji="0" lang="zh-CN" altLang="zh-CN" sz="1600" b="0" i="0" u="none" strike="noStrike" kern="120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rPr>
              <a:t>0/1</a:t>
            </a:r>
          </a:p>
        </p:txBody>
      </p:sp>
      <p:sp>
        <p:nvSpPr>
          <p:cNvPr id="75" name="Text Box 35"/>
          <p:cNvSpPr txBox="1">
            <a:spLocks noChangeArrowheads="1"/>
          </p:cNvSpPr>
          <p:nvPr/>
        </p:nvSpPr>
        <p:spPr bwMode="auto">
          <a:xfrm>
            <a:off x="8438880" y="4430531"/>
            <a:ext cx="8636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auto" latinLnBrk="0" hangingPunct="1">
              <a:lnSpc>
                <a:spcPct val="100000"/>
              </a:lnSpc>
              <a:spcBef>
                <a:spcPct val="50000"/>
              </a:spcBef>
              <a:spcAft>
                <a:spcPts val="0"/>
              </a:spcAft>
              <a:buClrTx/>
              <a:buSzTx/>
              <a:buFontTx/>
              <a:buNone/>
              <a:defRPr/>
            </a:pPr>
            <a:r>
              <a:rPr kumimoji="0" lang="en-US" altLang="zh-CN" sz="1600" b="0" i="0" u="none" strike="noStrike" kern="120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rPr>
              <a:t>F</a:t>
            </a:r>
            <a:r>
              <a:rPr kumimoji="0" lang="zh-CN" altLang="zh-CN" sz="1600" b="0" i="0" u="none" strike="noStrike" kern="120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rPr>
              <a:t>0/2</a:t>
            </a:r>
          </a:p>
        </p:txBody>
      </p:sp>
      <p:sp>
        <p:nvSpPr>
          <p:cNvPr id="76" name="Text Box 36"/>
          <p:cNvSpPr txBox="1">
            <a:spLocks noChangeArrowheads="1"/>
          </p:cNvSpPr>
          <p:nvPr/>
        </p:nvSpPr>
        <p:spPr bwMode="auto">
          <a:xfrm>
            <a:off x="5144439" y="5459942"/>
            <a:ext cx="8636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auto" latinLnBrk="0" hangingPunct="1">
              <a:lnSpc>
                <a:spcPct val="100000"/>
              </a:lnSpc>
              <a:spcBef>
                <a:spcPct val="50000"/>
              </a:spcBef>
              <a:spcAft>
                <a:spcPts val="0"/>
              </a:spcAft>
              <a:buClrTx/>
              <a:buSzTx/>
              <a:buFontTx/>
              <a:buNone/>
              <a:defRPr/>
            </a:pPr>
            <a:r>
              <a:rPr kumimoji="0" lang="en-US" altLang="zh-CN" sz="1600" b="0" i="0" u="none" strike="noStrike" kern="120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rPr>
              <a:t>F</a:t>
            </a:r>
            <a:r>
              <a:rPr kumimoji="0" lang="zh-CN" altLang="zh-CN" sz="1600" b="0" i="0" u="none" strike="noStrike" kern="120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rPr>
              <a:t>0/3</a:t>
            </a:r>
          </a:p>
        </p:txBody>
      </p:sp>
      <p:sp>
        <p:nvSpPr>
          <p:cNvPr id="77" name="Text Box 37"/>
          <p:cNvSpPr txBox="1">
            <a:spLocks noChangeArrowheads="1"/>
          </p:cNvSpPr>
          <p:nvPr/>
        </p:nvSpPr>
        <p:spPr bwMode="auto">
          <a:xfrm>
            <a:off x="8437326" y="5421153"/>
            <a:ext cx="69732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algn="l" defTabSz="914400" rtl="0" eaLnBrk="1" fontAlgn="auto" latinLnBrk="0" hangingPunct="1">
              <a:lnSpc>
                <a:spcPct val="100000"/>
              </a:lnSpc>
              <a:spcBef>
                <a:spcPct val="50000"/>
              </a:spcBef>
              <a:spcAft>
                <a:spcPts val="0"/>
              </a:spcAft>
              <a:buClrTx/>
              <a:buSzTx/>
              <a:buFontTx/>
              <a:buNone/>
              <a:defRPr/>
            </a:pPr>
            <a:r>
              <a:rPr kumimoji="0" lang="en-US" altLang="zh-CN" sz="1600" b="0" i="0" u="none" strike="noStrike" kern="120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rPr>
              <a:t>F</a:t>
            </a:r>
            <a:r>
              <a:rPr kumimoji="0" lang="zh-CN" altLang="zh-CN" sz="1600" b="0" i="0" u="none" strike="noStrike" kern="120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rPr>
              <a:t>0/4</a:t>
            </a:r>
          </a:p>
        </p:txBody>
      </p:sp>
      <p:sp>
        <p:nvSpPr>
          <p:cNvPr id="73" name="日期占位符 36"/>
          <p:cNvSpPr>
            <a:spLocks noGrp="1"/>
          </p:cNvSpPr>
          <p:nvPr>
            <p:ph type="dt" sz="half" idx="10"/>
          </p:nvPr>
        </p:nvSpPr>
        <p:spPr>
          <a:xfrm>
            <a:off x="197335" y="6489303"/>
            <a:ext cx="2743200" cy="365125"/>
          </a:xfrm>
        </p:spPr>
        <p:txBody>
          <a:bodyPr/>
          <a:lstStyle/>
          <a:p>
            <a:r>
              <a:rPr lang="en-US" altLang="zh-CN" dirty="0">
                <a:latin typeface="微软雅黑" panose="020B0503020204020204" pitchFamily="34" charset="-122"/>
                <a:ea typeface="微软雅黑" panose="020B0503020204020204" pitchFamily="34" charset="-122"/>
              </a:rPr>
              <a:t>4.4 </a:t>
            </a:r>
            <a:r>
              <a:rPr lang="zh-CN" altLang="en-US" dirty="0">
                <a:latin typeface="微软雅黑" panose="020B0503020204020204" pitchFamily="34" charset="-122"/>
                <a:ea typeface="微软雅黑" panose="020B0503020204020204" pitchFamily="34" charset="-122"/>
              </a:rPr>
              <a:t>数据链路层交换</a:t>
            </a:r>
          </a:p>
        </p:txBody>
      </p:sp>
      <p:sp>
        <p:nvSpPr>
          <p:cNvPr id="87" name="灯片编号占位符 38"/>
          <p:cNvSpPr>
            <a:spLocks noGrp="1"/>
          </p:cNvSpPr>
          <p:nvPr>
            <p:ph type="sldNum" sz="quarter" idx="12"/>
          </p:nvPr>
        </p:nvSpPr>
        <p:spPr>
          <a:xfrm>
            <a:off x="8686810" y="6489303"/>
            <a:ext cx="3319670" cy="365125"/>
          </a:xfrm>
        </p:spPr>
        <p:txBody>
          <a:bodyPr/>
          <a:lstStyle/>
          <a:p>
            <a:fld id="{8D4D1E41-7A09-AB4A-A4E1-09765ADA2698}" type="slidenum">
              <a:rPr kumimoji="1" lang="zh-CN" altLang="en-US" smtClean="0"/>
              <a:t>113</a:t>
            </a:fld>
            <a:endParaRPr kumimoji="1" lang="zh-CN" altLang="en-US" dirty="0"/>
          </a:p>
        </p:txBody>
      </p:sp>
      <p:graphicFrame>
        <p:nvGraphicFramePr>
          <p:cNvPr id="72" name="Group 42"/>
          <p:cNvGraphicFramePr>
            <a:graphicFrameLocks noGrp="1"/>
          </p:cNvGraphicFramePr>
          <p:nvPr/>
        </p:nvGraphicFramePr>
        <p:xfrm>
          <a:off x="985858" y="3820135"/>
          <a:ext cx="2290641" cy="2012950"/>
        </p:xfrm>
        <a:graphic>
          <a:graphicData uri="http://schemas.openxmlformats.org/drawingml/2006/table">
            <a:tbl>
              <a:tblPr/>
              <a:tblGrid>
                <a:gridCol w="1088497">
                  <a:extLst>
                    <a:ext uri="{9D8B030D-6E8A-4147-A177-3AD203B41FA5}">
                      <a16:colId xmlns:a16="http://schemas.microsoft.com/office/drawing/2014/main" val="20000"/>
                    </a:ext>
                  </a:extLst>
                </a:gridCol>
                <a:gridCol w="1202144">
                  <a:extLst>
                    <a:ext uri="{9D8B030D-6E8A-4147-A177-3AD203B41FA5}">
                      <a16:colId xmlns:a16="http://schemas.microsoft.com/office/drawing/2014/main" val="20001"/>
                    </a:ext>
                  </a:extLst>
                </a:gridCol>
              </a:tblGrid>
              <a:tr h="334963">
                <a:tc gridSpan="2">
                  <a:txBody>
                    <a:bodyPr/>
                    <a:lstStyle>
                      <a:lvl1pPr>
                        <a:spcBef>
                          <a:spcPct val="10000"/>
                        </a:spcBef>
                        <a:spcAft>
                          <a:spcPct val="25000"/>
                        </a:spcAft>
                        <a:buClr>
                          <a:schemeClr val="tx1"/>
                        </a:buClr>
                        <a:buSzPct val="80000"/>
                        <a:buFont typeface="Wingdings" panose="05000000000000000000" pitchFamily="2" charset="2"/>
                        <a:defRPr sz="2600" b="1">
                          <a:solidFill>
                            <a:srgbClr val="000000"/>
                          </a:solidFill>
                          <a:latin typeface="Arial" panose="020B0604020202090204" pitchFamily="34" charset="0"/>
                          <a:ea typeface="华文细黑" panose="02010600040101010101" pitchFamily="2" charset="-122"/>
                        </a:defRPr>
                      </a:lvl1pPr>
                      <a:lvl2pPr marL="386080" indent="71755">
                        <a:spcBef>
                          <a:spcPct val="10000"/>
                        </a:spcBef>
                        <a:spcAft>
                          <a:spcPct val="25000"/>
                        </a:spcAft>
                        <a:buClr>
                          <a:schemeClr val="tx1"/>
                        </a:buClr>
                        <a:buSzPct val="80000"/>
                        <a:buFont typeface="Wingdings" panose="05000000000000000000" pitchFamily="2" charset="2"/>
                        <a:defRPr sz="2000">
                          <a:solidFill>
                            <a:srgbClr val="000000"/>
                          </a:solidFill>
                          <a:latin typeface="Arial" panose="020B0604020202090204" pitchFamily="34" charset="0"/>
                          <a:ea typeface="华文细黑" panose="02010600040101010101" pitchFamily="2" charset="-122"/>
                        </a:defRPr>
                      </a:lvl2pPr>
                      <a:lvl3pPr marL="862330" indent="52705">
                        <a:spcBef>
                          <a:spcPct val="10000"/>
                        </a:spcBef>
                        <a:spcAft>
                          <a:spcPct val="25000"/>
                        </a:spcAft>
                        <a:buClr>
                          <a:schemeClr val="tx1"/>
                        </a:buClr>
                        <a:buFont typeface="Times New Roman" panose="02020503050405090304" pitchFamily="18" charset="0"/>
                        <a:defRPr sz="2000">
                          <a:solidFill>
                            <a:srgbClr val="000000"/>
                          </a:solidFill>
                          <a:latin typeface="Arial" panose="020B0604020202090204" pitchFamily="34" charset="0"/>
                          <a:ea typeface="华文细黑" panose="02010600040101010101" pitchFamily="2" charset="-122"/>
                        </a:defRPr>
                      </a:lvl3pPr>
                      <a:lvl4pPr marL="1281430" indent="90805">
                        <a:spcBef>
                          <a:spcPct val="10000"/>
                        </a:spcBef>
                        <a:spcAft>
                          <a:spcPct val="25000"/>
                        </a:spcAft>
                        <a:buClr>
                          <a:schemeClr val="tx1"/>
                        </a:buClr>
                        <a:buFont typeface="Arial" panose="020B0604020202090204" pitchFamily="34" charset="0"/>
                        <a:defRPr sz="1600">
                          <a:solidFill>
                            <a:srgbClr val="000000"/>
                          </a:solidFill>
                          <a:latin typeface="Arial" panose="020B0604020202090204" pitchFamily="34" charset="0"/>
                          <a:ea typeface="华文细黑" panose="02010600040101010101" pitchFamily="2" charset="-122"/>
                        </a:defRPr>
                      </a:lvl4pPr>
                      <a:lvl5pPr marL="1700530" indent="128905">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5pPr>
                      <a:lvl6pPr marL="21577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6pPr>
                      <a:lvl7pPr marL="26149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7pPr>
                      <a:lvl8pPr marL="30721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8pPr>
                      <a:lvl9pPr marL="35293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i="0" u="none" strike="noStrike" cap="none" normalizeH="0" baseline="0" dirty="0">
                          <a:ln>
                            <a:noFill/>
                          </a:ln>
                          <a:solidFill>
                            <a:schemeClr val="tx1"/>
                          </a:solidFill>
                          <a:effectLst/>
                          <a:latin typeface="Arial" panose="020B0604020202090204" pitchFamily="34" charset="0"/>
                          <a:ea typeface="宋体" panose="02010600030101010101" pitchFamily="2" charset="-122"/>
                        </a:rPr>
                        <a:t>VLAN Table</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extLst>
                  <a:ext uri="{0D108BD9-81ED-4DB2-BD59-A6C34878D82A}">
                    <a16:rowId xmlns:a16="http://schemas.microsoft.com/office/drawing/2014/main" val="10000"/>
                  </a:ext>
                </a:extLst>
              </a:tr>
              <a:tr h="334963">
                <a:tc>
                  <a:txBody>
                    <a:bodyPr/>
                    <a:lstStyle>
                      <a:lvl1pPr>
                        <a:spcBef>
                          <a:spcPct val="10000"/>
                        </a:spcBef>
                        <a:spcAft>
                          <a:spcPct val="25000"/>
                        </a:spcAft>
                        <a:buClr>
                          <a:schemeClr val="tx1"/>
                        </a:buClr>
                        <a:buSzPct val="80000"/>
                        <a:buFont typeface="Wingdings" panose="05000000000000000000" pitchFamily="2" charset="2"/>
                        <a:defRPr sz="2600" b="1">
                          <a:solidFill>
                            <a:srgbClr val="000000"/>
                          </a:solidFill>
                          <a:latin typeface="Arial" panose="020B0604020202090204" pitchFamily="34" charset="0"/>
                          <a:ea typeface="华文细黑" panose="02010600040101010101" pitchFamily="2" charset="-122"/>
                        </a:defRPr>
                      </a:lvl1pPr>
                      <a:lvl2pPr marL="386080" indent="71755">
                        <a:spcBef>
                          <a:spcPct val="10000"/>
                        </a:spcBef>
                        <a:spcAft>
                          <a:spcPct val="25000"/>
                        </a:spcAft>
                        <a:buClr>
                          <a:schemeClr val="tx1"/>
                        </a:buClr>
                        <a:buSzPct val="80000"/>
                        <a:buFont typeface="Wingdings" panose="05000000000000000000" pitchFamily="2" charset="2"/>
                        <a:defRPr sz="2000">
                          <a:solidFill>
                            <a:srgbClr val="000000"/>
                          </a:solidFill>
                          <a:latin typeface="Arial" panose="020B0604020202090204" pitchFamily="34" charset="0"/>
                          <a:ea typeface="华文细黑" panose="02010600040101010101" pitchFamily="2" charset="-122"/>
                        </a:defRPr>
                      </a:lvl2pPr>
                      <a:lvl3pPr marL="862330" indent="52705">
                        <a:spcBef>
                          <a:spcPct val="10000"/>
                        </a:spcBef>
                        <a:spcAft>
                          <a:spcPct val="25000"/>
                        </a:spcAft>
                        <a:buClr>
                          <a:schemeClr val="tx1"/>
                        </a:buClr>
                        <a:buFont typeface="Times New Roman" panose="02020503050405090304" pitchFamily="18" charset="0"/>
                        <a:defRPr sz="2000">
                          <a:solidFill>
                            <a:srgbClr val="000000"/>
                          </a:solidFill>
                          <a:latin typeface="Arial" panose="020B0604020202090204" pitchFamily="34" charset="0"/>
                          <a:ea typeface="华文细黑" panose="02010600040101010101" pitchFamily="2" charset="-122"/>
                        </a:defRPr>
                      </a:lvl3pPr>
                      <a:lvl4pPr marL="1281430" indent="90805">
                        <a:spcBef>
                          <a:spcPct val="10000"/>
                        </a:spcBef>
                        <a:spcAft>
                          <a:spcPct val="25000"/>
                        </a:spcAft>
                        <a:buClr>
                          <a:schemeClr val="tx1"/>
                        </a:buClr>
                        <a:buFont typeface="Arial" panose="020B0604020202090204" pitchFamily="34" charset="0"/>
                        <a:defRPr sz="1600">
                          <a:solidFill>
                            <a:srgbClr val="000000"/>
                          </a:solidFill>
                          <a:latin typeface="Arial" panose="020B0604020202090204" pitchFamily="34" charset="0"/>
                          <a:ea typeface="华文细黑" panose="02010600040101010101" pitchFamily="2" charset="-122"/>
                        </a:defRPr>
                      </a:lvl4pPr>
                      <a:lvl5pPr marL="1700530" indent="128905">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5pPr>
                      <a:lvl6pPr marL="21577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6pPr>
                      <a:lvl7pPr marL="26149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7pPr>
                      <a:lvl8pPr marL="30721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8pPr>
                      <a:lvl9pPr marL="35293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i="0" u="none" strike="noStrike" cap="none" normalizeH="0" baseline="0" dirty="0">
                          <a:ln>
                            <a:noFill/>
                          </a:ln>
                          <a:solidFill>
                            <a:schemeClr val="tx1"/>
                          </a:solidFill>
                          <a:effectLst/>
                          <a:latin typeface="Arial" panose="020B0604020202090204" pitchFamily="34" charset="0"/>
                          <a:ea typeface="宋体" panose="02010600030101010101" pitchFamily="2" charset="-122"/>
                        </a:rPr>
                        <a:t>VLAN ID</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spcAft>
                          <a:spcPct val="25000"/>
                        </a:spcAft>
                        <a:buClr>
                          <a:schemeClr val="tx1"/>
                        </a:buClr>
                        <a:buSzPct val="80000"/>
                        <a:buFont typeface="Wingdings" panose="05000000000000000000" pitchFamily="2" charset="2"/>
                        <a:defRPr sz="2600" b="1">
                          <a:solidFill>
                            <a:srgbClr val="000000"/>
                          </a:solidFill>
                          <a:latin typeface="Arial" panose="020B0604020202090204" pitchFamily="34" charset="0"/>
                          <a:ea typeface="华文细黑" panose="02010600040101010101" pitchFamily="2" charset="-122"/>
                        </a:defRPr>
                      </a:lvl1pPr>
                      <a:lvl2pPr marL="386080" indent="71755">
                        <a:spcBef>
                          <a:spcPct val="10000"/>
                        </a:spcBef>
                        <a:spcAft>
                          <a:spcPct val="25000"/>
                        </a:spcAft>
                        <a:buClr>
                          <a:schemeClr val="tx1"/>
                        </a:buClr>
                        <a:buSzPct val="80000"/>
                        <a:buFont typeface="Wingdings" panose="05000000000000000000" pitchFamily="2" charset="2"/>
                        <a:defRPr sz="2000">
                          <a:solidFill>
                            <a:srgbClr val="000000"/>
                          </a:solidFill>
                          <a:latin typeface="Arial" panose="020B0604020202090204" pitchFamily="34" charset="0"/>
                          <a:ea typeface="华文细黑" panose="02010600040101010101" pitchFamily="2" charset="-122"/>
                        </a:defRPr>
                      </a:lvl2pPr>
                      <a:lvl3pPr marL="862330" indent="52705">
                        <a:spcBef>
                          <a:spcPct val="10000"/>
                        </a:spcBef>
                        <a:spcAft>
                          <a:spcPct val="25000"/>
                        </a:spcAft>
                        <a:buClr>
                          <a:schemeClr val="tx1"/>
                        </a:buClr>
                        <a:buFont typeface="Times New Roman" panose="02020503050405090304" pitchFamily="18" charset="0"/>
                        <a:defRPr sz="2000">
                          <a:solidFill>
                            <a:srgbClr val="000000"/>
                          </a:solidFill>
                          <a:latin typeface="Arial" panose="020B0604020202090204" pitchFamily="34" charset="0"/>
                          <a:ea typeface="华文细黑" panose="02010600040101010101" pitchFamily="2" charset="-122"/>
                        </a:defRPr>
                      </a:lvl3pPr>
                      <a:lvl4pPr marL="1281430" indent="90805">
                        <a:spcBef>
                          <a:spcPct val="10000"/>
                        </a:spcBef>
                        <a:spcAft>
                          <a:spcPct val="25000"/>
                        </a:spcAft>
                        <a:buClr>
                          <a:schemeClr val="tx1"/>
                        </a:buClr>
                        <a:buFont typeface="Arial" panose="020B0604020202090204" pitchFamily="34" charset="0"/>
                        <a:defRPr sz="1600">
                          <a:solidFill>
                            <a:srgbClr val="000000"/>
                          </a:solidFill>
                          <a:latin typeface="Arial" panose="020B0604020202090204" pitchFamily="34" charset="0"/>
                          <a:ea typeface="华文细黑" panose="02010600040101010101" pitchFamily="2" charset="-122"/>
                        </a:defRPr>
                      </a:lvl4pPr>
                      <a:lvl5pPr marL="1700530" indent="128905">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5pPr>
                      <a:lvl6pPr marL="21577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6pPr>
                      <a:lvl7pPr marL="26149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7pPr>
                      <a:lvl8pPr marL="30721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8pPr>
                      <a:lvl9pPr marL="35293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i="0" u="none" strike="noStrike" cap="none" normalizeH="0" baseline="0" dirty="0">
                          <a:ln>
                            <a:noFill/>
                          </a:ln>
                          <a:solidFill>
                            <a:schemeClr val="tx1"/>
                          </a:solidFill>
                          <a:effectLst/>
                          <a:latin typeface="Arial" panose="020B0604020202090204" pitchFamily="34" charset="0"/>
                          <a:ea typeface="宋体" panose="02010600030101010101" pitchFamily="2" charset="-122"/>
                        </a:rPr>
                        <a:t>Port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36550">
                <a:tc>
                  <a:txBody>
                    <a:bodyPr/>
                    <a:lstStyle>
                      <a:lvl1pPr>
                        <a:spcBef>
                          <a:spcPct val="10000"/>
                        </a:spcBef>
                        <a:spcAft>
                          <a:spcPct val="25000"/>
                        </a:spcAft>
                        <a:buClr>
                          <a:schemeClr val="tx1"/>
                        </a:buClr>
                        <a:buSzPct val="80000"/>
                        <a:buFont typeface="Wingdings" panose="05000000000000000000" pitchFamily="2" charset="2"/>
                        <a:defRPr sz="2600" b="1">
                          <a:solidFill>
                            <a:srgbClr val="000000"/>
                          </a:solidFill>
                          <a:latin typeface="Arial" panose="020B0604020202090204" pitchFamily="34" charset="0"/>
                          <a:ea typeface="华文细黑" panose="02010600040101010101" pitchFamily="2" charset="-122"/>
                        </a:defRPr>
                      </a:lvl1pPr>
                      <a:lvl2pPr marL="386080" indent="71755">
                        <a:spcBef>
                          <a:spcPct val="10000"/>
                        </a:spcBef>
                        <a:spcAft>
                          <a:spcPct val="25000"/>
                        </a:spcAft>
                        <a:buClr>
                          <a:schemeClr val="tx1"/>
                        </a:buClr>
                        <a:buSzPct val="80000"/>
                        <a:buFont typeface="Wingdings" panose="05000000000000000000" pitchFamily="2" charset="2"/>
                        <a:defRPr sz="2000">
                          <a:solidFill>
                            <a:srgbClr val="000000"/>
                          </a:solidFill>
                          <a:latin typeface="Arial" panose="020B0604020202090204" pitchFamily="34" charset="0"/>
                          <a:ea typeface="华文细黑" panose="02010600040101010101" pitchFamily="2" charset="-122"/>
                        </a:defRPr>
                      </a:lvl2pPr>
                      <a:lvl3pPr marL="862330" indent="52705">
                        <a:spcBef>
                          <a:spcPct val="10000"/>
                        </a:spcBef>
                        <a:spcAft>
                          <a:spcPct val="25000"/>
                        </a:spcAft>
                        <a:buClr>
                          <a:schemeClr val="tx1"/>
                        </a:buClr>
                        <a:buFont typeface="Times New Roman" panose="02020503050405090304" pitchFamily="18" charset="0"/>
                        <a:defRPr sz="2000">
                          <a:solidFill>
                            <a:srgbClr val="000000"/>
                          </a:solidFill>
                          <a:latin typeface="Arial" panose="020B0604020202090204" pitchFamily="34" charset="0"/>
                          <a:ea typeface="华文细黑" panose="02010600040101010101" pitchFamily="2" charset="-122"/>
                        </a:defRPr>
                      </a:lvl3pPr>
                      <a:lvl4pPr marL="1281430" indent="90805">
                        <a:spcBef>
                          <a:spcPct val="10000"/>
                        </a:spcBef>
                        <a:spcAft>
                          <a:spcPct val="25000"/>
                        </a:spcAft>
                        <a:buClr>
                          <a:schemeClr val="tx1"/>
                        </a:buClr>
                        <a:buFont typeface="Arial" panose="020B0604020202090204" pitchFamily="34" charset="0"/>
                        <a:defRPr sz="1600">
                          <a:solidFill>
                            <a:srgbClr val="000000"/>
                          </a:solidFill>
                          <a:latin typeface="Arial" panose="020B0604020202090204" pitchFamily="34" charset="0"/>
                          <a:ea typeface="华文细黑" panose="02010600040101010101" pitchFamily="2" charset="-122"/>
                        </a:defRPr>
                      </a:lvl4pPr>
                      <a:lvl5pPr marL="1700530" indent="128905">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5pPr>
                      <a:lvl6pPr marL="21577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6pPr>
                      <a:lvl7pPr marL="26149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7pPr>
                      <a:lvl8pPr marL="30721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8pPr>
                      <a:lvl9pPr marL="35293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i="0" u="none" strike="noStrike" cap="none" normalizeH="0" baseline="0" dirty="0">
                          <a:ln>
                            <a:noFill/>
                          </a:ln>
                          <a:solidFill>
                            <a:schemeClr val="accent2">
                              <a:lumMod val="75000"/>
                            </a:schemeClr>
                          </a:solidFill>
                          <a:effectLst/>
                          <a:latin typeface="Arial" panose="020B0604020202090204" pitchFamily="34" charset="0"/>
                          <a:ea typeface="宋体" panose="02010600030101010101" pitchFamily="2" charset="-122"/>
                        </a:rPr>
                        <a:t>10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a:spcBef>
                          <a:spcPct val="10000"/>
                        </a:spcBef>
                        <a:spcAft>
                          <a:spcPct val="25000"/>
                        </a:spcAft>
                        <a:buClr>
                          <a:schemeClr val="tx1"/>
                        </a:buClr>
                        <a:buSzPct val="80000"/>
                        <a:buFont typeface="Wingdings" panose="05000000000000000000" pitchFamily="2" charset="2"/>
                        <a:defRPr sz="2600" b="1">
                          <a:solidFill>
                            <a:srgbClr val="000000"/>
                          </a:solidFill>
                          <a:latin typeface="Arial" panose="020B0604020202090204" pitchFamily="34" charset="0"/>
                          <a:ea typeface="华文细黑" panose="02010600040101010101" pitchFamily="2" charset="-122"/>
                        </a:defRPr>
                      </a:lvl1pPr>
                      <a:lvl2pPr marL="386080" indent="71755">
                        <a:spcBef>
                          <a:spcPct val="10000"/>
                        </a:spcBef>
                        <a:spcAft>
                          <a:spcPct val="25000"/>
                        </a:spcAft>
                        <a:buClr>
                          <a:schemeClr val="tx1"/>
                        </a:buClr>
                        <a:buSzPct val="80000"/>
                        <a:buFont typeface="Wingdings" panose="05000000000000000000" pitchFamily="2" charset="2"/>
                        <a:defRPr sz="2000">
                          <a:solidFill>
                            <a:srgbClr val="000000"/>
                          </a:solidFill>
                          <a:latin typeface="Arial" panose="020B0604020202090204" pitchFamily="34" charset="0"/>
                          <a:ea typeface="华文细黑" panose="02010600040101010101" pitchFamily="2" charset="-122"/>
                        </a:defRPr>
                      </a:lvl2pPr>
                      <a:lvl3pPr marL="862330" indent="52705">
                        <a:spcBef>
                          <a:spcPct val="10000"/>
                        </a:spcBef>
                        <a:spcAft>
                          <a:spcPct val="25000"/>
                        </a:spcAft>
                        <a:buClr>
                          <a:schemeClr val="tx1"/>
                        </a:buClr>
                        <a:buFont typeface="Times New Roman" panose="02020503050405090304" pitchFamily="18" charset="0"/>
                        <a:defRPr sz="2000">
                          <a:solidFill>
                            <a:srgbClr val="000000"/>
                          </a:solidFill>
                          <a:latin typeface="Arial" panose="020B0604020202090204" pitchFamily="34" charset="0"/>
                          <a:ea typeface="华文细黑" panose="02010600040101010101" pitchFamily="2" charset="-122"/>
                        </a:defRPr>
                      </a:lvl3pPr>
                      <a:lvl4pPr marL="1281430" indent="90805">
                        <a:spcBef>
                          <a:spcPct val="10000"/>
                        </a:spcBef>
                        <a:spcAft>
                          <a:spcPct val="25000"/>
                        </a:spcAft>
                        <a:buClr>
                          <a:schemeClr val="tx1"/>
                        </a:buClr>
                        <a:buFont typeface="Arial" panose="020B0604020202090204" pitchFamily="34" charset="0"/>
                        <a:defRPr sz="1600">
                          <a:solidFill>
                            <a:srgbClr val="000000"/>
                          </a:solidFill>
                          <a:latin typeface="Arial" panose="020B0604020202090204" pitchFamily="34" charset="0"/>
                          <a:ea typeface="华文细黑" panose="02010600040101010101" pitchFamily="2" charset="-122"/>
                        </a:defRPr>
                      </a:lvl4pPr>
                      <a:lvl5pPr marL="1700530" indent="128905">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5pPr>
                      <a:lvl6pPr marL="21577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6pPr>
                      <a:lvl7pPr marL="26149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7pPr>
                      <a:lvl8pPr marL="30721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8pPr>
                      <a:lvl9pPr marL="35293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dirty="0">
                          <a:ln>
                            <a:noFill/>
                          </a:ln>
                          <a:solidFill>
                            <a:schemeClr val="accent2">
                              <a:lumMod val="75000"/>
                            </a:schemeClr>
                          </a:solidFill>
                          <a:effectLst/>
                          <a:latin typeface="Arial" panose="020B0604020202090204" pitchFamily="34" charset="0"/>
                          <a:ea typeface="宋体" panose="02010600030101010101" pitchFamily="2" charset="-122"/>
                        </a:rPr>
                        <a:t>F</a:t>
                      </a:r>
                      <a:r>
                        <a:rPr kumimoji="0" lang="zh-CN" altLang="zh-CN" sz="1600" b="0" i="0" u="none" strike="noStrike" cap="none" normalizeH="0" baseline="0" dirty="0">
                          <a:ln>
                            <a:noFill/>
                          </a:ln>
                          <a:solidFill>
                            <a:schemeClr val="accent2">
                              <a:lumMod val="75000"/>
                            </a:schemeClr>
                          </a:solidFill>
                          <a:effectLst/>
                          <a:latin typeface="Arial" panose="020B0604020202090204" pitchFamily="34" charset="0"/>
                          <a:ea typeface="宋体" panose="02010600030101010101" pitchFamily="2" charset="-122"/>
                        </a:rPr>
                        <a:t>0/1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2"/>
                  </a:ext>
                </a:extLst>
              </a:tr>
              <a:tr h="334963">
                <a:tc>
                  <a:txBody>
                    <a:bodyPr/>
                    <a:lstStyle>
                      <a:lvl1pPr>
                        <a:spcBef>
                          <a:spcPct val="10000"/>
                        </a:spcBef>
                        <a:spcAft>
                          <a:spcPct val="25000"/>
                        </a:spcAft>
                        <a:buClr>
                          <a:schemeClr val="tx1"/>
                        </a:buClr>
                        <a:buSzPct val="80000"/>
                        <a:buFont typeface="Wingdings" panose="05000000000000000000" pitchFamily="2" charset="2"/>
                        <a:defRPr sz="2600" b="1">
                          <a:solidFill>
                            <a:srgbClr val="000000"/>
                          </a:solidFill>
                          <a:latin typeface="Arial" panose="020B0604020202090204" pitchFamily="34" charset="0"/>
                          <a:ea typeface="华文细黑" panose="02010600040101010101" pitchFamily="2" charset="-122"/>
                        </a:defRPr>
                      </a:lvl1pPr>
                      <a:lvl2pPr marL="386080" indent="71755">
                        <a:spcBef>
                          <a:spcPct val="10000"/>
                        </a:spcBef>
                        <a:spcAft>
                          <a:spcPct val="25000"/>
                        </a:spcAft>
                        <a:buClr>
                          <a:schemeClr val="tx1"/>
                        </a:buClr>
                        <a:buSzPct val="80000"/>
                        <a:buFont typeface="Wingdings" panose="05000000000000000000" pitchFamily="2" charset="2"/>
                        <a:defRPr sz="2000">
                          <a:solidFill>
                            <a:srgbClr val="000000"/>
                          </a:solidFill>
                          <a:latin typeface="Arial" panose="020B0604020202090204" pitchFamily="34" charset="0"/>
                          <a:ea typeface="华文细黑" panose="02010600040101010101" pitchFamily="2" charset="-122"/>
                        </a:defRPr>
                      </a:lvl2pPr>
                      <a:lvl3pPr marL="862330" indent="52705">
                        <a:spcBef>
                          <a:spcPct val="10000"/>
                        </a:spcBef>
                        <a:spcAft>
                          <a:spcPct val="25000"/>
                        </a:spcAft>
                        <a:buClr>
                          <a:schemeClr val="tx1"/>
                        </a:buClr>
                        <a:buFont typeface="Times New Roman" panose="02020503050405090304" pitchFamily="18" charset="0"/>
                        <a:defRPr sz="2000">
                          <a:solidFill>
                            <a:srgbClr val="000000"/>
                          </a:solidFill>
                          <a:latin typeface="Arial" panose="020B0604020202090204" pitchFamily="34" charset="0"/>
                          <a:ea typeface="华文细黑" panose="02010600040101010101" pitchFamily="2" charset="-122"/>
                        </a:defRPr>
                      </a:lvl3pPr>
                      <a:lvl4pPr marL="1281430" indent="90805">
                        <a:spcBef>
                          <a:spcPct val="10000"/>
                        </a:spcBef>
                        <a:spcAft>
                          <a:spcPct val="25000"/>
                        </a:spcAft>
                        <a:buClr>
                          <a:schemeClr val="tx1"/>
                        </a:buClr>
                        <a:buFont typeface="Arial" panose="020B0604020202090204" pitchFamily="34" charset="0"/>
                        <a:defRPr sz="1600">
                          <a:solidFill>
                            <a:srgbClr val="000000"/>
                          </a:solidFill>
                          <a:latin typeface="Arial" panose="020B0604020202090204" pitchFamily="34" charset="0"/>
                          <a:ea typeface="华文细黑" panose="02010600040101010101" pitchFamily="2" charset="-122"/>
                        </a:defRPr>
                      </a:lvl4pPr>
                      <a:lvl5pPr marL="1700530" indent="128905">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5pPr>
                      <a:lvl6pPr marL="21577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6pPr>
                      <a:lvl7pPr marL="26149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7pPr>
                      <a:lvl8pPr marL="30721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8pPr>
                      <a:lvl9pPr marL="35293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i="0" u="none" strike="noStrike" cap="none" normalizeH="0" baseline="0">
                          <a:ln>
                            <a:noFill/>
                          </a:ln>
                          <a:solidFill>
                            <a:schemeClr val="accent2">
                              <a:lumMod val="75000"/>
                            </a:schemeClr>
                          </a:solidFill>
                          <a:effectLst/>
                          <a:latin typeface="Arial" panose="020B0604020202090204" pitchFamily="34" charset="0"/>
                          <a:ea typeface="宋体" panose="02010600030101010101" pitchFamily="2" charset="-122"/>
                        </a:rPr>
                        <a:t>10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a:spcBef>
                          <a:spcPct val="10000"/>
                        </a:spcBef>
                        <a:spcAft>
                          <a:spcPct val="25000"/>
                        </a:spcAft>
                        <a:buClr>
                          <a:schemeClr val="tx1"/>
                        </a:buClr>
                        <a:buSzPct val="80000"/>
                        <a:buFont typeface="Wingdings" panose="05000000000000000000" pitchFamily="2" charset="2"/>
                        <a:defRPr sz="2600" b="1">
                          <a:solidFill>
                            <a:srgbClr val="000000"/>
                          </a:solidFill>
                          <a:latin typeface="Arial" panose="020B0604020202090204" pitchFamily="34" charset="0"/>
                          <a:ea typeface="华文细黑" panose="02010600040101010101" pitchFamily="2" charset="-122"/>
                        </a:defRPr>
                      </a:lvl1pPr>
                      <a:lvl2pPr marL="386080" indent="71755">
                        <a:spcBef>
                          <a:spcPct val="10000"/>
                        </a:spcBef>
                        <a:spcAft>
                          <a:spcPct val="25000"/>
                        </a:spcAft>
                        <a:buClr>
                          <a:schemeClr val="tx1"/>
                        </a:buClr>
                        <a:buSzPct val="80000"/>
                        <a:buFont typeface="Wingdings" panose="05000000000000000000" pitchFamily="2" charset="2"/>
                        <a:defRPr sz="2000">
                          <a:solidFill>
                            <a:srgbClr val="000000"/>
                          </a:solidFill>
                          <a:latin typeface="Arial" panose="020B0604020202090204" pitchFamily="34" charset="0"/>
                          <a:ea typeface="华文细黑" panose="02010600040101010101" pitchFamily="2" charset="-122"/>
                        </a:defRPr>
                      </a:lvl2pPr>
                      <a:lvl3pPr marL="862330" indent="52705">
                        <a:spcBef>
                          <a:spcPct val="10000"/>
                        </a:spcBef>
                        <a:spcAft>
                          <a:spcPct val="25000"/>
                        </a:spcAft>
                        <a:buClr>
                          <a:schemeClr val="tx1"/>
                        </a:buClr>
                        <a:buFont typeface="Times New Roman" panose="02020503050405090304" pitchFamily="18" charset="0"/>
                        <a:defRPr sz="2000">
                          <a:solidFill>
                            <a:srgbClr val="000000"/>
                          </a:solidFill>
                          <a:latin typeface="Arial" panose="020B0604020202090204" pitchFamily="34" charset="0"/>
                          <a:ea typeface="华文细黑" panose="02010600040101010101" pitchFamily="2" charset="-122"/>
                        </a:defRPr>
                      </a:lvl3pPr>
                      <a:lvl4pPr marL="1281430" indent="90805">
                        <a:spcBef>
                          <a:spcPct val="10000"/>
                        </a:spcBef>
                        <a:spcAft>
                          <a:spcPct val="25000"/>
                        </a:spcAft>
                        <a:buClr>
                          <a:schemeClr val="tx1"/>
                        </a:buClr>
                        <a:buFont typeface="Arial" panose="020B0604020202090204" pitchFamily="34" charset="0"/>
                        <a:defRPr sz="1600">
                          <a:solidFill>
                            <a:srgbClr val="000000"/>
                          </a:solidFill>
                          <a:latin typeface="Arial" panose="020B0604020202090204" pitchFamily="34" charset="0"/>
                          <a:ea typeface="华文细黑" panose="02010600040101010101" pitchFamily="2" charset="-122"/>
                        </a:defRPr>
                      </a:lvl4pPr>
                      <a:lvl5pPr marL="1700530" indent="128905">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5pPr>
                      <a:lvl6pPr marL="21577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6pPr>
                      <a:lvl7pPr marL="26149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7pPr>
                      <a:lvl8pPr marL="30721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8pPr>
                      <a:lvl9pPr marL="35293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dirty="0">
                          <a:ln>
                            <a:noFill/>
                          </a:ln>
                          <a:solidFill>
                            <a:schemeClr val="accent2">
                              <a:lumMod val="75000"/>
                            </a:schemeClr>
                          </a:solidFill>
                          <a:effectLst/>
                          <a:latin typeface="Arial" panose="020B0604020202090204" pitchFamily="34" charset="0"/>
                          <a:ea typeface="宋体" panose="02010600030101010101" pitchFamily="2" charset="-122"/>
                        </a:rPr>
                        <a:t>F</a:t>
                      </a:r>
                      <a:r>
                        <a:rPr kumimoji="0" lang="zh-CN" altLang="zh-CN" sz="1600" b="0" i="0" u="none" strike="noStrike" cap="none" normalizeH="0" baseline="0" dirty="0">
                          <a:ln>
                            <a:noFill/>
                          </a:ln>
                          <a:solidFill>
                            <a:schemeClr val="accent2">
                              <a:lumMod val="75000"/>
                            </a:schemeClr>
                          </a:solidFill>
                          <a:effectLst/>
                          <a:latin typeface="Arial" panose="020B0604020202090204" pitchFamily="34" charset="0"/>
                          <a:ea typeface="宋体" panose="02010600030101010101" pitchFamily="2" charset="-122"/>
                        </a:rPr>
                        <a:t>0/2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3"/>
                  </a:ext>
                </a:extLst>
              </a:tr>
              <a:tr h="334963">
                <a:tc>
                  <a:txBody>
                    <a:bodyPr/>
                    <a:lstStyle>
                      <a:lvl1pPr>
                        <a:spcBef>
                          <a:spcPct val="10000"/>
                        </a:spcBef>
                        <a:spcAft>
                          <a:spcPct val="25000"/>
                        </a:spcAft>
                        <a:buClr>
                          <a:schemeClr val="tx1"/>
                        </a:buClr>
                        <a:buSzPct val="80000"/>
                        <a:buFont typeface="Wingdings" panose="05000000000000000000" pitchFamily="2" charset="2"/>
                        <a:defRPr sz="2600" b="1">
                          <a:solidFill>
                            <a:srgbClr val="000000"/>
                          </a:solidFill>
                          <a:latin typeface="Arial" panose="020B0604020202090204" pitchFamily="34" charset="0"/>
                          <a:ea typeface="华文细黑" panose="02010600040101010101" pitchFamily="2" charset="-122"/>
                        </a:defRPr>
                      </a:lvl1pPr>
                      <a:lvl2pPr marL="386080" indent="71755">
                        <a:spcBef>
                          <a:spcPct val="10000"/>
                        </a:spcBef>
                        <a:spcAft>
                          <a:spcPct val="25000"/>
                        </a:spcAft>
                        <a:buClr>
                          <a:schemeClr val="tx1"/>
                        </a:buClr>
                        <a:buSzPct val="80000"/>
                        <a:buFont typeface="Wingdings" panose="05000000000000000000" pitchFamily="2" charset="2"/>
                        <a:defRPr sz="2000">
                          <a:solidFill>
                            <a:srgbClr val="000000"/>
                          </a:solidFill>
                          <a:latin typeface="Arial" panose="020B0604020202090204" pitchFamily="34" charset="0"/>
                          <a:ea typeface="华文细黑" panose="02010600040101010101" pitchFamily="2" charset="-122"/>
                        </a:defRPr>
                      </a:lvl2pPr>
                      <a:lvl3pPr marL="862330" indent="52705">
                        <a:spcBef>
                          <a:spcPct val="10000"/>
                        </a:spcBef>
                        <a:spcAft>
                          <a:spcPct val="25000"/>
                        </a:spcAft>
                        <a:buClr>
                          <a:schemeClr val="tx1"/>
                        </a:buClr>
                        <a:buFont typeface="Times New Roman" panose="02020503050405090304" pitchFamily="18" charset="0"/>
                        <a:defRPr sz="2000">
                          <a:solidFill>
                            <a:srgbClr val="000000"/>
                          </a:solidFill>
                          <a:latin typeface="Arial" panose="020B0604020202090204" pitchFamily="34" charset="0"/>
                          <a:ea typeface="华文细黑" panose="02010600040101010101" pitchFamily="2" charset="-122"/>
                        </a:defRPr>
                      </a:lvl3pPr>
                      <a:lvl4pPr marL="1281430" indent="90805">
                        <a:spcBef>
                          <a:spcPct val="10000"/>
                        </a:spcBef>
                        <a:spcAft>
                          <a:spcPct val="25000"/>
                        </a:spcAft>
                        <a:buClr>
                          <a:schemeClr val="tx1"/>
                        </a:buClr>
                        <a:buFont typeface="Arial" panose="020B0604020202090204" pitchFamily="34" charset="0"/>
                        <a:defRPr sz="1600">
                          <a:solidFill>
                            <a:srgbClr val="000000"/>
                          </a:solidFill>
                          <a:latin typeface="Arial" panose="020B0604020202090204" pitchFamily="34" charset="0"/>
                          <a:ea typeface="华文细黑" panose="02010600040101010101" pitchFamily="2" charset="-122"/>
                        </a:defRPr>
                      </a:lvl4pPr>
                      <a:lvl5pPr marL="1700530" indent="128905">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5pPr>
                      <a:lvl6pPr marL="21577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6pPr>
                      <a:lvl7pPr marL="26149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7pPr>
                      <a:lvl8pPr marL="30721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8pPr>
                      <a:lvl9pPr marL="35293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i="0" u="none" strike="noStrike" cap="none" normalizeH="0" baseline="0" dirty="0">
                          <a:ln>
                            <a:noFill/>
                          </a:ln>
                          <a:solidFill>
                            <a:srgbClr val="0070C0"/>
                          </a:solidFill>
                          <a:effectLst/>
                          <a:latin typeface="Arial" panose="020B0604020202090204" pitchFamily="34" charset="0"/>
                          <a:ea typeface="宋体" panose="02010600030101010101" pitchFamily="2" charset="-122"/>
                        </a:rPr>
                        <a:t>20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a:spcBef>
                          <a:spcPct val="10000"/>
                        </a:spcBef>
                        <a:spcAft>
                          <a:spcPct val="25000"/>
                        </a:spcAft>
                        <a:buClr>
                          <a:schemeClr val="tx1"/>
                        </a:buClr>
                        <a:buSzPct val="80000"/>
                        <a:buFont typeface="Wingdings" panose="05000000000000000000" pitchFamily="2" charset="2"/>
                        <a:defRPr sz="2600" b="1">
                          <a:solidFill>
                            <a:srgbClr val="000000"/>
                          </a:solidFill>
                          <a:latin typeface="Arial" panose="020B0604020202090204" pitchFamily="34" charset="0"/>
                          <a:ea typeface="华文细黑" panose="02010600040101010101" pitchFamily="2" charset="-122"/>
                        </a:defRPr>
                      </a:lvl1pPr>
                      <a:lvl2pPr marL="386080" indent="71755">
                        <a:spcBef>
                          <a:spcPct val="10000"/>
                        </a:spcBef>
                        <a:spcAft>
                          <a:spcPct val="25000"/>
                        </a:spcAft>
                        <a:buClr>
                          <a:schemeClr val="tx1"/>
                        </a:buClr>
                        <a:buSzPct val="80000"/>
                        <a:buFont typeface="Wingdings" panose="05000000000000000000" pitchFamily="2" charset="2"/>
                        <a:defRPr sz="2000">
                          <a:solidFill>
                            <a:srgbClr val="000000"/>
                          </a:solidFill>
                          <a:latin typeface="Arial" panose="020B0604020202090204" pitchFamily="34" charset="0"/>
                          <a:ea typeface="华文细黑" panose="02010600040101010101" pitchFamily="2" charset="-122"/>
                        </a:defRPr>
                      </a:lvl2pPr>
                      <a:lvl3pPr marL="862330" indent="52705">
                        <a:spcBef>
                          <a:spcPct val="10000"/>
                        </a:spcBef>
                        <a:spcAft>
                          <a:spcPct val="25000"/>
                        </a:spcAft>
                        <a:buClr>
                          <a:schemeClr val="tx1"/>
                        </a:buClr>
                        <a:buFont typeface="Times New Roman" panose="02020503050405090304" pitchFamily="18" charset="0"/>
                        <a:defRPr sz="2000">
                          <a:solidFill>
                            <a:srgbClr val="000000"/>
                          </a:solidFill>
                          <a:latin typeface="Arial" panose="020B0604020202090204" pitchFamily="34" charset="0"/>
                          <a:ea typeface="华文细黑" panose="02010600040101010101" pitchFamily="2" charset="-122"/>
                        </a:defRPr>
                      </a:lvl3pPr>
                      <a:lvl4pPr marL="1281430" indent="90805">
                        <a:spcBef>
                          <a:spcPct val="10000"/>
                        </a:spcBef>
                        <a:spcAft>
                          <a:spcPct val="25000"/>
                        </a:spcAft>
                        <a:buClr>
                          <a:schemeClr val="tx1"/>
                        </a:buClr>
                        <a:buFont typeface="Arial" panose="020B0604020202090204" pitchFamily="34" charset="0"/>
                        <a:defRPr sz="1600">
                          <a:solidFill>
                            <a:srgbClr val="000000"/>
                          </a:solidFill>
                          <a:latin typeface="Arial" panose="020B0604020202090204" pitchFamily="34" charset="0"/>
                          <a:ea typeface="华文细黑" panose="02010600040101010101" pitchFamily="2" charset="-122"/>
                        </a:defRPr>
                      </a:lvl4pPr>
                      <a:lvl5pPr marL="1700530" indent="128905">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5pPr>
                      <a:lvl6pPr marL="21577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6pPr>
                      <a:lvl7pPr marL="26149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7pPr>
                      <a:lvl8pPr marL="30721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8pPr>
                      <a:lvl9pPr marL="35293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dirty="0">
                          <a:ln>
                            <a:noFill/>
                          </a:ln>
                          <a:solidFill>
                            <a:srgbClr val="0070C0"/>
                          </a:solidFill>
                          <a:effectLst/>
                          <a:latin typeface="Arial" panose="020B0604020202090204" pitchFamily="34" charset="0"/>
                          <a:ea typeface="宋体" panose="02010600030101010101" pitchFamily="2" charset="-122"/>
                        </a:rPr>
                        <a:t>F</a:t>
                      </a:r>
                      <a:r>
                        <a:rPr kumimoji="0" lang="zh-CN" altLang="zh-CN" sz="1600" b="0" i="0" u="none" strike="noStrike" cap="none" normalizeH="0" baseline="0" dirty="0">
                          <a:ln>
                            <a:noFill/>
                          </a:ln>
                          <a:solidFill>
                            <a:srgbClr val="0070C0"/>
                          </a:solidFill>
                          <a:effectLst/>
                          <a:latin typeface="Arial" panose="020B0604020202090204" pitchFamily="34" charset="0"/>
                          <a:ea typeface="宋体" panose="02010600030101010101" pitchFamily="2" charset="-122"/>
                        </a:rPr>
                        <a:t>0/3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4"/>
                  </a:ext>
                </a:extLst>
              </a:tr>
              <a:tr h="334963">
                <a:tc>
                  <a:txBody>
                    <a:bodyPr/>
                    <a:lstStyle>
                      <a:lvl1pPr>
                        <a:spcBef>
                          <a:spcPct val="10000"/>
                        </a:spcBef>
                        <a:spcAft>
                          <a:spcPct val="25000"/>
                        </a:spcAft>
                        <a:buClr>
                          <a:schemeClr val="tx1"/>
                        </a:buClr>
                        <a:buSzPct val="80000"/>
                        <a:buFont typeface="Wingdings" panose="05000000000000000000" pitchFamily="2" charset="2"/>
                        <a:defRPr sz="2600" b="1">
                          <a:solidFill>
                            <a:srgbClr val="000000"/>
                          </a:solidFill>
                          <a:latin typeface="Arial" panose="020B0604020202090204" pitchFamily="34" charset="0"/>
                          <a:ea typeface="华文细黑" panose="02010600040101010101" pitchFamily="2" charset="-122"/>
                        </a:defRPr>
                      </a:lvl1pPr>
                      <a:lvl2pPr marL="386080" indent="71755">
                        <a:spcBef>
                          <a:spcPct val="10000"/>
                        </a:spcBef>
                        <a:spcAft>
                          <a:spcPct val="25000"/>
                        </a:spcAft>
                        <a:buClr>
                          <a:schemeClr val="tx1"/>
                        </a:buClr>
                        <a:buSzPct val="80000"/>
                        <a:buFont typeface="Wingdings" panose="05000000000000000000" pitchFamily="2" charset="2"/>
                        <a:defRPr sz="2000">
                          <a:solidFill>
                            <a:srgbClr val="000000"/>
                          </a:solidFill>
                          <a:latin typeface="Arial" panose="020B0604020202090204" pitchFamily="34" charset="0"/>
                          <a:ea typeface="华文细黑" panose="02010600040101010101" pitchFamily="2" charset="-122"/>
                        </a:defRPr>
                      </a:lvl2pPr>
                      <a:lvl3pPr marL="862330" indent="52705">
                        <a:spcBef>
                          <a:spcPct val="10000"/>
                        </a:spcBef>
                        <a:spcAft>
                          <a:spcPct val="25000"/>
                        </a:spcAft>
                        <a:buClr>
                          <a:schemeClr val="tx1"/>
                        </a:buClr>
                        <a:buFont typeface="Times New Roman" panose="02020503050405090304" pitchFamily="18" charset="0"/>
                        <a:defRPr sz="2000">
                          <a:solidFill>
                            <a:srgbClr val="000000"/>
                          </a:solidFill>
                          <a:latin typeface="Arial" panose="020B0604020202090204" pitchFamily="34" charset="0"/>
                          <a:ea typeface="华文细黑" panose="02010600040101010101" pitchFamily="2" charset="-122"/>
                        </a:defRPr>
                      </a:lvl3pPr>
                      <a:lvl4pPr marL="1281430" indent="90805">
                        <a:spcBef>
                          <a:spcPct val="10000"/>
                        </a:spcBef>
                        <a:spcAft>
                          <a:spcPct val="25000"/>
                        </a:spcAft>
                        <a:buClr>
                          <a:schemeClr val="tx1"/>
                        </a:buClr>
                        <a:buFont typeface="Arial" panose="020B0604020202090204" pitchFamily="34" charset="0"/>
                        <a:defRPr sz="1600">
                          <a:solidFill>
                            <a:srgbClr val="000000"/>
                          </a:solidFill>
                          <a:latin typeface="Arial" panose="020B0604020202090204" pitchFamily="34" charset="0"/>
                          <a:ea typeface="华文细黑" panose="02010600040101010101" pitchFamily="2" charset="-122"/>
                        </a:defRPr>
                      </a:lvl4pPr>
                      <a:lvl5pPr marL="1700530" indent="128905">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5pPr>
                      <a:lvl6pPr marL="21577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6pPr>
                      <a:lvl7pPr marL="26149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7pPr>
                      <a:lvl8pPr marL="30721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8pPr>
                      <a:lvl9pPr marL="35293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i="0" u="none" strike="noStrike" cap="none" normalizeH="0" baseline="0">
                          <a:ln>
                            <a:noFill/>
                          </a:ln>
                          <a:solidFill>
                            <a:srgbClr val="0070C0"/>
                          </a:solidFill>
                          <a:effectLst/>
                          <a:latin typeface="Arial" panose="020B0604020202090204" pitchFamily="34" charset="0"/>
                          <a:ea typeface="宋体" panose="02010600030101010101" pitchFamily="2" charset="-122"/>
                        </a:rPr>
                        <a:t>20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a:spcBef>
                          <a:spcPct val="10000"/>
                        </a:spcBef>
                        <a:spcAft>
                          <a:spcPct val="25000"/>
                        </a:spcAft>
                        <a:buClr>
                          <a:schemeClr val="tx1"/>
                        </a:buClr>
                        <a:buSzPct val="80000"/>
                        <a:buFont typeface="Wingdings" panose="05000000000000000000" pitchFamily="2" charset="2"/>
                        <a:defRPr sz="2600" b="1">
                          <a:solidFill>
                            <a:srgbClr val="000000"/>
                          </a:solidFill>
                          <a:latin typeface="Arial" panose="020B0604020202090204" pitchFamily="34" charset="0"/>
                          <a:ea typeface="华文细黑" panose="02010600040101010101" pitchFamily="2" charset="-122"/>
                        </a:defRPr>
                      </a:lvl1pPr>
                      <a:lvl2pPr marL="386080" indent="71755">
                        <a:spcBef>
                          <a:spcPct val="10000"/>
                        </a:spcBef>
                        <a:spcAft>
                          <a:spcPct val="25000"/>
                        </a:spcAft>
                        <a:buClr>
                          <a:schemeClr val="tx1"/>
                        </a:buClr>
                        <a:buSzPct val="80000"/>
                        <a:buFont typeface="Wingdings" panose="05000000000000000000" pitchFamily="2" charset="2"/>
                        <a:defRPr sz="2000">
                          <a:solidFill>
                            <a:srgbClr val="000000"/>
                          </a:solidFill>
                          <a:latin typeface="Arial" panose="020B0604020202090204" pitchFamily="34" charset="0"/>
                          <a:ea typeface="华文细黑" panose="02010600040101010101" pitchFamily="2" charset="-122"/>
                        </a:defRPr>
                      </a:lvl2pPr>
                      <a:lvl3pPr marL="862330" indent="52705">
                        <a:spcBef>
                          <a:spcPct val="10000"/>
                        </a:spcBef>
                        <a:spcAft>
                          <a:spcPct val="25000"/>
                        </a:spcAft>
                        <a:buClr>
                          <a:schemeClr val="tx1"/>
                        </a:buClr>
                        <a:buFont typeface="Times New Roman" panose="02020503050405090304" pitchFamily="18" charset="0"/>
                        <a:defRPr sz="2000">
                          <a:solidFill>
                            <a:srgbClr val="000000"/>
                          </a:solidFill>
                          <a:latin typeface="Arial" panose="020B0604020202090204" pitchFamily="34" charset="0"/>
                          <a:ea typeface="华文细黑" panose="02010600040101010101" pitchFamily="2" charset="-122"/>
                        </a:defRPr>
                      </a:lvl3pPr>
                      <a:lvl4pPr marL="1281430" indent="90805">
                        <a:spcBef>
                          <a:spcPct val="10000"/>
                        </a:spcBef>
                        <a:spcAft>
                          <a:spcPct val="25000"/>
                        </a:spcAft>
                        <a:buClr>
                          <a:schemeClr val="tx1"/>
                        </a:buClr>
                        <a:buFont typeface="Arial" panose="020B0604020202090204" pitchFamily="34" charset="0"/>
                        <a:defRPr sz="1600">
                          <a:solidFill>
                            <a:srgbClr val="000000"/>
                          </a:solidFill>
                          <a:latin typeface="Arial" panose="020B0604020202090204" pitchFamily="34" charset="0"/>
                          <a:ea typeface="华文细黑" panose="02010600040101010101" pitchFamily="2" charset="-122"/>
                        </a:defRPr>
                      </a:lvl4pPr>
                      <a:lvl5pPr marL="1700530" indent="128905">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5pPr>
                      <a:lvl6pPr marL="21577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6pPr>
                      <a:lvl7pPr marL="26149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7pPr>
                      <a:lvl8pPr marL="30721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8pPr>
                      <a:lvl9pPr marL="35293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dirty="0">
                          <a:ln>
                            <a:noFill/>
                          </a:ln>
                          <a:solidFill>
                            <a:srgbClr val="0070C0"/>
                          </a:solidFill>
                          <a:effectLst/>
                          <a:latin typeface="Arial" panose="020B0604020202090204" pitchFamily="34" charset="0"/>
                          <a:ea typeface="宋体" panose="02010600030101010101" pitchFamily="2" charset="-122"/>
                        </a:rPr>
                        <a:t>F</a:t>
                      </a:r>
                      <a:r>
                        <a:rPr kumimoji="0" lang="zh-CN" altLang="zh-CN" sz="1600" b="0" i="0" u="none" strike="noStrike" cap="none" normalizeH="0" baseline="0" dirty="0">
                          <a:ln>
                            <a:noFill/>
                          </a:ln>
                          <a:solidFill>
                            <a:srgbClr val="0070C0"/>
                          </a:solidFill>
                          <a:effectLst/>
                          <a:latin typeface="Arial" panose="020B0604020202090204" pitchFamily="34" charset="0"/>
                          <a:ea typeface="宋体" panose="02010600030101010101" pitchFamily="2" charset="-122"/>
                        </a:rPr>
                        <a:t>0/4</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5"/>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1000" tmFilter="0, 0; .2, .5; .8, .5; 1, 0"/>
                                        <p:tgtEl>
                                          <p:spTgt spid="55"/>
                                        </p:tgtEl>
                                      </p:cBhvr>
                                    </p:animEffect>
                                    <p:animScale>
                                      <p:cBhvr>
                                        <p:cTn id="7" dur="500" autoRev="1" fill="hold"/>
                                        <p:tgtEl>
                                          <p:spTgt spid="55"/>
                                        </p:tgtEl>
                                      </p:cBhvr>
                                      <p:by x="105000" y="105000"/>
                                    </p:animScale>
                                  </p:childTnLst>
                                </p:cTn>
                              </p:par>
                              <p:par>
                                <p:cTn id="8" presetID="26" presetClass="emph" presetSubtype="0" fill="hold" grpId="0" nodeType="withEffect">
                                  <p:stCondLst>
                                    <p:cond delay="0"/>
                                  </p:stCondLst>
                                  <p:childTnLst>
                                    <p:animEffect transition="out" filter="fade">
                                      <p:cBhvr>
                                        <p:cTn id="9" dur="1000" tmFilter="0, 0; .2, .5; .8, .5; 1, 0"/>
                                        <p:tgtEl>
                                          <p:spTgt spid="56"/>
                                        </p:tgtEl>
                                      </p:cBhvr>
                                    </p:animEffect>
                                    <p:animScale>
                                      <p:cBhvr>
                                        <p:cTn id="10" dur="500" autoRev="1" fill="hold"/>
                                        <p:tgtEl>
                                          <p:spTgt spid="56"/>
                                        </p:tgtEl>
                                      </p:cBhvr>
                                      <p:by x="105000" y="105000"/>
                                    </p:animScale>
                                  </p:childTnLst>
                                </p:cTn>
                              </p:par>
                              <p:par>
                                <p:cTn id="11" presetID="26" presetClass="emph" presetSubtype="0" fill="hold" grpId="0" nodeType="withEffect">
                                  <p:stCondLst>
                                    <p:cond delay="0"/>
                                  </p:stCondLst>
                                  <p:childTnLst>
                                    <p:animEffect transition="out" filter="fade">
                                      <p:cBhvr>
                                        <p:cTn id="12" dur="1000" tmFilter="0, 0; .2, .5; .8, .5; 1, 0"/>
                                        <p:tgtEl>
                                          <p:spTgt spid="70"/>
                                        </p:tgtEl>
                                      </p:cBhvr>
                                    </p:animEffect>
                                    <p:animScale>
                                      <p:cBhvr>
                                        <p:cTn id="13" dur="500" autoRev="1" fill="hold"/>
                                        <p:tgtEl>
                                          <p:spTgt spid="70"/>
                                        </p:tgtEl>
                                      </p:cBhvr>
                                      <p:by x="105000" y="105000"/>
                                    </p:animScale>
                                  </p:childTnLst>
                                </p:cTn>
                              </p:par>
                              <p:par>
                                <p:cTn id="14" presetID="26" presetClass="emph" presetSubtype="0" fill="hold" grpId="0" nodeType="withEffect">
                                  <p:stCondLst>
                                    <p:cond delay="0"/>
                                  </p:stCondLst>
                                  <p:childTnLst>
                                    <p:animEffect transition="out" filter="fade">
                                      <p:cBhvr>
                                        <p:cTn id="15" dur="1000" tmFilter="0, 0; .2, .5; .8, .5; 1, 0"/>
                                        <p:tgtEl>
                                          <p:spTgt spid="71"/>
                                        </p:tgtEl>
                                      </p:cBhvr>
                                    </p:animEffect>
                                    <p:animScale>
                                      <p:cBhvr>
                                        <p:cTn id="16" dur="500" autoRev="1" fill="hold"/>
                                        <p:tgtEl>
                                          <p:spTgt spid="71"/>
                                        </p:tgtEl>
                                      </p:cBhvr>
                                      <p:by x="105000" y="105000"/>
                                    </p:animScale>
                                  </p:childTnLst>
                                </p:cTn>
                              </p:par>
                              <p:par>
                                <p:cTn id="17" presetID="26" presetClass="emph" presetSubtype="0" fill="hold" grpId="0" nodeType="withEffect">
                                  <p:stCondLst>
                                    <p:cond delay="0"/>
                                  </p:stCondLst>
                                  <p:childTnLst>
                                    <p:animEffect transition="out" filter="fade">
                                      <p:cBhvr>
                                        <p:cTn id="18" dur="1000" tmFilter="0, 0; .2, .5; .8, .5; 1, 0"/>
                                        <p:tgtEl>
                                          <p:spTgt spid="120"/>
                                        </p:tgtEl>
                                      </p:cBhvr>
                                    </p:animEffect>
                                    <p:animScale>
                                      <p:cBhvr>
                                        <p:cTn id="19" dur="500" autoRev="1" fill="hold"/>
                                        <p:tgtEl>
                                          <p:spTgt spid="120"/>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 grpId="0"/>
      <p:bldP spid="55" grpId="0" animBg="1"/>
      <p:bldP spid="56" grpId="0" animBg="1"/>
      <p:bldP spid="70" grpId="0" animBg="1"/>
      <p:bldP spid="71" grpId="0" animBg="1"/>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en-US" altLang="zh-CN" dirty="0"/>
              <a:t> </a:t>
            </a:r>
            <a:r>
              <a:rPr kumimoji="1" lang="zh-CN" altLang="zh-CN" dirty="0"/>
              <a:t>虚拟局域网</a:t>
            </a:r>
            <a:endParaRPr kumimoji="1" lang="zh-CN" altLang="en-US" dirty="0"/>
          </a:p>
        </p:txBody>
      </p:sp>
      <p:sp>
        <p:nvSpPr>
          <p:cNvPr id="91" name="内容占位符 2"/>
          <p:cNvSpPr>
            <a:spLocks noGrp="1"/>
          </p:cNvSpPr>
          <p:nvPr>
            <p:ph idx="1"/>
          </p:nvPr>
        </p:nvSpPr>
        <p:spPr>
          <a:xfrm>
            <a:off x="838199" y="1417272"/>
            <a:ext cx="10702159" cy="5131205"/>
          </a:xfrm>
          <a:ln>
            <a:noFill/>
          </a:ln>
        </p:spPr>
        <p:txBody>
          <a:bodyPr>
            <a:normAutofit/>
          </a:bodyPr>
          <a:lstStyle/>
          <a:p>
            <a:pPr>
              <a:lnSpc>
                <a:spcPct val="120000"/>
              </a:lnSpc>
            </a:pPr>
            <a:r>
              <a:rPr lang="zh-CN" altLang="zh-CN" dirty="0"/>
              <a:t>Trunk链路类型端口</a:t>
            </a:r>
            <a:r>
              <a:rPr lang="zh-CN" altLang="en-US" dirty="0"/>
              <a:t>与</a:t>
            </a:r>
            <a:r>
              <a:rPr lang="en-US" altLang="zh-CN" dirty="0"/>
              <a:t>Trunk</a:t>
            </a:r>
            <a:r>
              <a:rPr lang="zh-CN" altLang="en-US" dirty="0"/>
              <a:t>链路</a:t>
            </a:r>
            <a:endParaRPr lang="en-US" altLang="zh-CN" sz="2400" dirty="0">
              <a:solidFill>
                <a:srgbClr val="7030A0"/>
              </a:solidFill>
            </a:endParaRPr>
          </a:p>
          <a:p>
            <a:pPr lvl="1">
              <a:lnSpc>
                <a:spcPct val="120000"/>
              </a:lnSpc>
            </a:pPr>
            <a:r>
              <a:rPr lang="zh-CN" altLang="zh-CN" sz="2000" dirty="0"/>
              <a:t>Trunk</a:t>
            </a:r>
            <a:r>
              <a:rPr lang="zh-CN" altLang="en-US" sz="2000" dirty="0"/>
              <a:t>端口一般用于交换机之间连接；</a:t>
            </a:r>
            <a:endParaRPr lang="en-US" altLang="zh-CN" sz="2000" dirty="0"/>
          </a:p>
          <a:p>
            <a:pPr lvl="1">
              <a:lnSpc>
                <a:spcPct val="120000"/>
              </a:lnSpc>
            </a:pPr>
            <a:r>
              <a:rPr lang="zh-CN" altLang="en-US" sz="2000" dirty="0"/>
              <a:t>干道链路允许多个</a:t>
            </a:r>
            <a:r>
              <a:rPr lang="en-US" altLang="zh-CN" sz="2000" dirty="0"/>
              <a:t>VLAN</a:t>
            </a:r>
            <a:r>
              <a:rPr lang="zh-CN" altLang="en-US" sz="2000" dirty="0"/>
              <a:t>的流量通过。</a:t>
            </a:r>
          </a:p>
          <a:p>
            <a:pPr lvl="1">
              <a:lnSpc>
                <a:spcPct val="120000"/>
              </a:lnSpc>
            </a:pPr>
            <a:endParaRPr lang="zh-CN" altLang="en-US" sz="2000" dirty="0"/>
          </a:p>
          <a:p>
            <a:pPr lvl="1">
              <a:lnSpc>
                <a:spcPct val="120000"/>
              </a:lnSpc>
            </a:pPr>
            <a:endParaRPr lang="en-US" altLang="zh-CN" dirty="0"/>
          </a:p>
          <a:p>
            <a:pPr lvl="1">
              <a:lnSpc>
                <a:spcPct val="120000"/>
              </a:lnSpc>
            </a:pPr>
            <a:endParaRPr lang="zh-CN" altLang="en-US" dirty="0"/>
          </a:p>
          <a:p>
            <a:pPr>
              <a:lnSpc>
                <a:spcPct val="120000"/>
              </a:lnSpc>
            </a:pPr>
            <a:endParaRPr lang="en-US" altLang="zh-CN" dirty="0"/>
          </a:p>
        </p:txBody>
      </p:sp>
      <p:sp>
        <p:nvSpPr>
          <p:cNvPr id="54" name="Line 3"/>
          <p:cNvSpPr>
            <a:spLocks noChangeShapeType="1"/>
          </p:cNvSpPr>
          <p:nvPr/>
        </p:nvSpPr>
        <p:spPr bwMode="auto">
          <a:xfrm>
            <a:off x="3187429" y="4173309"/>
            <a:ext cx="576262" cy="0"/>
          </a:xfrm>
          <a:prstGeom prst="line">
            <a:avLst/>
          </a:prstGeom>
          <a:noFill/>
          <a:ln w="28575" cmpd="sng">
            <a:solidFill>
              <a:schemeClr val="tx1">
                <a:lumMod val="65000"/>
                <a:lumOff val="35000"/>
              </a:schemeClr>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55" name="Line 4"/>
          <p:cNvSpPr>
            <a:spLocks noChangeShapeType="1"/>
          </p:cNvSpPr>
          <p:nvPr/>
        </p:nvSpPr>
        <p:spPr bwMode="auto">
          <a:xfrm>
            <a:off x="3187429" y="5541734"/>
            <a:ext cx="576262" cy="0"/>
          </a:xfrm>
          <a:prstGeom prst="line">
            <a:avLst/>
          </a:prstGeom>
          <a:noFill/>
          <a:ln w="2857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56" name="Line 5"/>
          <p:cNvSpPr>
            <a:spLocks noChangeShapeType="1"/>
          </p:cNvSpPr>
          <p:nvPr/>
        </p:nvSpPr>
        <p:spPr bwMode="auto">
          <a:xfrm>
            <a:off x="8516666" y="4100284"/>
            <a:ext cx="576263" cy="0"/>
          </a:xfrm>
          <a:prstGeom prst="line">
            <a:avLst/>
          </a:prstGeom>
          <a:noFill/>
          <a:ln w="2857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70" name="Line 6"/>
          <p:cNvSpPr>
            <a:spLocks noChangeShapeType="1"/>
          </p:cNvSpPr>
          <p:nvPr/>
        </p:nvSpPr>
        <p:spPr bwMode="auto">
          <a:xfrm>
            <a:off x="8516666" y="5541734"/>
            <a:ext cx="576263" cy="0"/>
          </a:xfrm>
          <a:prstGeom prst="line">
            <a:avLst/>
          </a:prstGeom>
          <a:noFill/>
          <a:ln w="2857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71" name="Line 7"/>
          <p:cNvSpPr>
            <a:spLocks noChangeShapeType="1"/>
          </p:cNvSpPr>
          <p:nvPr/>
        </p:nvSpPr>
        <p:spPr bwMode="auto">
          <a:xfrm>
            <a:off x="7580041" y="5179784"/>
            <a:ext cx="935038" cy="1588"/>
          </a:xfrm>
          <a:prstGeom prst="line">
            <a:avLst/>
          </a:prstGeom>
          <a:noFill/>
          <a:ln w="2857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72" name="Line 8"/>
          <p:cNvSpPr>
            <a:spLocks noChangeShapeType="1"/>
          </p:cNvSpPr>
          <p:nvPr/>
        </p:nvSpPr>
        <p:spPr bwMode="auto">
          <a:xfrm>
            <a:off x="7580041" y="4892447"/>
            <a:ext cx="936625" cy="0"/>
          </a:xfrm>
          <a:prstGeom prst="line">
            <a:avLst/>
          </a:prstGeom>
          <a:noFill/>
          <a:ln w="2857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73" name="Line 9"/>
          <p:cNvSpPr>
            <a:spLocks noChangeShapeType="1"/>
          </p:cNvSpPr>
          <p:nvPr/>
        </p:nvSpPr>
        <p:spPr bwMode="auto">
          <a:xfrm flipV="1">
            <a:off x="3763691" y="5179784"/>
            <a:ext cx="863600" cy="1588"/>
          </a:xfrm>
          <a:prstGeom prst="line">
            <a:avLst/>
          </a:prstGeom>
          <a:noFill/>
          <a:ln w="2857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74" name="Line 10"/>
          <p:cNvSpPr>
            <a:spLocks noChangeShapeType="1"/>
          </p:cNvSpPr>
          <p:nvPr/>
        </p:nvSpPr>
        <p:spPr bwMode="auto">
          <a:xfrm>
            <a:off x="3763691" y="4892447"/>
            <a:ext cx="863600" cy="0"/>
          </a:xfrm>
          <a:prstGeom prst="line">
            <a:avLst/>
          </a:prstGeom>
          <a:noFill/>
          <a:ln w="2857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75" name="Line 11"/>
          <p:cNvSpPr>
            <a:spLocks noChangeShapeType="1"/>
          </p:cNvSpPr>
          <p:nvPr/>
        </p:nvSpPr>
        <p:spPr bwMode="auto">
          <a:xfrm flipV="1">
            <a:off x="3763691" y="5181372"/>
            <a:ext cx="0" cy="360362"/>
          </a:xfrm>
          <a:prstGeom prst="line">
            <a:avLst/>
          </a:prstGeom>
          <a:noFill/>
          <a:ln w="2857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76" name="Line 12"/>
          <p:cNvSpPr>
            <a:spLocks noChangeShapeType="1"/>
          </p:cNvSpPr>
          <p:nvPr/>
        </p:nvSpPr>
        <p:spPr bwMode="auto">
          <a:xfrm>
            <a:off x="3763691" y="4173309"/>
            <a:ext cx="0" cy="719138"/>
          </a:xfrm>
          <a:prstGeom prst="line">
            <a:avLst/>
          </a:prstGeom>
          <a:noFill/>
          <a:ln w="2857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77" name="Line 13"/>
          <p:cNvSpPr>
            <a:spLocks noChangeShapeType="1"/>
          </p:cNvSpPr>
          <p:nvPr/>
        </p:nvSpPr>
        <p:spPr bwMode="auto">
          <a:xfrm flipV="1">
            <a:off x="8516666" y="4100284"/>
            <a:ext cx="0" cy="792163"/>
          </a:xfrm>
          <a:prstGeom prst="line">
            <a:avLst/>
          </a:prstGeom>
          <a:noFill/>
          <a:ln w="2857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87" name="Line 14"/>
          <p:cNvSpPr>
            <a:spLocks noChangeShapeType="1"/>
          </p:cNvSpPr>
          <p:nvPr/>
        </p:nvSpPr>
        <p:spPr bwMode="auto">
          <a:xfrm>
            <a:off x="8516666" y="5181372"/>
            <a:ext cx="0" cy="360362"/>
          </a:xfrm>
          <a:prstGeom prst="line">
            <a:avLst/>
          </a:prstGeom>
          <a:noFill/>
          <a:ln w="2857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微软雅黑" panose="020B0503020204020204" pitchFamily="34" charset="-122"/>
              <a:ea typeface="微软雅黑" panose="020B0503020204020204" pitchFamily="34" charset="-122"/>
            </a:endParaRPr>
          </a:p>
        </p:txBody>
      </p:sp>
      <p:pic>
        <p:nvPicPr>
          <p:cNvPr id="88" name="Picture 15"/>
          <p:cNvPicPr>
            <a:picLocks noChangeAspect="1" noChangeArrowheads="1"/>
          </p:cNvPicPr>
          <p:nvPr/>
        </p:nvPicPr>
        <p:blipFill>
          <a:blip r:embed="rId3">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611166" y="3668484"/>
            <a:ext cx="720725" cy="684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9" name="Picture 16"/>
          <p:cNvPicPr>
            <a:picLocks noChangeAspect="1" noChangeArrowheads="1"/>
          </p:cNvPicPr>
          <p:nvPr/>
        </p:nvPicPr>
        <p:blipFill>
          <a:blip r:embed="rId3">
            <a:duotone>
              <a:schemeClr val="accent5">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611166" y="5036909"/>
            <a:ext cx="720725" cy="684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0" name="Picture 17"/>
          <p:cNvPicPr>
            <a:picLocks noChangeAspect="1" noChangeArrowheads="1"/>
          </p:cNvPicPr>
          <p:nvPr/>
        </p:nvPicPr>
        <p:blipFill>
          <a:blip r:embed="rId3">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9019904" y="3668484"/>
            <a:ext cx="720725" cy="684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 name="Picture 18"/>
          <p:cNvPicPr>
            <a:picLocks noChangeAspect="1" noChangeArrowheads="1"/>
          </p:cNvPicPr>
          <p:nvPr/>
        </p:nvPicPr>
        <p:blipFill>
          <a:blip r:embed="rId3">
            <a:duotone>
              <a:schemeClr val="accent5">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9021491" y="5036909"/>
            <a:ext cx="720725" cy="684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97" name="Object 23"/>
          <p:cNvGraphicFramePr>
            <a:graphicFrameLocks noChangeAspect="1"/>
          </p:cNvGraphicFramePr>
          <p:nvPr/>
        </p:nvGraphicFramePr>
        <p:xfrm>
          <a:off x="5635354" y="4797197"/>
          <a:ext cx="936625" cy="166687"/>
        </p:xfrm>
        <a:graphic>
          <a:graphicData uri="http://schemas.openxmlformats.org/presentationml/2006/ole">
            <mc:AlternateContent xmlns:mc="http://schemas.openxmlformats.org/markup-compatibility/2006">
              <mc:Choice xmlns:v="urn:schemas-microsoft-com:vml" Requires="v">
                <p:oleObj r:id="rId4" imgW="1277620" imgH="226695" progId="FLW3Drawing">
                  <p:embed/>
                </p:oleObj>
              </mc:Choice>
              <mc:Fallback>
                <p:oleObj r:id="rId4" imgW="1277620" imgH="226695" progId="FLW3Drawing">
                  <p:embed/>
                  <p:pic>
                    <p:nvPicPr>
                      <p:cNvPr id="0" name="Object 2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35354" y="4797197"/>
                        <a:ext cx="936625" cy="166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8" name="Object 24"/>
          <p:cNvGraphicFramePr>
            <a:graphicFrameLocks noChangeAspect="1"/>
          </p:cNvGraphicFramePr>
          <p:nvPr/>
        </p:nvGraphicFramePr>
        <p:xfrm>
          <a:off x="5635354" y="5108347"/>
          <a:ext cx="936625" cy="166687"/>
        </p:xfrm>
        <a:graphic>
          <a:graphicData uri="http://schemas.openxmlformats.org/presentationml/2006/ole">
            <mc:AlternateContent xmlns:mc="http://schemas.openxmlformats.org/markup-compatibility/2006">
              <mc:Choice xmlns:v="urn:schemas-microsoft-com:vml" Requires="v">
                <p:oleObj r:id="rId6" imgW="1277620" imgH="226695" progId="FLW3Drawing">
                  <p:embed/>
                </p:oleObj>
              </mc:Choice>
              <mc:Fallback>
                <p:oleObj r:id="rId6" imgW="1277620" imgH="226695" progId="FLW3Drawing">
                  <p:embed/>
                  <p:pic>
                    <p:nvPicPr>
                      <p:cNvPr id="0" name="Object 2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35354" y="5108347"/>
                        <a:ext cx="936625" cy="166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9" name="Object 25"/>
          <p:cNvGraphicFramePr>
            <a:graphicFrameLocks noChangeAspect="1"/>
          </p:cNvGraphicFramePr>
          <p:nvPr/>
        </p:nvGraphicFramePr>
        <p:xfrm>
          <a:off x="3547791" y="5827484"/>
          <a:ext cx="792163" cy="123825"/>
        </p:xfrm>
        <a:graphic>
          <a:graphicData uri="http://schemas.openxmlformats.org/presentationml/2006/ole">
            <mc:AlternateContent xmlns:mc="http://schemas.openxmlformats.org/markup-compatibility/2006">
              <mc:Choice xmlns:v="urn:schemas-microsoft-com:vml" Requires="v">
                <p:oleObj r:id="rId7" imgW="1152525" imgH="183515" progId="Visio.Drawing.6">
                  <p:embed/>
                </p:oleObj>
              </mc:Choice>
              <mc:Fallback>
                <p:oleObj r:id="rId7" imgW="1152525" imgH="183515" progId="Visio.Drawing.6">
                  <p:embed/>
                  <p:pic>
                    <p:nvPicPr>
                      <p:cNvPr id="0" name="Object 2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547791" y="5827484"/>
                        <a:ext cx="792163" cy="123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0" name="Line 26"/>
          <p:cNvSpPr>
            <a:spLocks noChangeShapeType="1"/>
          </p:cNvSpPr>
          <p:nvPr/>
        </p:nvSpPr>
        <p:spPr bwMode="auto">
          <a:xfrm>
            <a:off x="3403329" y="3955822"/>
            <a:ext cx="576262" cy="0"/>
          </a:xfrm>
          <a:prstGeom prst="line">
            <a:avLst/>
          </a:prstGeom>
          <a:noFill/>
          <a:ln w="25400" cmpd="sng">
            <a:solidFill>
              <a:schemeClr val="tx1">
                <a:lumMod val="65000"/>
                <a:lumOff val="35000"/>
              </a:schemeClr>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01" name="Line 27"/>
          <p:cNvSpPr>
            <a:spLocks noChangeShapeType="1"/>
          </p:cNvSpPr>
          <p:nvPr/>
        </p:nvSpPr>
        <p:spPr bwMode="auto">
          <a:xfrm>
            <a:off x="3979591" y="4674959"/>
            <a:ext cx="360363" cy="1588"/>
          </a:xfrm>
          <a:prstGeom prst="line">
            <a:avLst/>
          </a:prstGeom>
          <a:noFill/>
          <a:ln w="25400" cmpd="sng">
            <a:solidFill>
              <a:schemeClr val="tx1">
                <a:lumMod val="65000"/>
                <a:lumOff val="35000"/>
              </a:schemeClr>
            </a:solidFill>
            <a:rou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02" name="Line 28"/>
          <p:cNvSpPr>
            <a:spLocks noChangeShapeType="1"/>
          </p:cNvSpPr>
          <p:nvPr/>
        </p:nvSpPr>
        <p:spPr bwMode="auto">
          <a:xfrm>
            <a:off x="3979591" y="3955822"/>
            <a:ext cx="0" cy="719137"/>
          </a:xfrm>
          <a:prstGeom prst="line">
            <a:avLst/>
          </a:prstGeom>
          <a:noFill/>
          <a:ln w="25400" cmpd="sng">
            <a:solidFill>
              <a:schemeClr val="tx1">
                <a:lumMod val="65000"/>
                <a:lumOff val="35000"/>
              </a:schemeClr>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03" name="Line 29"/>
          <p:cNvSpPr>
            <a:spLocks noChangeShapeType="1"/>
          </p:cNvSpPr>
          <p:nvPr/>
        </p:nvSpPr>
        <p:spPr bwMode="auto">
          <a:xfrm>
            <a:off x="3403329" y="5756047"/>
            <a:ext cx="576262" cy="0"/>
          </a:xfrm>
          <a:prstGeom prst="line">
            <a:avLst/>
          </a:prstGeom>
          <a:noFill/>
          <a:ln w="25400" cmpd="sng">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04" name="Line 30"/>
          <p:cNvSpPr>
            <a:spLocks noChangeShapeType="1"/>
          </p:cNvSpPr>
          <p:nvPr/>
        </p:nvSpPr>
        <p:spPr bwMode="auto">
          <a:xfrm>
            <a:off x="3979591" y="5395684"/>
            <a:ext cx="0" cy="360363"/>
          </a:xfrm>
          <a:prstGeom prst="line">
            <a:avLst/>
          </a:prstGeom>
          <a:noFill/>
          <a:ln w="25400" cmpd="sng">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05" name="Line 31"/>
          <p:cNvSpPr>
            <a:spLocks noChangeShapeType="1"/>
          </p:cNvSpPr>
          <p:nvPr/>
        </p:nvSpPr>
        <p:spPr bwMode="auto">
          <a:xfrm>
            <a:off x="8299179" y="3955822"/>
            <a:ext cx="576262" cy="0"/>
          </a:xfrm>
          <a:prstGeom prst="line">
            <a:avLst/>
          </a:prstGeom>
          <a:noFill/>
          <a:ln w="19050" cmpd="sng">
            <a:solidFill>
              <a:schemeClr val="tx1">
                <a:lumMod val="65000"/>
                <a:lumOff val="35000"/>
              </a:schemeClr>
            </a:solidFill>
            <a:rou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06" name="Line 32"/>
          <p:cNvSpPr>
            <a:spLocks noChangeShapeType="1"/>
          </p:cNvSpPr>
          <p:nvPr/>
        </p:nvSpPr>
        <p:spPr bwMode="auto">
          <a:xfrm flipH="1">
            <a:off x="7940404" y="4674959"/>
            <a:ext cx="358775" cy="1588"/>
          </a:xfrm>
          <a:prstGeom prst="line">
            <a:avLst/>
          </a:prstGeom>
          <a:noFill/>
          <a:ln w="19050" cmpd="sng">
            <a:solidFill>
              <a:schemeClr val="tx1">
                <a:lumMod val="65000"/>
                <a:lumOff val="35000"/>
              </a:schemeClr>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07" name="Line 33"/>
          <p:cNvSpPr>
            <a:spLocks noChangeShapeType="1"/>
          </p:cNvSpPr>
          <p:nvPr/>
        </p:nvSpPr>
        <p:spPr bwMode="auto">
          <a:xfrm>
            <a:off x="8299179" y="3955822"/>
            <a:ext cx="0" cy="719137"/>
          </a:xfrm>
          <a:prstGeom prst="line">
            <a:avLst/>
          </a:prstGeom>
          <a:noFill/>
          <a:ln w="19050" cmpd="sng">
            <a:solidFill>
              <a:schemeClr val="tx1">
                <a:lumMod val="65000"/>
                <a:lumOff val="35000"/>
              </a:schemeClr>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29" name="Line 34"/>
          <p:cNvSpPr>
            <a:spLocks noChangeShapeType="1"/>
          </p:cNvSpPr>
          <p:nvPr/>
        </p:nvSpPr>
        <p:spPr bwMode="auto">
          <a:xfrm>
            <a:off x="7940404" y="5394097"/>
            <a:ext cx="360362" cy="1587"/>
          </a:xfrm>
          <a:prstGeom prst="line">
            <a:avLst/>
          </a:prstGeom>
          <a:noFill/>
          <a:ln w="25400" cmpd="sng">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30" name="Line 35"/>
          <p:cNvSpPr>
            <a:spLocks noChangeShapeType="1"/>
          </p:cNvSpPr>
          <p:nvPr/>
        </p:nvSpPr>
        <p:spPr bwMode="auto">
          <a:xfrm>
            <a:off x="8300766" y="5756047"/>
            <a:ext cx="647700" cy="0"/>
          </a:xfrm>
          <a:prstGeom prst="line">
            <a:avLst/>
          </a:prstGeom>
          <a:noFill/>
          <a:ln w="25400" cmpd="sng">
            <a:solidFill>
              <a:schemeClr val="accent1"/>
            </a:solidFill>
            <a:rou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31" name="Line 36"/>
          <p:cNvSpPr>
            <a:spLocks noChangeShapeType="1"/>
          </p:cNvSpPr>
          <p:nvPr/>
        </p:nvSpPr>
        <p:spPr bwMode="auto">
          <a:xfrm flipH="1">
            <a:off x="8299179" y="5395684"/>
            <a:ext cx="0" cy="360363"/>
          </a:xfrm>
          <a:prstGeom prst="line">
            <a:avLst/>
          </a:prstGeom>
          <a:noFill/>
          <a:ln w="25400" cmpd="sng">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32" name="Line 37"/>
          <p:cNvSpPr>
            <a:spLocks noChangeShapeType="1"/>
          </p:cNvSpPr>
          <p:nvPr/>
        </p:nvSpPr>
        <p:spPr bwMode="auto">
          <a:xfrm>
            <a:off x="3979591" y="5395684"/>
            <a:ext cx="360363" cy="1588"/>
          </a:xfrm>
          <a:prstGeom prst="line">
            <a:avLst/>
          </a:prstGeom>
          <a:noFill/>
          <a:ln w="25400" cmpd="sng">
            <a:solidFill>
              <a:schemeClr val="accent1"/>
            </a:solidFill>
            <a:rou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微软雅黑" panose="020B0503020204020204" pitchFamily="34" charset="-122"/>
              <a:ea typeface="微软雅黑" panose="020B0503020204020204" pitchFamily="34" charset="-122"/>
            </a:endParaRPr>
          </a:p>
        </p:txBody>
      </p:sp>
      <p:graphicFrame>
        <p:nvGraphicFramePr>
          <p:cNvPr id="133" name="Object 38"/>
          <p:cNvGraphicFramePr>
            <a:graphicFrameLocks noChangeAspect="1"/>
          </p:cNvGraphicFramePr>
          <p:nvPr/>
        </p:nvGraphicFramePr>
        <p:xfrm>
          <a:off x="3547791" y="3739922"/>
          <a:ext cx="792163" cy="123825"/>
        </p:xfrm>
        <a:graphic>
          <a:graphicData uri="http://schemas.openxmlformats.org/presentationml/2006/ole">
            <mc:AlternateContent xmlns:mc="http://schemas.openxmlformats.org/markup-compatibility/2006">
              <mc:Choice xmlns:v="urn:schemas-microsoft-com:vml" Requires="v">
                <p:oleObj r:id="rId9" imgW="1152525" imgH="183515" progId="Visio.Drawing.6">
                  <p:embed/>
                </p:oleObj>
              </mc:Choice>
              <mc:Fallback>
                <p:oleObj r:id="rId9" imgW="1152525" imgH="183515" progId="Visio.Drawing.6">
                  <p:embed/>
                  <p:pic>
                    <p:nvPicPr>
                      <p:cNvPr id="0" name="Object 3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547791" y="3739922"/>
                        <a:ext cx="792163" cy="123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34" name="Object 39"/>
          <p:cNvGraphicFramePr>
            <a:graphicFrameLocks noChangeAspect="1"/>
          </p:cNvGraphicFramePr>
          <p:nvPr/>
        </p:nvGraphicFramePr>
        <p:xfrm>
          <a:off x="7940404" y="3739922"/>
          <a:ext cx="792162" cy="123825"/>
        </p:xfrm>
        <a:graphic>
          <a:graphicData uri="http://schemas.openxmlformats.org/presentationml/2006/ole">
            <mc:AlternateContent xmlns:mc="http://schemas.openxmlformats.org/markup-compatibility/2006">
              <mc:Choice xmlns:v="urn:schemas-microsoft-com:vml" Requires="v">
                <p:oleObj r:id="rId10" imgW="1152525" imgH="183515" progId="Visio.Drawing.6">
                  <p:embed/>
                </p:oleObj>
              </mc:Choice>
              <mc:Fallback>
                <p:oleObj r:id="rId10" imgW="1152525" imgH="183515" progId="Visio.Drawing.6">
                  <p:embed/>
                  <p:pic>
                    <p:nvPicPr>
                      <p:cNvPr id="0" name="Object 3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940404" y="3739922"/>
                        <a:ext cx="792162" cy="123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35" name="Object 40"/>
          <p:cNvGraphicFramePr>
            <a:graphicFrameLocks noChangeAspect="1"/>
          </p:cNvGraphicFramePr>
          <p:nvPr/>
        </p:nvGraphicFramePr>
        <p:xfrm>
          <a:off x="8011841" y="5827484"/>
          <a:ext cx="792163" cy="123825"/>
        </p:xfrm>
        <a:graphic>
          <a:graphicData uri="http://schemas.openxmlformats.org/presentationml/2006/ole">
            <mc:AlternateContent xmlns:mc="http://schemas.openxmlformats.org/markup-compatibility/2006">
              <mc:Choice xmlns:v="urn:schemas-microsoft-com:vml" Requires="v">
                <p:oleObj r:id="rId11" imgW="1152525" imgH="183515" progId="Visio.Drawing.6">
                  <p:embed/>
                </p:oleObj>
              </mc:Choice>
              <mc:Fallback>
                <p:oleObj r:id="rId11" imgW="1152525" imgH="183515" progId="Visio.Drawing.6">
                  <p:embed/>
                  <p:pic>
                    <p:nvPicPr>
                      <p:cNvPr id="0" name="Object 4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011841" y="5827484"/>
                        <a:ext cx="792163" cy="123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139" name="Group 45"/>
          <p:cNvGrpSpPr>
            <a:grpSpLocks noChangeAspect="1"/>
          </p:cNvGrpSpPr>
          <p:nvPr/>
        </p:nvGrpSpPr>
        <p:grpSpPr bwMode="auto">
          <a:xfrm>
            <a:off x="4268516" y="4676547"/>
            <a:ext cx="935038" cy="676275"/>
            <a:chOff x="0" y="0"/>
            <a:chExt cx="576" cy="417"/>
          </a:xfrm>
        </p:grpSpPr>
        <p:sp>
          <p:nvSpPr>
            <p:cNvPr id="140" name="AutoShape 46"/>
            <p:cNvSpPr>
              <a:spLocks noChangeAspect="1" noChangeArrowheads="1" noTextEdit="1"/>
            </p:cNvSpPr>
            <p:nvPr/>
          </p:nvSpPr>
          <p:spPr bwMode="auto">
            <a:xfrm>
              <a:off x="0" y="0"/>
              <a:ext cx="576" cy="4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41" name="未知"/>
            <p:cNvSpPr/>
            <p:nvPr/>
          </p:nvSpPr>
          <p:spPr bwMode="auto">
            <a:xfrm>
              <a:off x="289" y="166"/>
              <a:ext cx="286" cy="252"/>
            </a:xfrm>
            <a:custGeom>
              <a:avLst/>
              <a:gdLst>
                <a:gd name="T0" fmla="*/ 286 w 286"/>
                <a:gd name="T1" fmla="*/ 0 h 252"/>
                <a:gd name="T2" fmla="*/ 286 w 286"/>
                <a:gd name="T3" fmla="*/ 85 h 252"/>
                <a:gd name="T4" fmla="*/ 0 w 286"/>
                <a:gd name="T5" fmla="*/ 252 h 252"/>
                <a:gd name="T6" fmla="*/ 0 w 286"/>
                <a:gd name="T7" fmla="*/ 166 h 252"/>
                <a:gd name="T8" fmla="*/ 286 w 286"/>
                <a:gd name="T9" fmla="*/ 0 h 252"/>
                <a:gd name="T10" fmla="*/ 286 w 286"/>
                <a:gd name="T11" fmla="*/ 0 h 252"/>
                <a:gd name="T12" fmla="*/ 286 w 286"/>
                <a:gd name="T13" fmla="*/ 0 h 252"/>
                <a:gd name="T14" fmla="*/ 286 w 286"/>
                <a:gd name="T15" fmla="*/ 0 h 252"/>
                <a:gd name="T16" fmla="*/ 286 w 286"/>
                <a:gd name="T17" fmla="*/ 0 h 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6" h="252">
                  <a:moveTo>
                    <a:pt x="286" y="0"/>
                  </a:moveTo>
                  <a:lnTo>
                    <a:pt x="286" y="85"/>
                  </a:lnTo>
                  <a:lnTo>
                    <a:pt x="0" y="252"/>
                  </a:lnTo>
                  <a:lnTo>
                    <a:pt x="0" y="166"/>
                  </a:lnTo>
                  <a:lnTo>
                    <a:pt x="286" y="0"/>
                  </a:lnTo>
                  <a:lnTo>
                    <a:pt x="286" y="0"/>
                  </a:lnTo>
                  <a:lnTo>
                    <a:pt x="286" y="0"/>
                  </a:lnTo>
                  <a:lnTo>
                    <a:pt x="286" y="0"/>
                  </a:lnTo>
                  <a:lnTo>
                    <a:pt x="286" y="0"/>
                  </a:lnTo>
                  <a:close/>
                </a:path>
              </a:pathLst>
            </a:custGeom>
            <a:solidFill>
              <a:srgbClr val="1D2977"/>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42" name="未知"/>
            <p:cNvSpPr/>
            <p:nvPr/>
          </p:nvSpPr>
          <p:spPr bwMode="auto">
            <a:xfrm>
              <a:off x="1" y="166"/>
              <a:ext cx="288" cy="252"/>
            </a:xfrm>
            <a:custGeom>
              <a:avLst/>
              <a:gdLst>
                <a:gd name="T0" fmla="*/ 288 w 288"/>
                <a:gd name="T1" fmla="*/ 166 h 252"/>
                <a:gd name="T2" fmla="*/ 288 w 288"/>
                <a:gd name="T3" fmla="*/ 252 h 252"/>
                <a:gd name="T4" fmla="*/ 0 w 288"/>
                <a:gd name="T5" fmla="*/ 85 h 252"/>
                <a:gd name="T6" fmla="*/ 0 w 288"/>
                <a:gd name="T7" fmla="*/ 0 h 252"/>
                <a:gd name="T8" fmla="*/ 288 w 288"/>
                <a:gd name="T9" fmla="*/ 166 h 252"/>
                <a:gd name="T10" fmla="*/ 288 w 288"/>
                <a:gd name="T11" fmla="*/ 166 h 252"/>
                <a:gd name="T12" fmla="*/ 288 w 288"/>
                <a:gd name="T13" fmla="*/ 166 h 252"/>
                <a:gd name="T14" fmla="*/ 288 w 288"/>
                <a:gd name="T15" fmla="*/ 166 h 252"/>
                <a:gd name="T16" fmla="*/ 288 w 288"/>
                <a:gd name="T17" fmla="*/ 166 h 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8" h="252">
                  <a:moveTo>
                    <a:pt x="288" y="166"/>
                  </a:moveTo>
                  <a:lnTo>
                    <a:pt x="288" y="252"/>
                  </a:lnTo>
                  <a:lnTo>
                    <a:pt x="0" y="85"/>
                  </a:lnTo>
                  <a:lnTo>
                    <a:pt x="0" y="0"/>
                  </a:lnTo>
                  <a:lnTo>
                    <a:pt x="288" y="166"/>
                  </a:lnTo>
                  <a:lnTo>
                    <a:pt x="288" y="166"/>
                  </a:lnTo>
                  <a:lnTo>
                    <a:pt x="288" y="166"/>
                  </a:lnTo>
                  <a:lnTo>
                    <a:pt x="288" y="166"/>
                  </a:lnTo>
                  <a:lnTo>
                    <a:pt x="288" y="166"/>
                  </a:lnTo>
                  <a:close/>
                </a:path>
              </a:pathLst>
            </a:custGeom>
            <a:solidFill>
              <a:srgbClr val="36458A"/>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43" name="未知"/>
            <p:cNvSpPr/>
            <p:nvPr/>
          </p:nvSpPr>
          <p:spPr bwMode="auto">
            <a:xfrm>
              <a:off x="1" y="0"/>
              <a:ext cx="574" cy="332"/>
            </a:xfrm>
            <a:custGeom>
              <a:avLst/>
              <a:gdLst>
                <a:gd name="T0" fmla="*/ 574 w 574"/>
                <a:gd name="T1" fmla="*/ 166 h 332"/>
                <a:gd name="T2" fmla="*/ 288 w 574"/>
                <a:gd name="T3" fmla="*/ 332 h 332"/>
                <a:gd name="T4" fmla="*/ 0 w 574"/>
                <a:gd name="T5" fmla="*/ 166 h 332"/>
                <a:gd name="T6" fmla="*/ 286 w 574"/>
                <a:gd name="T7" fmla="*/ 0 h 332"/>
                <a:gd name="T8" fmla="*/ 574 w 574"/>
                <a:gd name="T9" fmla="*/ 166 h 332"/>
                <a:gd name="T10" fmla="*/ 574 w 574"/>
                <a:gd name="T11" fmla="*/ 166 h 332"/>
                <a:gd name="T12" fmla="*/ 574 w 574"/>
                <a:gd name="T13" fmla="*/ 166 h 332"/>
                <a:gd name="T14" fmla="*/ 574 w 574"/>
                <a:gd name="T15" fmla="*/ 166 h 332"/>
                <a:gd name="T16" fmla="*/ 574 w 574"/>
                <a:gd name="T17" fmla="*/ 166 h 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4" h="332">
                  <a:moveTo>
                    <a:pt x="574" y="166"/>
                  </a:moveTo>
                  <a:lnTo>
                    <a:pt x="288" y="332"/>
                  </a:lnTo>
                  <a:lnTo>
                    <a:pt x="0" y="166"/>
                  </a:lnTo>
                  <a:lnTo>
                    <a:pt x="286" y="0"/>
                  </a:lnTo>
                  <a:lnTo>
                    <a:pt x="574" y="166"/>
                  </a:lnTo>
                  <a:lnTo>
                    <a:pt x="574" y="166"/>
                  </a:lnTo>
                  <a:lnTo>
                    <a:pt x="574" y="166"/>
                  </a:lnTo>
                  <a:lnTo>
                    <a:pt x="574" y="166"/>
                  </a:lnTo>
                  <a:lnTo>
                    <a:pt x="574" y="166"/>
                  </a:lnTo>
                  <a:close/>
                </a:path>
              </a:pathLst>
            </a:custGeom>
            <a:solidFill>
              <a:srgbClr val="4D61A4"/>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44" name="未知"/>
            <p:cNvSpPr>
              <a:spLocks noEditPoints="1"/>
            </p:cNvSpPr>
            <p:nvPr/>
          </p:nvSpPr>
          <p:spPr bwMode="auto">
            <a:xfrm>
              <a:off x="80" y="48"/>
              <a:ext cx="416" cy="241"/>
            </a:xfrm>
            <a:custGeom>
              <a:avLst/>
              <a:gdLst>
                <a:gd name="T0" fmla="*/ 483 w 785"/>
                <a:gd name="T1" fmla="*/ 356 h 457"/>
                <a:gd name="T2" fmla="*/ 523 w 785"/>
                <a:gd name="T3" fmla="*/ 379 h 457"/>
                <a:gd name="T4" fmla="*/ 389 w 785"/>
                <a:gd name="T5" fmla="*/ 457 h 457"/>
                <a:gd name="T6" fmla="*/ 255 w 785"/>
                <a:gd name="T7" fmla="*/ 379 h 457"/>
                <a:gd name="T8" fmla="*/ 295 w 785"/>
                <a:gd name="T9" fmla="*/ 356 h 457"/>
                <a:gd name="T10" fmla="*/ 356 w 785"/>
                <a:gd name="T11" fmla="*/ 391 h 457"/>
                <a:gd name="T12" fmla="*/ 356 w 785"/>
                <a:gd name="T13" fmla="*/ 313 h 457"/>
                <a:gd name="T14" fmla="*/ 286 w 785"/>
                <a:gd name="T15" fmla="*/ 290 h 457"/>
                <a:gd name="T16" fmla="*/ 246 w 785"/>
                <a:gd name="T17" fmla="*/ 249 h 457"/>
                <a:gd name="T18" fmla="*/ 113 w 785"/>
                <a:gd name="T19" fmla="*/ 249 h 457"/>
                <a:gd name="T20" fmla="*/ 174 w 785"/>
                <a:gd name="T21" fmla="*/ 285 h 457"/>
                <a:gd name="T22" fmla="*/ 134 w 785"/>
                <a:gd name="T23" fmla="*/ 308 h 457"/>
                <a:gd name="T24" fmla="*/ 0 w 785"/>
                <a:gd name="T25" fmla="*/ 230 h 457"/>
                <a:gd name="T26" fmla="*/ 134 w 785"/>
                <a:gd name="T27" fmla="*/ 153 h 457"/>
                <a:gd name="T28" fmla="*/ 174 w 785"/>
                <a:gd name="T29" fmla="*/ 176 h 457"/>
                <a:gd name="T30" fmla="*/ 113 w 785"/>
                <a:gd name="T31" fmla="*/ 211 h 457"/>
                <a:gd name="T32" fmla="*/ 244 w 785"/>
                <a:gd name="T33" fmla="*/ 211 h 457"/>
                <a:gd name="T34" fmla="*/ 286 w 785"/>
                <a:gd name="T35" fmla="*/ 165 h 457"/>
                <a:gd name="T36" fmla="*/ 369 w 785"/>
                <a:gd name="T37" fmla="*/ 140 h 457"/>
                <a:gd name="T38" fmla="*/ 369 w 785"/>
                <a:gd name="T39" fmla="*/ 66 h 457"/>
                <a:gd name="T40" fmla="*/ 308 w 785"/>
                <a:gd name="T41" fmla="*/ 101 h 457"/>
                <a:gd name="T42" fmla="*/ 268 w 785"/>
                <a:gd name="T43" fmla="*/ 78 h 457"/>
                <a:gd name="T44" fmla="*/ 402 w 785"/>
                <a:gd name="T45" fmla="*/ 0 h 457"/>
                <a:gd name="T46" fmla="*/ 536 w 785"/>
                <a:gd name="T47" fmla="*/ 78 h 457"/>
                <a:gd name="T48" fmla="*/ 496 w 785"/>
                <a:gd name="T49" fmla="*/ 101 h 457"/>
                <a:gd name="T50" fmla="*/ 435 w 785"/>
                <a:gd name="T51" fmla="*/ 66 h 457"/>
                <a:gd name="T52" fmla="*/ 435 w 785"/>
                <a:gd name="T53" fmla="*/ 142 h 457"/>
                <a:gd name="T54" fmla="*/ 502 w 785"/>
                <a:gd name="T55" fmla="*/ 165 h 457"/>
                <a:gd name="T56" fmla="*/ 541 w 785"/>
                <a:gd name="T57" fmla="*/ 204 h 457"/>
                <a:gd name="T58" fmla="*/ 672 w 785"/>
                <a:gd name="T59" fmla="*/ 204 h 457"/>
                <a:gd name="T60" fmla="*/ 611 w 785"/>
                <a:gd name="T61" fmla="*/ 169 h 457"/>
                <a:gd name="T62" fmla="*/ 650 w 785"/>
                <a:gd name="T63" fmla="*/ 145 h 457"/>
                <a:gd name="T64" fmla="*/ 785 w 785"/>
                <a:gd name="T65" fmla="*/ 223 h 457"/>
                <a:gd name="T66" fmla="*/ 651 w 785"/>
                <a:gd name="T67" fmla="*/ 301 h 457"/>
                <a:gd name="T68" fmla="*/ 611 w 785"/>
                <a:gd name="T69" fmla="*/ 278 h 457"/>
                <a:gd name="T70" fmla="*/ 672 w 785"/>
                <a:gd name="T71" fmla="*/ 242 h 457"/>
                <a:gd name="T72" fmla="*/ 545 w 785"/>
                <a:gd name="T73" fmla="*/ 242 h 457"/>
                <a:gd name="T74" fmla="*/ 502 w 785"/>
                <a:gd name="T75" fmla="*/ 290 h 457"/>
                <a:gd name="T76" fmla="*/ 422 w 785"/>
                <a:gd name="T77" fmla="*/ 315 h 457"/>
                <a:gd name="T78" fmla="*/ 422 w 785"/>
                <a:gd name="T79" fmla="*/ 391 h 457"/>
                <a:gd name="T80" fmla="*/ 483 w 785"/>
                <a:gd name="T81" fmla="*/ 356 h 457"/>
                <a:gd name="T82" fmla="*/ 483 w 785"/>
                <a:gd name="T83" fmla="*/ 356 h 457"/>
                <a:gd name="T84" fmla="*/ 483 w 785"/>
                <a:gd name="T85" fmla="*/ 356 h 457"/>
                <a:gd name="T86" fmla="*/ 338 w 785"/>
                <a:gd name="T87" fmla="*/ 260 h 457"/>
                <a:gd name="T88" fmla="*/ 450 w 785"/>
                <a:gd name="T89" fmla="*/ 260 h 457"/>
                <a:gd name="T90" fmla="*/ 450 w 785"/>
                <a:gd name="T91" fmla="*/ 195 h 457"/>
                <a:gd name="T92" fmla="*/ 338 w 785"/>
                <a:gd name="T93" fmla="*/ 195 h 457"/>
                <a:gd name="T94" fmla="*/ 338 w 785"/>
                <a:gd name="T95" fmla="*/ 260 h 4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785" h="457">
                  <a:moveTo>
                    <a:pt x="483" y="356"/>
                  </a:moveTo>
                  <a:cubicBezTo>
                    <a:pt x="523" y="379"/>
                    <a:pt x="523" y="379"/>
                    <a:pt x="523" y="379"/>
                  </a:cubicBezTo>
                  <a:cubicBezTo>
                    <a:pt x="389" y="457"/>
                    <a:pt x="389" y="457"/>
                    <a:pt x="389" y="457"/>
                  </a:cubicBezTo>
                  <a:cubicBezTo>
                    <a:pt x="255" y="379"/>
                    <a:pt x="255" y="379"/>
                    <a:pt x="255" y="379"/>
                  </a:cubicBezTo>
                  <a:cubicBezTo>
                    <a:pt x="295" y="356"/>
                    <a:pt x="295" y="356"/>
                    <a:pt x="295" y="356"/>
                  </a:cubicBezTo>
                  <a:cubicBezTo>
                    <a:pt x="356" y="391"/>
                    <a:pt x="356" y="391"/>
                    <a:pt x="356" y="391"/>
                  </a:cubicBezTo>
                  <a:cubicBezTo>
                    <a:pt x="356" y="313"/>
                    <a:pt x="356" y="313"/>
                    <a:pt x="356" y="313"/>
                  </a:cubicBezTo>
                  <a:cubicBezTo>
                    <a:pt x="330" y="309"/>
                    <a:pt x="306" y="302"/>
                    <a:pt x="286" y="290"/>
                  </a:cubicBezTo>
                  <a:cubicBezTo>
                    <a:pt x="266" y="279"/>
                    <a:pt x="253" y="264"/>
                    <a:pt x="246" y="249"/>
                  </a:cubicBezTo>
                  <a:cubicBezTo>
                    <a:pt x="113" y="249"/>
                    <a:pt x="113" y="249"/>
                    <a:pt x="113" y="249"/>
                  </a:cubicBezTo>
                  <a:cubicBezTo>
                    <a:pt x="174" y="285"/>
                    <a:pt x="174" y="285"/>
                    <a:pt x="174" y="285"/>
                  </a:cubicBezTo>
                  <a:cubicBezTo>
                    <a:pt x="134" y="308"/>
                    <a:pt x="134" y="308"/>
                    <a:pt x="134" y="308"/>
                  </a:cubicBezTo>
                  <a:cubicBezTo>
                    <a:pt x="0" y="230"/>
                    <a:pt x="0" y="230"/>
                    <a:pt x="0" y="230"/>
                  </a:cubicBezTo>
                  <a:cubicBezTo>
                    <a:pt x="134" y="153"/>
                    <a:pt x="134" y="153"/>
                    <a:pt x="134" y="153"/>
                  </a:cubicBezTo>
                  <a:cubicBezTo>
                    <a:pt x="174" y="176"/>
                    <a:pt x="174" y="176"/>
                    <a:pt x="174" y="176"/>
                  </a:cubicBezTo>
                  <a:cubicBezTo>
                    <a:pt x="113" y="211"/>
                    <a:pt x="113" y="211"/>
                    <a:pt x="113" y="211"/>
                  </a:cubicBezTo>
                  <a:cubicBezTo>
                    <a:pt x="244" y="211"/>
                    <a:pt x="244" y="211"/>
                    <a:pt x="244" y="211"/>
                  </a:cubicBezTo>
                  <a:cubicBezTo>
                    <a:pt x="249" y="194"/>
                    <a:pt x="263" y="178"/>
                    <a:pt x="286" y="165"/>
                  </a:cubicBezTo>
                  <a:cubicBezTo>
                    <a:pt x="309" y="151"/>
                    <a:pt x="339" y="143"/>
                    <a:pt x="369" y="140"/>
                  </a:cubicBezTo>
                  <a:cubicBezTo>
                    <a:pt x="369" y="66"/>
                    <a:pt x="369" y="66"/>
                    <a:pt x="369" y="66"/>
                  </a:cubicBezTo>
                  <a:cubicBezTo>
                    <a:pt x="308" y="101"/>
                    <a:pt x="308" y="101"/>
                    <a:pt x="308" y="101"/>
                  </a:cubicBezTo>
                  <a:cubicBezTo>
                    <a:pt x="268" y="78"/>
                    <a:pt x="268" y="78"/>
                    <a:pt x="268" y="78"/>
                  </a:cubicBezTo>
                  <a:cubicBezTo>
                    <a:pt x="402" y="0"/>
                    <a:pt x="402" y="0"/>
                    <a:pt x="402" y="0"/>
                  </a:cubicBezTo>
                  <a:cubicBezTo>
                    <a:pt x="536" y="78"/>
                    <a:pt x="536" y="78"/>
                    <a:pt x="536" y="78"/>
                  </a:cubicBezTo>
                  <a:cubicBezTo>
                    <a:pt x="496" y="101"/>
                    <a:pt x="496" y="101"/>
                    <a:pt x="496" y="101"/>
                  </a:cubicBezTo>
                  <a:cubicBezTo>
                    <a:pt x="435" y="66"/>
                    <a:pt x="435" y="66"/>
                    <a:pt x="435" y="66"/>
                  </a:cubicBezTo>
                  <a:cubicBezTo>
                    <a:pt x="435" y="87"/>
                    <a:pt x="435" y="117"/>
                    <a:pt x="435" y="142"/>
                  </a:cubicBezTo>
                  <a:cubicBezTo>
                    <a:pt x="460" y="146"/>
                    <a:pt x="483" y="154"/>
                    <a:pt x="502" y="165"/>
                  </a:cubicBezTo>
                  <a:cubicBezTo>
                    <a:pt x="521" y="176"/>
                    <a:pt x="534" y="190"/>
                    <a:pt x="541" y="204"/>
                  </a:cubicBezTo>
                  <a:cubicBezTo>
                    <a:pt x="672" y="204"/>
                    <a:pt x="672" y="204"/>
                    <a:pt x="672" y="204"/>
                  </a:cubicBezTo>
                  <a:cubicBezTo>
                    <a:pt x="611" y="169"/>
                    <a:pt x="611" y="169"/>
                    <a:pt x="611" y="169"/>
                  </a:cubicBezTo>
                  <a:cubicBezTo>
                    <a:pt x="650" y="145"/>
                    <a:pt x="650" y="145"/>
                    <a:pt x="650" y="145"/>
                  </a:cubicBezTo>
                  <a:cubicBezTo>
                    <a:pt x="785" y="223"/>
                    <a:pt x="785" y="223"/>
                    <a:pt x="785" y="223"/>
                  </a:cubicBezTo>
                  <a:cubicBezTo>
                    <a:pt x="651" y="301"/>
                    <a:pt x="651" y="301"/>
                    <a:pt x="651" y="301"/>
                  </a:cubicBezTo>
                  <a:cubicBezTo>
                    <a:pt x="611" y="278"/>
                    <a:pt x="611" y="278"/>
                    <a:pt x="611" y="278"/>
                  </a:cubicBezTo>
                  <a:cubicBezTo>
                    <a:pt x="672" y="242"/>
                    <a:pt x="672" y="242"/>
                    <a:pt x="672" y="242"/>
                  </a:cubicBezTo>
                  <a:cubicBezTo>
                    <a:pt x="637" y="242"/>
                    <a:pt x="587" y="242"/>
                    <a:pt x="545" y="242"/>
                  </a:cubicBezTo>
                  <a:cubicBezTo>
                    <a:pt x="540" y="260"/>
                    <a:pt x="526" y="277"/>
                    <a:pt x="502" y="290"/>
                  </a:cubicBezTo>
                  <a:cubicBezTo>
                    <a:pt x="480" y="303"/>
                    <a:pt x="451" y="312"/>
                    <a:pt x="422" y="315"/>
                  </a:cubicBezTo>
                  <a:cubicBezTo>
                    <a:pt x="422" y="391"/>
                    <a:pt x="422" y="391"/>
                    <a:pt x="422" y="391"/>
                  </a:cubicBezTo>
                  <a:cubicBezTo>
                    <a:pt x="483" y="356"/>
                    <a:pt x="483" y="356"/>
                    <a:pt x="483" y="356"/>
                  </a:cubicBezTo>
                  <a:cubicBezTo>
                    <a:pt x="483" y="356"/>
                    <a:pt x="483" y="356"/>
                    <a:pt x="483" y="356"/>
                  </a:cubicBezTo>
                  <a:cubicBezTo>
                    <a:pt x="483" y="356"/>
                    <a:pt x="483" y="356"/>
                    <a:pt x="483" y="356"/>
                  </a:cubicBezTo>
                  <a:close/>
                  <a:moveTo>
                    <a:pt x="338" y="260"/>
                  </a:moveTo>
                  <a:cubicBezTo>
                    <a:pt x="369" y="278"/>
                    <a:pt x="419" y="278"/>
                    <a:pt x="450" y="260"/>
                  </a:cubicBezTo>
                  <a:cubicBezTo>
                    <a:pt x="481" y="242"/>
                    <a:pt x="481" y="213"/>
                    <a:pt x="450" y="195"/>
                  </a:cubicBezTo>
                  <a:cubicBezTo>
                    <a:pt x="419" y="177"/>
                    <a:pt x="368" y="177"/>
                    <a:pt x="338" y="195"/>
                  </a:cubicBezTo>
                  <a:cubicBezTo>
                    <a:pt x="307" y="213"/>
                    <a:pt x="307" y="242"/>
                    <a:pt x="338" y="260"/>
                  </a:cubicBezTo>
                </a:path>
              </a:pathLst>
            </a:custGeom>
            <a:solidFill>
              <a:srgbClr val="1D2977"/>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45" name="未知"/>
            <p:cNvSpPr>
              <a:spLocks noEditPoints="1"/>
            </p:cNvSpPr>
            <p:nvPr/>
          </p:nvSpPr>
          <p:spPr bwMode="auto">
            <a:xfrm>
              <a:off x="80" y="42"/>
              <a:ext cx="416" cy="241"/>
            </a:xfrm>
            <a:custGeom>
              <a:avLst/>
              <a:gdLst>
                <a:gd name="T0" fmla="*/ 483 w 785"/>
                <a:gd name="T1" fmla="*/ 355 h 456"/>
                <a:gd name="T2" fmla="*/ 523 w 785"/>
                <a:gd name="T3" fmla="*/ 379 h 456"/>
                <a:gd name="T4" fmla="*/ 389 w 785"/>
                <a:gd name="T5" fmla="*/ 456 h 456"/>
                <a:gd name="T6" fmla="*/ 255 w 785"/>
                <a:gd name="T7" fmla="*/ 379 h 456"/>
                <a:gd name="T8" fmla="*/ 295 w 785"/>
                <a:gd name="T9" fmla="*/ 355 h 456"/>
                <a:gd name="T10" fmla="*/ 356 w 785"/>
                <a:gd name="T11" fmla="*/ 391 h 456"/>
                <a:gd name="T12" fmla="*/ 356 w 785"/>
                <a:gd name="T13" fmla="*/ 313 h 456"/>
                <a:gd name="T14" fmla="*/ 286 w 785"/>
                <a:gd name="T15" fmla="*/ 290 h 456"/>
                <a:gd name="T16" fmla="*/ 246 w 785"/>
                <a:gd name="T17" fmla="*/ 249 h 456"/>
                <a:gd name="T18" fmla="*/ 113 w 785"/>
                <a:gd name="T19" fmla="*/ 249 h 456"/>
                <a:gd name="T20" fmla="*/ 174 w 785"/>
                <a:gd name="T21" fmla="*/ 284 h 456"/>
                <a:gd name="T22" fmla="*/ 134 w 785"/>
                <a:gd name="T23" fmla="*/ 308 h 456"/>
                <a:gd name="T24" fmla="*/ 0 w 785"/>
                <a:gd name="T25" fmla="*/ 230 h 456"/>
                <a:gd name="T26" fmla="*/ 134 w 785"/>
                <a:gd name="T27" fmla="*/ 152 h 456"/>
                <a:gd name="T28" fmla="*/ 174 w 785"/>
                <a:gd name="T29" fmla="*/ 175 h 456"/>
                <a:gd name="T30" fmla="*/ 113 w 785"/>
                <a:gd name="T31" fmla="*/ 211 h 456"/>
                <a:gd name="T32" fmla="*/ 244 w 785"/>
                <a:gd name="T33" fmla="*/ 211 h 456"/>
                <a:gd name="T34" fmla="*/ 286 w 785"/>
                <a:gd name="T35" fmla="*/ 165 h 456"/>
                <a:gd name="T36" fmla="*/ 369 w 785"/>
                <a:gd name="T37" fmla="*/ 140 h 456"/>
                <a:gd name="T38" fmla="*/ 369 w 785"/>
                <a:gd name="T39" fmla="*/ 65 h 456"/>
                <a:gd name="T40" fmla="*/ 308 w 785"/>
                <a:gd name="T41" fmla="*/ 101 h 456"/>
                <a:gd name="T42" fmla="*/ 268 w 785"/>
                <a:gd name="T43" fmla="*/ 78 h 456"/>
                <a:gd name="T44" fmla="*/ 402 w 785"/>
                <a:gd name="T45" fmla="*/ 0 h 456"/>
                <a:gd name="T46" fmla="*/ 536 w 785"/>
                <a:gd name="T47" fmla="*/ 78 h 456"/>
                <a:gd name="T48" fmla="*/ 496 w 785"/>
                <a:gd name="T49" fmla="*/ 101 h 456"/>
                <a:gd name="T50" fmla="*/ 435 w 785"/>
                <a:gd name="T51" fmla="*/ 65 h 456"/>
                <a:gd name="T52" fmla="*/ 435 w 785"/>
                <a:gd name="T53" fmla="*/ 142 h 456"/>
                <a:gd name="T54" fmla="*/ 502 w 785"/>
                <a:gd name="T55" fmla="*/ 165 h 456"/>
                <a:gd name="T56" fmla="*/ 541 w 785"/>
                <a:gd name="T57" fmla="*/ 204 h 456"/>
                <a:gd name="T58" fmla="*/ 672 w 785"/>
                <a:gd name="T59" fmla="*/ 204 h 456"/>
                <a:gd name="T60" fmla="*/ 611 w 785"/>
                <a:gd name="T61" fmla="*/ 168 h 456"/>
                <a:gd name="T62" fmla="*/ 650 w 785"/>
                <a:gd name="T63" fmla="*/ 145 h 456"/>
                <a:gd name="T64" fmla="*/ 785 w 785"/>
                <a:gd name="T65" fmla="*/ 223 h 456"/>
                <a:gd name="T66" fmla="*/ 651 w 785"/>
                <a:gd name="T67" fmla="*/ 300 h 456"/>
                <a:gd name="T68" fmla="*/ 611 w 785"/>
                <a:gd name="T69" fmla="*/ 277 h 456"/>
                <a:gd name="T70" fmla="*/ 672 w 785"/>
                <a:gd name="T71" fmla="*/ 242 h 456"/>
                <a:gd name="T72" fmla="*/ 545 w 785"/>
                <a:gd name="T73" fmla="*/ 242 h 456"/>
                <a:gd name="T74" fmla="*/ 502 w 785"/>
                <a:gd name="T75" fmla="*/ 290 h 456"/>
                <a:gd name="T76" fmla="*/ 422 w 785"/>
                <a:gd name="T77" fmla="*/ 314 h 456"/>
                <a:gd name="T78" fmla="*/ 422 w 785"/>
                <a:gd name="T79" fmla="*/ 391 h 456"/>
                <a:gd name="T80" fmla="*/ 483 w 785"/>
                <a:gd name="T81" fmla="*/ 355 h 456"/>
                <a:gd name="T82" fmla="*/ 483 w 785"/>
                <a:gd name="T83" fmla="*/ 355 h 456"/>
                <a:gd name="T84" fmla="*/ 483 w 785"/>
                <a:gd name="T85" fmla="*/ 355 h 456"/>
                <a:gd name="T86" fmla="*/ 338 w 785"/>
                <a:gd name="T87" fmla="*/ 260 h 456"/>
                <a:gd name="T88" fmla="*/ 450 w 785"/>
                <a:gd name="T89" fmla="*/ 260 h 456"/>
                <a:gd name="T90" fmla="*/ 450 w 785"/>
                <a:gd name="T91" fmla="*/ 195 h 456"/>
                <a:gd name="T92" fmla="*/ 338 w 785"/>
                <a:gd name="T93" fmla="*/ 195 h 456"/>
                <a:gd name="T94" fmla="*/ 338 w 785"/>
                <a:gd name="T95" fmla="*/ 260 h 4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785" h="456">
                  <a:moveTo>
                    <a:pt x="483" y="355"/>
                  </a:moveTo>
                  <a:cubicBezTo>
                    <a:pt x="523" y="379"/>
                    <a:pt x="523" y="379"/>
                    <a:pt x="523" y="379"/>
                  </a:cubicBezTo>
                  <a:cubicBezTo>
                    <a:pt x="389" y="456"/>
                    <a:pt x="389" y="456"/>
                    <a:pt x="389" y="456"/>
                  </a:cubicBezTo>
                  <a:cubicBezTo>
                    <a:pt x="255" y="379"/>
                    <a:pt x="255" y="379"/>
                    <a:pt x="255" y="379"/>
                  </a:cubicBezTo>
                  <a:cubicBezTo>
                    <a:pt x="295" y="355"/>
                    <a:pt x="295" y="355"/>
                    <a:pt x="295" y="355"/>
                  </a:cubicBezTo>
                  <a:cubicBezTo>
                    <a:pt x="356" y="391"/>
                    <a:pt x="356" y="391"/>
                    <a:pt x="356" y="391"/>
                  </a:cubicBezTo>
                  <a:cubicBezTo>
                    <a:pt x="356" y="313"/>
                    <a:pt x="356" y="313"/>
                    <a:pt x="356" y="313"/>
                  </a:cubicBezTo>
                  <a:cubicBezTo>
                    <a:pt x="330" y="309"/>
                    <a:pt x="306" y="301"/>
                    <a:pt x="286" y="290"/>
                  </a:cubicBezTo>
                  <a:cubicBezTo>
                    <a:pt x="266" y="278"/>
                    <a:pt x="253" y="264"/>
                    <a:pt x="246" y="249"/>
                  </a:cubicBezTo>
                  <a:cubicBezTo>
                    <a:pt x="113" y="249"/>
                    <a:pt x="113" y="249"/>
                    <a:pt x="113" y="249"/>
                  </a:cubicBezTo>
                  <a:cubicBezTo>
                    <a:pt x="174" y="284"/>
                    <a:pt x="174" y="284"/>
                    <a:pt x="174" y="284"/>
                  </a:cubicBezTo>
                  <a:cubicBezTo>
                    <a:pt x="134" y="308"/>
                    <a:pt x="134" y="308"/>
                    <a:pt x="134" y="308"/>
                  </a:cubicBezTo>
                  <a:cubicBezTo>
                    <a:pt x="0" y="230"/>
                    <a:pt x="0" y="230"/>
                    <a:pt x="0" y="230"/>
                  </a:cubicBezTo>
                  <a:cubicBezTo>
                    <a:pt x="134" y="152"/>
                    <a:pt x="134" y="152"/>
                    <a:pt x="134" y="152"/>
                  </a:cubicBezTo>
                  <a:cubicBezTo>
                    <a:pt x="174" y="175"/>
                    <a:pt x="174" y="175"/>
                    <a:pt x="174" y="175"/>
                  </a:cubicBezTo>
                  <a:cubicBezTo>
                    <a:pt x="113" y="211"/>
                    <a:pt x="113" y="211"/>
                    <a:pt x="113" y="211"/>
                  </a:cubicBezTo>
                  <a:cubicBezTo>
                    <a:pt x="244" y="211"/>
                    <a:pt x="244" y="211"/>
                    <a:pt x="244" y="211"/>
                  </a:cubicBezTo>
                  <a:cubicBezTo>
                    <a:pt x="249" y="194"/>
                    <a:pt x="263" y="178"/>
                    <a:pt x="286" y="165"/>
                  </a:cubicBezTo>
                  <a:cubicBezTo>
                    <a:pt x="309" y="151"/>
                    <a:pt x="339" y="143"/>
                    <a:pt x="369" y="140"/>
                  </a:cubicBezTo>
                  <a:cubicBezTo>
                    <a:pt x="369" y="65"/>
                    <a:pt x="369" y="65"/>
                    <a:pt x="369" y="65"/>
                  </a:cubicBezTo>
                  <a:cubicBezTo>
                    <a:pt x="308" y="101"/>
                    <a:pt x="308" y="101"/>
                    <a:pt x="308" y="101"/>
                  </a:cubicBezTo>
                  <a:cubicBezTo>
                    <a:pt x="268" y="78"/>
                    <a:pt x="268" y="78"/>
                    <a:pt x="268" y="78"/>
                  </a:cubicBezTo>
                  <a:cubicBezTo>
                    <a:pt x="402" y="0"/>
                    <a:pt x="402" y="0"/>
                    <a:pt x="402" y="0"/>
                  </a:cubicBezTo>
                  <a:cubicBezTo>
                    <a:pt x="536" y="78"/>
                    <a:pt x="536" y="78"/>
                    <a:pt x="536" y="78"/>
                  </a:cubicBezTo>
                  <a:cubicBezTo>
                    <a:pt x="496" y="101"/>
                    <a:pt x="496" y="101"/>
                    <a:pt x="496" y="101"/>
                  </a:cubicBezTo>
                  <a:cubicBezTo>
                    <a:pt x="435" y="65"/>
                    <a:pt x="435" y="65"/>
                    <a:pt x="435" y="65"/>
                  </a:cubicBezTo>
                  <a:cubicBezTo>
                    <a:pt x="435" y="87"/>
                    <a:pt x="435" y="117"/>
                    <a:pt x="435" y="142"/>
                  </a:cubicBezTo>
                  <a:cubicBezTo>
                    <a:pt x="460" y="146"/>
                    <a:pt x="483" y="154"/>
                    <a:pt x="502" y="165"/>
                  </a:cubicBezTo>
                  <a:cubicBezTo>
                    <a:pt x="521" y="176"/>
                    <a:pt x="534" y="189"/>
                    <a:pt x="541" y="204"/>
                  </a:cubicBezTo>
                  <a:cubicBezTo>
                    <a:pt x="672" y="204"/>
                    <a:pt x="672" y="204"/>
                    <a:pt x="672" y="204"/>
                  </a:cubicBezTo>
                  <a:cubicBezTo>
                    <a:pt x="611" y="168"/>
                    <a:pt x="611" y="168"/>
                    <a:pt x="611" y="168"/>
                  </a:cubicBezTo>
                  <a:cubicBezTo>
                    <a:pt x="650" y="145"/>
                    <a:pt x="650" y="145"/>
                    <a:pt x="650" y="145"/>
                  </a:cubicBezTo>
                  <a:cubicBezTo>
                    <a:pt x="785" y="223"/>
                    <a:pt x="785" y="223"/>
                    <a:pt x="785" y="223"/>
                  </a:cubicBezTo>
                  <a:cubicBezTo>
                    <a:pt x="651" y="300"/>
                    <a:pt x="651" y="300"/>
                    <a:pt x="651" y="300"/>
                  </a:cubicBezTo>
                  <a:cubicBezTo>
                    <a:pt x="611" y="277"/>
                    <a:pt x="611" y="277"/>
                    <a:pt x="611" y="277"/>
                  </a:cubicBezTo>
                  <a:cubicBezTo>
                    <a:pt x="672" y="242"/>
                    <a:pt x="672" y="242"/>
                    <a:pt x="672" y="242"/>
                  </a:cubicBezTo>
                  <a:cubicBezTo>
                    <a:pt x="637" y="242"/>
                    <a:pt x="587" y="242"/>
                    <a:pt x="545" y="242"/>
                  </a:cubicBezTo>
                  <a:cubicBezTo>
                    <a:pt x="540" y="259"/>
                    <a:pt x="526" y="276"/>
                    <a:pt x="502" y="290"/>
                  </a:cubicBezTo>
                  <a:cubicBezTo>
                    <a:pt x="480" y="303"/>
                    <a:pt x="451" y="311"/>
                    <a:pt x="422" y="314"/>
                  </a:cubicBezTo>
                  <a:cubicBezTo>
                    <a:pt x="422" y="391"/>
                    <a:pt x="422" y="391"/>
                    <a:pt x="422" y="391"/>
                  </a:cubicBezTo>
                  <a:cubicBezTo>
                    <a:pt x="483" y="355"/>
                    <a:pt x="483" y="355"/>
                    <a:pt x="483" y="355"/>
                  </a:cubicBezTo>
                  <a:cubicBezTo>
                    <a:pt x="483" y="355"/>
                    <a:pt x="483" y="355"/>
                    <a:pt x="483" y="355"/>
                  </a:cubicBezTo>
                  <a:cubicBezTo>
                    <a:pt x="483" y="355"/>
                    <a:pt x="483" y="355"/>
                    <a:pt x="483" y="355"/>
                  </a:cubicBezTo>
                  <a:close/>
                  <a:moveTo>
                    <a:pt x="338" y="260"/>
                  </a:moveTo>
                  <a:cubicBezTo>
                    <a:pt x="369" y="278"/>
                    <a:pt x="419" y="278"/>
                    <a:pt x="450" y="260"/>
                  </a:cubicBezTo>
                  <a:cubicBezTo>
                    <a:pt x="481" y="242"/>
                    <a:pt x="481" y="213"/>
                    <a:pt x="450" y="195"/>
                  </a:cubicBezTo>
                  <a:cubicBezTo>
                    <a:pt x="419" y="177"/>
                    <a:pt x="368" y="177"/>
                    <a:pt x="338" y="195"/>
                  </a:cubicBezTo>
                  <a:cubicBezTo>
                    <a:pt x="307" y="213"/>
                    <a:pt x="307" y="242"/>
                    <a:pt x="338" y="260"/>
                  </a:cubicBezTo>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46" name="未知"/>
            <p:cNvSpPr/>
            <p:nvPr/>
          </p:nvSpPr>
          <p:spPr bwMode="auto">
            <a:xfrm>
              <a:off x="49" y="226"/>
              <a:ext cx="30" cy="48"/>
            </a:xfrm>
            <a:custGeom>
              <a:avLst/>
              <a:gdLst>
                <a:gd name="T0" fmla="*/ 27 w 56"/>
                <a:gd name="T1" fmla="*/ 5 h 92"/>
                <a:gd name="T2" fmla="*/ 46 w 56"/>
                <a:gd name="T3" fmla="*/ 21 h 92"/>
                <a:gd name="T4" fmla="*/ 54 w 56"/>
                <a:gd name="T5" fmla="*/ 45 h 92"/>
                <a:gd name="T6" fmla="*/ 40 w 56"/>
                <a:gd name="T7" fmla="*/ 36 h 92"/>
                <a:gd name="T8" fmla="*/ 27 w 56"/>
                <a:gd name="T9" fmla="*/ 17 h 92"/>
                <a:gd name="T10" fmla="*/ 20 w 56"/>
                <a:gd name="T11" fmla="*/ 15 h 92"/>
                <a:gd name="T12" fmla="*/ 17 w 56"/>
                <a:gd name="T13" fmla="*/ 20 h 92"/>
                <a:gd name="T14" fmla="*/ 20 w 56"/>
                <a:gd name="T15" fmla="*/ 28 h 92"/>
                <a:gd name="T16" fmla="*/ 36 w 56"/>
                <a:gd name="T17" fmla="*/ 43 h 92"/>
                <a:gd name="T18" fmla="*/ 48 w 56"/>
                <a:gd name="T19" fmla="*/ 55 h 92"/>
                <a:gd name="T20" fmla="*/ 56 w 56"/>
                <a:gd name="T21" fmla="*/ 77 h 92"/>
                <a:gd name="T22" fmla="*/ 49 w 56"/>
                <a:gd name="T23" fmla="*/ 90 h 92"/>
                <a:gd name="T24" fmla="*/ 28 w 56"/>
                <a:gd name="T25" fmla="*/ 85 h 92"/>
                <a:gd name="T26" fmla="*/ 9 w 56"/>
                <a:gd name="T27" fmla="*/ 67 h 92"/>
                <a:gd name="T28" fmla="*/ 0 w 56"/>
                <a:gd name="T29" fmla="*/ 42 h 92"/>
                <a:gd name="T30" fmla="*/ 14 w 56"/>
                <a:gd name="T31" fmla="*/ 50 h 92"/>
                <a:gd name="T32" fmla="*/ 19 w 56"/>
                <a:gd name="T33" fmla="*/ 63 h 92"/>
                <a:gd name="T34" fmla="*/ 29 w 56"/>
                <a:gd name="T35" fmla="*/ 72 h 92"/>
                <a:gd name="T36" fmla="*/ 37 w 56"/>
                <a:gd name="T37" fmla="*/ 75 h 92"/>
                <a:gd name="T38" fmla="*/ 42 w 56"/>
                <a:gd name="T39" fmla="*/ 70 h 92"/>
                <a:gd name="T40" fmla="*/ 32 w 56"/>
                <a:gd name="T41" fmla="*/ 55 h 92"/>
                <a:gd name="T42" fmla="*/ 13 w 56"/>
                <a:gd name="T43" fmla="*/ 37 h 92"/>
                <a:gd name="T44" fmla="*/ 2 w 56"/>
                <a:gd name="T45" fmla="*/ 13 h 92"/>
                <a:gd name="T46" fmla="*/ 10 w 56"/>
                <a:gd name="T47" fmla="*/ 1 h 92"/>
                <a:gd name="T48" fmla="*/ 27 w 56"/>
                <a:gd name="T49" fmla="*/ 5 h 92"/>
                <a:gd name="T50" fmla="*/ 27 w 56"/>
                <a:gd name="T51" fmla="*/ 5 h 92"/>
                <a:gd name="T52" fmla="*/ 27 w 56"/>
                <a:gd name="T53" fmla="*/ 5 h 92"/>
                <a:gd name="T54" fmla="*/ 27 w 56"/>
                <a:gd name="T55" fmla="*/ 5 h 92"/>
                <a:gd name="T56" fmla="*/ 27 w 56"/>
                <a:gd name="T57" fmla="*/ 5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6" h="92">
                  <a:moveTo>
                    <a:pt x="27" y="5"/>
                  </a:moveTo>
                  <a:cubicBezTo>
                    <a:pt x="35" y="9"/>
                    <a:pt x="41" y="15"/>
                    <a:pt x="46" y="21"/>
                  </a:cubicBezTo>
                  <a:cubicBezTo>
                    <a:pt x="51" y="28"/>
                    <a:pt x="54" y="36"/>
                    <a:pt x="54" y="45"/>
                  </a:cubicBezTo>
                  <a:cubicBezTo>
                    <a:pt x="40" y="36"/>
                    <a:pt x="40" y="36"/>
                    <a:pt x="40" y="36"/>
                  </a:cubicBezTo>
                  <a:cubicBezTo>
                    <a:pt x="39" y="29"/>
                    <a:pt x="35" y="22"/>
                    <a:pt x="27" y="17"/>
                  </a:cubicBezTo>
                  <a:cubicBezTo>
                    <a:pt x="24" y="16"/>
                    <a:pt x="22" y="15"/>
                    <a:pt x="20" y="15"/>
                  </a:cubicBezTo>
                  <a:cubicBezTo>
                    <a:pt x="18" y="16"/>
                    <a:pt x="17" y="17"/>
                    <a:pt x="17" y="20"/>
                  </a:cubicBezTo>
                  <a:cubicBezTo>
                    <a:pt x="17" y="23"/>
                    <a:pt x="18" y="26"/>
                    <a:pt x="20" y="28"/>
                  </a:cubicBezTo>
                  <a:cubicBezTo>
                    <a:pt x="22" y="30"/>
                    <a:pt x="27" y="35"/>
                    <a:pt x="36" y="43"/>
                  </a:cubicBezTo>
                  <a:cubicBezTo>
                    <a:pt x="42" y="48"/>
                    <a:pt x="45" y="52"/>
                    <a:pt x="48" y="55"/>
                  </a:cubicBezTo>
                  <a:cubicBezTo>
                    <a:pt x="53" y="62"/>
                    <a:pt x="56" y="69"/>
                    <a:pt x="56" y="77"/>
                  </a:cubicBezTo>
                  <a:cubicBezTo>
                    <a:pt x="56" y="84"/>
                    <a:pt x="54" y="88"/>
                    <a:pt x="49" y="90"/>
                  </a:cubicBezTo>
                  <a:cubicBezTo>
                    <a:pt x="44" y="92"/>
                    <a:pt x="37" y="90"/>
                    <a:pt x="28" y="85"/>
                  </a:cubicBezTo>
                  <a:cubicBezTo>
                    <a:pt x="20" y="81"/>
                    <a:pt x="14" y="75"/>
                    <a:pt x="9" y="67"/>
                  </a:cubicBezTo>
                  <a:cubicBezTo>
                    <a:pt x="3" y="59"/>
                    <a:pt x="0" y="51"/>
                    <a:pt x="0" y="42"/>
                  </a:cubicBezTo>
                  <a:cubicBezTo>
                    <a:pt x="14" y="50"/>
                    <a:pt x="14" y="50"/>
                    <a:pt x="14" y="50"/>
                  </a:cubicBezTo>
                  <a:cubicBezTo>
                    <a:pt x="14" y="55"/>
                    <a:pt x="16" y="59"/>
                    <a:pt x="19" y="63"/>
                  </a:cubicBezTo>
                  <a:cubicBezTo>
                    <a:pt x="21" y="67"/>
                    <a:pt x="25" y="70"/>
                    <a:pt x="29" y="72"/>
                  </a:cubicBezTo>
                  <a:cubicBezTo>
                    <a:pt x="32" y="74"/>
                    <a:pt x="35" y="75"/>
                    <a:pt x="37" y="75"/>
                  </a:cubicBezTo>
                  <a:cubicBezTo>
                    <a:pt x="40" y="76"/>
                    <a:pt x="42" y="74"/>
                    <a:pt x="42" y="70"/>
                  </a:cubicBezTo>
                  <a:cubicBezTo>
                    <a:pt x="42" y="66"/>
                    <a:pt x="38" y="61"/>
                    <a:pt x="32" y="55"/>
                  </a:cubicBezTo>
                  <a:cubicBezTo>
                    <a:pt x="20" y="44"/>
                    <a:pt x="14" y="38"/>
                    <a:pt x="13" y="37"/>
                  </a:cubicBezTo>
                  <a:cubicBezTo>
                    <a:pt x="6" y="29"/>
                    <a:pt x="2" y="22"/>
                    <a:pt x="2" y="13"/>
                  </a:cubicBezTo>
                  <a:cubicBezTo>
                    <a:pt x="2" y="6"/>
                    <a:pt x="5" y="2"/>
                    <a:pt x="10" y="1"/>
                  </a:cubicBezTo>
                  <a:cubicBezTo>
                    <a:pt x="15" y="0"/>
                    <a:pt x="21" y="1"/>
                    <a:pt x="27" y="5"/>
                  </a:cubicBezTo>
                  <a:cubicBezTo>
                    <a:pt x="27" y="5"/>
                    <a:pt x="27" y="5"/>
                    <a:pt x="27" y="5"/>
                  </a:cubicBezTo>
                  <a:cubicBezTo>
                    <a:pt x="27" y="5"/>
                    <a:pt x="27" y="5"/>
                    <a:pt x="27" y="5"/>
                  </a:cubicBezTo>
                  <a:cubicBezTo>
                    <a:pt x="27" y="5"/>
                    <a:pt x="27" y="5"/>
                    <a:pt x="27" y="5"/>
                  </a:cubicBezTo>
                  <a:cubicBezTo>
                    <a:pt x="27" y="5"/>
                    <a:pt x="27" y="5"/>
                    <a:pt x="27" y="5"/>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47" name="未知"/>
            <p:cNvSpPr/>
            <p:nvPr/>
          </p:nvSpPr>
          <p:spPr bwMode="auto">
            <a:xfrm>
              <a:off x="80" y="238"/>
              <a:ext cx="46" cy="62"/>
            </a:xfrm>
            <a:custGeom>
              <a:avLst/>
              <a:gdLst>
                <a:gd name="T0" fmla="*/ 46 w 46"/>
                <a:gd name="T1" fmla="*/ 27 h 62"/>
                <a:gd name="T2" fmla="*/ 36 w 46"/>
                <a:gd name="T3" fmla="*/ 62 h 62"/>
                <a:gd name="T4" fmla="*/ 29 w 46"/>
                <a:gd name="T5" fmla="*/ 57 h 62"/>
                <a:gd name="T6" fmla="*/ 23 w 46"/>
                <a:gd name="T7" fmla="*/ 27 h 62"/>
                <a:gd name="T8" fmla="*/ 17 w 46"/>
                <a:gd name="T9" fmla="*/ 51 h 62"/>
                <a:gd name="T10" fmla="*/ 9 w 46"/>
                <a:gd name="T11" fmla="*/ 46 h 62"/>
                <a:gd name="T12" fmla="*/ 0 w 46"/>
                <a:gd name="T13" fmla="*/ 0 h 62"/>
                <a:gd name="T14" fmla="*/ 8 w 46"/>
                <a:gd name="T15" fmla="*/ 5 h 62"/>
                <a:gd name="T16" fmla="*/ 13 w 46"/>
                <a:gd name="T17" fmla="*/ 36 h 62"/>
                <a:gd name="T18" fmla="*/ 19 w 46"/>
                <a:gd name="T19" fmla="*/ 12 h 62"/>
                <a:gd name="T20" fmla="*/ 27 w 46"/>
                <a:gd name="T21" fmla="*/ 16 h 62"/>
                <a:gd name="T22" fmla="*/ 33 w 46"/>
                <a:gd name="T23" fmla="*/ 47 h 62"/>
                <a:gd name="T24" fmla="*/ 38 w 46"/>
                <a:gd name="T25" fmla="*/ 23 h 62"/>
                <a:gd name="T26" fmla="*/ 46 w 46"/>
                <a:gd name="T27" fmla="*/ 27 h 62"/>
                <a:gd name="T28" fmla="*/ 46 w 46"/>
                <a:gd name="T29" fmla="*/ 27 h 62"/>
                <a:gd name="T30" fmla="*/ 46 w 46"/>
                <a:gd name="T31" fmla="*/ 27 h 62"/>
                <a:gd name="T32" fmla="*/ 46 w 46"/>
                <a:gd name="T33" fmla="*/ 27 h 62"/>
                <a:gd name="T34" fmla="*/ 46 w 46"/>
                <a:gd name="T35" fmla="*/ 27 h 62"/>
                <a:gd name="T36" fmla="*/ 46 w 46"/>
                <a:gd name="T37" fmla="*/ 27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6" h="62">
                  <a:moveTo>
                    <a:pt x="46" y="27"/>
                  </a:moveTo>
                  <a:lnTo>
                    <a:pt x="36" y="62"/>
                  </a:lnTo>
                  <a:lnTo>
                    <a:pt x="29" y="57"/>
                  </a:lnTo>
                  <a:lnTo>
                    <a:pt x="23" y="27"/>
                  </a:lnTo>
                  <a:lnTo>
                    <a:pt x="17" y="51"/>
                  </a:lnTo>
                  <a:lnTo>
                    <a:pt x="9" y="46"/>
                  </a:lnTo>
                  <a:lnTo>
                    <a:pt x="0" y="0"/>
                  </a:lnTo>
                  <a:lnTo>
                    <a:pt x="8" y="5"/>
                  </a:lnTo>
                  <a:lnTo>
                    <a:pt x="13" y="36"/>
                  </a:lnTo>
                  <a:lnTo>
                    <a:pt x="19" y="12"/>
                  </a:lnTo>
                  <a:lnTo>
                    <a:pt x="27" y="16"/>
                  </a:lnTo>
                  <a:lnTo>
                    <a:pt x="33" y="47"/>
                  </a:lnTo>
                  <a:lnTo>
                    <a:pt x="38" y="23"/>
                  </a:lnTo>
                  <a:lnTo>
                    <a:pt x="46" y="27"/>
                  </a:lnTo>
                  <a:lnTo>
                    <a:pt x="46" y="27"/>
                  </a:lnTo>
                  <a:lnTo>
                    <a:pt x="46" y="27"/>
                  </a:lnTo>
                  <a:lnTo>
                    <a:pt x="46" y="27"/>
                  </a:lnTo>
                  <a:lnTo>
                    <a:pt x="46" y="27"/>
                  </a:lnTo>
                  <a:lnTo>
                    <a:pt x="46" y="27"/>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48" name="未知"/>
            <p:cNvSpPr/>
            <p:nvPr/>
          </p:nvSpPr>
          <p:spPr bwMode="auto">
            <a:xfrm>
              <a:off x="130" y="267"/>
              <a:ext cx="7" cy="45"/>
            </a:xfrm>
            <a:custGeom>
              <a:avLst/>
              <a:gdLst>
                <a:gd name="T0" fmla="*/ 7 w 7"/>
                <a:gd name="T1" fmla="*/ 5 h 45"/>
                <a:gd name="T2" fmla="*/ 7 w 7"/>
                <a:gd name="T3" fmla="*/ 45 h 45"/>
                <a:gd name="T4" fmla="*/ 0 w 7"/>
                <a:gd name="T5" fmla="*/ 41 h 45"/>
                <a:gd name="T6" fmla="*/ 0 w 7"/>
                <a:gd name="T7" fmla="*/ 0 h 45"/>
                <a:gd name="T8" fmla="*/ 7 w 7"/>
                <a:gd name="T9" fmla="*/ 5 h 45"/>
                <a:gd name="T10" fmla="*/ 7 w 7"/>
                <a:gd name="T11" fmla="*/ 5 h 45"/>
                <a:gd name="T12" fmla="*/ 7 w 7"/>
                <a:gd name="T13" fmla="*/ 5 h 45"/>
                <a:gd name="T14" fmla="*/ 7 w 7"/>
                <a:gd name="T15" fmla="*/ 5 h 45"/>
                <a:gd name="T16" fmla="*/ 7 w 7"/>
                <a:gd name="T17" fmla="*/ 5 h 45"/>
                <a:gd name="T18" fmla="*/ 7 w 7"/>
                <a:gd name="T19" fmla="*/ 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 h="45">
                  <a:moveTo>
                    <a:pt x="7" y="5"/>
                  </a:moveTo>
                  <a:lnTo>
                    <a:pt x="7" y="45"/>
                  </a:lnTo>
                  <a:lnTo>
                    <a:pt x="0" y="41"/>
                  </a:lnTo>
                  <a:lnTo>
                    <a:pt x="0" y="0"/>
                  </a:lnTo>
                  <a:lnTo>
                    <a:pt x="7" y="5"/>
                  </a:lnTo>
                  <a:lnTo>
                    <a:pt x="7" y="5"/>
                  </a:lnTo>
                  <a:lnTo>
                    <a:pt x="7" y="5"/>
                  </a:lnTo>
                  <a:lnTo>
                    <a:pt x="7" y="5"/>
                  </a:lnTo>
                  <a:lnTo>
                    <a:pt x="7" y="5"/>
                  </a:lnTo>
                  <a:lnTo>
                    <a:pt x="7" y="5"/>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49" name="未知"/>
            <p:cNvSpPr/>
            <p:nvPr/>
          </p:nvSpPr>
          <p:spPr bwMode="auto">
            <a:xfrm>
              <a:off x="141" y="274"/>
              <a:ext cx="29" cy="51"/>
            </a:xfrm>
            <a:custGeom>
              <a:avLst/>
              <a:gdLst>
                <a:gd name="T0" fmla="*/ 29 w 29"/>
                <a:gd name="T1" fmla="*/ 17 h 51"/>
                <a:gd name="T2" fmla="*/ 29 w 29"/>
                <a:gd name="T3" fmla="*/ 24 h 51"/>
                <a:gd name="T4" fmla="*/ 19 w 29"/>
                <a:gd name="T5" fmla="*/ 18 h 51"/>
                <a:gd name="T6" fmla="*/ 19 w 29"/>
                <a:gd name="T7" fmla="*/ 51 h 51"/>
                <a:gd name="T8" fmla="*/ 11 w 29"/>
                <a:gd name="T9" fmla="*/ 46 h 51"/>
                <a:gd name="T10" fmla="*/ 11 w 29"/>
                <a:gd name="T11" fmla="*/ 14 h 51"/>
                <a:gd name="T12" fmla="*/ 0 w 29"/>
                <a:gd name="T13" fmla="*/ 7 h 51"/>
                <a:gd name="T14" fmla="*/ 0 w 29"/>
                <a:gd name="T15" fmla="*/ 0 h 51"/>
                <a:gd name="T16" fmla="*/ 29 w 29"/>
                <a:gd name="T17" fmla="*/ 17 h 51"/>
                <a:gd name="T18" fmla="*/ 29 w 29"/>
                <a:gd name="T19" fmla="*/ 17 h 51"/>
                <a:gd name="T20" fmla="*/ 29 w 29"/>
                <a:gd name="T21" fmla="*/ 17 h 51"/>
                <a:gd name="T22" fmla="*/ 29 w 29"/>
                <a:gd name="T23" fmla="*/ 17 h 51"/>
                <a:gd name="T24" fmla="*/ 29 w 29"/>
                <a:gd name="T25" fmla="*/ 17 h 51"/>
                <a:gd name="T26" fmla="*/ 29 w 29"/>
                <a:gd name="T27" fmla="*/ 17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51">
                  <a:moveTo>
                    <a:pt x="29" y="17"/>
                  </a:moveTo>
                  <a:lnTo>
                    <a:pt x="29" y="24"/>
                  </a:lnTo>
                  <a:lnTo>
                    <a:pt x="19" y="18"/>
                  </a:lnTo>
                  <a:lnTo>
                    <a:pt x="19" y="51"/>
                  </a:lnTo>
                  <a:lnTo>
                    <a:pt x="11" y="46"/>
                  </a:lnTo>
                  <a:lnTo>
                    <a:pt x="11" y="14"/>
                  </a:lnTo>
                  <a:lnTo>
                    <a:pt x="0" y="7"/>
                  </a:lnTo>
                  <a:lnTo>
                    <a:pt x="0" y="0"/>
                  </a:lnTo>
                  <a:lnTo>
                    <a:pt x="29" y="17"/>
                  </a:lnTo>
                  <a:lnTo>
                    <a:pt x="29" y="17"/>
                  </a:lnTo>
                  <a:lnTo>
                    <a:pt x="29" y="17"/>
                  </a:lnTo>
                  <a:lnTo>
                    <a:pt x="29" y="17"/>
                  </a:lnTo>
                  <a:lnTo>
                    <a:pt x="29" y="17"/>
                  </a:lnTo>
                  <a:lnTo>
                    <a:pt x="29" y="17"/>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50" name="未知"/>
            <p:cNvSpPr/>
            <p:nvPr/>
          </p:nvSpPr>
          <p:spPr bwMode="auto">
            <a:xfrm>
              <a:off x="172" y="298"/>
              <a:ext cx="33" cy="48"/>
            </a:xfrm>
            <a:custGeom>
              <a:avLst/>
              <a:gdLst>
                <a:gd name="T0" fmla="*/ 33 w 62"/>
                <a:gd name="T1" fmla="*/ 7 h 92"/>
                <a:gd name="T2" fmla="*/ 52 w 62"/>
                <a:gd name="T3" fmla="*/ 25 h 92"/>
                <a:gd name="T4" fmla="*/ 62 w 62"/>
                <a:gd name="T5" fmla="*/ 50 h 92"/>
                <a:gd name="T6" fmla="*/ 48 w 62"/>
                <a:gd name="T7" fmla="*/ 42 h 92"/>
                <a:gd name="T8" fmla="*/ 43 w 62"/>
                <a:gd name="T9" fmla="*/ 30 h 92"/>
                <a:gd name="T10" fmla="*/ 33 w 62"/>
                <a:gd name="T11" fmla="*/ 21 h 92"/>
                <a:gd name="T12" fmla="*/ 19 w 62"/>
                <a:gd name="T13" fmla="*/ 21 h 92"/>
                <a:gd name="T14" fmla="*/ 15 w 62"/>
                <a:gd name="T15" fmla="*/ 36 h 92"/>
                <a:gd name="T16" fmla="*/ 19 w 62"/>
                <a:gd name="T17" fmla="*/ 56 h 92"/>
                <a:gd name="T18" fmla="*/ 33 w 62"/>
                <a:gd name="T19" fmla="*/ 72 h 92"/>
                <a:gd name="T20" fmla="*/ 43 w 62"/>
                <a:gd name="T21" fmla="*/ 74 h 92"/>
                <a:gd name="T22" fmla="*/ 48 w 62"/>
                <a:gd name="T23" fmla="*/ 64 h 92"/>
                <a:gd name="T24" fmla="*/ 62 w 62"/>
                <a:gd name="T25" fmla="*/ 72 h 92"/>
                <a:gd name="T26" fmla="*/ 53 w 62"/>
                <a:gd name="T27" fmla="*/ 90 h 92"/>
                <a:gd name="T28" fmla="*/ 33 w 62"/>
                <a:gd name="T29" fmla="*/ 86 h 92"/>
                <a:gd name="T30" fmla="*/ 9 w 62"/>
                <a:gd name="T31" fmla="*/ 61 h 92"/>
                <a:gd name="T32" fmla="*/ 0 w 62"/>
                <a:gd name="T33" fmla="*/ 28 h 92"/>
                <a:gd name="T34" fmla="*/ 9 w 62"/>
                <a:gd name="T35" fmla="*/ 4 h 92"/>
                <a:gd name="T36" fmla="*/ 33 w 62"/>
                <a:gd name="T37" fmla="*/ 7 h 92"/>
                <a:gd name="T38" fmla="*/ 33 w 62"/>
                <a:gd name="T39" fmla="*/ 7 h 92"/>
                <a:gd name="T40" fmla="*/ 33 w 62"/>
                <a:gd name="T41" fmla="*/ 7 h 92"/>
                <a:gd name="T42" fmla="*/ 33 w 62"/>
                <a:gd name="T43" fmla="*/ 7 h 92"/>
                <a:gd name="T44" fmla="*/ 33 w 62"/>
                <a:gd name="T45" fmla="*/ 7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62" h="92">
                  <a:moveTo>
                    <a:pt x="33" y="7"/>
                  </a:moveTo>
                  <a:cubicBezTo>
                    <a:pt x="41" y="11"/>
                    <a:pt x="47" y="17"/>
                    <a:pt x="52" y="25"/>
                  </a:cubicBezTo>
                  <a:cubicBezTo>
                    <a:pt x="58" y="33"/>
                    <a:pt x="61" y="41"/>
                    <a:pt x="62" y="50"/>
                  </a:cubicBezTo>
                  <a:cubicBezTo>
                    <a:pt x="48" y="42"/>
                    <a:pt x="48" y="42"/>
                    <a:pt x="48" y="42"/>
                  </a:cubicBezTo>
                  <a:cubicBezTo>
                    <a:pt x="47" y="38"/>
                    <a:pt x="46" y="34"/>
                    <a:pt x="43" y="30"/>
                  </a:cubicBezTo>
                  <a:cubicBezTo>
                    <a:pt x="40" y="26"/>
                    <a:pt x="37" y="23"/>
                    <a:pt x="33" y="21"/>
                  </a:cubicBezTo>
                  <a:cubicBezTo>
                    <a:pt x="27" y="17"/>
                    <a:pt x="22" y="17"/>
                    <a:pt x="19" y="21"/>
                  </a:cubicBezTo>
                  <a:cubicBezTo>
                    <a:pt x="16" y="24"/>
                    <a:pt x="15" y="29"/>
                    <a:pt x="15" y="36"/>
                  </a:cubicBezTo>
                  <a:cubicBezTo>
                    <a:pt x="15" y="44"/>
                    <a:pt x="16" y="50"/>
                    <a:pt x="19" y="56"/>
                  </a:cubicBezTo>
                  <a:cubicBezTo>
                    <a:pt x="22" y="63"/>
                    <a:pt x="27" y="69"/>
                    <a:pt x="33" y="72"/>
                  </a:cubicBezTo>
                  <a:cubicBezTo>
                    <a:pt x="37" y="75"/>
                    <a:pt x="41" y="75"/>
                    <a:pt x="43" y="74"/>
                  </a:cubicBezTo>
                  <a:cubicBezTo>
                    <a:pt x="46" y="72"/>
                    <a:pt x="47" y="69"/>
                    <a:pt x="48" y="64"/>
                  </a:cubicBezTo>
                  <a:cubicBezTo>
                    <a:pt x="62" y="72"/>
                    <a:pt x="62" y="72"/>
                    <a:pt x="62" y="72"/>
                  </a:cubicBezTo>
                  <a:cubicBezTo>
                    <a:pt x="61" y="81"/>
                    <a:pt x="58" y="87"/>
                    <a:pt x="53" y="90"/>
                  </a:cubicBezTo>
                  <a:cubicBezTo>
                    <a:pt x="48" y="92"/>
                    <a:pt x="41" y="91"/>
                    <a:pt x="33" y="86"/>
                  </a:cubicBezTo>
                  <a:cubicBezTo>
                    <a:pt x="23" y="81"/>
                    <a:pt x="15" y="72"/>
                    <a:pt x="9" y="61"/>
                  </a:cubicBezTo>
                  <a:cubicBezTo>
                    <a:pt x="3" y="50"/>
                    <a:pt x="0" y="39"/>
                    <a:pt x="0" y="28"/>
                  </a:cubicBezTo>
                  <a:cubicBezTo>
                    <a:pt x="0" y="16"/>
                    <a:pt x="3" y="8"/>
                    <a:pt x="9" y="4"/>
                  </a:cubicBezTo>
                  <a:cubicBezTo>
                    <a:pt x="15" y="0"/>
                    <a:pt x="23" y="1"/>
                    <a:pt x="33" y="7"/>
                  </a:cubicBezTo>
                  <a:cubicBezTo>
                    <a:pt x="33" y="7"/>
                    <a:pt x="33" y="7"/>
                    <a:pt x="33" y="7"/>
                  </a:cubicBezTo>
                  <a:cubicBezTo>
                    <a:pt x="33" y="7"/>
                    <a:pt x="33" y="7"/>
                    <a:pt x="33" y="7"/>
                  </a:cubicBezTo>
                  <a:cubicBezTo>
                    <a:pt x="33" y="7"/>
                    <a:pt x="33" y="7"/>
                    <a:pt x="33" y="7"/>
                  </a:cubicBezTo>
                  <a:cubicBezTo>
                    <a:pt x="33" y="7"/>
                    <a:pt x="33" y="7"/>
                    <a:pt x="33" y="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51" name="未知"/>
            <p:cNvSpPr/>
            <p:nvPr/>
          </p:nvSpPr>
          <p:spPr bwMode="auto">
            <a:xfrm>
              <a:off x="210" y="314"/>
              <a:ext cx="30" cy="57"/>
            </a:xfrm>
            <a:custGeom>
              <a:avLst/>
              <a:gdLst>
                <a:gd name="T0" fmla="*/ 30 w 30"/>
                <a:gd name="T1" fmla="*/ 17 h 57"/>
                <a:gd name="T2" fmla="*/ 30 w 30"/>
                <a:gd name="T3" fmla="*/ 57 h 57"/>
                <a:gd name="T4" fmla="*/ 22 w 30"/>
                <a:gd name="T5" fmla="*/ 53 h 57"/>
                <a:gd name="T6" fmla="*/ 22 w 30"/>
                <a:gd name="T7" fmla="*/ 35 h 57"/>
                <a:gd name="T8" fmla="*/ 8 w 30"/>
                <a:gd name="T9" fmla="*/ 27 h 57"/>
                <a:gd name="T10" fmla="*/ 8 w 30"/>
                <a:gd name="T11" fmla="*/ 45 h 57"/>
                <a:gd name="T12" fmla="*/ 0 w 30"/>
                <a:gd name="T13" fmla="*/ 40 h 57"/>
                <a:gd name="T14" fmla="*/ 0 w 30"/>
                <a:gd name="T15" fmla="*/ 0 h 57"/>
                <a:gd name="T16" fmla="*/ 8 w 30"/>
                <a:gd name="T17" fmla="*/ 4 h 57"/>
                <a:gd name="T18" fmla="*/ 8 w 30"/>
                <a:gd name="T19" fmla="*/ 20 h 57"/>
                <a:gd name="T20" fmla="*/ 22 w 30"/>
                <a:gd name="T21" fmla="*/ 28 h 57"/>
                <a:gd name="T22" fmla="*/ 23 w 30"/>
                <a:gd name="T23" fmla="*/ 13 h 57"/>
                <a:gd name="T24" fmla="*/ 30 w 30"/>
                <a:gd name="T25" fmla="*/ 17 h 57"/>
                <a:gd name="T26" fmla="*/ 30 w 30"/>
                <a:gd name="T27" fmla="*/ 17 h 57"/>
                <a:gd name="T28" fmla="*/ 30 w 30"/>
                <a:gd name="T29" fmla="*/ 17 h 57"/>
                <a:gd name="T30" fmla="*/ 30 w 30"/>
                <a:gd name="T31" fmla="*/ 17 h 57"/>
                <a:gd name="T32" fmla="*/ 30 w 30"/>
                <a:gd name="T33" fmla="*/ 17 h 57"/>
                <a:gd name="T34" fmla="*/ 30 w 30"/>
                <a:gd name="T35" fmla="*/ 17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0" h="57">
                  <a:moveTo>
                    <a:pt x="30" y="17"/>
                  </a:moveTo>
                  <a:lnTo>
                    <a:pt x="30" y="57"/>
                  </a:lnTo>
                  <a:lnTo>
                    <a:pt x="22" y="53"/>
                  </a:lnTo>
                  <a:lnTo>
                    <a:pt x="22" y="35"/>
                  </a:lnTo>
                  <a:lnTo>
                    <a:pt x="8" y="27"/>
                  </a:lnTo>
                  <a:lnTo>
                    <a:pt x="8" y="45"/>
                  </a:lnTo>
                  <a:lnTo>
                    <a:pt x="0" y="40"/>
                  </a:lnTo>
                  <a:lnTo>
                    <a:pt x="0" y="0"/>
                  </a:lnTo>
                  <a:lnTo>
                    <a:pt x="8" y="4"/>
                  </a:lnTo>
                  <a:lnTo>
                    <a:pt x="8" y="20"/>
                  </a:lnTo>
                  <a:lnTo>
                    <a:pt x="22" y="28"/>
                  </a:lnTo>
                  <a:lnTo>
                    <a:pt x="23" y="13"/>
                  </a:lnTo>
                  <a:lnTo>
                    <a:pt x="30" y="17"/>
                  </a:lnTo>
                  <a:lnTo>
                    <a:pt x="30" y="17"/>
                  </a:lnTo>
                  <a:lnTo>
                    <a:pt x="30" y="17"/>
                  </a:lnTo>
                  <a:lnTo>
                    <a:pt x="30" y="17"/>
                  </a:lnTo>
                  <a:lnTo>
                    <a:pt x="30" y="17"/>
                  </a:lnTo>
                  <a:lnTo>
                    <a:pt x="30" y="17"/>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grpSp>
      <p:grpSp>
        <p:nvGrpSpPr>
          <p:cNvPr id="152" name="Group 58"/>
          <p:cNvGrpSpPr>
            <a:grpSpLocks noChangeAspect="1"/>
          </p:cNvGrpSpPr>
          <p:nvPr/>
        </p:nvGrpSpPr>
        <p:grpSpPr bwMode="auto">
          <a:xfrm>
            <a:off x="6932341" y="4676547"/>
            <a:ext cx="935038" cy="676275"/>
            <a:chOff x="0" y="0"/>
            <a:chExt cx="576" cy="417"/>
          </a:xfrm>
        </p:grpSpPr>
        <p:sp>
          <p:nvSpPr>
            <p:cNvPr id="153" name="AutoShape 59"/>
            <p:cNvSpPr>
              <a:spLocks noChangeAspect="1" noChangeArrowheads="1" noTextEdit="1"/>
            </p:cNvSpPr>
            <p:nvPr/>
          </p:nvSpPr>
          <p:spPr bwMode="auto">
            <a:xfrm>
              <a:off x="0" y="0"/>
              <a:ext cx="576" cy="4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54" name="未知"/>
            <p:cNvSpPr/>
            <p:nvPr/>
          </p:nvSpPr>
          <p:spPr bwMode="auto">
            <a:xfrm>
              <a:off x="289" y="166"/>
              <a:ext cx="286" cy="252"/>
            </a:xfrm>
            <a:custGeom>
              <a:avLst/>
              <a:gdLst>
                <a:gd name="T0" fmla="*/ 286 w 286"/>
                <a:gd name="T1" fmla="*/ 0 h 252"/>
                <a:gd name="T2" fmla="*/ 286 w 286"/>
                <a:gd name="T3" fmla="*/ 85 h 252"/>
                <a:gd name="T4" fmla="*/ 0 w 286"/>
                <a:gd name="T5" fmla="*/ 252 h 252"/>
                <a:gd name="T6" fmla="*/ 0 w 286"/>
                <a:gd name="T7" fmla="*/ 166 h 252"/>
                <a:gd name="T8" fmla="*/ 286 w 286"/>
                <a:gd name="T9" fmla="*/ 0 h 252"/>
                <a:gd name="T10" fmla="*/ 286 w 286"/>
                <a:gd name="T11" fmla="*/ 0 h 252"/>
                <a:gd name="T12" fmla="*/ 286 w 286"/>
                <a:gd name="T13" fmla="*/ 0 h 252"/>
                <a:gd name="T14" fmla="*/ 286 w 286"/>
                <a:gd name="T15" fmla="*/ 0 h 252"/>
                <a:gd name="T16" fmla="*/ 286 w 286"/>
                <a:gd name="T17" fmla="*/ 0 h 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6" h="252">
                  <a:moveTo>
                    <a:pt x="286" y="0"/>
                  </a:moveTo>
                  <a:lnTo>
                    <a:pt x="286" y="85"/>
                  </a:lnTo>
                  <a:lnTo>
                    <a:pt x="0" y="252"/>
                  </a:lnTo>
                  <a:lnTo>
                    <a:pt x="0" y="166"/>
                  </a:lnTo>
                  <a:lnTo>
                    <a:pt x="286" y="0"/>
                  </a:lnTo>
                  <a:lnTo>
                    <a:pt x="286" y="0"/>
                  </a:lnTo>
                  <a:lnTo>
                    <a:pt x="286" y="0"/>
                  </a:lnTo>
                  <a:lnTo>
                    <a:pt x="286" y="0"/>
                  </a:lnTo>
                  <a:lnTo>
                    <a:pt x="286" y="0"/>
                  </a:lnTo>
                  <a:close/>
                </a:path>
              </a:pathLst>
            </a:custGeom>
            <a:solidFill>
              <a:srgbClr val="1D2977"/>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55" name="未知"/>
            <p:cNvSpPr/>
            <p:nvPr/>
          </p:nvSpPr>
          <p:spPr bwMode="auto">
            <a:xfrm>
              <a:off x="1" y="166"/>
              <a:ext cx="288" cy="252"/>
            </a:xfrm>
            <a:custGeom>
              <a:avLst/>
              <a:gdLst>
                <a:gd name="T0" fmla="*/ 288 w 288"/>
                <a:gd name="T1" fmla="*/ 166 h 252"/>
                <a:gd name="T2" fmla="*/ 288 w 288"/>
                <a:gd name="T3" fmla="*/ 252 h 252"/>
                <a:gd name="T4" fmla="*/ 0 w 288"/>
                <a:gd name="T5" fmla="*/ 85 h 252"/>
                <a:gd name="T6" fmla="*/ 0 w 288"/>
                <a:gd name="T7" fmla="*/ 0 h 252"/>
                <a:gd name="T8" fmla="*/ 288 w 288"/>
                <a:gd name="T9" fmla="*/ 166 h 252"/>
                <a:gd name="T10" fmla="*/ 288 w 288"/>
                <a:gd name="T11" fmla="*/ 166 h 252"/>
                <a:gd name="T12" fmla="*/ 288 w 288"/>
                <a:gd name="T13" fmla="*/ 166 h 252"/>
                <a:gd name="T14" fmla="*/ 288 w 288"/>
                <a:gd name="T15" fmla="*/ 166 h 252"/>
                <a:gd name="T16" fmla="*/ 288 w 288"/>
                <a:gd name="T17" fmla="*/ 166 h 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8" h="252">
                  <a:moveTo>
                    <a:pt x="288" y="166"/>
                  </a:moveTo>
                  <a:lnTo>
                    <a:pt x="288" y="252"/>
                  </a:lnTo>
                  <a:lnTo>
                    <a:pt x="0" y="85"/>
                  </a:lnTo>
                  <a:lnTo>
                    <a:pt x="0" y="0"/>
                  </a:lnTo>
                  <a:lnTo>
                    <a:pt x="288" y="166"/>
                  </a:lnTo>
                  <a:lnTo>
                    <a:pt x="288" y="166"/>
                  </a:lnTo>
                  <a:lnTo>
                    <a:pt x="288" y="166"/>
                  </a:lnTo>
                  <a:lnTo>
                    <a:pt x="288" y="166"/>
                  </a:lnTo>
                  <a:lnTo>
                    <a:pt x="288" y="166"/>
                  </a:lnTo>
                  <a:close/>
                </a:path>
              </a:pathLst>
            </a:custGeom>
            <a:solidFill>
              <a:srgbClr val="36458A"/>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56" name="未知"/>
            <p:cNvSpPr/>
            <p:nvPr/>
          </p:nvSpPr>
          <p:spPr bwMode="auto">
            <a:xfrm>
              <a:off x="1" y="0"/>
              <a:ext cx="574" cy="332"/>
            </a:xfrm>
            <a:custGeom>
              <a:avLst/>
              <a:gdLst>
                <a:gd name="T0" fmla="*/ 574 w 574"/>
                <a:gd name="T1" fmla="*/ 166 h 332"/>
                <a:gd name="T2" fmla="*/ 288 w 574"/>
                <a:gd name="T3" fmla="*/ 332 h 332"/>
                <a:gd name="T4" fmla="*/ 0 w 574"/>
                <a:gd name="T5" fmla="*/ 166 h 332"/>
                <a:gd name="T6" fmla="*/ 286 w 574"/>
                <a:gd name="T7" fmla="*/ 0 h 332"/>
                <a:gd name="T8" fmla="*/ 574 w 574"/>
                <a:gd name="T9" fmla="*/ 166 h 332"/>
                <a:gd name="T10" fmla="*/ 574 w 574"/>
                <a:gd name="T11" fmla="*/ 166 h 332"/>
                <a:gd name="T12" fmla="*/ 574 w 574"/>
                <a:gd name="T13" fmla="*/ 166 h 332"/>
                <a:gd name="T14" fmla="*/ 574 w 574"/>
                <a:gd name="T15" fmla="*/ 166 h 332"/>
                <a:gd name="T16" fmla="*/ 574 w 574"/>
                <a:gd name="T17" fmla="*/ 166 h 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4" h="332">
                  <a:moveTo>
                    <a:pt x="574" y="166"/>
                  </a:moveTo>
                  <a:lnTo>
                    <a:pt x="288" y="332"/>
                  </a:lnTo>
                  <a:lnTo>
                    <a:pt x="0" y="166"/>
                  </a:lnTo>
                  <a:lnTo>
                    <a:pt x="286" y="0"/>
                  </a:lnTo>
                  <a:lnTo>
                    <a:pt x="574" y="166"/>
                  </a:lnTo>
                  <a:lnTo>
                    <a:pt x="574" y="166"/>
                  </a:lnTo>
                  <a:lnTo>
                    <a:pt x="574" y="166"/>
                  </a:lnTo>
                  <a:lnTo>
                    <a:pt x="574" y="166"/>
                  </a:lnTo>
                  <a:lnTo>
                    <a:pt x="574" y="166"/>
                  </a:lnTo>
                  <a:close/>
                </a:path>
              </a:pathLst>
            </a:custGeom>
            <a:solidFill>
              <a:srgbClr val="4D61A4"/>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57" name="未知"/>
            <p:cNvSpPr>
              <a:spLocks noEditPoints="1"/>
            </p:cNvSpPr>
            <p:nvPr/>
          </p:nvSpPr>
          <p:spPr bwMode="auto">
            <a:xfrm>
              <a:off x="80" y="48"/>
              <a:ext cx="416" cy="241"/>
            </a:xfrm>
            <a:custGeom>
              <a:avLst/>
              <a:gdLst>
                <a:gd name="T0" fmla="*/ 483 w 785"/>
                <a:gd name="T1" fmla="*/ 356 h 457"/>
                <a:gd name="T2" fmla="*/ 523 w 785"/>
                <a:gd name="T3" fmla="*/ 379 h 457"/>
                <a:gd name="T4" fmla="*/ 389 w 785"/>
                <a:gd name="T5" fmla="*/ 457 h 457"/>
                <a:gd name="T6" fmla="*/ 255 w 785"/>
                <a:gd name="T7" fmla="*/ 379 h 457"/>
                <a:gd name="T8" fmla="*/ 295 w 785"/>
                <a:gd name="T9" fmla="*/ 356 h 457"/>
                <a:gd name="T10" fmla="*/ 356 w 785"/>
                <a:gd name="T11" fmla="*/ 391 h 457"/>
                <a:gd name="T12" fmla="*/ 356 w 785"/>
                <a:gd name="T13" fmla="*/ 313 h 457"/>
                <a:gd name="T14" fmla="*/ 286 w 785"/>
                <a:gd name="T15" fmla="*/ 290 h 457"/>
                <a:gd name="T16" fmla="*/ 246 w 785"/>
                <a:gd name="T17" fmla="*/ 249 h 457"/>
                <a:gd name="T18" fmla="*/ 113 w 785"/>
                <a:gd name="T19" fmla="*/ 249 h 457"/>
                <a:gd name="T20" fmla="*/ 174 w 785"/>
                <a:gd name="T21" fmla="*/ 285 h 457"/>
                <a:gd name="T22" fmla="*/ 134 w 785"/>
                <a:gd name="T23" fmla="*/ 308 h 457"/>
                <a:gd name="T24" fmla="*/ 0 w 785"/>
                <a:gd name="T25" fmla="*/ 230 h 457"/>
                <a:gd name="T26" fmla="*/ 134 w 785"/>
                <a:gd name="T27" fmla="*/ 153 h 457"/>
                <a:gd name="T28" fmla="*/ 174 w 785"/>
                <a:gd name="T29" fmla="*/ 176 h 457"/>
                <a:gd name="T30" fmla="*/ 113 w 785"/>
                <a:gd name="T31" fmla="*/ 211 h 457"/>
                <a:gd name="T32" fmla="*/ 244 w 785"/>
                <a:gd name="T33" fmla="*/ 211 h 457"/>
                <a:gd name="T34" fmla="*/ 286 w 785"/>
                <a:gd name="T35" fmla="*/ 165 h 457"/>
                <a:gd name="T36" fmla="*/ 369 w 785"/>
                <a:gd name="T37" fmla="*/ 140 h 457"/>
                <a:gd name="T38" fmla="*/ 369 w 785"/>
                <a:gd name="T39" fmla="*/ 66 h 457"/>
                <a:gd name="T40" fmla="*/ 308 w 785"/>
                <a:gd name="T41" fmla="*/ 101 h 457"/>
                <a:gd name="T42" fmla="*/ 268 w 785"/>
                <a:gd name="T43" fmla="*/ 78 h 457"/>
                <a:gd name="T44" fmla="*/ 402 w 785"/>
                <a:gd name="T45" fmla="*/ 0 h 457"/>
                <a:gd name="T46" fmla="*/ 536 w 785"/>
                <a:gd name="T47" fmla="*/ 78 h 457"/>
                <a:gd name="T48" fmla="*/ 496 w 785"/>
                <a:gd name="T49" fmla="*/ 101 h 457"/>
                <a:gd name="T50" fmla="*/ 435 w 785"/>
                <a:gd name="T51" fmla="*/ 66 h 457"/>
                <a:gd name="T52" fmla="*/ 435 w 785"/>
                <a:gd name="T53" fmla="*/ 142 h 457"/>
                <a:gd name="T54" fmla="*/ 502 w 785"/>
                <a:gd name="T55" fmla="*/ 165 h 457"/>
                <a:gd name="T56" fmla="*/ 541 w 785"/>
                <a:gd name="T57" fmla="*/ 204 h 457"/>
                <a:gd name="T58" fmla="*/ 672 w 785"/>
                <a:gd name="T59" fmla="*/ 204 h 457"/>
                <a:gd name="T60" fmla="*/ 611 w 785"/>
                <a:gd name="T61" fmla="*/ 169 h 457"/>
                <a:gd name="T62" fmla="*/ 650 w 785"/>
                <a:gd name="T63" fmla="*/ 145 h 457"/>
                <a:gd name="T64" fmla="*/ 785 w 785"/>
                <a:gd name="T65" fmla="*/ 223 h 457"/>
                <a:gd name="T66" fmla="*/ 651 w 785"/>
                <a:gd name="T67" fmla="*/ 301 h 457"/>
                <a:gd name="T68" fmla="*/ 611 w 785"/>
                <a:gd name="T69" fmla="*/ 278 h 457"/>
                <a:gd name="T70" fmla="*/ 672 w 785"/>
                <a:gd name="T71" fmla="*/ 242 h 457"/>
                <a:gd name="T72" fmla="*/ 545 w 785"/>
                <a:gd name="T73" fmla="*/ 242 h 457"/>
                <a:gd name="T74" fmla="*/ 502 w 785"/>
                <a:gd name="T75" fmla="*/ 290 h 457"/>
                <a:gd name="T76" fmla="*/ 422 w 785"/>
                <a:gd name="T77" fmla="*/ 315 h 457"/>
                <a:gd name="T78" fmla="*/ 422 w 785"/>
                <a:gd name="T79" fmla="*/ 391 h 457"/>
                <a:gd name="T80" fmla="*/ 483 w 785"/>
                <a:gd name="T81" fmla="*/ 356 h 457"/>
                <a:gd name="T82" fmla="*/ 483 w 785"/>
                <a:gd name="T83" fmla="*/ 356 h 457"/>
                <a:gd name="T84" fmla="*/ 483 w 785"/>
                <a:gd name="T85" fmla="*/ 356 h 457"/>
                <a:gd name="T86" fmla="*/ 338 w 785"/>
                <a:gd name="T87" fmla="*/ 260 h 457"/>
                <a:gd name="T88" fmla="*/ 450 w 785"/>
                <a:gd name="T89" fmla="*/ 260 h 457"/>
                <a:gd name="T90" fmla="*/ 450 w 785"/>
                <a:gd name="T91" fmla="*/ 195 h 457"/>
                <a:gd name="T92" fmla="*/ 338 w 785"/>
                <a:gd name="T93" fmla="*/ 195 h 457"/>
                <a:gd name="T94" fmla="*/ 338 w 785"/>
                <a:gd name="T95" fmla="*/ 260 h 4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785" h="457">
                  <a:moveTo>
                    <a:pt x="483" y="356"/>
                  </a:moveTo>
                  <a:cubicBezTo>
                    <a:pt x="523" y="379"/>
                    <a:pt x="523" y="379"/>
                    <a:pt x="523" y="379"/>
                  </a:cubicBezTo>
                  <a:cubicBezTo>
                    <a:pt x="389" y="457"/>
                    <a:pt x="389" y="457"/>
                    <a:pt x="389" y="457"/>
                  </a:cubicBezTo>
                  <a:cubicBezTo>
                    <a:pt x="255" y="379"/>
                    <a:pt x="255" y="379"/>
                    <a:pt x="255" y="379"/>
                  </a:cubicBezTo>
                  <a:cubicBezTo>
                    <a:pt x="295" y="356"/>
                    <a:pt x="295" y="356"/>
                    <a:pt x="295" y="356"/>
                  </a:cubicBezTo>
                  <a:cubicBezTo>
                    <a:pt x="356" y="391"/>
                    <a:pt x="356" y="391"/>
                    <a:pt x="356" y="391"/>
                  </a:cubicBezTo>
                  <a:cubicBezTo>
                    <a:pt x="356" y="313"/>
                    <a:pt x="356" y="313"/>
                    <a:pt x="356" y="313"/>
                  </a:cubicBezTo>
                  <a:cubicBezTo>
                    <a:pt x="330" y="309"/>
                    <a:pt x="306" y="302"/>
                    <a:pt x="286" y="290"/>
                  </a:cubicBezTo>
                  <a:cubicBezTo>
                    <a:pt x="266" y="279"/>
                    <a:pt x="253" y="264"/>
                    <a:pt x="246" y="249"/>
                  </a:cubicBezTo>
                  <a:cubicBezTo>
                    <a:pt x="113" y="249"/>
                    <a:pt x="113" y="249"/>
                    <a:pt x="113" y="249"/>
                  </a:cubicBezTo>
                  <a:cubicBezTo>
                    <a:pt x="174" y="285"/>
                    <a:pt x="174" y="285"/>
                    <a:pt x="174" y="285"/>
                  </a:cubicBezTo>
                  <a:cubicBezTo>
                    <a:pt x="134" y="308"/>
                    <a:pt x="134" y="308"/>
                    <a:pt x="134" y="308"/>
                  </a:cubicBezTo>
                  <a:cubicBezTo>
                    <a:pt x="0" y="230"/>
                    <a:pt x="0" y="230"/>
                    <a:pt x="0" y="230"/>
                  </a:cubicBezTo>
                  <a:cubicBezTo>
                    <a:pt x="134" y="153"/>
                    <a:pt x="134" y="153"/>
                    <a:pt x="134" y="153"/>
                  </a:cubicBezTo>
                  <a:cubicBezTo>
                    <a:pt x="174" y="176"/>
                    <a:pt x="174" y="176"/>
                    <a:pt x="174" y="176"/>
                  </a:cubicBezTo>
                  <a:cubicBezTo>
                    <a:pt x="113" y="211"/>
                    <a:pt x="113" y="211"/>
                    <a:pt x="113" y="211"/>
                  </a:cubicBezTo>
                  <a:cubicBezTo>
                    <a:pt x="244" y="211"/>
                    <a:pt x="244" y="211"/>
                    <a:pt x="244" y="211"/>
                  </a:cubicBezTo>
                  <a:cubicBezTo>
                    <a:pt x="249" y="194"/>
                    <a:pt x="263" y="178"/>
                    <a:pt x="286" y="165"/>
                  </a:cubicBezTo>
                  <a:cubicBezTo>
                    <a:pt x="309" y="151"/>
                    <a:pt x="339" y="143"/>
                    <a:pt x="369" y="140"/>
                  </a:cubicBezTo>
                  <a:cubicBezTo>
                    <a:pt x="369" y="66"/>
                    <a:pt x="369" y="66"/>
                    <a:pt x="369" y="66"/>
                  </a:cubicBezTo>
                  <a:cubicBezTo>
                    <a:pt x="308" y="101"/>
                    <a:pt x="308" y="101"/>
                    <a:pt x="308" y="101"/>
                  </a:cubicBezTo>
                  <a:cubicBezTo>
                    <a:pt x="268" y="78"/>
                    <a:pt x="268" y="78"/>
                    <a:pt x="268" y="78"/>
                  </a:cubicBezTo>
                  <a:cubicBezTo>
                    <a:pt x="402" y="0"/>
                    <a:pt x="402" y="0"/>
                    <a:pt x="402" y="0"/>
                  </a:cubicBezTo>
                  <a:cubicBezTo>
                    <a:pt x="536" y="78"/>
                    <a:pt x="536" y="78"/>
                    <a:pt x="536" y="78"/>
                  </a:cubicBezTo>
                  <a:cubicBezTo>
                    <a:pt x="496" y="101"/>
                    <a:pt x="496" y="101"/>
                    <a:pt x="496" y="101"/>
                  </a:cubicBezTo>
                  <a:cubicBezTo>
                    <a:pt x="435" y="66"/>
                    <a:pt x="435" y="66"/>
                    <a:pt x="435" y="66"/>
                  </a:cubicBezTo>
                  <a:cubicBezTo>
                    <a:pt x="435" y="87"/>
                    <a:pt x="435" y="117"/>
                    <a:pt x="435" y="142"/>
                  </a:cubicBezTo>
                  <a:cubicBezTo>
                    <a:pt x="460" y="146"/>
                    <a:pt x="483" y="154"/>
                    <a:pt x="502" y="165"/>
                  </a:cubicBezTo>
                  <a:cubicBezTo>
                    <a:pt x="521" y="176"/>
                    <a:pt x="534" y="190"/>
                    <a:pt x="541" y="204"/>
                  </a:cubicBezTo>
                  <a:cubicBezTo>
                    <a:pt x="672" y="204"/>
                    <a:pt x="672" y="204"/>
                    <a:pt x="672" y="204"/>
                  </a:cubicBezTo>
                  <a:cubicBezTo>
                    <a:pt x="611" y="169"/>
                    <a:pt x="611" y="169"/>
                    <a:pt x="611" y="169"/>
                  </a:cubicBezTo>
                  <a:cubicBezTo>
                    <a:pt x="650" y="145"/>
                    <a:pt x="650" y="145"/>
                    <a:pt x="650" y="145"/>
                  </a:cubicBezTo>
                  <a:cubicBezTo>
                    <a:pt x="785" y="223"/>
                    <a:pt x="785" y="223"/>
                    <a:pt x="785" y="223"/>
                  </a:cubicBezTo>
                  <a:cubicBezTo>
                    <a:pt x="651" y="301"/>
                    <a:pt x="651" y="301"/>
                    <a:pt x="651" y="301"/>
                  </a:cubicBezTo>
                  <a:cubicBezTo>
                    <a:pt x="611" y="278"/>
                    <a:pt x="611" y="278"/>
                    <a:pt x="611" y="278"/>
                  </a:cubicBezTo>
                  <a:cubicBezTo>
                    <a:pt x="672" y="242"/>
                    <a:pt x="672" y="242"/>
                    <a:pt x="672" y="242"/>
                  </a:cubicBezTo>
                  <a:cubicBezTo>
                    <a:pt x="637" y="242"/>
                    <a:pt x="587" y="242"/>
                    <a:pt x="545" y="242"/>
                  </a:cubicBezTo>
                  <a:cubicBezTo>
                    <a:pt x="540" y="260"/>
                    <a:pt x="526" y="277"/>
                    <a:pt x="502" y="290"/>
                  </a:cubicBezTo>
                  <a:cubicBezTo>
                    <a:pt x="480" y="303"/>
                    <a:pt x="451" y="312"/>
                    <a:pt x="422" y="315"/>
                  </a:cubicBezTo>
                  <a:cubicBezTo>
                    <a:pt x="422" y="391"/>
                    <a:pt x="422" y="391"/>
                    <a:pt x="422" y="391"/>
                  </a:cubicBezTo>
                  <a:cubicBezTo>
                    <a:pt x="483" y="356"/>
                    <a:pt x="483" y="356"/>
                    <a:pt x="483" y="356"/>
                  </a:cubicBezTo>
                  <a:cubicBezTo>
                    <a:pt x="483" y="356"/>
                    <a:pt x="483" y="356"/>
                    <a:pt x="483" y="356"/>
                  </a:cubicBezTo>
                  <a:cubicBezTo>
                    <a:pt x="483" y="356"/>
                    <a:pt x="483" y="356"/>
                    <a:pt x="483" y="356"/>
                  </a:cubicBezTo>
                  <a:close/>
                  <a:moveTo>
                    <a:pt x="338" y="260"/>
                  </a:moveTo>
                  <a:cubicBezTo>
                    <a:pt x="369" y="278"/>
                    <a:pt x="419" y="278"/>
                    <a:pt x="450" y="260"/>
                  </a:cubicBezTo>
                  <a:cubicBezTo>
                    <a:pt x="481" y="242"/>
                    <a:pt x="481" y="213"/>
                    <a:pt x="450" y="195"/>
                  </a:cubicBezTo>
                  <a:cubicBezTo>
                    <a:pt x="419" y="177"/>
                    <a:pt x="368" y="177"/>
                    <a:pt x="338" y="195"/>
                  </a:cubicBezTo>
                  <a:cubicBezTo>
                    <a:pt x="307" y="213"/>
                    <a:pt x="307" y="242"/>
                    <a:pt x="338" y="260"/>
                  </a:cubicBezTo>
                </a:path>
              </a:pathLst>
            </a:custGeom>
            <a:solidFill>
              <a:srgbClr val="1D2977"/>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58" name="未知"/>
            <p:cNvSpPr>
              <a:spLocks noEditPoints="1"/>
            </p:cNvSpPr>
            <p:nvPr/>
          </p:nvSpPr>
          <p:spPr bwMode="auto">
            <a:xfrm>
              <a:off x="80" y="42"/>
              <a:ext cx="416" cy="241"/>
            </a:xfrm>
            <a:custGeom>
              <a:avLst/>
              <a:gdLst>
                <a:gd name="T0" fmla="*/ 483 w 785"/>
                <a:gd name="T1" fmla="*/ 355 h 456"/>
                <a:gd name="T2" fmla="*/ 523 w 785"/>
                <a:gd name="T3" fmla="*/ 379 h 456"/>
                <a:gd name="T4" fmla="*/ 389 w 785"/>
                <a:gd name="T5" fmla="*/ 456 h 456"/>
                <a:gd name="T6" fmla="*/ 255 w 785"/>
                <a:gd name="T7" fmla="*/ 379 h 456"/>
                <a:gd name="T8" fmla="*/ 295 w 785"/>
                <a:gd name="T9" fmla="*/ 355 h 456"/>
                <a:gd name="T10" fmla="*/ 356 w 785"/>
                <a:gd name="T11" fmla="*/ 391 h 456"/>
                <a:gd name="T12" fmla="*/ 356 w 785"/>
                <a:gd name="T13" fmla="*/ 313 h 456"/>
                <a:gd name="T14" fmla="*/ 286 w 785"/>
                <a:gd name="T15" fmla="*/ 290 h 456"/>
                <a:gd name="T16" fmla="*/ 246 w 785"/>
                <a:gd name="T17" fmla="*/ 249 h 456"/>
                <a:gd name="T18" fmla="*/ 113 w 785"/>
                <a:gd name="T19" fmla="*/ 249 h 456"/>
                <a:gd name="T20" fmla="*/ 174 w 785"/>
                <a:gd name="T21" fmla="*/ 284 h 456"/>
                <a:gd name="T22" fmla="*/ 134 w 785"/>
                <a:gd name="T23" fmla="*/ 308 h 456"/>
                <a:gd name="T24" fmla="*/ 0 w 785"/>
                <a:gd name="T25" fmla="*/ 230 h 456"/>
                <a:gd name="T26" fmla="*/ 134 w 785"/>
                <a:gd name="T27" fmla="*/ 152 h 456"/>
                <a:gd name="T28" fmla="*/ 174 w 785"/>
                <a:gd name="T29" fmla="*/ 175 h 456"/>
                <a:gd name="T30" fmla="*/ 113 w 785"/>
                <a:gd name="T31" fmla="*/ 211 h 456"/>
                <a:gd name="T32" fmla="*/ 244 w 785"/>
                <a:gd name="T33" fmla="*/ 211 h 456"/>
                <a:gd name="T34" fmla="*/ 286 w 785"/>
                <a:gd name="T35" fmla="*/ 165 h 456"/>
                <a:gd name="T36" fmla="*/ 369 w 785"/>
                <a:gd name="T37" fmla="*/ 140 h 456"/>
                <a:gd name="T38" fmla="*/ 369 w 785"/>
                <a:gd name="T39" fmla="*/ 65 h 456"/>
                <a:gd name="T40" fmla="*/ 308 w 785"/>
                <a:gd name="T41" fmla="*/ 101 h 456"/>
                <a:gd name="T42" fmla="*/ 268 w 785"/>
                <a:gd name="T43" fmla="*/ 78 h 456"/>
                <a:gd name="T44" fmla="*/ 402 w 785"/>
                <a:gd name="T45" fmla="*/ 0 h 456"/>
                <a:gd name="T46" fmla="*/ 536 w 785"/>
                <a:gd name="T47" fmla="*/ 78 h 456"/>
                <a:gd name="T48" fmla="*/ 496 w 785"/>
                <a:gd name="T49" fmla="*/ 101 h 456"/>
                <a:gd name="T50" fmla="*/ 435 w 785"/>
                <a:gd name="T51" fmla="*/ 65 h 456"/>
                <a:gd name="T52" fmla="*/ 435 w 785"/>
                <a:gd name="T53" fmla="*/ 142 h 456"/>
                <a:gd name="T54" fmla="*/ 502 w 785"/>
                <a:gd name="T55" fmla="*/ 165 h 456"/>
                <a:gd name="T56" fmla="*/ 541 w 785"/>
                <a:gd name="T57" fmla="*/ 204 h 456"/>
                <a:gd name="T58" fmla="*/ 672 w 785"/>
                <a:gd name="T59" fmla="*/ 204 h 456"/>
                <a:gd name="T60" fmla="*/ 611 w 785"/>
                <a:gd name="T61" fmla="*/ 168 h 456"/>
                <a:gd name="T62" fmla="*/ 650 w 785"/>
                <a:gd name="T63" fmla="*/ 145 h 456"/>
                <a:gd name="T64" fmla="*/ 785 w 785"/>
                <a:gd name="T65" fmla="*/ 223 h 456"/>
                <a:gd name="T66" fmla="*/ 651 w 785"/>
                <a:gd name="T67" fmla="*/ 300 h 456"/>
                <a:gd name="T68" fmla="*/ 611 w 785"/>
                <a:gd name="T69" fmla="*/ 277 h 456"/>
                <a:gd name="T70" fmla="*/ 672 w 785"/>
                <a:gd name="T71" fmla="*/ 242 h 456"/>
                <a:gd name="T72" fmla="*/ 545 w 785"/>
                <a:gd name="T73" fmla="*/ 242 h 456"/>
                <a:gd name="T74" fmla="*/ 502 w 785"/>
                <a:gd name="T75" fmla="*/ 290 h 456"/>
                <a:gd name="T76" fmla="*/ 422 w 785"/>
                <a:gd name="T77" fmla="*/ 314 h 456"/>
                <a:gd name="T78" fmla="*/ 422 w 785"/>
                <a:gd name="T79" fmla="*/ 391 h 456"/>
                <a:gd name="T80" fmla="*/ 483 w 785"/>
                <a:gd name="T81" fmla="*/ 355 h 456"/>
                <a:gd name="T82" fmla="*/ 483 w 785"/>
                <a:gd name="T83" fmla="*/ 355 h 456"/>
                <a:gd name="T84" fmla="*/ 483 w 785"/>
                <a:gd name="T85" fmla="*/ 355 h 456"/>
                <a:gd name="T86" fmla="*/ 338 w 785"/>
                <a:gd name="T87" fmla="*/ 260 h 456"/>
                <a:gd name="T88" fmla="*/ 450 w 785"/>
                <a:gd name="T89" fmla="*/ 260 h 456"/>
                <a:gd name="T90" fmla="*/ 450 w 785"/>
                <a:gd name="T91" fmla="*/ 195 h 456"/>
                <a:gd name="T92" fmla="*/ 338 w 785"/>
                <a:gd name="T93" fmla="*/ 195 h 456"/>
                <a:gd name="T94" fmla="*/ 338 w 785"/>
                <a:gd name="T95" fmla="*/ 260 h 4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785" h="456">
                  <a:moveTo>
                    <a:pt x="483" y="355"/>
                  </a:moveTo>
                  <a:cubicBezTo>
                    <a:pt x="523" y="379"/>
                    <a:pt x="523" y="379"/>
                    <a:pt x="523" y="379"/>
                  </a:cubicBezTo>
                  <a:cubicBezTo>
                    <a:pt x="389" y="456"/>
                    <a:pt x="389" y="456"/>
                    <a:pt x="389" y="456"/>
                  </a:cubicBezTo>
                  <a:cubicBezTo>
                    <a:pt x="255" y="379"/>
                    <a:pt x="255" y="379"/>
                    <a:pt x="255" y="379"/>
                  </a:cubicBezTo>
                  <a:cubicBezTo>
                    <a:pt x="295" y="355"/>
                    <a:pt x="295" y="355"/>
                    <a:pt x="295" y="355"/>
                  </a:cubicBezTo>
                  <a:cubicBezTo>
                    <a:pt x="356" y="391"/>
                    <a:pt x="356" y="391"/>
                    <a:pt x="356" y="391"/>
                  </a:cubicBezTo>
                  <a:cubicBezTo>
                    <a:pt x="356" y="313"/>
                    <a:pt x="356" y="313"/>
                    <a:pt x="356" y="313"/>
                  </a:cubicBezTo>
                  <a:cubicBezTo>
                    <a:pt x="330" y="309"/>
                    <a:pt x="306" y="301"/>
                    <a:pt x="286" y="290"/>
                  </a:cubicBezTo>
                  <a:cubicBezTo>
                    <a:pt x="266" y="278"/>
                    <a:pt x="253" y="264"/>
                    <a:pt x="246" y="249"/>
                  </a:cubicBezTo>
                  <a:cubicBezTo>
                    <a:pt x="113" y="249"/>
                    <a:pt x="113" y="249"/>
                    <a:pt x="113" y="249"/>
                  </a:cubicBezTo>
                  <a:cubicBezTo>
                    <a:pt x="174" y="284"/>
                    <a:pt x="174" y="284"/>
                    <a:pt x="174" y="284"/>
                  </a:cubicBezTo>
                  <a:cubicBezTo>
                    <a:pt x="134" y="308"/>
                    <a:pt x="134" y="308"/>
                    <a:pt x="134" y="308"/>
                  </a:cubicBezTo>
                  <a:cubicBezTo>
                    <a:pt x="0" y="230"/>
                    <a:pt x="0" y="230"/>
                    <a:pt x="0" y="230"/>
                  </a:cubicBezTo>
                  <a:cubicBezTo>
                    <a:pt x="134" y="152"/>
                    <a:pt x="134" y="152"/>
                    <a:pt x="134" y="152"/>
                  </a:cubicBezTo>
                  <a:cubicBezTo>
                    <a:pt x="174" y="175"/>
                    <a:pt x="174" y="175"/>
                    <a:pt x="174" y="175"/>
                  </a:cubicBezTo>
                  <a:cubicBezTo>
                    <a:pt x="113" y="211"/>
                    <a:pt x="113" y="211"/>
                    <a:pt x="113" y="211"/>
                  </a:cubicBezTo>
                  <a:cubicBezTo>
                    <a:pt x="244" y="211"/>
                    <a:pt x="244" y="211"/>
                    <a:pt x="244" y="211"/>
                  </a:cubicBezTo>
                  <a:cubicBezTo>
                    <a:pt x="249" y="194"/>
                    <a:pt x="263" y="178"/>
                    <a:pt x="286" y="165"/>
                  </a:cubicBezTo>
                  <a:cubicBezTo>
                    <a:pt x="309" y="151"/>
                    <a:pt x="339" y="143"/>
                    <a:pt x="369" y="140"/>
                  </a:cubicBezTo>
                  <a:cubicBezTo>
                    <a:pt x="369" y="65"/>
                    <a:pt x="369" y="65"/>
                    <a:pt x="369" y="65"/>
                  </a:cubicBezTo>
                  <a:cubicBezTo>
                    <a:pt x="308" y="101"/>
                    <a:pt x="308" y="101"/>
                    <a:pt x="308" y="101"/>
                  </a:cubicBezTo>
                  <a:cubicBezTo>
                    <a:pt x="268" y="78"/>
                    <a:pt x="268" y="78"/>
                    <a:pt x="268" y="78"/>
                  </a:cubicBezTo>
                  <a:cubicBezTo>
                    <a:pt x="402" y="0"/>
                    <a:pt x="402" y="0"/>
                    <a:pt x="402" y="0"/>
                  </a:cubicBezTo>
                  <a:cubicBezTo>
                    <a:pt x="536" y="78"/>
                    <a:pt x="536" y="78"/>
                    <a:pt x="536" y="78"/>
                  </a:cubicBezTo>
                  <a:cubicBezTo>
                    <a:pt x="496" y="101"/>
                    <a:pt x="496" y="101"/>
                    <a:pt x="496" y="101"/>
                  </a:cubicBezTo>
                  <a:cubicBezTo>
                    <a:pt x="435" y="65"/>
                    <a:pt x="435" y="65"/>
                    <a:pt x="435" y="65"/>
                  </a:cubicBezTo>
                  <a:cubicBezTo>
                    <a:pt x="435" y="87"/>
                    <a:pt x="435" y="117"/>
                    <a:pt x="435" y="142"/>
                  </a:cubicBezTo>
                  <a:cubicBezTo>
                    <a:pt x="460" y="146"/>
                    <a:pt x="483" y="154"/>
                    <a:pt x="502" y="165"/>
                  </a:cubicBezTo>
                  <a:cubicBezTo>
                    <a:pt x="521" y="176"/>
                    <a:pt x="534" y="189"/>
                    <a:pt x="541" y="204"/>
                  </a:cubicBezTo>
                  <a:cubicBezTo>
                    <a:pt x="672" y="204"/>
                    <a:pt x="672" y="204"/>
                    <a:pt x="672" y="204"/>
                  </a:cubicBezTo>
                  <a:cubicBezTo>
                    <a:pt x="611" y="168"/>
                    <a:pt x="611" y="168"/>
                    <a:pt x="611" y="168"/>
                  </a:cubicBezTo>
                  <a:cubicBezTo>
                    <a:pt x="650" y="145"/>
                    <a:pt x="650" y="145"/>
                    <a:pt x="650" y="145"/>
                  </a:cubicBezTo>
                  <a:cubicBezTo>
                    <a:pt x="785" y="223"/>
                    <a:pt x="785" y="223"/>
                    <a:pt x="785" y="223"/>
                  </a:cubicBezTo>
                  <a:cubicBezTo>
                    <a:pt x="651" y="300"/>
                    <a:pt x="651" y="300"/>
                    <a:pt x="651" y="300"/>
                  </a:cubicBezTo>
                  <a:cubicBezTo>
                    <a:pt x="611" y="277"/>
                    <a:pt x="611" y="277"/>
                    <a:pt x="611" y="277"/>
                  </a:cubicBezTo>
                  <a:cubicBezTo>
                    <a:pt x="672" y="242"/>
                    <a:pt x="672" y="242"/>
                    <a:pt x="672" y="242"/>
                  </a:cubicBezTo>
                  <a:cubicBezTo>
                    <a:pt x="637" y="242"/>
                    <a:pt x="587" y="242"/>
                    <a:pt x="545" y="242"/>
                  </a:cubicBezTo>
                  <a:cubicBezTo>
                    <a:pt x="540" y="259"/>
                    <a:pt x="526" y="276"/>
                    <a:pt x="502" y="290"/>
                  </a:cubicBezTo>
                  <a:cubicBezTo>
                    <a:pt x="480" y="303"/>
                    <a:pt x="451" y="311"/>
                    <a:pt x="422" y="314"/>
                  </a:cubicBezTo>
                  <a:cubicBezTo>
                    <a:pt x="422" y="391"/>
                    <a:pt x="422" y="391"/>
                    <a:pt x="422" y="391"/>
                  </a:cubicBezTo>
                  <a:cubicBezTo>
                    <a:pt x="483" y="355"/>
                    <a:pt x="483" y="355"/>
                    <a:pt x="483" y="355"/>
                  </a:cubicBezTo>
                  <a:cubicBezTo>
                    <a:pt x="483" y="355"/>
                    <a:pt x="483" y="355"/>
                    <a:pt x="483" y="355"/>
                  </a:cubicBezTo>
                  <a:cubicBezTo>
                    <a:pt x="483" y="355"/>
                    <a:pt x="483" y="355"/>
                    <a:pt x="483" y="355"/>
                  </a:cubicBezTo>
                  <a:close/>
                  <a:moveTo>
                    <a:pt x="338" y="260"/>
                  </a:moveTo>
                  <a:cubicBezTo>
                    <a:pt x="369" y="278"/>
                    <a:pt x="419" y="278"/>
                    <a:pt x="450" y="260"/>
                  </a:cubicBezTo>
                  <a:cubicBezTo>
                    <a:pt x="481" y="242"/>
                    <a:pt x="481" y="213"/>
                    <a:pt x="450" y="195"/>
                  </a:cubicBezTo>
                  <a:cubicBezTo>
                    <a:pt x="419" y="177"/>
                    <a:pt x="368" y="177"/>
                    <a:pt x="338" y="195"/>
                  </a:cubicBezTo>
                  <a:cubicBezTo>
                    <a:pt x="307" y="213"/>
                    <a:pt x="307" y="242"/>
                    <a:pt x="338" y="260"/>
                  </a:cubicBezTo>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59" name="未知"/>
            <p:cNvSpPr/>
            <p:nvPr/>
          </p:nvSpPr>
          <p:spPr bwMode="auto">
            <a:xfrm>
              <a:off x="49" y="226"/>
              <a:ext cx="30" cy="48"/>
            </a:xfrm>
            <a:custGeom>
              <a:avLst/>
              <a:gdLst>
                <a:gd name="T0" fmla="*/ 27 w 56"/>
                <a:gd name="T1" fmla="*/ 5 h 92"/>
                <a:gd name="T2" fmla="*/ 46 w 56"/>
                <a:gd name="T3" fmla="*/ 21 h 92"/>
                <a:gd name="T4" fmla="*/ 54 w 56"/>
                <a:gd name="T5" fmla="*/ 45 h 92"/>
                <a:gd name="T6" fmla="*/ 40 w 56"/>
                <a:gd name="T7" fmla="*/ 36 h 92"/>
                <a:gd name="T8" fmla="*/ 27 w 56"/>
                <a:gd name="T9" fmla="*/ 17 h 92"/>
                <a:gd name="T10" fmla="*/ 20 w 56"/>
                <a:gd name="T11" fmla="*/ 15 h 92"/>
                <a:gd name="T12" fmla="*/ 17 w 56"/>
                <a:gd name="T13" fmla="*/ 20 h 92"/>
                <a:gd name="T14" fmla="*/ 20 w 56"/>
                <a:gd name="T15" fmla="*/ 28 h 92"/>
                <a:gd name="T16" fmla="*/ 36 w 56"/>
                <a:gd name="T17" fmla="*/ 43 h 92"/>
                <a:gd name="T18" fmla="*/ 48 w 56"/>
                <a:gd name="T19" fmla="*/ 55 h 92"/>
                <a:gd name="T20" fmla="*/ 56 w 56"/>
                <a:gd name="T21" fmla="*/ 77 h 92"/>
                <a:gd name="T22" fmla="*/ 49 w 56"/>
                <a:gd name="T23" fmla="*/ 90 h 92"/>
                <a:gd name="T24" fmla="*/ 28 w 56"/>
                <a:gd name="T25" fmla="*/ 85 h 92"/>
                <a:gd name="T26" fmla="*/ 9 w 56"/>
                <a:gd name="T27" fmla="*/ 67 h 92"/>
                <a:gd name="T28" fmla="*/ 0 w 56"/>
                <a:gd name="T29" fmla="*/ 42 h 92"/>
                <a:gd name="T30" fmla="*/ 14 w 56"/>
                <a:gd name="T31" fmla="*/ 50 h 92"/>
                <a:gd name="T32" fmla="*/ 19 w 56"/>
                <a:gd name="T33" fmla="*/ 63 h 92"/>
                <a:gd name="T34" fmla="*/ 29 w 56"/>
                <a:gd name="T35" fmla="*/ 72 h 92"/>
                <a:gd name="T36" fmla="*/ 37 w 56"/>
                <a:gd name="T37" fmla="*/ 75 h 92"/>
                <a:gd name="T38" fmla="*/ 42 w 56"/>
                <a:gd name="T39" fmla="*/ 70 h 92"/>
                <a:gd name="T40" fmla="*/ 32 w 56"/>
                <a:gd name="T41" fmla="*/ 55 h 92"/>
                <a:gd name="T42" fmla="*/ 13 w 56"/>
                <a:gd name="T43" fmla="*/ 37 h 92"/>
                <a:gd name="T44" fmla="*/ 2 w 56"/>
                <a:gd name="T45" fmla="*/ 13 h 92"/>
                <a:gd name="T46" fmla="*/ 10 w 56"/>
                <a:gd name="T47" fmla="*/ 1 h 92"/>
                <a:gd name="T48" fmla="*/ 27 w 56"/>
                <a:gd name="T49" fmla="*/ 5 h 92"/>
                <a:gd name="T50" fmla="*/ 27 w 56"/>
                <a:gd name="T51" fmla="*/ 5 h 92"/>
                <a:gd name="T52" fmla="*/ 27 w 56"/>
                <a:gd name="T53" fmla="*/ 5 h 92"/>
                <a:gd name="T54" fmla="*/ 27 w 56"/>
                <a:gd name="T55" fmla="*/ 5 h 92"/>
                <a:gd name="T56" fmla="*/ 27 w 56"/>
                <a:gd name="T57" fmla="*/ 5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6" h="92">
                  <a:moveTo>
                    <a:pt x="27" y="5"/>
                  </a:moveTo>
                  <a:cubicBezTo>
                    <a:pt x="35" y="9"/>
                    <a:pt x="41" y="15"/>
                    <a:pt x="46" y="21"/>
                  </a:cubicBezTo>
                  <a:cubicBezTo>
                    <a:pt x="51" y="28"/>
                    <a:pt x="54" y="36"/>
                    <a:pt x="54" y="45"/>
                  </a:cubicBezTo>
                  <a:cubicBezTo>
                    <a:pt x="40" y="36"/>
                    <a:pt x="40" y="36"/>
                    <a:pt x="40" y="36"/>
                  </a:cubicBezTo>
                  <a:cubicBezTo>
                    <a:pt x="39" y="29"/>
                    <a:pt x="35" y="22"/>
                    <a:pt x="27" y="17"/>
                  </a:cubicBezTo>
                  <a:cubicBezTo>
                    <a:pt x="24" y="16"/>
                    <a:pt x="22" y="15"/>
                    <a:pt x="20" y="15"/>
                  </a:cubicBezTo>
                  <a:cubicBezTo>
                    <a:pt x="18" y="16"/>
                    <a:pt x="17" y="17"/>
                    <a:pt x="17" y="20"/>
                  </a:cubicBezTo>
                  <a:cubicBezTo>
                    <a:pt x="17" y="23"/>
                    <a:pt x="18" y="26"/>
                    <a:pt x="20" y="28"/>
                  </a:cubicBezTo>
                  <a:cubicBezTo>
                    <a:pt x="22" y="30"/>
                    <a:pt x="27" y="35"/>
                    <a:pt x="36" y="43"/>
                  </a:cubicBezTo>
                  <a:cubicBezTo>
                    <a:pt x="42" y="48"/>
                    <a:pt x="45" y="52"/>
                    <a:pt x="48" y="55"/>
                  </a:cubicBezTo>
                  <a:cubicBezTo>
                    <a:pt x="53" y="62"/>
                    <a:pt x="56" y="69"/>
                    <a:pt x="56" y="77"/>
                  </a:cubicBezTo>
                  <a:cubicBezTo>
                    <a:pt x="56" y="84"/>
                    <a:pt x="54" y="88"/>
                    <a:pt x="49" y="90"/>
                  </a:cubicBezTo>
                  <a:cubicBezTo>
                    <a:pt x="44" y="92"/>
                    <a:pt x="37" y="90"/>
                    <a:pt x="28" y="85"/>
                  </a:cubicBezTo>
                  <a:cubicBezTo>
                    <a:pt x="20" y="81"/>
                    <a:pt x="14" y="75"/>
                    <a:pt x="9" y="67"/>
                  </a:cubicBezTo>
                  <a:cubicBezTo>
                    <a:pt x="3" y="59"/>
                    <a:pt x="0" y="51"/>
                    <a:pt x="0" y="42"/>
                  </a:cubicBezTo>
                  <a:cubicBezTo>
                    <a:pt x="14" y="50"/>
                    <a:pt x="14" y="50"/>
                    <a:pt x="14" y="50"/>
                  </a:cubicBezTo>
                  <a:cubicBezTo>
                    <a:pt x="14" y="55"/>
                    <a:pt x="16" y="59"/>
                    <a:pt x="19" y="63"/>
                  </a:cubicBezTo>
                  <a:cubicBezTo>
                    <a:pt x="21" y="67"/>
                    <a:pt x="25" y="70"/>
                    <a:pt x="29" y="72"/>
                  </a:cubicBezTo>
                  <a:cubicBezTo>
                    <a:pt x="32" y="74"/>
                    <a:pt x="35" y="75"/>
                    <a:pt x="37" y="75"/>
                  </a:cubicBezTo>
                  <a:cubicBezTo>
                    <a:pt x="40" y="76"/>
                    <a:pt x="42" y="74"/>
                    <a:pt x="42" y="70"/>
                  </a:cubicBezTo>
                  <a:cubicBezTo>
                    <a:pt x="42" y="66"/>
                    <a:pt x="38" y="61"/>
                    <a:pt x="32" y="55"/>
                  </a:cubicBezTo>
                  <a:cubicBezTo>
                    <a:pt x="20" y="44"/>
                    <a:pt x="14" y="38"/>
                    <a:pt x="13" y="37"/>
                  </a:cubicBezTo>
                  <a:cubicBezTo>
                    <a:pt x="6" y="29"/>
                    <a:pt x="2" y="22"/>
                    <a:pt x="2" y="13"/>
                  </a:cubicBezTo>
                  <a:cubicBezTo>
                    <a:pt x="2" y="6"/>
                    <a:pt x="5" y="2"/>
                    <a:pt x="10" y="1"/>
                  </a:cubicBezTo>
                  <a:cubicBezTo>
                    <a:pt x="15" y="0"/>
                    <a:pt x="21" y="1"/>
                    <a:pt x="27" y="5"/>
                  </a:cubicBezTo>
                  <a:cubicBezTo>
                    <a:pt x="27" y="5"/>
                    <a:pt x="27" y="5"/>
                    <a:pt x="27" y="5"/>
                  </a:cubicBezTo>
                  <a:cubicBezTo>
                    <a:pt x="27" y="5"/>
                    <a:pt x="27" y="5"/>
                    <a:pt x="27" y="5"/>
                  </a:cubicBezTo>
                  <a:cubicBezTo>
                    <a:pt x="27" y="5"/>
                    <a:pt x="27" y="5"/>
                    <a:pt x="27" y="5"/>
                  </a:cubicBezTo>
                  <a:cubicBezTo>
                    <a:pt x="27" y="5"/>
                    <a:pt x="27" y="5"/>
                    <a:pt x="27" y="5"/>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60" name="未知"/>
            <p:cNvSpPr/>
            <p:nvPr/>
          </p:nvSpPr>
          <p:spPr bwMode="auto">
            <a:xfrm>
              <a:off x="80" y="238"/>
              <a:ext cx="46" cy="62"/>
            </a:xfrm>
            <a:custGeom>
              <a:avLst/>
              <a:gdLst>
                <a:gd name="T0" fmla="*/ 46 w 46"/>
                <a:gd name="T1" fmla="*/ 27 h 62"/>
                <a:gd name="T2" fmla="*/ 36 w 46"/>
                <a:gd name="T3" fmla="*/ 62 h 62"/>
                <a:gd name="T4" fmla="*/ 29 w 46"/>
                <a:gd name="T5" fmla="*/ 57 h 62"/>
                <a:gd name="T6" fmla="*/ 23 w 46"/>
                <a:gd name="T7" fmla="*/ 27 h 62"/>
                <a:gd name="T8" fmla="*/ 17 w 46"/>
                <a:gd name="T9" fmla="*/ 51 h 62"/>
                <a:gd name="T10" fmla="*/ 9 w 46"/>
                <a:gd name="T11" fmla="*/ 46 h 62"/>
                <a:gd name="T12" fmla="*/ 0 w 46"/>
                <a:gd name="T13" fmla="*/ 0 h 62"/>
                <a:gd name="T14" fmla="*/ 8 w 46"/>
                <a:gd name="T15" fmla="*/ 5 h 62"/>
                <a:gd name="T16" fmla="*/ 13 w 46"/>
                <a:gd name="T17" fmla="*/ 36 h 62"/>
                <a:gd name="T18" fmla="*/ 19 w 46"/>
                <a:gd name="T19" fmla="*/ 12 h 62"/>
                <a:gd name="T20" fmla="*/ 27 w 46"/>
                <a:gd name="T21" fmla="*/ 16 h 62"/>
                <a:gd name="T22" fmla="*/ 33 w 46"/>
                <a:gd name="T23" fmla="*/ 47 h 62"/>
                <a:gd name="T24" fmla="*/ 38 w 46"/>
                <a:gd name="T25" fmla="*/ 23 h 62"/>
                <a:gd name="T26" fmla="*/ 46 w 46"/>
                <a:gd name="T27" fmla="*/ 27 h 62"/>
                <a:gd name="T28" fmla="*/ 46 w 46"/>
                <a:gd name="T29" fmla="*/ 27 h 62"/>
                <a:gd name="T30" fmla="*/ 46 w 46"/>
                <a:gd name="T31" fmla="*/ 27 h 62"/>
                <a:gd name="T32" fmla="*/ 46 w 46"/>
                <a:gd name="T33" fmla="*/ 27 h 62"/>
                <a:gd name="T34" fmla="*/ 46 w 46"/>
                <a:gd name="T35" fmla="*/ 27 h 62"/>
                <a:gd name="T36" fmla="*/ 46 w 46"/>
                <a:gd name="T37" fmla="*/ 27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6" h="62">
                  <a:moveTo>
                    <a:pt x="46" y="27"/>
                  </a:moveTo>
                  <a:lnTo>
                    <a:pt x="36" y="62"/>
                  </a:lnTo>
                  <a:lnTo>
                    <a:pt x="29" y="57"/>
                  </a:lnTo>
                  <a:lnTo>
                    <a:pt x="23" y="27"/>
                  </a:lnTo>
                  <a:lnTo>
                    <a:pt x="17" y="51"/>
                  </a:lnTo>
                  <a:lnTo>
                    <a:pt x="9" y="46"/>
                  </a:lnTo>
                  <a:lnTo>
                    <a:pt x="0" y="0"/>
                  </a:lnTo>
                  <a:lnTo>
                    <a:pt x="8" y="5"/>
                  </a:lnTo>
                  <a:lnTo>
                    <a:pt x="13" y="36"/>
                  </a:lnTo>
                  <a:lnTo>
                    <a:pt x="19" y="12"/>
                  </a:lnTo>
                  <a:lnTo>
                    <a:pt x="27" y="16"/>
                  </a:lnTo>
                  <a:lnTo>
                    <a:pt x="33" y="47"/>
                  </a:lnTo>
                  <a:lnTo>
                    <a:pt x="38" y="23"/>
                  </a:lnTo>
                  <a:lnTo>
                    <a:pt x="46" y="27"/>
                  </a:lnTo>
                  <a:lnTo>
                    <a:pt x="46" y="27"/>
                  </a:lnTo>
                  <a:lnTo>
                    <a:pt x="46" y="27"/>
                  </a:lnTo>
                  <a:lnTo>
                    <a:pt x="46" y="27"/>
                  </a:lnTo>
                  <a:lnTo>
                    <a:pt x="46" y="27"/>
                  </a:lnTo>
                  <a:lnTo>
                    <a:pt x="46" y="27"/>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61" name="未知"/>
            <p:cNvSpPr/>
            <p:nvPr/>
          </p:nvSpPr>
          <p:spPr bwMode="auto">
            <a:xfrm>
              <a:off x="130" y="267"/>
              <a:ext cx="7" cy="45"/>
            </a:xfrm>
            <a:custGeom>
              <a:avLst/>
              <a:gdLst>
                <a:gd name="T0" fmla="*/ 7 w 7"/>
                <a:gd name="T1" fmla="*/ 5 h 45"/>
                <a:gd name="T2" fmla="*/ 7 w 7"/>
                <a:gd name="T3" fmla="*/ 45 h 45"/>
                <a:gd name="T4" fmla="*/ 0 w 7"/>
                <a:gd name="T5" fmla="*/ 41 h 45"/>
                <a:gd name="T6" fmla="*/ 0 w 7"/>
                <a:gd name="T7" fmla="*/ 0 h 45"/>
                <a:gd name="T8" fmla="*/ 7 w 7"/>
                <a:gd name="T9" fmla="*/ 5 h 45"/>
                <a:gd name="T10" fmla="*/ 7 w 7"/>
                <a:gd name="T11" fmla="*/ 5 h 45"/>
                <a:gd name="T12" fmla="*/ 7 w 7"/>
                <a:gd name="T13" fmla="*/ 5 h 45"/>
                <a:gd name="T14" fmla="*/ 7 w 7"/>
                <a:gd name="T15" fmla="*/ 5 h 45"/>
                <a:gd name="T16" fmla="*/ 7 w 7"/>
                <a:gd name="T17" fmla="*/ 5 h 45"/>
                <a:gd name="T18" fmla="*/ 7 w 7"/>
                <a:gd name="T19" fmla="*/ 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 h="45">
                  <a:moveTo>
                    <a:pt x="7" y="5"/>
                  </a:moveTo>
                  <a:lnTo>
                    <a:pt x="7" y="45"/>
                  </a:lnTo>
                  <a:lnTo>
                    <a:pt x="0" y="41"/>
                  </a:lnTo>
                  <a:lnTo>
                    <a:pt x="0" y="0"/>
                  </a:lnTo>
                  <a:lnTo>
                    <a:pt x="7" y="5"/>
                  </a:lnTo>
                  <a:lnTo>
                    <a:pt x="7" y="5"/>
                  </a:lnTo>
                  <a:lnTo>
                    <a:pt x="7" y="5"/>
                  </a:lnTo>
                  <a:lnTo>
                    <a:pt x="7" y="5"/>
                  </a:lnTo>
                  <a:lnTo>
                    <a:pt x="7" y="5"/>
                  </a:lnTo>
                  <a:lnTo>
                    <a:pt x="7" y="5"/>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62" name="未知"/>
            <p:cNvSpPr/>
            <p:nvPr/>
          </p:nvSpPr>
          <p:spPr bwMode="auto">
            <a:xfrm>
              <a:off x="141" y="274"/>
              <a:ext cx="29" cy="51"/>
            </a:xfrm>
            <a:custGeom>
              <a:avLst/>
              <a:gdLst>
                <a:gd name="T0" fmla="*/ 29 w 29"/>
                <a:gd name="T1" fmla="*/ 17 h 51"/>
                <a:gd name="T2" fmla="*/ 29 w 29"/>
                <a:gd name="T3" fmla="*/ 24 h 51"/>
                <a:gd name="T4" fmla="*/ 19 w 29"/>
                <a:gd name="T5" fmla="*/ 18 h 51"/>
                <a:gd name="T6" fmla="*/ 19 w 29"/>
                <a:gd name="T7" fmla="*/ 51 h 51"/>
                <a:gd name="T8" fmla="*/ 11 w 29"/>
                <a:gd name="T9" fmla="*/ 46 h 51"/>
                <a:gd name="T10" fmla="*/ 11 w 29"/>
                <a:gd name="T11" fmla="*/ 14 h 51"/>
                <a:gd name="T12" fmla="*/ 0 w 29"/>
                <a:gd name="T13" fmla="*/ 7 h 51"/>
                <a:gd name="T14" fmla="*/ 0 w 29"/>
                <a:gd name="T15" fmla="*/ 0 h 51"/>
                <a:gd name="T16" fmla="*/ 29 w 29"/>
                <a:gd name="T17" fmla="*/ 17 h 51"/>
                <a:gd name="T18" fmla="*/ 29 w 29"/>
                <a:gd name="T19" fmla="*/ 17 h 51"/>
                <a:gd name="T20" fmla="*/ 29 w 29"/>
                <a:gd name="T21" fmla="*/ 17 h 51"/>
                <a:gd name="T22" fmla="*/ 29 w 29"/>
                <a:gd name="T23" fmla="*/ 17 h 51"/>
                <a:gd name="T24" fmla="*/ 29 w 29"/>
                <a:gd name="T25" fmla="*/ 17 h 51"/>
                <a:gd name="T26" fmla="*/ 29 w 29"/>
                <a:gd name="T27" fmla="*/ 17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51">
                  <a:moveTo>
                    <a:pt x="29" y="17"/>
                  </a:moveTo>
                  <a:lnTo>
                    <a:pt x="29" y="24"/>
                  </a:lnTo>
                  <a:lnTo>
                    <a:pt x="19" y="18"/>
                  </a:lnTo>
                  <a:lnTo>
                    <a:pt x="19" y="51"/>
                  </a:lnTo>
                  <a:lnTo>
                    <a:pt x="11" y="46"/>
                  </a:lnTo>
                  <a:lnTo>
                    <a:pt x="11" y="14"/>
                  </a:lnTo>
                  <a:lnTo>
                    <a:pt x="0" y="7"/>
                  </a:lnTo>
                  <a:lnTo>
                    <a:pt x="0" y="0"/>
                  </a:lnTo>
                  <a:lnTo>
                    <a:pt x="29" y="17"/>
                  </a:lnTo>
                  <a:lnTo>
                    <a:pt x="29" y="17"/>
                  </a:lnTo>
                  <a:lnTo>
                    <a:pt x="29" y="17"/>
                  </a:lnTo>
                  <a:lnTo>
                    <a:pt x="29" y="17"/>
                  </a:lnTo>
                  <a:lnTo>
                    <a:pt x="29" y="17"/>
                  </a:lnTo>
                  <a:lnTo>
                    <a:pt x="29" y="17"/>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63" name="未知"/>
            <p:cNvSpPr/>
            <p:nvPr/>
          </p:nvSpPr>
          <p:spPr bwMode="auto">
            <a:xfrm>
              <a:off x="172" y="298"/>
              <a:ext cx="33" cy="48"/>
            </a:xfrm>
            <a:custGeom>
              <a:avLst/>
              <a:gdLst>
                <a:gd name="T0" fmla="*/ 33 w 62"/>
                <a:gd name="T1" fmla="*/ 7 h 92"/>
                <a:gd name="T2" fmla="*/ 52 w 62"/>
                <a:gd name="T3" fmla="*/ 25 h 92"/>
                <a:gd name="T4" fmla="*/ 62 w 62"/>
                <a:gd name="T5" fmla="*/ 50 h 92"/>
                <a:gd name="T6" fmla="*/ 48 w 62"/>
                <a:gd name="T7" fmla="*/ 42 h 92"/>
                <a:gd name="T8" fmla="*/ 43 w 62"/>
                <a:gd name="T9" fmla="*/ 30 h 92"/>
                <a:gd name="T10" fmla="*/ 33 w 62"/>
                <a:gd name="T11" fmla="*/ 21 h 92"/>
                <a:gd name="T12" fmla="*/ 19 w 62"/>
                <a:gd name="T13" fmla="*/ 21 h 92"/>
                <a:gd name="T14" fmla="*/ 15 w 62"/>
                <a:gd name="T15" fmla="*/ 36 h 92"/>
                <a:gd name="T16" fmla="*/ 19 w 62"/>
                <a:gd name="T17" fmla="*/ 56 h 92"/>
                <a:gd name="T18" fmla="*/ 33 w 62"/>
                <a:gd name="T19" fmla="*/ 72 h 92"/>
                <a:gd name="T20" fmla="*/ 43 w 62"/>
                <a:gd name="T21" fmla="*/ 74 h 92"/>
                <a:gd name="T22" fmla="*/ 48 w 62"/>
                <a:gd name="T23" fmla="*/ 64 h 92"/>
                <a:gd name="T24" fmla="*/ 62 w 62"/>
                <a:gd name="T25" fmla="*/ 72 h 92"/>
                <a:gd name="T26" fmla="*/ 53 w 62"/>
                <a:gd name="T27" fmla="*/ 90 h 92"/>
                <a:gd name="T28" fmla="*/ 33 w 62"/>
                <a:gd name="T29" fmla="*/ 86 h 92"/>
                <a:gd name="T30" fmla="*/ 9 w 62"/>
                <a:gd name="T31" fmla="*/ 61 h 92"/>
                <a:gd name="T32" fmla="*/ 0 w 62"/>
                <a:gd name="T33" fmla="*/ 28 h 92"/>
                <a:gd name="T34" fmla="*/ 9 w 62"/>
                <a:gd name="T35" fmla="*/ 4 h 92"/>
                <a:gd name="T36" fmla="*/ 33 w 62"/>
                <a:gd name="T37" fmla="*/ 7 h 92"/>
                <a:gd name="T38" fmla="*/ 33 w 62"/>
                <a:gd name="T39" fmla="*/ 7 h 92"/>
                <a:gd name="T40" fmla="*/ 33 w 62"/>
                <a:gd name="T41" fmla="*/ 7 h 92"/>
                <a:gd name="T42" fmla="*/ 33 w 62"/>
                <a:gd name="T43" fmla="*/ 7 h 92"/>
                <a:gd name="T44" fmla="*/ 33 w 62"/>
                <a:gd name="T45" fmla="*/ 7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62" h="92">
                  <a:moveTo>
                    <a:pt x="33" y="7"/>
                  </a:moveTo>
                  <a:cubicBezTo>
                    <a:pt x="41" y="11"/>
                    <a:pt x="47" y="17"/>
                    <a:pt x="52" y="25"/>
                  </a:cubicBezTo>
                  <a:cubicBezTo>
                    <a:pt x="58" y="33"/>
                    <a:pt x="61" y="41"/>
                    <a:pt x="62" y="50"/>
                  </a:cubicBezTo>
                  <a:cubicBezTo>
                    <a:pt x="48" y="42"/>
                    <a:pt x="48" y="42"/>
                    <a:pt x="48" y="42"/>
                  </a:cubicBezTo>
                  <a:cubicBezTo>
                    <a:pt x="47" y="38"/>
                    <a:pt x="46" y="34"/>
                    <a:pt x="43" y="30"/>
                  </a:cubicBezTo>
                  <a:cubicBezTo>
                    <a:pt x="40" y="26"/>
                    <a:pt x="37" y="23"/>
                    <a:pt x="33" y="21"/>
                  </a:cubicBezTo>
                  <a:cubicBezTo>
                    <a:pt x="27" y="17"/>
                    <a:pt x="22" y="17"/>
                    <a:pt x="19" y="21"/>
                  </a:cubicBezTo>
                  <a:cubicBezTo>
                    <a:pt x="16" y="24"/>
                    <a:pt x="15" y="29"/>
                    <a:pt x="15" y="36"/>
                  </a:cubicBezTo>
                  <a:cubicBezTo>
                    <a:pt x="15" y="44"/>
                    <a:pt x="16" y="50"/>
                    <a:pt x="19" y="56"/>
                  </a:cubicBezTo>
                  <a:cubicBezTo>
                    <a:pt x="22" y="63"/>
                    <a:pt x="27" y="69"/>
                    <a:pt x="33" y="72"/>
                  </a:cubicBezTo>
                  <a:cubicBezTo>
                    <a:pt x="37" y="75"/>
                    <a:pt x="41" y="75"/>
                    <a:pt x="43" y="74"/>
                  </a:cubicBezTo>
                  <a:cubicBezTo>
                    <a:pt x="46" y="72"/>
                    <a:pt x="47" y="69"/>
                    <a:pt x="48" y="64"/>
                  </a:cubicBezTo>
                  <a:cubicBezTo>
                    <a:pt x="62" y="72"/>
                    <a:pt x="62" y="72"/>
                    <a:pt x="62" y="72"/>
                  </a:cubicBezTo>
                  <a:cubicBezTo>
                    <a:pt x="61" y="81"/>
                    <a:pt x="58" y="87"/>
                    <a:pt x="53" y="90"/>
                  </a:cubicBezTo>
                  <a:cubicBezTo>
                    <a:pt x="48" y="92"/>
                    <a:pt x="41" y="91"/>
                    <a:pt x="33" y="86"/>
                  </a:cubicBezTo>
                  <a:cubicBezTo>
                    <a:pt x="23" y="81"/>
                    <a:pt x="15" y="72"/>
                    <a:pt x="9" y="61"/>
                  </a:cubicBezTo>
                  <a:cubicBezTo>
                    <a:pt x="3" y="50"/>
                    <a:pt x="0" y="39"/>
                    <a:pt x="0" y="28"/>
                  </a:cubicBezTo>
                  <a:cubicBezTo>
                    <a:pt x="0" y="16"/>
                    <a:pt x="3" y="8"/>
                    <a:pt x="9" y="4"/>
                  </a:cubicBezTo>
                  <a:cubicBezTo>
                    <a:pt x="15" y="0"/>
                    <a:pt x="23" y="1"/>
                    <a:pt x="33" y="7"/>
                  </a:cubicBezTo>
                  <a:cubicBezTo>
                    <a:pt x="33" y="7"/>
                    <a:pt x="33" y="7"/>
                    <a:pt x="33" y="7"/>
                  </a:cubicBezTo>
                  <a:cubicBezTo>
                    <a:pt x="33" y="7"/>
                    <a:pt x="33" y="7"/>
                    <a:pt x="33" y="7"/>
                  </a:cubicBezTo>
                  <a:cubicBezTo>
                    <a:pt x="33" y="7"/>
                    <a:pt x="33" y="7"/>
                    <a:pt x="33" y="7"/>
                  </a:cubicBezTo>
                  <a:cubicBezTo>
                    <a:pt x="33" y="7"/>
                    <a:pt x="33" y="7"/>
                    <a:pt x="33" y="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64" name="未知"/>
            <p:cNvSpPr/>
            <p:nvPr/>
          </p:nvSpPr>
          <p:spPr bwMode="auto">
            <a:xfrm>
              <a:off x="210" y="314"/>
              <a:ext cx="30" cy="57"/>
            </a:xfrm>
            <a:custGeom>
              <a:avLst/>
              <a:gdLst>
                <a:gd name="T0" fmla="*/ 30 w 30"/>
                <a:gd name="T1" fmla="*/ 17 h 57"/>
                <a:gd name="T2" fmla="*/ 30 w 30"/>
                <a:gd name="T3" fmla="*/ 57 h 57"/>
                <a:gd name="T4" fmla="*/ 22 w 30"/>
                <a:gd name="T5" fmla="*/ 53 h 57"/>
                <a:gd name="T6" fmla="*/ 22 w 30"/>
                <a:gd name="T7" fmla="*/ 35 h 57"/>
                <a:gd name="T8" fmla="*/ 8 w 30"/>
                <a:gd name="T9" fmla="*/ 27 h 57"/>
                <a:gd name="T10" fmla="*/ 8 w 30"/>
                <a:gd name="T11" fmla="*/ 45 h 57"/>
                <a:gd name="T12" fmla="*/ 0 w 30"/>
                <a:gd name="T13" fmla="*/ 40 h 57"/>
                <a:gd name="T14" fmla="*/ 0 w 30"/>
                <a:gd name="T15" fmla="*/ 0 h 57"/>
                <a:gd name="T16" fmla="*/ 8 w 30"/>
                <a:gd name="T17" fmla="*/ 4 h 57"/>
                <a:gd name="T18" fmla="*/ 8 w 30"/>
                <a:gd name="T19" fmla="*/ 20 h 57"/>
                <a:gd name="T20" fmla="*/ 22 w 30"/>
                <a:gd name="T21" fmla="*/ 28 h 57"/>
                <a:gd name="T22" fmla="*/ 23 w 30"/>
                <a:gd name="T23" fmla="*/ 13 h 57"/>
                <a:gd name="T24" fmla="*/ 30 w 30"/>
                <a:gd name="T25" fmla="*/ 17 h 57"/>
                <a:gd name="T26" fmla="*/ 30 w 30"/>
                <a:gd name="T27" fmla="*/ 17 h 57"/>
                <a:gd name="T28" fmla="*/ 30 w 30"/>
                <a:gd name="T29" fmla="*/ 17 h 57"/>
                <a:gd name="T30" fmla="*/ 30 w 30"/>
                <a:gd name="T31" fmla="*/ 17 h 57"/>
                <a:gd name="T32" fmla="*/ 30 w 30"/>
                <a:gd name="T33" fmla="*/ 17 h 57"/>
                <a:gd name="T34" fmla="*/ 30 w 30"/>
                <a:gd name="T35" fmla="*/ 17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0" h="57">
                  <a:moveTo>
                    <a:pt x="30" y="17"/>
                  </a:moveTo>
                  <a:lnTo>
                    <a:pt x="30" y="57"/>
                  </a:lnTo>
                  <a:lnTo>
                    <a:pt x="22" y="53"/>
                  </a:lnTo>
                  <a:lnTo>
                    <a:pt x="22" y="35"/>
                  </a:lnTo>
                  <a:lnTo>
                    <a:pt x="8" y="27"/>
                  </a:lnTo>
                  <a:lnTo>
                    <a:pt x="8" y="45"/>
                  </a:lnTo>
                  <a:lnTo>
                    <a:pt x="0" y="40"/>
                  </a:lnTo>
                  <a:lnTo>
                    <a:pt x="0" y="0"/>
                  </a:lnTo>
                  <a:lnTo>
                    <a:pt x="8" y="4"/>
                  </a:lnTo>
                  <a:lnTo>
                    <a:pt x="8" y="20"/>
                  </a:lnTo>
                  <a:lnTo>
                    <a:pt x="22" y="28"/>
                  </a:lnTo>
                  <a:lnTo>
                    <a:pt x="23" y="13"/>
                  </a:lnTo>
                  <a:lnTo>
                    <a:pt x="30" y="17"/>
                  </a:lnTo>
                  <a:lnTo>
                    <a:pt x="30" y="17"/>
                  </a:lnTo>
                  <a:lnTo>
                    <a:pt x="30" y="17"/>
                  </a:lnTo>
                  <a:lnTo>
                    <a:pt x="30" y="17"/>
                  </a:lnTo>
                  <a:lnTo>
                    <a:pt x="30" y="17"/>
                  </a:lnTo>
                  <a:lnTo>
                    <a:pt x="30" y="17"/>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grpSp>
      <p:sp>
        <p:nvSpPr>
          <p:cNvPr id="165" name="Line 71"/>
          <p:cNvSpPr>
            <a:spLocks noChangeShapeType="1"/>
          </p:cNvSpPr>
          <p:nvPr/>
        </p:nvSpPr>
        <p:spPr bwMode="auto">
          <a:xfrm>
            <a:off x="5203554" y="5035322"/>
            <a:ext cx="1728787" cy="0"/>
          </a:xfrm>
          <a:prstGeom prst="line">
            <a:avLst/>
          </a:prstGeom>
          <a:noFill/>
          <a:ln w="38100" cmpd="sng">
            <a:solidFill>
              <a:srgbClr val="7030A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panose="020B0503020204020204" pitchFamily="34" charset="-122"/>
              <a:ea typeface="微软雅黑" panose="020B0503020204020204" pitchFamily="34" charset="-122"/>
            </a:endParaRPr>
          </a:p>
        </p:txBody>
      </p:sp>
      <p:sp>
        <p:nvSpPr>
          <p:cNvPr id="166" name="Text Box 72"/>
          <p:cNvSpPr txBox="1">
            <a:spLocks noChangeArrowheads="1"/>
          </p:cNvSpPr>
          <p:nvPr/>
        </p:nvSpPr>
        <p:spPr bwMode="auto">
          <a:xfrm>
            <a:off x="5616191" y="5203597"/>
            <a:ext cx="916213"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zh-CN" sz="1600">
                <a:solidFill>
                  <a:srgbClr val="CC0000"/>
                </a:solidFill>
                <a:latin typeface="微软雅黑" panose="020B0503020204020204" pitchFamily="34" charset="-122"/>
                <a:ea typeface="微软雅黑" panose="020B0503020204020204" pitchFamily="34" charset="-122"/>
              </a:rPr>
              <a:t>Tag=20</a:t>
            </a:r>
          </a:p>
        </p:txBody>
      </p:sp>
      <p:sp>
        <p:nvSpPr>
          <p:cNvPr id="167" name="Text Box 73"/>
          <p:cNvSpPr txBox="1">
            <a:spLocks noChangeArrowheads="1"/>
          </p:cNvSpPr>
          <p:nvPr/>
        </p:nvSpPr>
        <p:spPr bwMode="auto">
          <a:xfrm>
            <a:off x="5616191" y="4460647"/>
            <a:ext cx="916213"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zh-CN" sz="1600" dirty="0">
                <a:solidFill>
                  <a:srgbClr val="CC0000"/>
                </a:solidFill>
                <a:latin typeface="微软雅黑" panose="020B0503020204020204" pitchFamily="34" charset="-122"/>
                <a:ea typeface="微软雅黑" panose="020B0503020204020204" pitchFamily="34" charset="-122"/>
              </a:rPr>
              <a:t>Tag=10</a:t>
            </a:r>
          </a:p>
        </p:txBody>
      </p:sp>
      <p:sp>
        <p:nvSpPr>
          <p:cNvPr id="168" name="Text Box 74"/>
          <p:cNvSpPr txBox="1">
            <a:spLocks noChangeArrowheads="1"/>
          </p:cNvSpPr>
          <p:nvPr/>
        </p:nvSpPr>
        <p:spPr bwMode="auto">
          <a:xfrm>
            <a:off x="5153755" y="4794353"/>
            <a:ext cx="8636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200" b="1" dirty="0">
                <a:latin typeface="微软雅黑" panose="020B0503020204020204" pitchFamily="34" charset="-122"/>
                <a:ea typeface="微软雅黑" panose="020B0503020204020204" pitchFamily="34" charset="-122"/>
              </a:rPr>
              <a:t>F</a:t>
            </a:r>
            <a:r>
              <a:rPr lang="zh-CN" altLang="zh-CN" sz="1200" b="1" dirty="0">
                <a:latin typeface="微软雅黑" panose="020B0503020204020204" pitchFamily="34" charset="-122"/>
                <a:ea typeface="微软雅黑" panose="020B0503020204020204" pitchFamily="34" charset="-122"/>
              </a:rPr>
              <a:t>0/</a:t>
            </a:r>
            <a:r>
              <a:rPr lang="en-US" altLang="zh-CN" sz="1200" b="1" dirty="0">
                <a:latin typeface="微软雅黑" panose="020B0503020204020204" pitchFamily="34" charset="-122"/>
                <a:ea typeface="微软雅黑" panose="020B0503020204020204" pitchFamily="34" charset="-122"/>
              </a:rPr>
              <a:t>1</a:t>
            </a:r>
            <a:endParaRPr lang="zh-CN" altLang="zh-CN" sz="1200" b="1" dirty="0">
              <a:latin typeface="微软雅黑" panose="020B0503020204020204" pitchFamily="34" charset="-122"/>
              <a:ea typeface="微软雅黑" panose="020B0503020204020204" pitchFamily="34" charset="-122"/>
            </a:endParaRPr>
          </a:p>
        </p:txBody>
      </p:sp>
      <p:sp>
        <p:nvSpPr>
          <p:cNvPr id="169" name="Text Box 75"/>
          <p:cNvSpPr txBox="1">
            <a:spLocks noChangeArrowheads="1"/>
          </p:cNvSpPr>
          <p:nvPr/>
        </p:nvSpPr>
        <p:spPr bwMode="auto">
          <a:xfrm>
            <a:off x="3928821" y="5140901"/>
            <a:ext cx="8636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200" b="1" dirty="0">
                <a:latin typeface="微软雅黑" panose="020B0503020204020204" pitchFamily="34" charset="-122"/>
                <a:ea typeface="微软雅黑" panose="020B0503020204020204" pitchFamily="34" charset="-122"/>
              </a:rPr>
              <a:t>F</a:t>
            </a:r>
            <a:r>
              <a:rPr lang="zh-CN" altLang="zh-CN" sz="1200" b="1" dirty="0">
                <a:latin typeface="微软雅黑" panose="020B0503020204020204" pitchFamily="34" charset="-122"/>
                <a:ea typeface="微软雅黑" panose="020B0503020204020204" pitchFamily="34" charset="-122"/>
              </a:rPr>
              <a:t>0/</a:t>
            </a:r>
            <a:r>
              <a:rPr lang="en-US" altLang="zh-CN" sz="1200" b="1" dirty="0">
                <a:latin typeface="微软雅黑" panose="020B0503020204020204" pitchFamily="34" charset="-122"/>
                <a:ea typeface="微软雅黑" panose="020B0503020204020204" pitchFamily="34" charset="-122"/>
              </a:rPr>
              <a:t>3</a:t>
            </a:r>
            <a:endParaRPr lang="zh-CN" altLang="zh-CN" sz="1200" b="1" dirty="0">
              <a:latin typeface="微软雅黑" panose="020B0503020204020204" pitchFamily="34" charset="-122"/>
              <a:ea typeface="微软雅黑" panose="020B0503020204020204" pitchFamily="34" charset="-122"/>
            </a:endParaRPr>
          </a:p>
        </p:txBody>
      </p:sp>
      <p:sp>
        <p:nvSpPr>
          <p:cNvPr id="174" name="Text Box 80"/>
          <p:cNvSpPr txBox="1">
            <a:spLocks noChangeArrowheads="1"/>
          </p:cNvSpPr>
          <p:nvPr/>
        </p:nvSpPr>
        <p:spPr bwMode="auto">
          <a:xfrm>
            <a:off x="4547729" y="4382205"/>
            <a:ext cx="8636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zh-CN" sz="1600" dirty="0">
                <a:latin typeface="微软雅黑" panose="020B0503020204020204" pitchFamily="34" charset="-122"/>
                <a:ea typeface="微软雅黑" panose="020B0503020204020204" pitchFamily="34" charset="-122"/>
              </a:rPr>
              <a:t>S</a:t>
            </a:r>
            <a:r>
              <a:rPr lang="en-US" altLang="zh-CN" sz="1600" dirty="0">
                <a:latin typeface="微软雅黑" panose="020B0503020204020204" pitchFamily="34" charset="-122"/>
                <a:ea typeface="微软雅黑" panose="020B0503020204020204" pitchFamily="34" charset="-122"/>
              </a:rPr>
              <a:t>1</a:t>
            </a:r>
            <a:endParaRPr lang="zh-CN" altLang="zh-CN" sz="1600" dirty="0">
              <a:latin typeface="微软雅黑" panose="020B0503020204020204" pitchFamily="34" charset="-122"/>
              <a:ea typeface="微软雅黑" panose="020B0503020204020204" pitchFamily="34" charset="-122"/>
            </a:endParaRPr>
          </a:p>
        </p:txBody>
      </p:sp>
      <p:sp>
        <p:nvSpPr>
          <p:cNvPr id="175" name="Text Box 81"/>
          <p:cNvSpPr txBox="1">
            <a:spLocks noChangeArrowheads="1"/>
          </p:cNvSpPr>
          <p:nvPr/>
        </p:nvSpPr>
        <p:spPr bwMode="auto">
          <a:xfrm>
            <a:off x="7192967" y="4392055"/>
            <a:ext cx="43388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zh-CN" sz="1600" dirty="0">
                <a:latin typeface="微软雅黑" panose="020B0503020204020204" pitchFamily="34" charset="-122"/>
                <a:ea typeface="微软雅黑" panose="020B0503020204020204" pitchFamily="34" charset="-122"/>
              </a:rPr>
              <a:t>S</a:t>
            </a:r>
            <a:r>
              <a:rPr lang="en-US" altLang="zh-CN" sz="1600" dirty="0">
                <a:latin typeface="微软雅黑" panose="020B0503020204020204" pitchFamily="34" charset="-122"/>
                <a:ea typeface="微软雅黑" panose="020B0503020204020204" pitchFamily="34" charset="-122"/>
              </a:rPr>
              <a:t>2</a:t>
            </a:r>
            <a:endParaRPr lang="zh-CN" altLang="zh-CN" sz="1600" dirty="0">
              <a:latin typeface="微软雅黑" panose="020B0503020204020204" pitchFamily="34" charset="-122"/>
              <a:ea typeface="微软雅黑" panose="020B0503020204020204" pitchFamily="34" charset="-122"/>
            </a:endParaRPr>
          </a:p>
        </p:txBody>
      </p:sp>
      <p:sp>
        <p:nvSpPr>
          <p:cNvPr id="181" name="Text Box 74"/>
          <p:cNvSpPr txBox="1">
            <a:spLocks noChangeArrowheads="1"/>
          </p:cNvSpPr>
          <p:nvPr/>
        </p:nvSpPr>
        <p:spPr bwMode="auto">
          <a:xfrm>
            <a:off x="3931273" y="4651029"/>
            <a:ext cx="8636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200" b="1" dirty="0">
                <a:latin typeface="微软雅黑" panose="020B0503020204020204" pitchFamily="34" charset="-122"/>
                <a:ea typeface="微软雅黑" panose="020B0503020204020204" pitchFamily="34" charset="-122"/>
              </a:rPr>
              <a:t>F</a:t>
            </a:r>
            <a:r>
              <a:rPr lang="zh-CN" altLang="zh-CN" sz="1200" b="1" dirty="0">
                <a:latin typeface="微软雅黑" panose="020B0503020204020204" pitchFamily="34" charset="-122"/>
                <a:ea typeface="微软雅黑" panose="020B0503020204020204" pitchFamily="34" charset="-122"/>
              </a:rPr>
              <a:t>0/</a:t>
            </a:r>
            <a:r>
              <a:rPr lang="en-US" altLang="zh-CN" sz="1200" b="1" dirty="0">
                <a:latin typeface="微软雅黑" panose="020B0503020204020204" pitchFamily="34" charset="-122"/>
                <a:ea typeface="微软雅黑" panose="020B0503020204020204" pitchFamily="34" charset="-122"/>
              </a:rPr>
              <a:t>2</a:t>
            </a:r>
            <a:endParaRPr lang="zh-CN" altLang="zh-CN" sz="1200" b="1" dirty="0">
              <a:latin typeface="微软雅黑" panose="020B0503020204020204" pitchFamily="34" charset="-122"/>
              <a:ea typeface="微软雅黑" panose="020B0503020204020204" pitchFamily="34" charset="-122"/>
            </a:endParaRPr>
          </a:p>
        </p:txBody>
      </p:sp>
      <p:sp>
        <p:nvSpPr>
          <p:cNvPr id="182" name="Text Box 74"/>
          <p:cNvSpPr txBox="1">
            <a:spLocks noChangeArrowheads="1"/>
          </p:cNvSpPr>
          <p:nvPr/>
        </p:nvSpPr>
        <p:spPr bwMode="auto">
          <a:xfrm>
            <a:off x="6498919" y="4800041"/>
            <a:ext cx="8636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200" b="1" dirty="0">
                <a:latin typeface="微软雅黑" panose="020B0503020204020204" pitchFamily="34" charset="-122"/>
                <a:ea typeface="微软雅黑" panose="020B0503020204020204" pitchFamily="34" charset="-122"/>
              </a:rPr>
              <a:t>F</a:t>
            </a:r>
            <a:r>
              <a:rPr lang="zh-CN" altLang="zh-CN" sz="1200" b="1" dirty="0">
                <a:latin typeface="微软雅黑" panose="020B0503020204020204" pitchFamily="34" charset="-122"/>
                <a:ea typeface="微软雅黑" panose="020B0503020204020204" pitchFamily="34" charset="-122"/>
              </a:rPr>
              <a:t>0/</a:t>
            </a:r>
            <a:r>
              <a:rPr lang="en-US" altLang="zh-CN" sz="1200" b="1" dirty="0">
                <a:latin typeface="微软雅黑" panose="020B0503020204020204" pitchFamily="34" charset="-122"/>
                <a:ea typeface="微软雅黑" panose="020B0503020204020204" pitchFamily="34" charset="-122"/>
              </a:rPr>
              <a:t>1</a:t>
            </a:r>
            <a:endParaRPr lang="zh-CN" altLang="zh-CN" sz="1200" b="1" dirty="0">
              <a:latin typeface="微软雅黑" panose="020B0503020204020204" pitchFamily="34" charset="-122"/>
              <a:ea typeface="微软雅黑" panose="020B0503020204020204" pitchFamily="34" charset="-122"/>
            </a:endParaRPr>
          </a:p>
        </p:txBody>
      </p:sp>
      <p:sp>
        <p:nvSpPr>
          <p:cNvPr id="183" name="Text Box 74"/>
          <p:cNvSpPr txBox="1">
            <a:spLocks noChangeArrowheads="1"/>
          </p:cNvSpPr>
          <p:nvPr/>
        </p:nvSpPr>
        <p:spPr bwMode="auto">
          <a:xfrm>
            <a:off x="7748754" y="4649511"/>
            <a:ext cx="8636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200" b="1" dirty="0">
                <a:latin typeface="微软雅黑" panose="020B0503020204020204" pitchFamily="34" charset="-122"/>
                <a:ea typeface="微软雅黑" panose="020B0503020204020204" pitchFamily="34" charset="-122"/>
              </a:rPr>
              <a:t>F</a:t>
            </a:r>
            <a:r>
              <a:rPr lang="zh-CN" altLang="zh-CN" sz="1200" b="1" dirty="0">
                <a:latin typeface="微软雅黑" panose="020B0503020204020204" pitchFamily="34" charset="-122"/>
                <a:ea typeface="微软雅黑" panose="020B0503020204020204" pitchFamily="34" charset="-122"/>
              </a:rPr>
              <a:t>0/</a:t>
            </a:r>
            <a:r>
              <a:rPr lang="en-US" altLang="zh-CN" sz="1200" b="1" dirty="0">
                <a:latin typeface="微软雅黑" panose="020B0503020204020204" pitchFamily="34" charset="-122"/>
                <a:ea typeface="微软雅黑" panose="020B0503020204020204" pitchFamily="34" charset="-122"/>
              </a:rPr>
              <a:t>2</a:t>
            </a:r>
            <a:endParaRPr lang="zh-CN" altLang="zh-CN" sz="1200" b="1" dirty="0">
              <a:latin typeface="微软雅黑" panose="020B0503020204020204" pitchFamily="34" charset="-122"/>
              <a:ea typeface="微软雅黑" panose="020B0503020204020204" pitchFamily="34" charset="-122"/>
            </a:endParaRPr>
          </a:p>
        </p:txBody>
      </p:sp>
      <p:sp>
        <p:nvSpPr>
          <p:cNvPr id="184" name="Text Box 75"/>
          <p:cNvSpPr txBox="1">
            <a:spLocks noChangeArrowheads="1"/>
          </p:cNvSpPr>
          <p:nvPr/>
        </p:nvSpPr>
        <p:spPr bwMode="auto">
          <a:xfrm>
            <a:off x="7761016" y="5149621"/>
            <a:ext cx="8636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200" b="1" dirty="0">
                <a:latin typeface="微软雅黑" panose="020B0503020204020204" pitchFamily="34" charset="-122"/>
                <a:ea typeface="微软雅黑" panose="020B0503020204020204" pitchFamily="34" charset="-122"/>
              </a:rPr>
              <a:t>F</a:t>
            </a:r>
            <a:r>
              <a:rPr lang="zh-CN" altLang="zh-CN" sz="1200" b="1" dirty="0">
                <a:latin typeface="微软雅黑" panose="020B0503020204020204" pitchFamily="34" charset="-122"/>
                <a:ea typeface="微软雅黑" panose="020B0503020204020204" pitchFamily="34" charset="-122"/>
              </a:rPr>
              <a:t>0/</a:t>
            </a:r>
            <a:r>
              <a:rPr lang="en-US" altLang="zh-CN" sz="1200" b="1" dirty="0">
                <a:latin typeface="微软雅黑" panose="020B0503020204020204" pitchFamily="34" charset="-122"/>
                <a:ea typeface="微软雅黑" panose="020B0503020204020204" pitchFamily="34" charset="-122"/>
              </a:rPr>
              <a:t>3</a:t>
            </a:r>
            <a:endParaRPr lang="zh-CN" altLang="zh-CN" sz="1200" b="1" dirty="0">
              <a:latin typeface="微软雅黑" panose="020B0503020204020204" pitchFamily="34" charset="-122"/>
              <a:ea typeface="微软雅黑" panose="020B0503020204020204" pitchFamily="34" charset="-122"/>
            </a:endParaRPr>
          </a:p>
        </p:txBody>
      </p:sp>
      <p:sp>
        <p:nvSpPr>
          <p:cNvPr id="185" name="Text Box 38"/>
          <p:cNvSpPr txBox="1">
            <a:spLocks noChangeArrowheads="1"/>
          </p:cNvSpPr>
          <p:nvPr/>
        </p:nvSpPr>
        <p:spPr bwMode="auto">
          <a:xfrm>
            <a:off x="2770241" y="4302425"/>
            <a:ext cx="347916"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algn="l" defTabSz="914400" rtl="0" eaLnBrk="1" fontAlgn="auto" latinLnBrk="0" hangingPunct="1">
              <a:lnSpc>
                <a:spcPct val="100000"/>
              </a:lnSpc>
              <a:spcBef>
                <a:spcPct val="50000"/>
              </a:spcBef>
              <a:spcAft>
                <a:spcPts val="0"/>
              </a:spcAft>
              <a:buClrTx/>
              <a:buSzTx/>
              <a:buFontTx/>
              <a:buNone/>
              <a:defRPr/>
            </a:pPr>
            <a:r>
              <a:rPr kumimoji="0" lang="zh-CN"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a:t>
            </a:r>
          </a:p>
        </p:txBody>
      </p:sp>
      <p:sp>
        <p:nvSpPr>
          <p:cNvPr id="186" name="Text Box 39"/>
          <p:cNvSpPr txBox="1">
            <a:spLocks noChangeArrowheads="1"/>
          </p:cNvSpPr>
          <p:nvPr/>
        </p:nvSpPr>
        <p:spPr bwMode="auto">
          <a:xfrm>
            <a:off x="2777241" y="5755055"/>
            <a:ext cx="3533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algn="l" defTabSz="914400" rtl="0" eaLnBrk="1" fontAlgn="auto" latinLnBrk="0" hangingPunct="1">
              <a:lnSpc>
                <a:spcPct val="100000"/>
              </a:lnSpc>
              <a:spcBef>
                <a:spcPct val="50000"/>
              </a:spcBef>
              <a:spcAft>
                <a:spcPts val="0"/>
              </a:spcAft>
              <a:buClrTx/>
              <a:buSzTx/>
              <a:buFontTx/>
              <a:buNone/>
              <a:defRPr/>
            </a:pPr>
            <a:r>
              <a:rPr kumimoji="0" lang="zh-CN"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B</a:t>
            </a:r>
          </a:p>
        </p:txBody>
      </p:sp>
      <p:sp>
        <p:nvSpPr>
          <p:cNvPr id="187" name="Text Box 40"/>
          <p:cNvSpPr txBox="1">
            <a:spLocks noChangeArrowheads="1"/>
          </p:cNvSpPr>
          <p:nvPr/>
        </p:nvSpPr>
        <p:spPr bwMode="auto">
          <a:xfrm>
            <a:off x="9224209" y="4292032"/>
            <a:ext cx="3714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algn="l" defTabSz="914400" rtl="0" eaLnBrk="1" fontAlgn="auto" latinLnBrk="0" hangingPunct="1">
              <a:lnSpc>
                <a:spcPct val="100000"/>
              </a:lnSpc>
              <a:spcBef>
                <a:spcPct val="50000"/>
              </a:spcBef>
              <a:spcAft>
                <a:spcPts val="0"/>
              </a:spcAft>
              <a:buClrTx/>
              <a:buSzTx/>
              <a:buFontTx/>
              <a:buNone/>
              <a:defRPr/>
            </a:pPr>
            <a:r>
              <a:rPr kumimoji="0" lang="zh-CN"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C</a:t>
            </a:r>
          </a:p>
        </p:txBody>
      </p:sp>
      <p:sp>
        <p:nvSpPr>
          <p:cNvPr id="188" name="Text Box 41"/>
          <p:cNvSpPr txBox="1">
            <a:spLocks noChangeArrowheads="1"/>
          </p:cNvSpPr>
          <p:nvPr/>
        </p:nvSpPr>
        <p:spPr bwMode="auto">
          <a:xfrm>
            <a:off x="9293348" y="5741044"/>
            <a:ext cx="3714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algn="l" defTabSz="914400" rtl="0" eaLnBrk="1" fontAlgn="auto" latinLnBrk="0" hangingPunct="1">
              <a:lnSpc>
                <a:spcPct val="100000"/>
              </a:lnSpc>
              <a:spcBef>
                <a:spcPct val="50000"/>
              </a:spcBef>
              <a:spcAft>
                <a:spcPts val="0"/>
              </a:spcAft>
              <a:buClrTx/>
              <a:buSzTx/>
              <a:buFontTx/>
              <a:buNone/>
              <a:defRPr/>
            </a:pPr>
            <a:r>
              <a:rPr kumimoji="0" lang="zh-CN"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D</a:t>
            </a:r>
          </a:p>
        </p:txBody>
      </p:sp>
      <p:graphicFrame>
        <p:nvGraphicFramePr>
          <p:cNvPr id="84" name="Group 42"/>
          <p:cNvGraphicFramePr>
            <a:graphicFrameLocks noGrp="1"/>
          </p:cNvGraphicFramePr>
          <p:nvPr/>
        </p:nvGraphicFramePr>
        <p:xfrm>
          <a:off x="288623" y="4179268"/>
          <a:ext cx="1953080" cy="1219200"/>
        </p:xfrm>
        <a:graphic>
          <a:graphicData uri="http://schemas.openxmlformats.org/drawingml/2006/table">
            <a:tbl>
              <a:tblPr/>
              <a:tblGrid>
                <a:gridCol w="928090">
                  <a:extLst>
                    <a:ext uri="{9D8B030D-6E8A-4147-A177-3AD203B41FA5}">
                      <a16:colId xmlns:a16="http://schemas.microsoft.com/office/drawing/2014/main" val="20000"/>
                    </a:ext>
                  </a:extLst>
                </a:gridCol>
                <a:gridCol w="1024990">
                  <a:extLst>
                    <a:ext uri="{9D8B030D-6E8A-4147-A177-3AD203B41FA5}">
                      <a16:colId xmlns:a16="http://schemas.microsoft.com/office/drawing/2014/main" val="20001"/>
                    </a:ext>
                  </a:extLst>
                </a:gridCol>
              </a:tblGrid>
              <a:tr h="276656">
                <a:tc gridSpan="2">
                  <a:txBody>
                    <a:bodyPr/>
                    <a:lstStyle>
                      <a:lvl1pPr>
                        <a:spcBef>
                          <a:spcPct val="10000"/>
                        </a:spcBef>
                        <a:spcAft>
                          <a:spcPct val="25000"/>
                        </a:spcAft>
                        <a:buClr>
                          <a:schemeClr val="tx1"/>
                        </a:buClr>
                        <a:buSzPct val="80000"/>
                        <a:buFont typeface="Wingdings" panose="05000000000000000000" pitchFamily="2" charset="2"/>
                        <a:defRPr sz="2600" b="1">
                          <a:solidFill>
                            <a:srgbClr val="000000"/>
                          </a:solidFill>
                          <a:latin typeface="Arial" panose="020B0604020202090204" pitchFamily="34" charset="0"/>
                          <a:ea typeface="华文细黑" panose="02010600040101010101" pitchFamily="2" charset="-122"/>
                        </a:defRPr>
                      </a:lvl1pPr>
                      <a:lvl2pPr marL="386080" indent="71755">
                        <a:spcBef>
                          <a:spcPct val="10000"/>
                        </a:spcBef>
                        <a:spcAft>
                          <a:spcPct val="25000"/>
                        </a:spcAft>
                        <a:buClr>
                          <a:schemeClr val="tx1"/>
                        </a:buClr>
                        <a:buSzPct val="80000"/>
                        <a:buFont typeface="Wingdings" panose="05000000000000000000" pitchFamily="2" charset="2"/>
                        <a:defRPr sz="2000">
                          <a:solidFill>
                            <a:srgbClr val="000000"/>
                          </a:solidFill>
                          <a:latin typeface="Arial" panose="020B0604020202090204" pitchFamily="34" charset="0"/>
                          <a:ea typeface="华文细黑" panose="02010600040101010101" pitchFamily="2" charset="-122"/>
                        </a:defRPr>
                      </a:lvl2pPr>
                      <a:lvl3pPr marL="862330" indent="52705">
                        <a:spcBef>
                          <a:spcPct val="10000"/>
                        </a:spcBef>
                        <a:spcAft>
                          <a:spcPct val="25000"/>
                        </a:spcAft>
                        <a:buClr>
                          <a:schemeClr val="tx1"/>
                        </a:buClr>
                        <a:buFont typeface="Times New Roman" panose="02020503050405090304" pitchFamily="18" charset="0"/>
                        <a:defRPr sz="2000">
                          <a:solidFill>
                            <a:srgbClr val="000000"/>
                          </a:solidFill>
                          <a:latin typeface="Arial" panose="020B0604020202090204" pitchFamily="34" charset="0"/>
                          <a:ea typeface="华文细黑" panose="02010600040101010101" pitchFamily="2" charset="-122"/>
                        </a:defRPr>
                      </a:lvl3pPr>
                      <a:lvl4pPr marL="1281430" indent="90805">
                        <a:spcBef>
                          <a:spcPct val="10000"/>
                        </a:spcBef>
                        <a:spcAft>
                          <a:spcPct val="25000"/>
                        </a:spcAft>
                        <a:buClr>
                          <a:schemeClr val="tx1"/>
                        </a:buClr>
                        <a:buFont typeface="Arial" panose="020B0604020202090204" pitchFamily="34" charset="0"/>
                        <a:defRPr sz="1600">
                          <a:solidFill>
                            <a:srgbClr val="000000"/>
                          </a:solidFill>
                          <a:latin typeface="Arial" panose="020B0604020202090204" pitchFamily="34" charset="0"/>
                          <a:ea typeface="华文细黑" panose="02010600040101010101" pitchFamily="2" charset="-122"/>
                        </a:defRPr>
                      </a:lvl4pPr>
                      <a:lvl5pPr marL="1700530" indent="128905">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5pPr>
                      <a:lvl6pPr marL="21577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6pPr>
                      <a:lvl7pPr marL="26149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7pPr>
                      <a:lvl8pPr marL="30721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8pPr>
                      <a:lvl9pPr marL="35293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lang="en-US" altLang="zh-CN" sz="1400" b="0" kern="1200" dirty="0">
                          <a:solidFill>
                            <a:schemeClr val="tx1"/>
                          </a:solidFill>
                          <a:latin typeface="微软雅黑" panose="020B0503020204020204" pitchFamily="34" charset="-122"/>
                          <a:ea typeface="微软雅黑" panose="020B0503020204020204" pitchFamily="34" charset="-122"/>
                          <a:cs typeface="+mn-cs"/>
                        </a:rPr>
                        <a:t>S1</a:t>
                      </a:r>
                      <a:r>
                        <a:rPr lang="zh-CN" altLang="en-US" sz="1400" b="0" kern="1200" dirty="0">
                          <a:solidFill>
                            <a:schemeClr val="tx1"/>
                          </a:solidFill>
                          <a:latin typeface="微软雅黑" panose="020B0503020204020204" pitchFamily="34" charset="-122"/>
                          <a:ea typeface="微软雅黑" panose="020B0503020204020204" pitchFamily="34" charset="-122"/>
                          <a:cs typeface="+mn-cs"/>
                        </a:rPr>
                        <a:t> </a:t>
                      </a:r>
                      <a:r>
                        <a:rPr lang="zh-CN" altLang="zh-CN" sz="1400" b="0" kern="1200" dirty="0">
                          <a:solidFill>
                            <a:schemeClr val="tx1"/>
                          </a:solidFill>
                          <a:latin typeface="微软雅黑" panose="020B0503020204020204" pitchFamily="34" charset="-122"/>
                          <a:ea typeface="微软雅黑" panose="020B0503020204020204" pitchFamily="34" charset="-122"/>
                          <a:cs typeface="+mn-cs"/>
                        </a:rPr>
                        <a:t>VLAN Table</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extLst>
                  <a:ext uri="{0D108BD9-81ED-4DB2-BD59-A6C34878D82A}">
                    <a16:rowId xmlns:a16="http://schemas.microsoft.com/office/drawing/2014/main" val="10000"/>
                  </a:ext>
                </a:extLst>
              </a:tr>
              <a:tr h="276656">
                <a:tc>
                  <a:txBody>
                    <a:bodyPr/>
                    <a:lstStyle>
                      <a:lvl1pPr>
                        <a:spcBef>
                          <a:spcPct val="10000"/>
                        </a:spcBef>
                        <a:spcAft>
                          <a:spcPct val="25000"/>
                        </a:spcAft>
                        <a:buClr>
                          <a:schemeClr val="tx1"/>
                        </a:buClr>
                        <a:buSzPct val="80000"/>
                        <a:buFont typeface="Wingdings" panose="05000000000000000000" pitchFamily="2" charset="2"/>
                        <a:defRPr sz="2600" b="1">
                          <a:solidFill>
                            <a:srgbClr val="000000"/>
                          </a:solidFill>
                          <a:latin typeface="Arial" panose="020B0604020202090204" pitchFamily="34" charset="0"/>
                          <a:ea typeface="华文细黑" panose="02010600040101010101" pitchFamily="2" charset="-122"/>
                        </a:defRPr>
                      </a:lvl1pPr>
                      <a:lvl2pPr marL="386080" indent="71755">
                        <a:spcBef>
                          <a:spcPct val="10000"/>
                        </a:spcBef>
                        <a:spcAft>
                          <a:spcPct val="25000"/>
                        </a:spcAft>
                        <a:buClr>
                          <a:schemeClr val="tx1"/>
                        </a:buClr>
                        <a:buSzPct val="80000"/>
                        <a:buFont typeface="Wingdings" panose="05000000000000000000" pitchFamily="2" charset="2"/>
                        <a:defRPr sz="2000">
                          <a:solidFill>
                            <a:srgbClr val="000000"/>
                          </a:solidFill>
                          <a:latin typeface="Arial" panose="020B0604020202090204" pitchFamily="34" charset="0"/>
                          <a:ea typeface="华文细黑" panose="02010600040101010101" pitchFamily="2" charset="-122"/>
                        </a:defRPr>
                      </a:lvl2pPr>
                      <a:lvl3pPr marL="862330" indent="52705">
                        <a:spcBef>
                          <a:spcPct val="10000"/>
                        </a:spcBef>
                        <a:spcAft>
                          <a:spcPct val="25000"/>
                        </a:spcAft>
                        <a:buClr>
                          <a:schemeClr val="tx1"/>
                        </a:buClr>
                        <a:buFont typeface="Times New Roman" panose="02020503050405090304" pitchFamily="18" charset="0"/>
                        <a:defRPr sz="2000">
                          <a:solidFill>
                            <a:srgbClr val="000000"/>
                          </a:solidFill>
                          <a:latin typeface="Arial" panose="020B0604020202090204" pitchFamily="34" charset="0"/>
                          <a:ea typeface="华文细黑" panose="02010600040101010101" pitchFamily="2" charset="-122"/>
                        </a:defRPr>
                      </a:lvl3pPr>
                      <a:lvl4pPr marL="1281430" indent="90805">
                        <a:spcBef>
                          <a:spcPct val="10000"/>
                        </a:spcBef>
                        <a:spcAft>
                          <a:spcPct val="25000"/>
                        </a:spcAft>
                        <a:buClr>
                          <a:schemeClr val="tx1"/>
                        </a:buClr>
                        <a:buFont typeface="Arial" panose="020B0604020202090204" pitchFamily="34" charset="0"/>
                        <a:defRPr sz="1600">
                          <a:solidFill>
                            <a:srgbClr val="000000"/>
                          </a:solidFill>
                          <a:latin typeface="Arial" panose="020B0604020202090204" pitchFamily="34" charset="0"/>
                          <a:ea typeface="华文细黑" panose="02010600040101010101" pitchFamily="2" charset="-122"/>
                        </a:defRPr>
                      </a:lvl4pPr>
                      <a:lvl5pPr marL="1700530" indent="128905">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5pPr>
                      <a:lvl6pPr marL="21577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6pPr>
                      <a:lvl7pPr marL="26149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7pPr>
                      <a:lvl8pPr marL="30721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8pPr>
                      <a:lvl9pPr marL="35293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lang="zh-CN" altLang="zh-CN" sz="1400" b="0" kern="1200" dirty="0">
                          <a:solidFill>
                            <a:schemeClr val="tx1"/>
                          </a:solidFill>
                          <a:latin typeface="微软雅黑" panose="020B0503020204020204" pitchFamily="34" charset="-122"/>
                          <a:ea typeface="微软雅黑" panose="020B0503020204020204" pitchFamily="34" charset="-122"/>
                          <a:cs typeface="+mn-cs"/>
                        </a:rPr>
                        <a:t>VLAN ID</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spcAft>
                          <a:spcPct val="25000"/>
                        </a:spcAft>
                        <a:buClr>
                          <a:schemeClr val="tx1"/>
                        </a:buClr>
                        <a:buSzPct val="80000"/>
                        <a:buFont typeface="Wingdings" panose="05000000000000000000" pitchFamily="2" charset="2"/>
                        <a:defRPr sz="2600" b="1">
                          <a:solidFill>
                            <a:srgbClr val="000000"/>
                          </a:solidFill>
                          <a:latin typeface="Arial" panose="020B0604020202090204" pitchFamily="34" charset="0"/>
                          <a:ea typeface="华文细黑" panose="02010600040101010101" pitchFamily="2" charset="-122"/>
                        </a:defRPr>
                      </a:lvl1pPr>
                      <a:lvl2pPr marL="386080" indent="71755">
                        <a:spcBef>
                          <a:spcPct val="10000"/>
                        </a:spcBef>
                        <a:spcAft>
                          <a:spcPct val="25000"/>
                        </a:spcAft>
                        <a:buClr>
                          <a:schemeClr val="tx1"/>
                        </a:buClr>
                        <a:buSzPct val="80000"/>
                        <a:buFont typeface="Wingdings" panose="05000000000000000000" pitchFamily="2" charset="2"/>
                        <a:defRPr sz="2000">
                          <a:solidFill>
                            <a:srgbClr val="000000"/>
                          </a:solidFill>
                          <a:latin typeface="Arial" panose="020B0604020202090204" pitchFamily="34" charset="0"/>
                          <a:ea typeface="华文细黑" panose="02010600040101010101" pitchFamily="2" charset="-122"/>
                        </a:defRPr>
                      </a:lvl2pPr>
                      <a:lvl3pPr marL="862330" indent="52705">
                        <a:spcBef>
                          <a:spcPct val="10000"/>
                        </a:spcBef>
                        <a:spcAft>
                          <a:spcPct val="25000"/>
                        </a:spcAft>
                        <a:buClr>
                          <a:schemeClr val="tx1"/>
                        </a:buClr>
                        <a:buFont typeface="Times New Roman" panose="02020503050405090304" pitchFamily="18" charset="0"/>
                        <a:defRPr sz="2000">
                          <a:solidFill>
                            <a:srgbClr val="000000"/>
                          </a:solidFill>
                          <a:latin typeface="Arial" panose="020B0604020202090204" pitchFamily="34" charset="0"/>
                          <a:ea typeface="华文细黑" panose="02010600040101010101" pitchFamily="2" charset="-122"/>
                        </a:defRPr>
                      </a:lvl3pPr>
                      <a:lvl4pPr marL="1281430" indent="90805">
                        <a:spcBef>
                          <a:spcPct val="10000"/>
                        </a:spcBef>
                        <a:spcAft>
                          <a:spcPct val="25000"/>
                        </a:spcAft>
                        <a:buClr>
                          <a:schemeClr val="tx1"/>
                        </a:buClr>
                        <a:buFont typeface="Arial" panose="020B0604020202090204" pitchFamily="34" charset="0"/>
                        <a:defRPr sz="1600">
                          <a:solidFill>
                            <a:srgbClr val="000000"/>
                          </a:solidFill>
                          <a:latin typeface="Arial" panose="020B0604020202090204" pitchFamily="34" charset="0"/>
                          <a:ea typeface="华文细黑" panose="02010600040101010101" pitchFamily="2" charset="-122"/>
                        </a:defRPr>
                      </a:lvl4pPr>
                      <a:lvl5pPr marL="1700530" indent="128905">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5pPr>
                      <a:lvl6pPr marL="21577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6pPr>
                      <a:lvl7pPr marL="26149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7pPr>
                      <a:lvl8pPr marL="30721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8pPr>
                      <a:lvl9pPr marL="35293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lang="zh-CN" altLang="zh-CN" sz="1400" b="0" kern="1200" dirty="0">
                          <a:solidFill>
                            <a:schemeClr val="tx1"/>
                          </a:solidFill>
                          <a:latin typeface="微软雅黑" panose="020B0503020204020204" pitchFamily="34" charset="-122"/>
                          <a:ea typeface="微软雅黑" panose="020B0503020204020204" pitchFamily="34" charset="-122"/>
                          <a:cs typeface="+mn-cs"/>
                        </a:rPr>
                        <a:t>Port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77703">
                <a:tc>
                  <a:txBody>
                    <a:bodyPr/>
                    <a:lstStyle>
                      <a:lvl1pPr>
                        <a:spcBef>
                          <a:spcPct val="10000"/>
                        </a:spcBef>
                        <a:spcAft>
                          <a:spcPct val="25000"/>
                        </a:spcAft>
                        <a:buClr>
                          <a:schemeClr val="tx1"/>
                        </a:buClr>
                        <a:buSzPct val="80000"/>
                        <a:buFont typeface="Wingdings" panose="05000000000000000000" pitchFamily="2" charset="2"/>
                        <a:defRPr sz="2600" b="1">
                          <a:solidFill>
                            <a:srgbClr val="000000"/>
                          </a:solidFill>
                          <a:latin typeface="Arial" panose="020B0604020202090204" pitchFamily="34" charset="0"/>
                          <a:ea typeface="华文细黑" panose="02010600040101010101" pitchFamily="2" charset="-122"/>
                        </a:defRPr>
                      </a:lvl1pPr>
                      <a:lvl2pPr marL="386080" indent="71755">
                        <a:spcBef>
                          <a:spcPct val="10000"/>
                        </a:spcBef>
                        <a:spcAft>
                          <a:spcPct val="25000"/>
                        </a:spcAft>
                        <a:buClr>
                          <a:schemeClr val="tx1"/>
                        </a:buClr>
                        <a:buSzPct val="80000"/>
                        <a:buFont typeface="Wingdings" panose="05000000000000000000" pitchFamily="2" charset="2"/>
                        <a:defRPr sz="2000">
                          <a:solidFill>
                            <a:srgbClr val="000000"/>
                          </a:solidFill>
                          <a:latin typeface="Arial" panose="020B0604020202090204" pitchFamily="34" charset="0"/>
                          <a:ea typeface="华文细黑" panose="02010600040101010101" pitchFamily="2" charset="-122"/>
                        </a:defRPr>
                      </a:lvl2pPr>
                      <a:lvl3pPr marL="862330" indent="52705">
                        <a:spcBef>
                          <a:spcPct val="10000"/>
                        </a:spcBef>
                        <a:spcAft>
                          <a:spcPct val="25000"/>
                        </a:spcAft>
                        <a:buClr>
                          <a:schemeClr val="tx1"/>
                        </a:buClr>
                        <a:buFont typeface="Times New Roman" panose="02020503050405090304" pitchFamily="18" charset="0"/>
                        <a:defRPr sz="2000">
                          <a:solidFill>
                            <a:srgbClr val="000000"/>
                          </a:solidFill>
                          <a:latin typeface="Arial" panose="020B0604020202090204" pitchFamily="34" charset="0"/>
                          <a:ea typeface="华文细黑" panose="02010600040101010101" pitchFamily="2" charset="-122"/>
                        </a:defRPr>
                      </a:lvl3pPr>
                      <a:lvl4pPr marL="1281430" indent="90805">
                        <a:spcBef>
                          <a:spcPct val="10000"/>
                        </a:spcBef>
                        <a:spcAft>
                          <a:spcPct val="25000"/>
                        </a:spcAft>
                        <a:buClr>
                          <a:schemeClr val="tx1"/>
                        </a:buClr>
                        <a:buFont typeface="Arial" panose="020B0604020202090204" pitchFamily="34" charset="0"/>
                        <a:defRPr sz="1600">
                          <a:solidFill>
                            <a:srgbClr val="000000"/>
                          </a:solidFill>
                          <a:latin typeface="Arial" panose="020B0604020202090204" pitchFamily="34" charset="0"/>
                          <a:ea typeface="华文细黑" panose="02010600040101010101" pitchFamily="2" charset="-122"/>
                        </a:defRPr>
                      </a:lvl4pPr>
                      <a:lvl5pPr marL="1700530" indent="128905">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5pPr>
                      <a:lvl6pPr marL="21577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6pPr>
                      <a:lvl7pPr marL="26149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7pPr>
                      <a:lvl8pPr marL="30721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8pPr>
                      <a:lvl9pPr marL="35293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lang="zh-CN" altLang="zh-CN" sz="1400" b="0" kern="1200" dirty="0">
                          <a:solidFill>
                            <a:schemeClr val="accent2">
                              <a:lumMod val="75000"/>
                            </a:schemeClr>
                          </a:solidFill>
                          <a:latin typeface="微软雅黑" panose="020B0503020204020204" pitchFamily="34" charset="-122"/>
                          <a:ea typeface="微软雅黑" panose="020B0503020204020204" pitchFamily="34" charset="-122"/>
                          <a:cs typeface="+mn-cs"/>
                        </a:rPr>
                        <a:t>10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a:spcBef>
                          <a:spcPct val="10000"/>
                        </a:spcBef>
                        <a:spcAft>
                          <a:spcPct val="25000"/>
                        </a:spcAft>
                        <a:buClr>
                          <a:schemeClr val="tx1"/>
                        </a:buClr>
                        <a:buSzPct val="80000"/>
                        <a:buFont typeface="Wingdings" panose="05000000000000000000" pitchFamily="2" charset="2"/>
                        <a:defRPr sz="2600" b="1">
                          <a:solidFill>
                            <a:srgbClr val="000000"/>
                          </a:solidFill>
                          <a:latin typeface="Arial" panose="020B0604020202090204" pitchFamily="34" charset="0"/>
                          <a:ea typeface="华文细黑" panose="02010600040101010101" pitchFamily="2" charset="-122"/>
                        </a:defRPr>
                      </a:lvl1pPr>
                      <a:lvl2pPr marL="386080" indent="71755">
                        <a:spcBef>
                          <a:spcPct val="10000"/>
                        </a:spcBef>
                        <a:spcAft>
                          <a:spcPct val="25000"/>
                        </a:spcAft>
                        <a:buClr>
                          <a:schemeClr val="tx1"/>
                        </a:buClr>
                        <a:buSzPct val="80000"/>
                        <a:buFont typeface="Wingdings" panose="05000000000000000000" pitchFamily="2" charset="2"/>
                        <a:defRPr sz="2000">
                          <a:solidFill>
                            <a:srgbClr val="000000"/>
                          </a:solidFill>
                          <a:latin typeface="Arial" panose="020B0604020202090204" pitchFamily="34" charset="0"/>
                          <a:ea typeface="华文细黑" panose="02010600040101010101" pitchFamily="2" charset="-122"/>
                        </a:defRPr>
                      </a:lvl2pPr>
                      <a:lvl3pPr marL="862330" indent="52705">
                        <a:spcBef>
                          <a:spcPct val="10000"/>
                        </a:spcBef>
                        <a:spcAft>
                          <a:spcPct val="25000"/>
                        </a:spcAft>
                        <a:buClr>
                          <a:schemeClr val="tx1"/>
                        </a:buClr>
                        <a:buFont typeface="Times New Roman" panose="02020503050405090304" pitchFamily="18" charset="0"/>
                        <a:defRPr sz="2000">
                          <a:solidFill>
                            <a:srgbClr val="000000"/>
                          </a:solidFill>
                          <a:latin typeface="Arial" panose="020B0604020202090204" pitchFamily="34" charset="0"/>
                          <a:ea typeface="华文细黑" panose="02010600040101010101" pitchFamily="2" charset="-122"/>
                        </a:defRPr>
                      </a:lvl3pPr>
                      <a:lvl4pPr marL="1281430" indent="90805">
                        <a:spcBef>
                          <a:spcPct val="10000"/>
                        </a:spcBef>
                        <a:spcAft>
                          <a:spcPct val="25000"/>
                        </a:spcAft>
                        <a:buClr>
                          <a:schemeClr val="tx1"/>
                        </a:buClr>
                        <a:buFont typeface="Arial" panose="020B0604020202090204" pitchFamily="34" charset="0"/>
                        <a:defRPr sz="1600">
                          <a:solidFill>
                            <a:srgbClr val="000000"/>
                          </a:solidFill>
                          <a:latin typeface="Arial" panose="020B0604020202090204" pitchFamily="34" charset="0"/>
                          <a:ea typeface="华文细黑" panose="02010600040101010101" pitchFamily="2" charset="-122"/>
                        </a:defRPr>
                      </a:lvl4pPr>
                      <a:lvl5pPr marL="1700530" indent="128905">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5pPr>
                      <a:lvl6pPr marL="21577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6pPr>
                      <a:lvl7pPr marL="26149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7pPr>
                      <a:lvl8pPr marL="30721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8pPr>
                      <a:lvl9pPr marL="35293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lang="en-US" altLang="zh-CN" sz="1400" b="0" kern="1200" dirty="0">
                          <a:solidFill>
                            <a:schemeClr val="accent2">
                              <a:lumMod val="75000"/>
                            </a:schemeClr>
                          </a:solidFill>
                          <a:latin typeface="微软雅黑" panose="020B0503020204020204" pitchFamily="34" charset="-122"/>
                          <a:ea typeface="微软雅黑" panose="020B0503020204020204" pitchFamily="34" charset="-122"/>
                          <a:cs typeface="+mn-cs"/>
                        </a:rPr>
                        <a:t>F0/2</a:t>
                      </a:r>
                      <a:endParaRPr lang="zh-CN" altLang="zh-CN" sz="1400" b="0" kern="1200" dirty="0">
                        <a:solidFill>
                          <a:schemeClr val="accent2">
                            <a:lumMod val="75000"/>
                          </a:schemeClr>
                        </a:solidFill>
                        <a:latin typeface="微软雅黑" panose="020B0503020204020204" pitchFamily="34" charset="-122"/>
                        <a:ea typeface="微软雅黑" panose="020B0503020204020204" pitchFamily="34" charset="-122"/>
                        <a:cs typeface="+mn-cs"/>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2"/>
                  </a:ext>
                </a:extLst>
              </a:tr>
              <a:tr h="276656">
                <a:tc>
                  <a:txBody>
                    <a:bodyPr/>
                    <a:lstStyle>
                      <a:lvl1pPr>
                        <a:spcBef>
                          <a:spcPct val="10000"/>
                        </a:spcBef>
                        <a:spcAft>
                          <a:spcPct val="25000"/>
                        </a:spcAft>
                        <a:buClr>
                          <a:schemeClr val="tx1"/>
                        </a:buClr>
                        <a:buSzPct val="80000"/>
                        <a:buFont typeface="Wingdings" panose="05000000000000000000" pitchFamily="2" charset="2"/>
                        <a:defRPr sz="2600" b="1">
                          <a:solidFill>
                            <a:srgbClr val="000000"/>
                          </a:solidFill>
                          <a:latin typeface="Arial" panose="020B0604020202090204" pitchFamily="34" charset="0"/>
                          <a:ea typeface="华文细黑" panose="02010600040101010101" pitchFamily="2" charset="-122"/>
                        </a:defRPr>
                      </a:lvl1pPr>
                      <a:lvl2pPr marL="386080" indent="71755">
                        <a:spcBef>
                          <a:spcPct val="10000"/>
                        </a:spcBef>
                        <a:spcAft>
                          <a:spcPct val="25000"/>
                        </a:spcAft>
                        <a:buClr>
                          <a:schemeClr val="tx1"/>
                        </a:buClr>
                        <a:buSzPct val="80000"/>
                        <a:buFont typeface="Wingdings" panose="05000000000000000000" pitchFamily="2" charset="2"/>
                        <a:defRPr sz="2000">
                          <a:solidFill>
                            <a:srgbClr val="000000"/>
                          </a:solidFill>
                          <a:latin typeface="Arial" panose="020B0604020202090204" pitchFamily="34" charset="0"/>
                          <a:ea typeface="华文细黑" panose="02010600040101010101" pitchFamily="2" charset="-122"/>
                        </a:defRPr>
                      </a:lvl2pPr>
                      <a:lvl3pPr marL="862330" indent="52705">
                        <a:spcBef>
                          <a:spcPct val="10000"/>
                        </a:spcBef>
                        <a:spcAft>
                          <a:spcPct val="25000"/>
                        </a:spcAft>
                        <a:buClr>
                          <a:schemeClr val="tx1"/>
                        </a:buClr>
                        <a:buFont typeface="Times New Roman" panose="02020503050405090304" pitchFamily="18" charset="0"/>
                        <a:defRPr sz="2000">
                          <a:solidFill>
                            <a:srgbClr val="000000"/>
                          </a:solidFill>
                          <a:latin typeface="Arial" panose="020B0604020202090204" pitchFamily="34" charset="0"/>
                          <a:ea typeface="华文细黑" panose="02010600040101010101" pitchFamily="2" charset="-122"/>
                        </a:defRPr>
                      </a:lvl3pPr>
                      <a:lvl4pPr marL="1281430" indent="90805">
                        <a:spcBef>
                          <a:spcPct val="10000"/>
                        </a:spcBef>
                        <a:spcAft>
                          <a:spcPct val="25000"/>
                        </a:spcAft>
                        <a:buClr>
                          <a:schemeClr val="tx1"/>
                        </a:buClr>
                        <a:buFont typeface="Arial" panose="020B0604020202090204" pitchFamily="34" charset="0"/>
                        <a:defRPr sz="1600">
                          <a:solidFill>
                            <a:srgbClr val="000000"/>
                          </a:solidFill>
                          <a:latin typeface="Arial" panose="020B0604020202090204" pitchFamily="34" charset="0"/>
                          <a:ea typeface="华文细黑" panose="02010600040101010101" pitchFamily="2" charset="-122"/>
                        </a:defRPr>
                      </a:lvl4pPr>
                      <a:lvl5pPr marL="1700530" indent="128905">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5pPr>
                      <a:lvl6pPr marL="21577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6pPr>
                      <a:lvl7pPr marL="26149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7pPr>
                      <a:lvl8pPr marL="30721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8pPr>
                      <a:lvl9pPr marL="35293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lang="zh-CN" altLang="zh-CN" sz="1400" b="0" kern="1200" dirty="0">
                          <a:solidFill>
                            <a:srgbClr val="0070C0"/>
                          </a:solidFill>
                          <a:latin typeface="微软雅黑" panose="020B0503020204020204" pitchFamily="34" charset="-122"/>
                          <a:ea typeface="微软雅黑" panose="020B0503020204020204" pitchFamily="34" charset="-122"/>
                          <a:cs typeface="+mn-cs"/>
                        </a:rPr>
                        <a:t>20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a:spcBef>
                          <a:spcPct val="10000"/>
                        </a:spcBef>
                        <a:spcAft>
                          <a:spcPct val="25000"/>
                        </a:spcAft>
                        <a:buClr>
                          <a:schemeClr val="tx1"/>
                        </a:buClr>
                        <a:buSzPct val="80000"/>
                        <a:buFont typeface="Wingdings" panose="05000000000000000000" pitchFamily="2" charset="2"/>
                        <a:defRPr sz="2600" b="1">
                          <a:solidFill>
                            <a:srgbClr val="000000"/>
                          </a:solidFill>
                          <a:latin typeface="Arial" panose="020B0604020202090204" pitchFamily="34" charset="0"/>
                          <a:ea typeface="华文细黑" panose="02010600040101010101" pitchFamily="2" charset="-122"/>
                        </a:defRPr>
                      </a:lvl1pPr>
                      <a:lvl2pPr marL="386080" indent="71755">
                        <a:spcBef>
                          <a:spcPct val="10000"/>
                        </a:spcBef>
                        <a:spcAft>
                          <a:spcPct val="25000"/>
                        </a:spcAft>
                        <a:buClr>
                          <a:schemeClr val="tx1"/>
                        </a:buClr>
                        <a:buSzPct val="80000"/>
                        <a:buFont typeface="Wingdings" panose="05000000000000000000" pitchFamily="2" charset="2"/>
                        <a:defRPr sz="2000">
                          <a:solidFill>
                            <a:srgbClr val="000000"/>
                          </a:solidFill>
                          <a:latin typeface="Arial" panose="020B0604020202090204" pitchFamily="34" charset="0"/>
                          <a:ea typeface="华文细黑" panose="02010600040101010101" pitchFamily="2" charset="-122"/>
                        </a:defRPr>
                      </a:lvl2pPr>
                      <a:lvl3pPr marL="862330" indent="52705">
                        <a:spcBef>
                          <a:spcPct val="10000"/>
                        </a:spcBef>
                        <a:spcAft>
                          <a:spcPct val="25000"/>
                        </a:spcAft>
                        <a:buClr>
                          <a:schemeClr val="tx1"/>
                        </a:buClr>
                        <a:buFont typeface="Times New Roman" panose="02020503050405090304" pitchFamily="18" charset="0"/>
                        <a:defRPr sz="2000">
                          <a:solidFill>
                            <a:srgbClr val="000000"/>
                          </a:solidFill>
                          <a:latin typeface="Arial" panose="020B0604020202090204" pitchFamily="34" charset="0"/>
                          <a:ea typeface="华文细黑" panose="02010600040101010101" pitchFamily="2" charset="-122"/>
                        </a:defRPr>
                      </a:lvl3pPr>
                      <a:lvl4pPr marL="1281430" indent="90805">
                        <a:spcBef>
                          <a:spcPct val="10000"/>
                        </a:spcBef>
                        <a:spcAft>
                          <a:spcPct val="25000"/>
                        </a:spcAft>
                        <a:buClr>
                          <a:schemeClr val="tx1"/>
                        </a:buClr>
                        <a:buFont typeface="Arial" panose="020B0604020202090204" pitchFamily="34" charset="0"/>
                        <a:defRPr sz="1600">
                          <a:solidFill>
                            <a:srgbClr val="000000"/>
                          </a:solidFill>
                          <a:latin typeface="Arial" panose="020B0604020202090204" pitchFamily="34" charset="0"/>
                          <a:ea typeface="华文细黑" panose="02010600040101010101" pitchFamily="2" charset="-122"/>
                        </a:defRPr>
                      </a:lvl4pPr>
                      <a:lvl5pPr marL="1700530" indent="128905">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5pPr>
                      <a:lvl6pPr marL="21577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6pPr>
                      <a:lvl7pPr marL="26149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7pPr>
                      <a:lvl8pPr marL="30721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8pPr>
                      <a:lvl9pPr marL="35293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lang="en-US" altLang="zh-CN" sz="1400" b="0" kern="1200" dirty="0">
                          <a:solidFill>
                            <a:srgbClr val="0070C0"/>
                          </a:solidFill>
                          <a:latin typeface="微软雅黑" panose="020B0503020204020204" pitchFamily="34" charset="-122"/>
                          <a:ea typeface="微软雅黑" panose="020B0503020204020204" pitchFamily="34" charset="-122"/>
                          <a:cs typeface="+mn-cs"/>
                        </a:rPr>
                        <a:t>F0/3</a:t>
                      </a:r>
                      <a:endParaRPr lang="zh-CN" altLang="zh-CN" sz="1400" b="0" kern="1200" dirty="0">
                        <a:solidFill>
                          <a:srgbClr val="0070C0"/>
                        </a:solidFill>
                        <a:latin typeface="微软雅黑" panose="020B0503020204020204" pitchFamily="34" charset="-122"/>
                        <a:ea typeface="微软雅黑" panose="020B0503020204020204" pitchFamily="34" charset="-122"/>
                        <a:cs typeface="+mn-cs"/>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3"/>
                  </a:ext>
                </a:extLst>
              </a:tr>
            </a:tbl>
          </a:graphicData>
        </a:graphic>
      </p:graphicFrame>
      <p:sp>
        <p:nvSpPr>
          <p:cNvPr id="93" name="日期占位符 36"/>
          <p:cNvSpPr>
            <a:spLocks noGrp="1"/>
          </p:cNvSpPr>
          <p:nvPr>
            <p:ph type="dt" sz="half" idx="10"/>
          </p:nvPr>
        </p:nvSpPr>
        <p:spPr>
          <a:xfrm>
            <a:off x="197335" y="6489303"/>
            <a:ext cx="2743200" cy="365125"/>
          </a:xfrm>
        </p:spPr>
        <p:txBody>
          <a:bodyPr/>
          <a:lstStyle/>
          <a:p>
            <a:r>
              <a:rPr lang="en-US" altLang="zh-CN" dirty="0">
                <a:latin typeface="微软雅黑" panose="020B0503020204020204" pitchFamily="34" charset="-122"/>
                <a:ea typeface="微软雅黑" panose="020B0503020204020204" pitchFamily="34" charset="-122"/>
              </a:rPr>
              <a:t>4.4 </a:t>
            </a:r>
            <a:r>
              <a:rPr lang="zh-CN" altLang="en-US" dirty="0">
                <a:latin typeface="微软雅黑" panose="020B0503020204020204" pitchFamily="34" charset="-122"/>
                <a:ea typeface="微软雅黑" panose="020B0503020204020204" pitchFamily="34" charset="-122"/>
              </a:rPr>
              <a:t>数据链路层交换</a:t>
            </a:r>
          </a:p>
        </p:txBody>
      </p:sp>
      <p:sp>
        <p:nvSpPr>
          <p:cNvPr id="94" name="灯片编号占位符 38"/>
          <p:cNvSpPr>
            <a:spLocks noGrp="1"/>
          </p:cNvSpPr>
          <p:nvPr>
            <p:ph type="sldNum" sz="quarter" idx="12"/>
          </p:nvPr>
        </p:nvSpPr>
        <p:spPr>
          <a:xfrm>
            <a:off x="8686810" y="6489303"/>
            <a:ext cx="3319670" cy="365125"/>
          </a:xfrm>
        </p:spPr>
        <p:txBody>
          <a:bodyPr/>
          <a:lstStyle/>
          <a:p>
            <a:fld id="{8D4D1E41-7A09-AB4A-A4E1-09765ADA2698}" type="slidenum">
              <a:rPr kumimoji="1" lang="zh-CN" altLang="en-US" smtClean="0"/>
              <a:t>114</a:t>
            </a:fld>
            <a:endParaRPr kumimoji="1" lang="zh-CN" altLang="en-US" dirty="0"/>
          </a:p>
        </p:txBody>
      </p:sp>
      <p:sp>
        <p:nvSpPr>
          <p:cNvPr id="95" name="Line 41"/>
          <p:cNvSpPr>
            <a:spLocks noChangeShapeType="1"/>
          </p:cNvSpPr>
          <p:nvPr/>
        </p:nvSpPr>
        <p:spPr bwMode="auto">
          <a:xfrm flipH="1" flipV="1">
            <a:off x="6917337" y="5177177"/>
            <a:ext cx="0" cy="552450"/>
          </a:xfrm>
          <a:prstGeom prst="line">
            <a:avLst/>
          </a:prstGeom>
          <a:noFill/>
          <a:ln w="9525" cmpd="sng">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96" name="Line 42"/>
          <p:cNvSpPr>
            <a:spLocks noChangeShapeType="1"/>
          </p:cNvSpPr>
          <p:nvPr/>
        </p:nvSpPr>
        <p:spPr bwMode="auto">
          <a:xfrm flipH="1">
            <a:off x="4400877" y="3676150"/>
            <a:ext cx="0" cy="987425"/>
          </a:xfrm>
          <a:prstGeom prst="line">
            <a:avLst/>
          </a:prstGeom>
          <a:noFill/>
          <a:ln w="9525" cmpd="sng">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108" name="Text Box 71"/>
          <p:cNvSpPr txBox="1">
            <a:spLocks noChangeArrowheads="1"/>
          </p:cNvSpPr>
          <p:nvPr/>
        </p:nvSpPr>
        <p:spPr bwMode="auto">
          <a:xfrm>
            <a:off x="6282991" y="5739319"/>
            <a:ext cx="113685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600" dirty="0">
                <a:solidFill>
                  <a:srgbClr val="333399"/>
                </a:solidFill>
                <a:latin typeface="微软雅黑" panose="020B0503020204020204" pitchFamily="34" charset="-122"/>
                <a:ea typeface="微软雅黑" panose="020B0503020204020204" pitchFamily="34" charset="-122"/>
              </a:rPr>
              <a:t>Trunk</a:t>
            </a:r>
            <a:r>
              <a:rPr lang="zh-CN" altLang="en-US" sz="1600" dirty="0">
                <a:solidFill>
                  <a:srgbClr val="333399"/>
                </a:solidFill>
                <a:latin typeface="微软雅黑" panose="020B0503020204020204" pitchFamily="34" charset="-122"/>
                <a:ea typeface="微软雅黑" panose="020B0503020204020204" pitchFamily="34" charset="-122"/>
              </a:rPr>
              <a:t>端口</a:t>
            </a:r>
          </a:p>
          <a:p>
            <a:pPr algn="ctr"/>
            <a:r>
              <a:rPr lang="zh-CN" altLang="en-US" sz="1600" dirty="0">
                <a:solidFill>
                  <a:srgbClr val="333399"/>
                </a:solidFill>
                <a:latin typeface="微软雅黑" panose="020B0503020204020204" pitchFamily="34" charset="-122"/>
                <a:ea typeface="微软雅黑" panose="020B0503020204020204" pitchFamily="34" charset="-122"/>
              </a:rPr>
              <a:t>PVID:</a:t>
            </a:r>
            <a:r>
              <a:rPr lang="en-US" altLang="zh-CN" sz="1600" dirty="0">
                <a:solidFill>
                  <a:srgbClr val="333399"/>
                </a:solidFill>
                <a:latin typeface="微软雅黑" panose="020B0503020204020204" pitchFamily="34" charset="-122"/>
                <a:ea typeface="微软雅黑" panose="020B0503020204020204" pitchFamily="34" charset="-122"/>
              </a:rPr>
              <a:t>1</a:t>
            </a:r>
            <a:endParaRPr lang="zh-CN" altLang="en-US" sz="1600" dirty="0">
              <a:solidFill>
                <a:srgbClr val="333399"/>
              </a:solidFill>
              <a:latin typeface="微软雅黑" panose="020B0503020204020204" pitchFamily="34" charset="-122"/>
              <a:ea typeface="微软雅黑" panose="020B0503020204020204" pitchFamily="34" charset="-122"/>
            </a:endParaRPr>
          </a:p>
        </p:txBody>
      </p:sp>
      <p:sp>
        <p:nvSpPr>
          <p:cNvPr id="109" name="Line 72"/>
          <p:cNvSpPr>
            <a:spLocks noChangeShapeType="1"/>
          </p:cNvSpPr>
          <p:nvPr/>
        </p:nvSpPr>
        <p:spPr bwMode="auto">
          <a:xfrm flipH="1">
            <a:off x="7713990" y="3749175"/>
            <a:ext cx="0" cy="1130300"/>
          </a:xfrm>
          <a:prstGeom prst="line">
            <a:avLst/>
          </a:prstGeom>
          <a:noFill/>
          <a:ln w="9525" cmpd="sng">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110" name="Line 73"/>
          <p:cNvSpPr>
            <a:spLocks noChangeShapeType="1"/>
          </p:cNvSpPr>
          <p:nvPr/>
        </p:nvSpPr>
        <p:spPr bwMode="auto">
          <a:xfrm flipH="1" flipV="1">
            <a:off x="4435718" y="5305593"/>
            <a:ext cx="0" cy="914400"/>
          </a:xfrm>
          <a:prstGeom prst="line">
            <a:avLst/>
          </a:prstGeom>
          <a:noFill/>
          <a:ln w="9525" cmpd="sng">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111" name="Line 74"/>
          <p:cNvSpPr>
            <a:spLocks noChangeShapeType="1"/>
          </p:cNvSpPr>
          <p:nvPr/>
        </p:nvSpPr>
        <p:spPr bwMode="auto">
          <a:xfrm flipH="1" flipV="1">
            <a:off x="7713990" y="5311275"/>
            <a:ext cx="0" cy="888999"/>
          </a:xfrm>
          <a:prstGeom prst="line">
            <a:avLst/>
          </a:prstGeom>
          <a:noFill/>
          <a:ln w="9525" cmpd="sng">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112" name="Text Box 75"/>
          <p:cNvSpPr txBox="1">
            <a:spLocks noChangeArrowheads="1"/>
          </p:cNvSpPr>
          <p:nvPr/>
        </p:nvSpPr>
        <p:spPr bwMode="auto">
          <a:xfrm>
            <a:off x="3829087" y="6141863"/>
            <a:ext cx="1244600"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600" dirty="0">
                <a:solidFill>
                  <a:srgbClr val="333399"/>
                </a:solidFill>
                <a:latin typeface="微软雅黑" panose="020B0503020204020204" pitchFamily="34" charset="-122"/>
                <a:ea typeface="微软雅黑" panose="020B0503020204020204" pitchFamily="34" charset="-122"/>
              </a:rPr>
              <a:t>Access</a:t>
            </a:r>
            <a:r>
              <a:rPr lang="zh-CN" altLang="en-US" sz="1600" dirty="0">
                <a:solidFill>
                  <a:srgbClr val="333399"/>
                </a:solidFill>
                <a:latin typeface="微软雅黑" panose="020B0503020204020204" pitchFamily="34" charset="-122"/>
                <a:ea typeface="微软雅黑" panose="020B0503020204020204" pitchFamily="34" charset="-122"/>
              </a:rPr>
              <a:t>端口</a:t>
            </a:r>
          </a:p>
          <a:p>
            <a:pPr algn="ctr"/>
            <a:r>
              <a:rPr lang="zh-CN" altLang="en-US" sz="1600" dirty="0">
                <a:solidFill>
                  <a:srgbClr val="333399"/>
                </a:solidFill>
                <a:latin typeface="微软雅黑" panose="020B0503020204020204" pitchFamily="34" charset="-122"/>
                <a:ea typeface="微软雅黑" panose="020B0503020204020204" pitchFamily="34" charset="-122"/>
              </a:rPr>
              <a:t>PVID:20</a:t>
            </a:r>
          </a:p>
        </p:txBody>
      </p:sp>
      <p:sp>
        <p:nvSpPr>
          <p:cNvPr id="113" name="Text Box 76"/>
          <p:cNvSpPr txBox="1">
            <a:spLocks noChangeArrowheads="1"/>
          </p:cNvSpPr>
          <p:nvPr/>
        </p:nvSpPr>
        <p:spPr bwMode="auto">
          <a:xfrm>
            <a:off x="3756352" y="3150687"/>
            <a:ext cx="1244600"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600" dirty="0">
                <a:solidFill>
                  <a:srgbClr val="333399"/>
                </a:solidFill>
                <a:latin typeface="微软雅黑" panose="020B0503020204020204" pitchFamily="34" charset="-122"/>
                <a:ea typeface="微软雅黑" panose="020B0503020204020204" pitchFamily="34" charset="-122"/>
              </a:rPr>
              <a:t>Access</a:t>
            </a:r>
            <a:r>
              <a:rPr lang="zh-CN" altLang="en-US" sz="1600" dirty="0">
                <a:solidFill>
                  <a:srgbClr val="333399"/>
                </a:solidFill>
                <a:latin typeface="微软雅黑" panose="020B0503020204020204" pitchFamily="34" charset="-122"/>
                <a:ea typeface="微软雅黑" panose="020B0503020204020204" pitchFamily="34" charset="-122"/>
              </a:rPr>
              <a:t>端口</a:t>
            </a:r>
          </a:p>
          <a:p>
            <a:pPr algn="ctr"/>
            <a:r>
              <a:rPr lang="zh-CN" altLang="en-US" sz="1600" dirty="0">
                <a:solidFill>
                  <a:srgbClr val="333399"/>
                </a:solidFill>
                <a:latin typeface="微软雅黑" panose="020B0503020204020204" pitchFamily="34" charset="-122"/>
                <a:ea typeface="微软雅黑" panose="020B0503020204020204" pitchFamily="34" charset="-122"/>
              </a:rPr>
              <a:t>PVID:10</a:t>
            </a:r>
          </a:p>
        </p:txBody>
      </p:sp>
      <p:sp>
        <p:nvSpPr>
          <p:cNvPr id="114" name="Text Box 77"/>
          <p:cNvSpPr txBox="1">
            <a:spLocks noChangeArrowheads="1"/>
          </p:cNvSpPr>
          <p:nvPr/>
        </p:nvSpPr>
        <p:spPr bwMode="auto">
          <a:xfrm>
            <a:off x="7122813" y="3109767"/>
            <a:ext cx="1244600"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600" dirty="0">
                <a:solidFill>
                  <a:srgbClr val="333399"/>
                </a:solidFill>
                <a:latin typeface="微软雅黑" panose="020B0503020204020204" pitchFamily="34" charset="-122"/>
                <a:ea typeface="微软雅黑" panose="020B0503020204020204" pitchFamily="34" charset="-122"/>
              </a:rPr>
              <a:t>Access</a:t>
            </a:r>
            <a:r>
              <a:rPr lang="zh-CN" altLang="en-US" sz="1600" dirty="0">
                <a:solidFill>
                  <a:srgbClr val="333399"/>
                </a:solidFill>
                <a:latin typeface="微软雅黑" panose="020B0503020204020204" pitchFamily="34" charset="-122"/>
                <a:ea typeface="微软雅黑" panose="020B0503020204020204" pitchFamily="34" charset="-122"/>
              </a:rPr>
              <a:t>端口</a:t>
            </a:r>
          </a:p>
          <a:p>
            <a:pPr algn="ctr"/>
            <a:r>
              <a:rPr lang="zh-CN" altLang="en-US" sz="1600" dirty="0">
                <a:solidFill>
                  <a:srgbClr val="333399"/>
                </a:solidFill>
                <a:latin typeface="微软雅黑" panose="020B0503020204020204" pitchFamily="34" charset="-122"/>
                <a:ea typeface="微软雅黑" panose="020B0503020204020204" pitchFamily="34" charset="-122"/>
              </a:rPr>
              <a:t>PVID:10</a:t>
            </a:r>
          </a:p>
        </p:txBody>
      </p:sp>
      <p:sp>
        <p:nvSpPr>
          <p:cNvPr id="115" name="Text Box 78"/>
          <p:cNvSpPr txBox="1">
            <a:spLocks noChangeArrowheads="1"/>
          </p:cNvSpPr>
          <p:nvPr/>
        </p:nvSpPr>
        <p:spPr bwMode="auto">
          <a:xfrm>
            <a:off x="7220901" y="6143299"/>
            <a:ext cx="1244600"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600" dirty="0">
                <a:solidFill>
                  <a:srgbClr val="333399"/>
                </a:solidFill>
                <a:latin typeface="微软雅黑" panose="020B0503020204020204" pitchFamily="34" charset="-122"/>
                <a:ea typeface="微软雅黑" panose="020B0503020204020204" pitchFamily="34" charset="-122"/>
              </a:rPr>
              <a:t>Access</a:t>
            </a:r>
            <a:r>
              <a:rPr lang="zh-CN" altLang="en-US" sz="1600" dirty="0">
                <a:solidFill>
                  <a:srgbClr val="333399"/>
                </a:solidFill>
                <a:latin typeface="微软雅黑" panose="020B0503020204020204" pitchFamily="34" charset="-122"/>
                <a:ea typeface="微软雅黑" panose="020B0503020204020204" pitchFamily="34" charset="-122"/>
              </a:rPr>
              <a:t>端口</a:t>
            </a:r>
          </a:p>
          <a:p>
            <a:pPr algn="ctr"/>
            <a:r>
              <a:rPr lang="zh-CN" altLang="en-US" sz="1600" dirty="0">
                <a:solidFill>
                  <a:srgbClr val="333399"/>
                </a:solidFill>
                <a:latin typeface="微软雅黑" panose="020B0503020204020204" pitchFamily="34" charset="-122"/>
                <a:ea typeface="微软雅黑" panose="020B0503020204020204" pitchFamily="34" charset="-122"/>
              </a:rPr>
              <a:t>PVID:20</a:t>
            </a:r>
          </a:p>
        </p:txBody>
      </p:sp>
      <p:sp>
        <p:nvSpPr>
          <p:cNvPr id="116" name="Text Box 39"/>
          <p:cNvSpPr txBox="1">
            <a:spLocks noChangeArrowheads="1"/>
          </p:cNvSpPr>
          <p:nvPr/>
        </p:nvSpPr>
        <p:spPr bwMode="auto">
          <a:xfrm>
            <a:off x="4791004" y="3670826"/>
            <a:ext cx="113685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600" dirty="0">
                <a:solidFill>
                  <a:srgbClr val="333399"/>
                </a:solidFill>
                <a:latin typeface="微软雅黑" panose="020B0503020204020204" pitchFamily="34" charset="-122"/>
                <a:ea typeface="微软雅黑" panose="020B0503020204020204" pitchFamily="34" charset="-122"/>
              </a:rPr>
              <a:t>Trunk</a:t>
            </a:r>
            <a:r>
              <a:rPr lang="zh-CN" altLang="en-US" sz="1600" dirty="0">
                <a:solidFill>
                  <a:srgbClr val="333399"/>
                </a:solidFill>
                <a:latin typeface="微软雅黑" panose="020B0503020204020204" pitchFamily="34" charset="-122"/>
                <a:ea typeface="微软雅黑" panose="020B0503020204020204" pitchFamily="34" charset="-122"/>
              </a:rPr>
              <a:t>端口</a:t>
            </a:r>
          </a:p>
          <a:p>
            <a:pPr algn="ctr"/>
            <a:r>
              <a:rPr lang="zh-CN" altLang="en-US" sz="1600" dirty="0">
                <a:solidFill>
                  <a:srgbClr val="333399"/>
                </a:solidFill>
                <a:latin typeface="微软雅黑" panose="020B0503020204020204" pitchFamily="34" charset="-122"/>
                <a:ea typeface="微软雅黑" panose="020B0503020204020204" pitchFamily="34" charset="-122"/>
              </a:rPr>
              <a:t>PVID:</a:t>
            </a:r>
            <a:r>
              <a:rPr lang="en-US" altLang="zh-CN" sz="1600" dirty="0">
                <a:solidFill>
                  <a:srgbClr val="333399"/>
                </a:solidFill>
                <a:latin typeface="微软雅黑" panose="020B0503020204020204" pitchFamily="34" charset="-122"/>
                <a:ea typeface="微软雅黑" panose="020B0503020204020204" pitchFamily="34" charset="-122"/>
              </a:rPr>
              <a:t>1</a:t>
            </a:r>
            <a:endParaRPr lang="zh-CN" altLang="en-US" sz="1600" dirty="0">
              <a:solidFill>
                <a:srgbClr val="333399"/>
              </a:solidFill>
              <a:latin typeface="微软雅黑" panose="020B0503020204020204" pitchFamily="34" charset="-122"/>
              <a:ea typeface="微软雅黑" panose="020B0503020204020204" pitchFamily="34" charset="-122"/>
            </a:endParaRPr>
          </a:p>
        </p:txBody>
      </p:sp>
      <p:sp>
        <p:nvSpPr>
          <p:cNvPr id="117" name="Line 40"/>
          <p:cNvSpPr>
            <a:spLocks noChangeShapeType="1"/>
          </p:cNvSpPr>
          <p:nvPr/>
        </p:nvSpPr>
        <p:spPr bwMode="auto">
          <a:xfrm>
            <a:off x="5236398" y="4205513"/>
            <a:ext cx="0" cy="598487"/>
          </a:xfrm>
          <a:prstGeom prst="line">
            <a:avLst/>
          </a:prstGeom>
          <a:noFill/>
          <a:ln w="9525" cmpd="sng">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graphicFrame>
        <p:nvGraphicFramePr>
          <p:cNvPr id="118" name="Group 42"/>
          <p:cNvGraphicFramePr>
            <a:graphicFrameLocks noGrp="1"/>
          </p:cNvGraphicFramePr>
          <p:nvPr/>
        </p:nvGraphicFramePr>
        <p:xfrm>
          <a:off x="10039243" y="4128433"/>
          <a:ext cx="1953080" cy="1219200"/>
        </p:xfrm>
        <a:graphic>
          <a:graphicData uri="http://schemas.openxmlformats.org/drawingml/2006/table">
            <a:tbl>
              <a:tblPr/>
              <a:tblGrid>
                <a:gridCol w="928090">
                  <a:extLst>
                    <a:ext uri="{9D8B030D-6E8A-4147-A177-3AD203B41FA5}">
                      <a16:colId xmlns:a16="http://schemas.microsoft.com/office/drawing/2014/main" val="20000"/>
                    </a:ext>
                  </a:extLst>
                </a:gridCol>
                <a:gridCol w="1024990">
                  <a:extLst>
                    <a:ext uri="{9D8B030D-6E8A-4147-A177-3AD203B41FA5}">
                      <a16:colId xmlns:a16="http://schemas.microsoft.com/office/drawing/2014/main" val="20001"/>
                    </a:ext>
                  </a:extLst>
                </a:gridCol>
              </a:tblGrid>
              <a:tr h="276656">
                <a:tc gridSpan="2">
                  <a:txBody>
                    <a:bodyPr/>
                    <a:lstStyle>
                      <a:lvl1pPr>
                        <a:spcBef>
                          <a:spcPct val="10000"/>
                        </a:spcBef>
                        <a:spcAft>
                          <a:spcPct val="25000"/>
                        </a:spcAft>
                        <a:buClr>
                          <a:schemeClr val="tx1"/>
                        </a:buClr>
                        <a:buSzPct val="80000"/>
                        <a:buFont typeface="Wingdings" panose="05000000000000000000" pitchFamily="2" charset="2"/>
                        <a:defRPr sz="2600" b="1">
                          <a:solidFill>
                            <a:srgbClr val="000000"/>
                          </a:solidFill>
                          <a:latin typeface="Arial" panose="020B0604020202090204" pitchFamily="34" charset="0"/>
                          <a:ea typeface="华文细黑" panose="02010600040101010101" pitchFamily="2" charset="-122"/>
                        </a:defRPr>
                      </a:lvl1pPr>
                      <a:lvl2pPr marL="386080" indent="71755">
                        <a:spcBef>
                          <a:spcPct val="10000"/>
                        </a:spcBef>
                        <a:spcAft>
                          <a:spcPct val="25000"/>
                        </a:spcAft>
                        <a:buClr>
                          <a:schemeClr val="tx1"/>
                        </a:buClr>
                        <a:buSzPct val="80000"/>
                        <a:buFont typeface="Wingdings" panose="05000000000000000000" pitchFamily="2" charset="2"/>
                        <a:defRPr sz="2000">
                          <a:solidFill>
                            <a:srgbClr val="000000"/>
                          </a:solidFill>
                          <a:latin typeface="Arial" panose="020B0604020202090204" pitchFamily="34" charset="0"/>
                          <a:ea typeface="华文细黑" panose="02010600040101010101" pitchFamily="2" charset="-122"/>
                        </a:defRPr>
                      </a:lvl2pPr>
                      <a:lvl3pPr marL="862330" indent="52705">
                        <a:spcBef>
                          <a:spcPct val="10000"/>
                        </a:spcBef>
                        <a:spcAft>
                          <a:spcPct val="25000"/>
                        </a:spcAft>
                        <a:buClr>
                          <a:schemeClr val="tx1"/>
                        </a:buClr>
                        <a:buFont typeface="Times New Roman" panose="02020503050405090304" pitchFamily="18" charset="0"/>
                        <a:defRPr sz="2000">
                          <a:solidFill>
                            <a:srgbClr val="000000"/>
                          </a:solidFill>
                          <a:latin typeface="Arial" panose="020B0604020202090204" pitchFamily="34" charset="0"/>
                          <a:ea typeface="华文细黑" panose="02010600040101010101" pitchFamily="2" charset="-122"/>
                        </a:defRPr>
                      </a:lvl3pPr>
                      <a:lvl4pPr marL="1281430" indent="90805">
                        <a:spcBef>
                          <a:spcPct val="10000"/>
                        </a:spcBef>
                        <a:spcAft>
                          <a:spcPct val="25000"/>
                        </a:spcAft>
                        <a:buClr>
                          <a:schemeClr val="tx1"/>
                        </a:buClr>
                        <a:buFont typeface="Arial" panose="020B0604020202090204" pitchFamily="34" charset="0"/>
                        <a:defRPr sz="1600">
                          <a:solidFill>
                            <a:srgbClr val="000000"/>
                          </a:solidFill>
                          <a:latin typeface="Arial" panose="020B0604020202090204" pitchFamily="34" charset="0"/>
                          <a:ea typeface="华文细黑" panose="02010600040101010101" pitchFamily="2" charset="-122"/>
                        </a:defRPr>
                      </a:lvl4pPr>
                      <a:lvl5pPr marL="1700530" indent="128905">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5pPr>
                      <a:lvl6pPr marL="21577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6pPr>
                      <a:lvl7pPr marL="26149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7pPr>
                      <a:lvl8pPr marL="30721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8pPr>
                      <a:lvl9pPr marL="35293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lang="en-US" altLang="zh-CN" sz="1400" b="0" kern="1200" dirty="0">
                          <a:solidFill>
                            <a:schemeClr val="tx1"/>
                          </a:solidFill>
                          <a:latin typeface="微软雅黑" panose="020B0503020204020204" pitchFamily="34" charset="-122"/>
                          <a:ea typeface="微软雅黑" panose="020B0503020204020204" pitchFamily="34" charset="-122"/>
                          <a:cs typeface="+mn-cs"/>
                        </a:rPr>
                        <a:t>S2</a:t>
                      </a:r>
                      <a:r>
                        <a:rPr lang="zh-CN" altLang="en-US" sz="1400" b="0" kern="1200" dirty="0">
                          <a:solidFill>
                            <a:schemeClr val="tx1"/>
                          </a:solidFill>
                          <a:latin typeface="微软雅黑" panose="020B0503020204020204" pitchFamily="34" charset="-122"/>
                          <a:ea typeface="微软雅黑" panose="020B0503020204020204" pitchFamily="34" charset="-122"/>
                          <a:cs typeface="+mn-cs"/>
                        </a:rPr>
                        <a:t> </a:t>
                      </a:r>
                      <a:r>
                        <a:rPr lang="zh-CN" altLang="zh-CN" sz="1400" b="0" kern="1200" dirty="0">
                          <a:solidFill>
                            <a:schemeClr val="tx1"/>
                          </a:solidFill>
                          <a:latin typeface="微软雅黑" panose="020B0503020204020204" pitchFamily="34" charset="-122"/>
                          <a:ea typeface="微软雅黑" panose="020B0503020204020204" pitchFamily="34" charset="-122"/>
                          <a:cs typeface="+mn-cs"/>
                        </a:rPr>
                        <a:t>VLAN Table</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extLst>
                  <a:ext uri="{0D108BD9-81ED-4DB2-BD59-A6C34878D82A}">
                    <a16:rowId xmlns:a16="http://schemas.microsoft.com/office/drawing/2014/main" val="10000"/>
                  </a:ext>
                </a:extLst>
              </a:tr>
              <a:tr h="276656">
                <a:tc>
                  <a:txBody>
                    <a:bodyPr/>
                    <a:lstStyle>
                      <a:lvl1pPr>
                        <a:spcBef>
                          <a:spcPct val="10000"/>
                        </a:spcBef>
                        <a:spcAft>
                          <a:spcPct val="25000"/>
                        </a:spcAft>
                        <a:buClr>
                          <a:schemeClr val="tx1"/>
                        </a:buClr>
                        <a:buSzPct val="80000"/>
                        <a:buFont typeface="Wingdings" panose="05000000000000000000" pitchFamily="2" charset="2"/>
                        <a:defRPr sz="2600" b="1">
                          <a:solidFill>
                            <a:srgbClr val="000000"/>
                          </a:solidFill>
                          <a:latin typeface="Arial" panose="020B0604020202090204" pitchFamily="34" charset="0"/>
                          <a:ea typeface="华文细黑" panose="02010600040101010101" pitchFamily="2" charset="-122"/>
                        </a:defRPr>
                      </a:lvl1pPr>
                      <a:lvl2pPr marL="386080" indent="71755">
                        <a:spcBef>
                          <a:spcPct val="10000"/>
                        </a:spcBef>
                        <a:spcAft>
                          <a:spcPct val="25000"/>
                        </a:spcAft>
                        <a:buClr>
                          <a:schemeClr val="tx1"/>
                        </a:buClr>
                        <a:buSzPct val="80000"/>
                        <a:buFont typeface="Wingdings" panose="05000000000000000000" pitchFamily="2" charset="2"/>
                        <a:defRPr sz="2000">
                          <a:solidFill>
                            <a:srgbClr val="000000"/>
                          </a:solidFill>
                          <a:latin typeface="Arial" panose="020B0604020202090204" pitchFamily="34" charset="0"/>
                          <a:ea typeface="华文细黑" panose="02010600040101010101" pitchFamily="2" charset="-122"/>
                        </a:defRPr>
                      </a:lvl2pPr>
                      <a:lvl3pPr marL="862330" indent="52705">
                        <a:spcBef>
                          <a:spcPct val="10000"/>
                        </a:spcBef>
                        <a:spcAft>
                          <a:spcPct val="25000"/>
                        </a:spcAft>
                        <a:buClr>
                          <a:schemeClr val="tx1"/>
                        </a:buClr>
                        <a:buFont typeface="Times New Roman" panose="02020503050405090304" pitchFamily="18" charset="0"/>
                        <a:defRPr sz="2000">
                          <a:solidFill>
                            <a:srgbClr val="000000"/>
                          </a:solidFill>
                          <a:latin typeface="Arial" panose="020B0604020202090204" pitchFamily="34" charset="0"/>
                          <a:ea typeface="华文细黑" panose="02010600040101010101" pitchFamily="2" charset="-122"/>
                        </a:defRPr>
                      </a:lvl3pPr>
                      <a:lvl4pPr marL="1281430" indent="90805">
                        <a:spcBef>
                          <a:spcPct val="10000"/>
                        </a:spcBef>
                        <a:spcAft>
                          <a:spcPct val="25000"/>
                        </a:spcAft>
                        <a:buClr>
                          <a:schemeClr val="tx1"/>
                        </a:buClr>
                        <a:buFont typeface="Arial" panose="020B0604020202090204" pitchFamily="34" charset="0"/>
                        <a:defRPr sz="1600">
                          <a:solidFill>
                            <a:srgbClr val="000000"/>
                          </a:solidFill>
                          <a:latin typeface="Arial" panose="020B0604020202090204" pitchFamily="34" charset="0"/>
                          <a:ea typeface="华文细黑" panose="02010600040101010101" pitchFamily="2" charset="-122"/>
                        </a:defRPr>
                      </a:lvl4pPr>
                      <a:lvl5pPr marL="1700530" indent="128905">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5pPr>
                      <a:lvl6pPr marL="21577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6pPr>
                      <a:lvl7pPr marL="26149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7pPr>
                      <a:lvl8pPr marL="30721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8pPr>
                      <a:lvl9pPr marL="35293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lang="zh-CN" altLang="zh-CN" sz="1400" b="0" kern="1200" dirty="0">
                          <a:solidFill>
                            <a:schemeClr val="tx1"/>
                          </a:solidFill>
                          <a:latin typeface="微软雅黑" panose="020B0503020204020204" pitchFamily="34" charset="-122"/>
                          <a:ea typeface="微软雅黑" panose="020B0503020204020204" pitchFamily="34" charset="-122"/>
                          <a:cs typeface="+mn-cs"/>
                        </a:rPr>
                        <a:t>VLAN ID</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spcAft>
                          <a:spcPct val="25000"/>
                        </a:spcAft>
                        <a:buClr>
                          <a:schemeClr val="tx1"/>
                        </a:buClr>
                        <a:buSzPct val="80000"/>
                        <a:buFont typeface="Wingdings" panose="05000000000000000000" pitchFamily="2" charset="2"/>
                        <a:defRPr sz="2600" b="1">
                          <a:solidFill>
                            <a:srgbClr val="000000"/>
                          </a:solidFill>
                          <a:latin typeface="Arial" panose="020B0604020202090204" pitchFamily="34" charset="0"/>
                          <a:ea typeface="华文细黑" panose="02010600040101010101" pitchFamily="2" charset="-122"/>
                        </a:defRPr>
                      </a:lvl1pPr>
                      <a:lvl2pPr marL="386080" indent="71755">
                        <a:spcBef>
                          <a:spcPct val="10000"/>
                        </a:spcBef>
                        <a:spcAft>
                          <a:spcPct val="25000"/>
                        </a:spcAft>
                        <a:buClr>
                          <a:schemeClr val="tx1"/>
                        </a:buClr>
                        <a:buSzPct val="80000"/>
                        <a:buFont typeface="Wingdings" panose="05000000000000000000" pitchFamily="2" charset="2"/>
                        <a:defRPr sz="2000">
                          <a:solidFill>
                            <a:srgbClr val="000000"/>
                          </a:solidFill>
                          <a:latin typeface="Arial" panose="020B0604020202090204" pitchFamily="34" charset="0"/>
                          <a:ea typeface="华文细黑" panose="02010600040101010101" pitchFamily="2" charset="-122"/>
                        </a:defRPr>
                      </a:lvl2pPr>
                      <a:lvl3pPr marL="862330" indent="52705">
                        <a:spcBef>
                          <a:spcPct val="10000"/>
                        </a:spcBef>
                        <a:spcAft>
                          <a:spcPct val="25000"/>
                        </a:spcAft>
                        <a:buClr>
                          <a:schemeClr val="tx1"/>
                        </a:buClr>
                        <a:buFont typeface="Times New Roman" panose="02020503050405090304" pitchFamily="18" charset="0"/>
                        <a:defRPr sz="2000">
                          <a:solidFill>
                            <a:srgbClr val="000000"/>
                          </a:solidFill>
                          <a:latin typeface="Arial" panose="020B0604020202090204" pitchFamily="34" charset="0"/>
                          <a:ea typeface="华文细黑" panose="02010600040101010101" pitchFamily="2" charset="-122"/>
                        </a:defRPr>
                      </a:lvl3pPr>
                      <a:lvl4pPr marL="1281430" indent="90805">
                        <a:spcBef>
                          <a:spcPct val="10000"/>
                        </a:spcBef>
                        <a:spcAft>
                          <a:spcPct val="25000"/>
                        </a:spcAft>
                        <a:buClr>
                          <a:schemeClr val="tx1"/>
                        </a:buClr>
                        <a:buFont typeface="Arial" panose="020B0604020202090204" pitchFamily="34" charset="0"/>
                        <a:defRPr sz="1600">
                          <a:solidFill>
                            <a:srgbClr val="000000"/>
                          </a:solidFill>
                          <a:latin typeface="Arial" panose="020B0604020202090204" pitchFamily="34" charset="0"/>
                          <a:ea typeface="华文细黑" panose="02010600040101010101" pitchFamily="2" charset="-122"/>
                        </a:defRPr>
                      </a:lvl4pPr>
                      <a:lvl5pPr marL="1700530" indent="128905">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5pPr>
                      <a:lvl6pPr marL="21577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6pPr>
                      <a:lvl7pPr marL="26149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7pPr>
                      <a:lvl8pPr marL="30721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8pPr>
                      <a:lvl9pPr marL="35293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lang="zh-CN" altLang="zh-CN" sz="1400" b="0" kern="1200" dirty="0">
                          <a:solidFill>
                            <a:schemeClr val="tx1"/>
                          </a:solidFill>
                          <a:latin typeface="微软雅黑" panose="020B0503020204020204" pitchFamily="34" charset="-122"/>
                          <a:ea typeface="微软雅黑" panose="020B0503020204020204" pitchFamily="34" charset="-122"/>
                          <a:cs typeface="+mn-cs"/>
                        </a:rPr>
                        <a:t>Port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77703">
                <a:tc>
                  <a:txBody>
                    <a:bodyPr/>
                    <a:lstStyle>
                      <a:lvl1pPr>
                        <a:spcBef>
                          <a:spcPct val="10000"/>
                        </a:spcBef>
                        <a:spcAft>
                          <a:spcPct val="25000"/>
                        </a:spcAft>
                        <a:buClr>
                          <a:schemeClr val="tx1"/>
                        </a:buClr>
                        <a:buSzPct val="80000"/>
                        <a:buFont typeface="Wingdings" panose="05000000000000000000" pitchFamily="2" charset="2"/>
                        <a:defRPr sz="2600" b="1">
                          <a:solidFill>
                            <a:srgbClr val="000000"/>
                          </a:solidFill>
                          <a:latin typeface="Arial" panose="020B0604020202090204" pitchFamily="34" charset="0"/>
                          <a:ea typeface="华文细黑" panose="02010600040101010101" pitchFamily="2" charset="-122"/>
                        </a:defRPr>
                      </a:lvl1pPr>
                      <a:lvl2pPr marL="386080" indent="71755">
                        <a:spcBef>
                          <a:spcPct val="10000"/>
                        </a:spcBef>
                        <a:spcAft>
                          <a:spcPct val="25000"/>
                        </a:spcAft>
                        <a:buClr>
                          <a:schemeClr val="tx1"/>
                        </a:buClr>
                        <a:buSzPct val="80000"/>
                        <a:buFont typeface="Wingdings" panose="05000000000000000000" pitchFamily="2" charset="2"/>
                        <a:defRPr sz="2000">
                          <a:solidFill>
                            <a:srgbClr val="000000"/>
                          </a:solidFill>
                          <a:latin typeface="Arial" panose="020B0604020202090204" pitchFamily="34" charset="0"/>
                          <a:ea typeface="华文细黑" panose="02010600040101010101" pitchFamily="2" charset="-122"/>
                        </a:defRPr>
                      </a:lvl2pPr>
                      <a:lvl3pPr marL="862330" indent="52705">
                        <a:spcBef>
                          <a:spcPct val="10000"/>
                        </a:spcBef>
                        <a:spcAft>
                          <a:spcPct val="25000"/>
                        </a:spcAft>
                        <a:buClr>
                          <a:schemeClr val="tx1"/>
                        </a:buClr>
                        <a:buFont typeface="Times New Roman" panose="02020503050405090304" pitchFamily="18" charset="0"/>
                        <a:defRPr sz="2000">
                          <a:solidFill>
                            <a:srgbClr val="000000"/>
                          </a:solidFill>
                          <a:latin typeface="Arial" panose="020B0604020202090204" pitchFamily="34" charset="0"/>
                          <a:ea typeface="华文细黑" panose="02010600040101010101" pitchFamily="2" charset="-122"/>
                        </a:defRPr>
                      </a:lvl3pPr>
                      <a:lvl4pPr marL="1281430" indent="90805">
                        <a:spcBef>
                          <a:spcPct val="10000"/>
                        </a:spcBef>
                        <a:spcAft>
                          <a:spcPct val="25000"/>
                        </a:spcAft>
                        <a:buClr>
                          <a:schemeClr val="tx1"/>
                        </a:buClr>
                        <a:buFont typeface="Arial" panose="020B0604020202090204" pitchFamily="34" charset="0"/>
                        <a:defRPr sz="1600">
                          <a:solidFill>
                            <a:srgbClr val="000000"/>
                          </a:solidFill>
                          <a:latin typeface="Arial" panose="020B0604020202090204" pitchFamily="34" charset="0"/>
                          <a:ea typeface="华文细黑" panose="02010600040101010101" pitchFamily="2" charset="-122"/>
                        </a:defRPr>
                      </a:lvl4pPr>
                      <a:lvl5pPr marL="1700530" indent="128905">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5pPr>
                      <a:lvl6pPr marL="21577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6pPr>
                      <a:lvl7pPr marL="26149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7pPr>
                      <a:lvl8pPr marL="30721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8pPr>
                      <a:lvl9pPr marL="35293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lang="zh-CN" altLang="zh-CN" sz="1400" b="0" kern="1200" dirty="0">
                          <a:solidFill>
                            <a:schemeClr val="accent2">
                              <a:lumMod val="75000"/>
                            </a:schemeClr>
                          </a:solidFill>
                          <a:latin typeface="微软雅黑" panose="020B0503020204020204" pitchFamily="34" charset="-122"/>
                          <a:ea typeface="微软雅黑" panose="020B0503020204020204" pitchFamily="34" charset="-122"/>
                          <a:cs typeface="+mn-cs"/>
                        </a:rPr>
                        <a:t>10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a:spcBef>
                          <a:spcPct val="10000"/>
                        </a:spcBef>
                        <a:spcAft>
                          <a:spcPct val="25000"/>
                        </a:spcAft>
                        <a:buClr>
                          <a:schemeClr val="tx1"/>
                        </a:buClr>
                        <a:buSzPct val="80000"/>
                        <a:buFont typeface="Wingdings" panose="05000000000000000000" pitchFamily="2" charset="2"/>
                        <a:defRPr sz="2600" b="1">
                          <a:solidFill>
                            <a:srgbClr val="000000"/>
                          </a:solidFill>
                          <a:latin typeface="Arial" panose="020B0604020202090204" pitchFamily="34" charset="0"/>
                          <a:ea typeface="华文细黑" panose="02010600040101010101" pitchFamily="2" charset="-122"/>
                        </a:defRPr>
                      </a:lvl1pPr>
                      <a:lvl2pPr marL="386080" indent="71755">
                        <a:spcBef>
                          <a:spcPct val="10000"/>
                        </a:spcBef>
                        <a:spcAft>
                          <a:spcPct val="25000"/>
                        </a:spcAft>
                        <a:buClr>
                          <a:schemeClr val="tx1"/>
                        </a:buClr>
                        <a:buSzPct val="80000"/>
                        <a:buFont typeface="Wingdings" panose="05000000000000000000" pitchFamily="2" charset="2"/>
                        <a:defRPr sz="2000">
                          <a:solidFill>
                            <a:srgbClr val="000000"/>
                          </a:solidFill>
                          <a:latin typeface="Arial" panose="020B0604020202090204" pitchFamily="34" charset="0"/>
                          <a:ea typeface="华文细黑" panose="02010600040101010101" pitchFamily="2" charset="-122"/>
                        </a:defRPr>
                      </a:lvl2pPr>
                      <a:lvl3pPr marL="862330" indent="52705">
                        <a:spcBef>
                          <a:spcPct val="10000"/>
                        </a:spcBef>
                        <a:spcAft>
                          <a:spcPct val="25000"/>
                        </a:spcAft>
                        <a:buClr>
                          <a:schemeClr val="tx1"/>
                        </a:buClr>
                        <a:buFont typeface="Times New Roman" panose="02020503050405090304" pitchFamily="18" charset="0"/>
                        <a:defRPr sz="2000">
                          <a:solidFill>
                            <a:srgbClr val="000000"/>
                          </a:solidFill>
                          <a:latin typeface="Arial" panose="020B0604020202090204" pitchFamily="34" charset="0"/>
                          <a:ea typeface="华文细黑" panose="02010600040101010101" pitchFamily="2" charset="-122"/>
                        </a:defRPr>
                      </a:lvl3pPr>
                      <a:lvl4pPr marL="1281430" indent="90805">
                        <a:spcBef>
                          <a:spcPct val="10000"/>
                        </a:spcBef>
                        <a:spcAft>
                          <a:spcPct val="25000"/>
                        </a:spcAft>
                        <a:buClr>
                          <a:schemeClr val="tx1"/>
                        </a:buClr>
                        <a:buFont typeface="Arial" panose="020B0604020202090204" pitchFamily="34" charset="0"/>
                        <a:defRPr sz="1600">
                          <a:solidFill>
                            <a:srgbClr val="000000"/>
                          </a:solidFill>
                          <a:latin typeface="Arial" panose="020B0604020202090204" pitchFamily="34" charset="0"/>
                          <a:ea typeface="华文细黑" panose="02010600040101010101" pitchFamily="2" charset="-122"/>
                        </a:defRPr>
                      </a:lvl4pPr>
                      <a:lvl5pPr marL="1700530" indent="128905">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5pPr>
                      <a:lvl6pPr marL="21577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6pPr>
                      <a:lvl7pPr marL="26149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7pPr>
                      <a:lvl8pPr marL="30721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8pPr>
                      <a:lvl9pPr marL="35293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lang="en-US" altLang="zh-CN" sz="1400" b="0" kern="1200" dirty="0">
                          <a:solidFill>
                            <a:schemeClr val="accent2">
                              <a:lumMod val="75000"/>
                            </a:schemeClr>
                          </a:solidFill>
                          <a:latin typeface="微软雅黑" panose="020B0503020204020204" pitchFamily="34" charset="-122"/>
                          <a:ea typeface="微软雅黑" panose="020B0503020204020204" pitchFamily="34" charset="-122"/>
                          <a:cs typeface="+mn-cs"/>
                        </a:rPr>
                        <a:t>F0/2</a:t>
                      </a:r>
                      <a:endParaRPr lang="zh-CN" altLang="zh-CN" sz="1400" b="0" kern="1200" dirty="0">
                        <a:solidFill>
                          <a:schemeClr val="accent2">
                            <a:lumMod val="75000"/>
                          </a:schemeClr>
                        </a:solidFill>
                        <a:latin typeface="微软雅黑" panose="020B0503020204020204" pitchFamily="34" charset="-122"/>
                        <a:ea typeface="微软雅黑" panose="020B0503020204020204" pitchFamily="34" charset="-122"/>
                        <a:cs typeface="+mn-cs"/>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2"/>
                  </a:ext>
                </a:extLst>
              </a:tr>
              <a:tr h="276656">
                <a:tc>
                  <a:txBody>
                    <a:bodyPr/>
                    <a:lstStyle>
                      <a:lvl1pPr>
                        <a:spcBef>
                          <a:spcPct val="10000"/>
                        </a:spcBef>
                        <a:spcAft>
                          <a:spcPct val="25000"/>
                        </a:spcAft>
                        <a:buClr>
                          <a:schemeClr val="tx1"/>
                        </a:buClr>
                        <a:buSzPct val="80000"/>
                        <a:buFont typeface="Wingdings" panose="05000000000000000000" pitchFamily="2" charset="2"/>
                        <a:defRPr sz="2600" b="1">
                          <a:solidFill>
                            <a:srgbClr val="000000"/>
                          </a:solidFill>
                          <a:latin typeface="Arial" panose="020B0604020202090204" pitchFamily="34" charset="0"/>
                          <a:ea typeface="华文细黑" panose="02010600040101010101" pitchFamily="2" charset="-122"/>
                        </a:defRPr>
                      </a:lvl1pPr>
                      <a:lvl2pPr marL="386080" indent="71755">
                        <a:spcBef>
                          <a:spcPct val="10000"/>
                        </a:spcBef>
                        <a:spcAft>
                          <a:spcPct val="25000"/>
                        </a:spcAft>
                        <a:buClr>
                          <a:schemeClr val="tx1"/>
                        </a:buClr>
                        <a:buSzPct val="80000"/>
                        <a:buFont typeface="Wingdings" panose="05000000000000000000" pitchFamily="2" charset="2"/>
                        <a:defRPr sz="2000">
                          <a:solidFill>
                            <a:srgbClr val="000000"/>
                          </a:solidFill>
                          <a:latin typeface="Arial" panose="020B0604020202090204" pitchFamily="34" charset="0"/>
                          <a:ea typeface="华文细黑" panose="02010600040101010101" pitchFamily="2" charset="-122"/>
                        </a:defRPr>
                      </a:lvl2pPr>
                      <a:lvl3pPr marL="862330" indent="52705">
                        <a:spcBef>
                          <a:spcPct val="10000"/>
                        </a:spcBef>
                        <a:spcAft>
                          <a:spcPct val="25000"/>
                        </a:spcAft>
                        <a:buClr>
                          <a:schemeClr val="tx1"/>
                        </a:buClr>
                        <a:buFont typeface="Times New Roman" panose="02020503050405090304" pitchFamily="18" charset="0"/>
                        <a:defRPr sz="2000">
                          <a:solidFill>
                            <a:srgbClr val="000000"/>
                          </a:solidFill>
                          <a:latin typeface="Arial" panose="020B0604020202090204" pitchFamily="34" charset="0"/>
                          <a:ea typeface="华文细黑" panose="02010600040101010101" pitchFamily="2" charset="-122"/>
                        </a:defRPr>
                      </a:lvl3pPr>
                      <a:lvl4pPr marL="1281430" indent="90805">
                        <a:spcBef>
                          <a:spcPct val="10000"/>
                        </a:spcBef>
                        <a:spcAft>
                          <a:spcPct val="25000"/>
                        </a:spcAft>
                        <a:buClr>
                          <a:schemeClr val="tx1"/>
                        </a:buClr>
                        <a:buFont typeface="Arial" panose="020B0604020202090204" pitchFamily="34" charset="0"/>
                        <a:defRPr sz="1600">
                          <a:solidFill>
                            <a:srgbClr val="000000"/>
                          </a:solidFill>
                          <a:latin typeface="Arial" panose="020B0604020202090204" pitchFamily="34" charset="0"/>
                          <a:ea typeface="华文细黑" panose="02010600040101010101" pitchFamily="2" charset="-122"/>
                        </a:defRPr>
                      </a:lvl4pPr>
                      <a:lvl5pPr marL="1700530" indent="128905">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5pPr>
                      <a:lvl6pPr marL="21577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6pPr>
                      <a:lvl7pPr marL="26149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7pPr>
                      <a:lvl8pPr marL="30721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8pPr>
                      <a:lvl9pPr marL="35293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lang="zh-CN" altLang="zh-CN" sz="1400" b="0" kern="1200" dirty="0">
                          <a:solidFill>
                            <a:srgbClr val="0070C0"/>
                          </a:solidFill>
                          <a:latin typeface="微软雅黑" panose="020B0503020204020204" pitchFamily="34" charset="-122"/>
                          <a:ea typeface="微软雅黑" panose="020B0503020204020204" pitchFamily="34" charset="-122"/>
                          <a:cs typeface="+mn-cs"/>
                        </a:rPr>
                        <a:t>20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a:spcBef>
                          <a:spcPct val="10000"/>
                        </a:spcBef>
                        <a:spcAft>
                          <a:spcPct val="25000"/>
                        </a:spcAft>
                        <a:buClr>
                          <a:schemeClr val="tx1"/>
                        </a:buClr>
                        <a:buSzPct val="80000"/>
                        <a:buFont typeface="Wingdings" panose="05000000000000000000" pitchFamily="2" charset="2"/>
                        <a:defRPr sz="2600" b="1">
                          <a:solidFill>
                            <a:srgbClr val="000000"/>
                          </a:solidFill>
                          <a:latin typeface="Arial" panose="020B0604020202090204" pitchFamily="34" charset="0"/>
                          <a:ea typeface="华文细黑" panose="02010600040101010101" pitchFamily="2" charset="-122"/>
                        </a:defRPr>
                      </a:lvl1pPr>
                      <a:lvl2pPr marL="386080" indent="71755">
                        <a:spcBef>
                          <a:spcPct val="10000"/>
                        </a:spcBef>
                        <a:spcAft>
                          <a:spcPct val="25000"/>
                        </a:spcAft>
                        <a:buClr>
                          <a:schemeClr val="tx1"/>
                        </a:buClr>
                        <a:buSzPct val="80000"/>
                        <a:buFont typeface="Wingdings" panose="05000000000000000000" pitchFamily="2" charset="2"/>
                        <a:defRPr sz="2000">
                          <a:solidFill>
                            <a:srgbClr val="000000"/>
                          </a:solidFill>
                          <a:latin typeface="Arial" panose="020B0604020202090204" pitchFamily="34" charset="0"/>
                          <a:ea typeface="华文细黑" panose="02010600040101010101" pitchFamily="2" charset="-122"/>
                        </a:defRPr>
                      </a:lvl2pPr>
                      <a:lvl3pPr marL="862330" indent="52705">
                        <a:spcBef>
                          <a:spcPct val="10000"/>
                        </a:spcBef>
                        <a:spcAft>
                          <a:spcPct val="25000"/>
                        </a:spcAft>
                        <a:buClr>
                          <a:schemeClr val="tx1"/>
                        </a:buClr>
                        <a:buFont typeface="Times New Roman" panose="02020503050405090304" pitchFamily="18" charset="0"/>
                        <a:defRPr sz="2000">
                          <a:solidFill>
                            <a:srgbClr val="000000"/>
                          </a:solidFill>
                          <a:latin typeface="Arial" panose="020B0604020202090204" pitchFamily="34" charset="0"/>
                          <a:ea typeface="华文细黑" panose="02010600040101010101" pitchFamily="2" charset="-122"/>
                        </a:defRPr>
                      </a:lvl3pPr>
                      <a:lvl4pPr marL="1281430" indent="90805">
                        <a:spcBef>
                          <a:spcPct val="10000"/>
                        </a:spcBef>
                        <a:spcAft>
                          <a:spcPct val="25000"/>
                        </a:spcAft>
                        <a:buClr>
                          <a:schemeClr val="tx1"/>
                        </a:buClr>
                        <a:buFont typeface="Arial" panose="020B0604020202090204" pitchFamily="34" charset="0"/>
                        <a:defRPr sz="1600">
                          <a:solidFill>
                            <a:srgbClr val="000000"/>
                          </a:solidFill>
                          <a:latin typeface="Arial" panose="020B0604020202090204" pitchFamily="34" charset="0"/>
                          <a:ea typeface="华文细黑" panose="02010600040101010101" pitchFamily="2" charset="-122"/>
                        </a:defRPr>
                      </a:lvl4pPr>
                      <a:lvl5pPr marL="1700530" indent="128905">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5pPr>
                      <a:lvl6pPr marL="21577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6pPr>
                      <a:lvl7pPr marL="26149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7pPr>
                      <a:lvl8pPr marL="30721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8pPr>
                      <a:lvl9pPr marL="3529330" indent="128905" fontAlgn="base">
                        <a:spcBef>
                          <a:spcPct val="10000"/>
                        </a:spcBef>
                        <a:spcAft>
                          <a:spcPct val="25000"/>
                        </a:spcAft>
                        <a:buClr>
                          <a:schemeClr val="tx1"/>
                        </a:buClr>
                        <a:buFont typeface="Wingdings" panose="05000000000000000000" pitchFamily="2" charset="2"/>
                        <a:defRPr sz="1400">
                          <a:solidFill>
                            <a:srgbClr val="000000"/>
                          </a:solidFill>
                          <a:latin typeface="Arial" panose="020B0604020202090204" pitchFamily="34" charset="0"/>
                          <a:ea typeface="华文细黑"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lang="en-US" altLang="zh-CN" sz="1400" b="0" kern="1200" dirty="0">
                          <a:solidFill>
                            <a:srgbClr val="0070C0"/>
                          </a:solidFill>
                          <a:latin typeface="微软雅黑" panose="020B0503020204020204" pitchFamily="34" charset="-122"/>
                          <a:ea typeface="微软雅黑" panose="020B0503020204020204" pitchFamily="34" charset="-122"/>
                          <a:cs typeface="+mn-cs"/>
                        </a:rPr>
                        <a:t>F0/3</a:t>
                      </a:r>
                      <a:endParaRPr lang="zh-CN" altLang="zh-CN" sz="1400" b="0" kern="1200" dirty="0">
                        <a:solidFill>
                          <a:srgbClr val="0070C0"/>
                        </a:solidFill>
                        <a:latin typeface="微软雅黑" panose="020B0503020204020204" pitchFamily="34" charset="-122"/>
                        <a:ea typeface="微软雅黑" panose="020B0503020204020204" pitchFamily="34" charset="-122"/>
                        <a:cs typeface="+mn-cs"/>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3"/>
                  </a:ext>
                </a:extLst>
              </a:tr>
            </a:tbl>
          </a:graphicData>
        </a:graphic>
      </p:graphicFrame>
      <p:graphicFrame>
        <p:nvGraphicFramePr>
          <p:cNvPr id="119" name="Object 38"/>
          <p:cNvGraphicFramePr>
            <a:graphicFrameLocks noChangeAspect="1"/>
          </p:cNvGraphicFramePr>
          <p:nvPr/>
        </p:nvGraphicFramePr>
        <p:xfrm>
          <a:off x="10199278" y="1939400"/>
          <a:ext cx="792163" cy="123825"/>
        </p:xfrm>
        <a:graphic>
          <a:graphicData uri="http://schemas.openxmlformats.org/presentationml/2006/ole">
            <mc:AlternateContent xmlns:mc="http://schemas.openxmlformats.org/markup-compatibility/2006">
              <mc:Choice xmlns:v="urn:schemas-microsoft-com:vml" Requires="v">
                <p:oleObj r:id="rId12" imgW="1152525" imgH="183515" progId="Visio.Drawing.6">
                  <p:embed/>
                </p:oleObj>
              </mc:Choice>
              <mc:Fallback>
                <p:oleObj r:id="rId12" imgW="1152525" imgH="183515" progId="Visio.Drawing.6">
                  <p:embed/>
                  <p:pic>
                    <p:nvPicPr>
                      <p:cNvPr id="0" name="Object 3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199278" y="1939400"/>
                        <a:ext cx="792163" cy="123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20" name="Object 23"/>
          <p:cNvGraphicFramePr>
            <a:graphicFrameLocks noChangeAspect="1"/>
          </p:cNvGraphicFramePr>
          <p:nvPr/>
        </p:nvGraphicFramePr>
        <p:xfrm>
          <a:off x="10148708" y="2332931"/>
          <a:ext cx="936625" cy="166687"/>
        </p:xfrm>
        <a:graphic>
          <a:graphicData uri="http://schemas.openxmlformats.org/presentationml/2006/ole">
            <mc:AlternateContent xmlns:mc="http://schemas.openxmlformats.org/markup-compatibility/2006">
              <mc:Choice xmlns:v="urn:schemas-microsoft-com:vml" Requires="v">
                <p:oleObj r:id="rId13" imgW="1277620" imgH="226695" progId="FLW3Drawing">
                  <p:embed/>
                </p:oleObj>
              </mc:Choice>
              <mc:Fallback>
                <p:oleObj r:id="rId13" imgW="1277620" imgH="226695" progId="FLW3Drawing">
                  <p:embed/>
                  <p:pic>
                    <p:nvPicPr>
                      <p:cNvPr id="0" name="Object 2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148708" y="2332931"/>
                        <a:ext cx="936625" cy="166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 name="文本框 2"/>
          <p:cNvSpPr txBox="1"/>
          <p:nvPr/>
        </p:nvSpPr>
        <p:spPr>
          <a:xfrm>
            <a:off x="11065170" y="1849307"/>
            <a:ext cx="902811" cy="307777"/>
          </a:xfrm>
          <a:prstGeom prst="rect">
            <a:avLst/>
          </a:prstGeom>
          <a:noFill/>
        </p:spPr>
        <p:txBody>
          <a:bodyPr wrap="none" rtlCol="0">
            <a:spAutoFit/>
          </a:bodyPr>
          <a:lstStyle/>
          <a:p>
            <a:r>
              <a:rPr lang="zh-CN" altLang="en-US" sz="1400" dirty="0">
                <a:latin typeface="微软雅黑" panose="020B0503020204020204" pitchFamily="34" charset="-122"/>
                <a:ea typeface="微软雅黑" panose="020B0503020204020204" pitchFamily="34" charset="-122"/>
              </a:rPr>
              <a:t>无标记帧</a:t>
            </a:r>
          </a:p>
        </p:txBody>
      </p:sp>
      <p:sp>
        <p:nvSpPr>
          <p:cNvPr id="121" name="文本框 120"/>
          <p:cNvSpPr txBox="1"/>
          <p:nvPr/>
        </p:nvSpPr>
        <p:spPr>
          <a:xfrm>
            <a:off x="11065669" y="2241514"/>
            <a:ext cx="723275" cy="307777"/>
          </a:xfrm>
          <a:prstGeom prst="rect">
            <a:avLst/>
          </a:prstGeom>
          <a:noFill/>
        </p:spPr>
        <p:txBody>
          <a:bodyPr wrap="none" rtlCol="0">
            <a:spAutoFit/>
          </a:bodyPr>
          <a:lstStyle/>
          <a:p>
            <a:r>
              <a:rPr lang="zh-CN" altLang="en-US" sz="1400" dirty="0">
                <a:latin typeface="微软雅黑" panose="020B0503020204020204" pitchFamily="34" charset="-122"/>
                <a:ea typeface="微软雅黑" panose="020B0503020204020204" pitchFamily="34" charset="-122"/>
              </a:rPr>
              <a:t>标记帧</a:t>
            </a:r>
          </a:p>
        </p:txBody>
      </p:sp>
      <p:sp>
        <p:nvSpPr>
          <p:cNvPr id="11" name="矩形 3"/>
          <p:cNvSpPr/>
          <p:nvPr/>
        </p:nvSpPr>
        <p:spPr>
          <a:xfrm>
            <a:off x="10063585" y="1756974"/>
            <a:ext cx="1904396" cy="853403"/>
          </a:xfrm>
          <a:prstGeom prst="rect">
            <a:avLst/>
          </a:prstGeom>
          <a:noFill/>
          <a:ln w="19050">
            <a:solidFill>
              <a:srgbClr val="7030A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en-US" altLang="zh-CN" dirty="0"/>
              <a:t> </a:t>
            </a:r>
            <a:r>
              <a:rPr kumimoji="1" lang="zh-CN" altLang="zh-CN" dirty="0"/>
              <a:t>虚拟局域网</a:t>
            </a:r>
            <a:endParaRPr kumimoji="1" lang="zh-CN" altLang="en-US" dirty="0"/>
          </a:p>
        </p:txBody>
      </p:sp>
      <p:sp>
        <p:nvSpPr>
          <p:cNvPr id="91" name="内容占位符 2"/>
          <p:cNvSpPr>
            <a:spLocks noGrp="1"/>
          </p:cNvSpPr>
          <p:nvPr>
            <p:ph idx="1"/>
          </p:nvPr>
        </p:nvSpPr>
        <p:spPr>
          <a:xfrm>
            <a:off x="838200" y="1417272"/>
            <a:ext cx="10515600" cy="5131205"/>
          </a:xfrm>
          <a:ln>
            <a:noFill/>
          </a:ln>
        </p:spPr>
        <p:txBody>
          <a:bodyPr>
            <a:normAutofit/>
          </a:bodyPr>
          <a:lstStyle/>
          <a:p>
            <a:pPr>
              <a:lnSpc>
                <a:spcPct val="120000"/>
              </a:lnSpc>
            </a:pPr>
            <a:r>
              <a:rPr kumimoji="1" lang="en-US" altLang="zh-CN" dirty="0">
                <a:latin typeface="微软雅黑" panose="020B0503020204020204" pitchFamily="34" charset="-122"/>
                <a:ea typeface="微软雅黑" panose="020B0503020204020204" pitchFamily="34" charset="-122"/>
              </a:rPr>
              <a:t>VLAN</a:t>
            </a:r>
            <a:r>
              <a:rPr kumimoji="1" lang="zh-CN" altLang="en-US" dirty="0">
                <a:latin typeface="微软雅黑" panose="020B0503020204020204" pitchFamily="34" charset="-122"/>
                <a:ea typeface="微软雅黑" panose="020B0503020204020204" pitchFamily="34" charset="-122"/>
              </a:rPr>
              <a:t>优点</a:t>
            </a:r>
            <a:endParaRPr kumimoji="1" lang="en-US" altLang="zh-CN" dirty="0">
              <a:latin typeface="微软雅黑" panose="020B0503020204020204" pitchFamily="34" charset="-122"/>
              <a:ea typeface="微软雅黑" panose="020B0503020204020204" pitchFamily="34" charset="-122"/>
            </a:endParaRPr>
          </a:p>
          <a:p>
            <a:pPr lvl="1">
              <a:lnSpc>
                <a:spcPct val="120000"/>
              </a:lnSpc>
            </a:pPr>
            <a:r>
              <a:rPr kumimoji="1" lang="zh-CN" altLang="en-US" dirty="0">
                <a:latin typeface="微软雅黑" panose="020B0503020204020204" pitchFamily="34" charset="-122"/>
                <a:ea typeface="微软雅黑" panose="020B0503020204020204" pitchFamily="34" charset="-122"/>
              </a:rPr>
              <a:t>有效控制广播域范围</a:t>
            </a:r>
            <a:endParaRPr kumimoji="1" lang="en-US" altLang="zh-CN" dirty="0">
              <a:latin typeface="微软雅黑" panose="020B0503020204020204" pitchFamily="34" charset="-122"/>
              <a:ea typeface="微软雅黑" panose="020B0503020204020204" pitchFamily="34" charset="-122"/>
            </a:endParaRPr>
          </a:p>
          <a:p>
            <a:pPr lvl="2">
              <a:lnSpc>
                <a:spcPct val="120000"/>
              </a:lnSpc>
            </a:pPr>
            <a:r>
              <a:rPr kumimoji="1" lang="zh-CN" altLang="en-US" sz="2400" dirty="0">
                <a:latin typeface="微软雅黑" panose="020B0503020204020204" pitchFamily="34" charset="-122"/>
                <a:ea typeface="微软雅黑" panose="020B0503020204020204" pitchFamily="34" charset="-122"/>
              </a:rPr>
              <a:t>广播流量被限制在一个</a:t>
            </a:r>
            <a:r>
              <a:rPr kumimoji="1" lang="en-US" altLang="zh-CN" sz="2400" dirty="0">
                <a:latin typeface="微软雅黑" panose="020B0503020204020204" pitchFamily="34" charset="-122"/>
                <a:ea typeface="微软雅黑" panose="020B0503020204020204" pitchFamily="34" charset="-122"/>
              </a:rPr>
              <a:t>VLAN</a:t>
            </a:r>
            <a:r>
              <a:rPr kumimoji="1" lang="zh-CN" altLang="en-US" sz="2400" dirty="0">
                <a:latin typeface="微软雅黑" panose="020B0503020204020204" pitchFamily="34" charset="-122"/>
                <a:ea typeface="微软雅黑" panose="020B0503020204020204" pitchFamily="34" charset="-122"/>
              </a:rPr>
              <a:t>内；</a:t>
            </a:r>
          </a:p>
          <a:p>
            <a:pPr lvl="1">
              <a:lnSpc>
                <a:spcPct val="120000"/>
              </a:lnSpc>
            </a:pPr>
            <a:r>
              <a:rPr kumimoji="1" lang="zh-CN" altLang="en-US" dirty="0">
                <a:latin typeface="微软雅黑" panose="020B0503020204020204" pitchFamily="34" charset="-122"/>
                <a:ea typeface="微软雅黑" panose="020B0503020204020204" pitchFamily="34" charset="-122"/>
              </a:rPr>
              <a:t>增强网络的安全性</a:t>
            </a:r>
            <a:endParaRPr kumimoji="1" lang="en-US" altLang="zh-CN" dirty="0">
              <a:latin typeface="微软雅黑" panose="020B0503020204020204" pitchFamily="34" charset="-122"/>
              <a:ea typeface="微软雅黑" panose="020B0503020204020204" pitchFamily="34" charset="-122"/>
            </a:endParaRPr>
          </a:p>
          <a:p>
            <a:pPr lvl="2">
              <a:lnSpc>
                <a:spcPct val="120000"/>
              </a:lnSpc>
            </a:pPr>
            <a:r>
              <a:rPr kumimoji="1" lang="en-US" altLang="zh-CN" sz="2400" dirty="0">
                <a:latin typeface="微软雅黑" panose="020B0503020204020204" pitchFamily="34" charset="-122"/>
                <a:ea typeface="微软雅黑" panose="020B0503020204020204" pitchFamily="34" charset="-122"/>
              </a:rPr>
              <a:t>VLAN</a:t>
            </a:r>
            <a:r>
              <a:rPr kumimoji="1" lang="zh-CN" altLang="en-US" sz="2400" dirty="0">
                <a:latin typeface="微软雅黑" panose="020B0503020204020204" pitchFamily="34" charset="-122"/>
                <a:ea typeface="微软雅黑" panose="020B0503020204020204" pitchFamily="34" charset="-122"/>
              </a:rPr>
              <a:t>间相互隔离</a:t>
            </a:r>
            <a:r>
              <a:rPr kumimoji="1" lang="en-US" altLang="zh-CN" sz="2400" dirty="0">
                <a:latin typeface="微软雅黑" panose="020B0503020204020204" pitchFamily="34" charset="-122"/>
                <a:ea typeface="微软雅黑" panose="020B0503020204020204" pitchFamily="34" charset="-122"/>
              </a:rPr>
              <a:t>,</a:t>
            </a:r>
            <a:r>
              <a:rPr kumimoji="1" lang="zh-CN" altLang="en-US" sz="2400" dirty="0">
                <a:latin typeface="微软雅黑" panose="020B0503020204020204" pitchFamily="34" charset="-122"/>
                <a:ea typeface="微软雅黑" panose="020B0503020204020204" pitchFamily="34" charset="-122"/>
              </a:rPr>
              <a:t>无法进行二层通信</a:t>
            </a:r>
            <a:r>
              <a:rPr kumimoji="1" lang="en-US" altLang="zh-CN" sz="2400" dirty="0">
                <a:latin typeface="微软雅黑" panose="020B0503020204020204" pitchFamily="34" charset="-122"/>
                <a:ea typeface="微软雅黑" panose="020B0503020204020204" pitchFamily="34" charset="-122"/>
              </a:rPr>
              <a:t>,</a:t>
            </a:r>
            <a:r>
              <a:rPr kumimoji="1" lang="zh-CN" altLang="en-US" sz="2400" dirty="0">
                <a:latin typeface="微软雅黑" panose="020B0503020204020204" pitchFamily="34" charset="-122"/>
                <a:ea typeface="微软雅黑" panose="020B0503020204020204" pitchFamily="34" charset="-122"/>
              </a:rPr>
              <a:t>不同</a:t>
            </a:r>
            <a:r>
              <a:rPr kumimoji="1" lang="en-US" altLang="zh-CN" sz="2400" dirty="0">
                <a:latin typeface="微软雅黑" panose="020B0503020204020204" pitchFamily="34" charset="-122"/>
                <a:ea typeface="微软雅黑" panose="020B0503020204020204" pitchFamily="34" charset="-122"/>
              </a:rPr>
              <a:t>VLAN</a:t>
            </a:r>
            <a:r>
              <a:rPr kumimoji="1" lang="zh-CN" altLang="en-US" sz="2400" dirty="0">
                <a:latin typeface="微软雅黑" panose="020B0503020204020204" pitchFamily="34" charset="-122"/>
                <a:ea typeface="微软雅黑" panose="020B0503020204020204" pitchFamily="34" charset="-122"/>
              </a:rPr>
              <a:t>需通过三层设备通信；</a:t>
            </a:r>
          </a:p>
          <a:p>
            <a:pPr lvl="1">
              <a:lnSpc>
                <a:spcPct val="120000"/>
              </a:lnSpc>
            </a:pPr>
            <a:r>
              <a:rPr kumimoji="1" lang="zh-CN" altLang="en-US" dirty="0">
                <a:latin typeface="微软雅黑" panose="020B0503020204020204" pitchFamily="34" charset="-122"/>
                <a:ea typeface="微软雅黑" panose="020B0503020204020204" pitchFamily="34" charset="-122"/>
              </a:rPr>
              <a:t>灵活构建虚拟工作组</a:t>
            </a:r>
            <a:endParaRPr kumimoji="1" lang="en-US" altLang="zh-CN" dirty="0">
              <a:latin typeface="微软雅黑" panose="020B0503020204020204" pitchFamily="34" charset="-122"/>
              <a:ea typeface="微软雅黑" panose="020B0503020204020204" pitchFamily="34" charset="-122"/>
            </a:endParaRPr>
          </a:p>
          <a:p>
            <a:pPr lvl="2">
              <a:lnSpc>
                <a:spcPct val="120000"/>
              </a:lnSpc>
            </a:pPr>
            <a:r>
              <a:rPr kumimoji="1" lang="zh-CN" altLang="en-US" sz="2400" dirty="0">
                <a:latin typeface="微软雅黑" panose="020B0503020204020204" pitchFamily="34" charset="-122"/>
                <a:ea typeface="微软雅黑" panose="020B0503020204020204" pitchFamily="34" charset="-122"/>
              </a:rPr>
              <a:t>同一工作组的用户不必局限于同一物理范围；</a:t>
            </a:r>
            <a:endParaRPr kumimoji="1" lang="en-US" altLang="zh-CN" sz="2400" dirty="0">
              <a:latin typeface="微软雅黑" panose="020B0503020204020204" pitchFamily="34" charset="-122"/>
              <a:ea typeface="微软雅黑" panose="020B0503020204020204" pitchFamily="34" charset="-122"/>
            </a:endParaRPr>
          </a:p>
          <a:p>
            <a:pPr lvl="1">
              <a:lnSpc>
                <a:spcPct val="120000"/>
              </a:lnSpc>
            </a:pPr>
            <a:r>
              <a:rPr kumimoji="1" lang="zh-CN" altLang="en-US" dirty="0">
                <a:latin typeface="微软雅黑" panose="020B0503020204020204" pitchFamily="34" charset="-122"/>
                <a:ea typeface="微软雅黑" panose="020B0503020204020204" pitchFamily="34" charset="-122"/>
              </a:rPr>
              <a:t>提高网络的可管理性</a:t>
            </a:r>
            <a:endParaRPr kumimoji="1" lang="en-US" altLang="zh-CN" dirty="0">
              <a:latin typeface="微软雅黑" panose="020B0503020204020204" pitchFamily="34" charset="-122"/>
              <a:ea typeface="微软雅黑" panose="020B0503020204020204" pitchFamily="34" charset="-122"/>
            </a:endParaRPr>
          </a:p>
          <a:p>
            <a:pPr lvl="2">
              <a:lnSpc>
                <a:spcPct val="120000"/>
              </a:lnSpc>
            </a:pPr>
            <a:r>
              <a:rPr kumimoji="1" lang="zh-CN" altLang="en-US" sz="2400" dirty="0">
                <a:latin typeface="微软雅黑" panose="020B0503020204020204" pitchFamily="34" charset="-122"/>
                <a:ea typeface="微软雅黑" panose="020B0503020204020204" pitchFamily="34" charset="-122"/>
              </a:rPr>
              <a:t>将不同的业务规划到不同</a:t>
            </a:r>
            <a:r>
              <a:rPr kumimoji="1" lang="en-US" altLang="zh-CN" sz="2400" dirty="0">
                <a:latin typeface="微软雅黑" panose="020B0503020204020204" pitchFamily="34" charset="-122"/>
                <a:ea typeface="微软雅黑" panose="020B0503020204020204" pitchFamily="34" charset="-122"/>
              </a:rPr>
              <a:t>VLAN</a:t>
            </a:r>
            <a:r>
              <a:rPr kumimoji="1" lang="zh-CN" altLang="en-US" sz="2400" dirty="0">
                <a:latin typeface="微软雅黑" panose="020B0503020204020204" pitchFamily="34" charset="-122"/>
                <a:ea typeface="微软雅黑" panose="020B0503020204020204" pitchFamily="34" charset="-122"/>
              </a:rPr>
              <a:t>便于管理。</a:t>
            </a:r>
            <a:endParaRPr kumimoji="1" lang="en-US" altLang="zh-CN" sz="2400" dirty="0">
              <a:latin typeface="微软雅黑" panose="020B0503020204020204" pitchFamily="34" charset="-122"/>
              <a:ea typeface="微软雅黑" panose="020B0503020204020204" pitchFamily="34" charset="-122"/>
            </a:endParaRPr>
          </a:p>
          <a:p>
            <a:pPr lvl="2">
              <a:lnSpc>
                <a:spcPct val="120000"/>
              </a:lnSpc>
            </a:pPr>
            <a:endParaRPr kumimoji="1" lang="zh-CN" altLang="en-US" dirty="0">
              <a:latin typeface="微软雅黑" panose="020B0503020204020204" pitchFamily="34" charset="-122"/>
              <a:ea typeface="微软雅黑" panose="020B0503020204020204" pitchFamily="34" charset="-122"/>
            </a:endParaRPr>
          </a:p>
          <a:p>
            <a:pPr>
              <a:lnSpc>
                <a:spcPct val="120000"/>
              </a:lnSpc>
            </a:pPr>
            <a:endParaRPr kumimoji="1" lang="zh-CN" altLang="en-US" dirty="0">
              <a:latin typeface="微软雅黑" panose="020B0503020204020204" pitchFamily="34" charset="-122"/>
              <a:ea typeface="微软雅黑" panose="020B0503020204020204" pitchFamily="34" charset="-122"/>
            </a:endParaRPr>
          </a:p>
          <a:p>
            <a:pPr>
              <a:lnSpc>
                <a:spcPct val="120000"/>
              </a:lnSpc>
            </a:pPr>
            <a:endParaRPr lang="en-US" altLang="zh-CN" sz="2800" dirty="0">
              <a:latin typeface="微软雅黑" panose="020B0503020204020204" pitchFamily="34" charset="-122"/>
              <a:ea typeface="微软雅黑" panose="020B0503020204020204" pitchFamily="34" charset="-122"/>
            </a:endParaRPr>
          </a:p>
        </p:txBody>
      </p:sp>
      <p:sp>
        <p:nvSpPr>
          <p:cNvPr id="8" name="日期占位符 36"/>
          <p:cNvSpPr>
            <a:spLocks noGrp="1"/>
          </p:cNvSpPr>
          <p:nvPr>
            <p:ph type="dt" sz="half" idx="10"/>
          </p:nvPr>
        </p:nvSpPr>
        <p:spPr>
          <a:xfrm>
            <a:off x="197335" y="6489303"/>
            <a:ext cx="2743200" cy="365125"/>
          </a:xfrm>
        </p:spPr>
        <p:txBody>
          <a:bodyPr/>
          <a:lstStyle/>
          <a:p>
            <a:r>
              <a:rPr lang="en-US" altLang="zh-CN" dirty="0">
                <a:latin typeface="微软雅黑" panose="020B0503020204020204" pitchFamily="34" charset="-122"/>
                <a:ea typeface="微软雅黑" panose="020B0503020204020204" pitchFamily="34" charset="-122"/>
              </a:rPr>
              <a:t>4.4 </a:t>
            </a:r>
            <a:r>
              <a:rPr lang="zh-CN" altLang="en-US" dirty="0">
                <a:latin typeface="微软雅黑" panose="020B0503020204020204" pitchFamily="34" charset="-122"/>
                <a:ea typeface="微软雅黑" panose="020B0503020204020204" pitchFamily="34" charset="-122"/>
              </a:rPr>
              <a:t>数据链路层交换</a:t>
            </a:r>
          </a:p>
        </p:txBody>
      </p:sp>
      <p:sp>
        <p:nvSpPr>
          <p:cNvPr id="9" name="灯片编号占位符 38"/>
          <p:cNvSpPr>
            <a:spLocks noGrp="1"/>
          </p:cNvSpPr>
          <p:nvPr>
            <p:ph type="sldNum" sz="quarter" idx="12"/>
          </p:nvPr>
        </p:nvSpPr>
        <p:spPr>
          <a:xfrm>
            <a:off x="8686810" y="6489303"/>
            <a:ext cx="3319670" cy="365125"/>
          </a:xfrm>
        </p:spPr>
        <p:txBody>
          <a:bodyPr/>
          <a:lstStyle/>
          <a:p>
            <a:fld id="{8D4D1E41-7A09-AB4A-A4E1-09765ADA2698}" type="slidenum">
              <a:rPr kumimoji="1" lang="zh-CN" altLang="en-US" smtClean="0"/>
              <a:t>115</a:t>
            </a:fld>
            <a:endParaRPr kumimoji="1" lang="zh-CN" altLang="en-US"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本章内容</a:t>
            </a:r>
          </a:p>
        </p:txBody>
      </p:sp>
      <p:sp>
        <p:nvSpPr>
          <p:cNvPr id="3" name="内容占位符 2"/>
          <p:cNvSpPr>
            <a:spLocks noGrp="1"/>
          </p:cNvSpPr>
          <p:nvPr>
            <p:ph idx="1"/>
          </p:nvPr>
        </p:nvSpPr>
        <p:spPr/>
        <p:txBody>
          <a:bodyPr>
            <a:normAutofit/>
          </a:bodyPr>
          <a:lstStyle/>
          <a:p>
            <a:pPr>
              <a:lnSpc>
                <a:spcPct val="130000"/>
              </a:lnSpc>
            </a:pPr>
            <a:r>
              <a:rPr kumimoji="1" lang="en-US" altLang="zh-CN" dirty="0"/>
              <a:t>4.1 </a:t>
            </a:r>
            <a:r>
              <a:rPr kumimoji="1" lang="zh-CN" altLang="en-US" dirty="0"/>
              <a:t>信道分配问题 （</a:t>
            </a:r>
            <a:r>
              <a:rPr kumimoji="1" lang="en-US" altLang="zh-CN" dirty="0"/>
              <a:t>P4</a:t>
            </a:r>
            <a:r>
              <a:rPr kumimoji="1" lang="zh-CN" altLang="en-US" dirty="0"/>
              <a:t>）</a:t>
            </a:r>
            <a:endParaRPr kumimoji="1" lang="en-US" altLang="zh-CN" dirty="0"/>
          </a:p>
          <a:p>
            <a:pPr>
              <a:lnSpc>
                <a:spcPct val="130000"/>
              </a:lnSpc>
            </a:pPr>
            <a:r>
              <a:rPr kumimoji="1" lang="en-US" altLang="zh-CN" dirty="0"/>
              <a:t>4.2 </a:t>
            </a:r>
            <a:r>
              <a:rPr kumimoji="1" lang="zh-CN" altLang="en-US" dirty="0"/>
              <a:t>多路访问协议 （</a:t>
            </a:r>
            <a:r>
              <a:rPr kumimoji="1" lang="en-US" altLang="zh-CN" dirty="0"/>
              <a:t>P11</a:t>
            </a:r>
            <a:r>
              <a:rPr kumimoji="1" lang="zh-CN" altLang="en-US" dirty="0"/>
              <a:t>）</a:t>
            </a:r>
            <a:endParaRPr kumimoji="1" lang="en-US" altLang="zh-CN" dirty="0"/>
          </a:p>
          <a:p>
            <a:pPr>
              <a:lnSpc>
                <a:spcPct val="130000"/>
              </a:lnSpc>
            </a:pPr>
            <a:r>
              <a:rPr kumimoji="1" lang="en-US" altLang="zh-CN" dirty="0"/>
              <a:t>4.3 </a:t>
            </a:r>
            <a:r>
              <a:rPr kumimoji="1" lang="zh-CN" altLang="en-US" dirty="0"/>
              <a:t>以太网 （</a:t>
            </a:r>
            <a:r>
              <a:rPr kumimoji="1" lang="en-US" altLang="zh-CN" dirty="0"/>
              <a:t>P44</a:t>
            </a:r>
            <a:r>
              <a:rPr kumimoji="1" lang="zh-CN" altLang="en-US" dirty="0"/>
              <a:t>）</a:t>
            </a:r>
            <a:endParaRPr kumimoji="1" lang="en-US" altLang="zh-CN" dirty="0"/>
          </a:p>
          <a:p>
            <a:pPr>
              <a:lnSpc>
                <a:spcPct val="130000"/>
              </a:lnSpc>
            </a:pPr>
            <a:r>
              <a:rPr kumimoji="1" lang="en-US" altLang="zh-CN" dirty="0"/>
              <a:t>4.4 </a:t>
            </a:r>
            <a:r>
              <a:rPr kumimoji="1" lang="zh-CN" altLang="en-US" dirty="0"/>
              <a:t>数据链路层交换（</a:t>
            </a:r>
            <a:r>
              <a:rPr kumimoji="1" lang="en-US" altLang="zh-CN" dirty="0"/>
              <a:t>P73</a:t>
            </a:r>
            <a:r>
              <a:rPr kumimoji="1" lang="zh-CN" altLang="en-US" dirty="0"/>
              <a:t>）</a:t>
            </a:r>
            <a:endParaRPr kumimoji="1" lang="en-US" altLang="zh-CN" dirty="0"/>
          </a:p>
          <a:p>
            <a:pPr>
              <a:lnSpc>
                <a:spcPct val="130000"/>
              </a:lnSpc>
            </a:pPr>
            <a:r>
              <a:rPr kumimoji="1" lang="en-US" altLang="zh-CN" dirty="0">
                <a:solidFill>
                  <a:srgbClr val="C00000"/>
                </a:solidFill>
              </a:rPr>
              <a:t>4.5 </a:t>
            </a:r>
            <a:r>
              <a:rPr kumimoji="1" lang="zh-CN" altLang="en-US" dirty="0">
                <a:solidFill>
                  <a:srgbClr val="C00000"/>
                </a:solidFill>
              </a:rPr>
              <a:t>无线局域网（</a:t>
            </a:r>
            <a:r>
              <a:rPr kumimoji="1" lang="en-US" altLang="zh-CN" dirty="0">
                <a:solidFill>
                  <a:srgbClr val="C00000"/>
                </a:solidFill>
              </a:rPr>
              <a:t>P133</a:t>
            </a:r>
            <a:r>
              <a:rPr kumimoji="1" lang="zh-CN" altLang="en-US" dirty="0">
                <a:solidFill>
                  <a:srgbClr val="C00000"/>
                </a:solidFill>
              </a:rPr>
              <a:t>）</a:t>
            </a:r>
            <a:r>
              <a:rPr kumimoji="1" lang="en-US" altLang="zh-CN" dirty="0">
                <a:solidFill>
                  <a:srgbClr val="C00000"/>
                </a:solidFill>
              </a:rPr>
              <a:t>【</a:t>
            </a:r>
            <a:r>
              <a:rPr kumimoji="1" lang="zh-CN" altLang="en-US" dirty="0">
                <a:solidFill>
                  <a:srgbClr val="C00000"/>
                </a:solidFill>
              </a:rPr>
              <a:t>自学</a:t>
            </a:r>
            <a:r>
              <a:rPr kumimoji="1" lang="en-US" altLang="zh-CN" dirty="0">
                <a:solidFill>
                  <a:srgbClr val="C00000"/>
                </a:solidFill>
              </a:rPr>
              <a:t>】</a:t>
            </a:r>
            <a:endParaRPr kumimoji="1" lang="zh-CN" altLang="en-US" dirty="0">
              <a:solidFill>
                <a:srgbClr val="C00000"/>
              </a:solidFill>
            </a:endParaRPr>
          </a:p>
        </p:txBody>
      </p:sp>
      <p:sp>
        <p:nvSpPr>
          <p:cNvPr id="5" name="矩形标注 6"/>
          <p:cNvSpPr/>
          <p:nvPr/>
        </p:nvSpPr>
        <p:spPr>
          <a:xfrm>
            <a:off x="6530029" y="2566221"/>
            <a:ext cx="4313561" cy="4004256"/>
          </a:xfrm>
          <a:prstGeom prst="wedgeRectCallout">
            <a:avLst>
              <a:gd name="adj1" fmla="val -79280"/>
              <a:gd name="adj2" fmla="val -3891"/>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30000"/>
              </a:lnSpc>
            </a:pPr>
            <a:r>
              <a:rPr kumimoji="1" lang="en-US" altLang="zh-CN" sz="2400" b="1" dirty="0">
                <a:solidFill>
                  <a:schemeClr val="tx1"/>
                </a:solidFill>
                <a:latin typeface="+mn-ea"/>
              </a:rPr>
              <a:t>1. </a:t>
            </a:r>
            <a:r>
              <a:rPr kumimoji="1" lang="zh-CN" altLang="en-US" sz="2400" b="1" dirty="0">
                <a:solidFill>
                  <a:schemeClr val="tx1"/>
                </a:solidFill>
                <a:latin typeface="+mn-ea"/>
              </a:rPr>
              <a:t>无线局域网概述</a:t>
            </a:r>
            <a:endParaRPr kumimoji="1" lang="en-US" altLang="zh-CN" sz="2400" b="1" dirty="0">
              <a:solidFill>
                <a:schemeClr val="tx1"/>
              </a:solidFill>
              <a:latin typeface="+mn-ea"/>
            </a:endParaRPr>
          </a:p>
          <a:p>
            <a:pPr>
              <a:lnSpc>
                <a:spcPct val="130000"/>
              </a:lnSpc>
            </a:pPr>
            <a:r>
              <a:rPr kumimoji="1" lang="en-US" altLang="zh-CN" sz="2400" b="1" dirty="0">
                <a:solidFill>
                  <a:schemeClr val="tx1"/>
                </a:solidFill>
                <a:latin typeface="+mn-ea"/>
              </a:rPr>
              <a:t>2. </a:t>
            </a:r>
            <a:r>
              <a:rPr kumimoji="1" lang="zh-CN" altLang="en-US" sz="2400" b="1" dirty="0">
                <a:solidFill>
                  <a:schemeClr val="tx1"/>
                </a:solidFill>
                <a:latin typeface="+mn-ea"/>
              </a:rPr>
              <a:t>无线局域网组网模式</a:t>
            </a:r>
            <a:endParaRPr kumimoji="1" lang="en-US" altLang="zh-CN" sz="2400" b="1" dirty="0">
              <a:solidFill>
                <a:schemeClr val="tx1"/>
              </a:solidFill>
              <a:latin typeface="+mn-ea"/>
            </a:endParaRPr>
          </a:p>
          <a:p>
            <a:pPr>
              <a:lnSpc>
                <a:spcPct val="130000"/>
              </a:lnSpc>
            </a:pPr>
            <a:r>
              <a:rPr kumimoji="1" lang="en-US" altLang="zh-CN" sz="2400" b="1" dirty="0">
                <a:solidFill>
                  <a:schemeClr val="tx1"/>
                </a:solidFill>
                <a:latin typeface="+mn-ea"/>
              </a:rPr>
              <a:t>3. </a:t>
            </a:r>
            <a:r>
              <a:rPr kumimoji="1" lang="zh-CN" altLang="en-US" sz="2400" b="1" dirty="0">
                <a:solidFill>
                  <a:schemeClr val="tx1"/>
                </a:solidFill>
                <a:latin typeface="+mn-ea"/>
              </a:rPr>
              <a:t>无线局域网体系结构</a:t>
            </a:r>
          </a:p>
          <a:p>
            <a:pPr>
              <a:lnSpc>
                <a:spcPct val="130000"/>
              </a:lnSpc>
            </a:pPr>
            <a:r>
              <a:rPr kumimoji="1" lang="en-US" altLang="zh-CN" sz="2400" b="1" dirty="0">
                <a:solidFill>
                  <a:schemeClr val="tx1"/>
                </a:solidFill>
                <a:latin typeface="+mn-ea"/>
              </a:rPr>
              <a:t>4. 802.11</a:t>
            </a:r>
            <a:r>
              <a:rPr kumimoji="1" lang="zh-CN" altLang="en-US" sz="2400" b="1" dirty="0">
                <a:solidFill>
                  <a:schemeClr val="tx1"/>
                </a:solidFill>
                <a:latin typeface="+mn-ea"/>
              </a:rPr>
              <a:t>物理层</a:t>
            </a:r>
            <a:endParaRPr kumimoji="1" lang="en-US" altLang="zh-CN" sz="2400" b="1" dirty="0">
              <a:solidFill>
                <a:schemeClr val="tx1"/>
              </a:solidFill>
              <a:latin typeface="+mn-ea"/>
            </a:endParaRPr>
          </a:p>
          <a:p>
            <a:pPr>
              <a:lnSpc>
                <a:spcPct val="130000"/>
              </a:lnSpc>
            </a:pPr>
            <a:r>
              <a:rPr kumimoji="1" lang="en-US" altLang="zh-CN" sz="2400" b="1" dirty="0">
                <a:solidFill>
                  <a:schemeClr val="tx1"/>
                </a:solidFill>
                <a:latin typeface="+mn-ea"/>
              </a:rPr>
              <a:t>5. 802.11</a:t>
            </a:r>
            <a:r>
              <a:rPr kumimoji="1" lang="zh-CN" altLang="en-US" sz="2400" b="1" dirty="0">
                <a:solidFill>
                  <a:schemeClr val="tx1"/>
                </a:solidFill>
                <a:latin typeface="+mn-ea"/>
              </a:rPr>
              <a:t>介质访问控制</a:t>
            </a:r>
            <a:endParaRPr kumimoji="1" lang="en-US" altLang="zh-CN" sz="2400" b="1" dirty="0">
              <a:solidFill>
                <a:schemeClr val="tx1"/>
              </a:solidFill>
              <a:latin typeface="+mn-ea"/>
            </a:endParaRPr>
          </a:p>
          <a:p>
            <a:pPr>
              <a:lnSpc>
                <a:spcPct val="130000"/>
              </a:lnSpc>
            </a:pPr>
            <a:r>
              <a:rPr kumimoji="1" lang="en-US" altLang="zh-CN" sz="2400" b="1" dirty="0">
                <a:solidFill>
                  <a:schemeClr val="tx1"/>
                </a:solidFill>
                <a:latin typeface="+mn-ea"/>
              </a:rPr>
              <a:t>6. 802.11</a:t>
            </a:r>
            <a:r>
              <a:rPr kumimoji="1" lang="zh-CN" altLang="zh-CN" sz="2400" b="1" dirty="0">
                <a:solidFill>
                  <a:schemeClr val="tx1"/>
                </a:solidFill>
                <a:latin typeface="+mn-ea"/>
              </a:rPr>
              <a:t>帧结构</a:t>
            </a:r>
            <a:endParaRPr kumimoji="1" lang="en-US" altLang="zh-CN" sz="2400" b="1" dirty="0">
              <a:solidFill>
                <a:schemeClr val="tx1"/>
              </a:solidFill>
              <a:latin typeface="+mn-ea"/>
            </a:endParaRPr>
          </a:p>
          <a:p>
            <a:pPr>
              <a:lnSpc>
                <a:spcPct val="130000"/>
              </a:lnSpc>
            </a:pPr>
            <a:r>
              <a:rPr kumimoji="1" lang="en-US" altLang="zh-CN" sz="2400" b="1" dirty="0">
                <a:solidFill>
                  <a:schemeClr val="tx1"/>
                </a:solidFill>
                <a:latin typeface="+mn-ea"/>
              </a:rPr>
              <a:t>7. </a:t>
            </a:r>
            <a:r>
              <a:rPr kumimoji="1" lang="zh-CN" altLang="zh-CN" sz="2400" b="1" dirty="0">
                <a:solidFill>
                  <a:schemeClr val="tx1"/>
                </a:solidFill>
                <a:latin typeface="+mn-ea"/>
              </a:rPr>
              <a:t>无线局域网的构建</a:t>
            </a:r>
            <a:r>
              <a:rPr lang="zh-CN" altLang="en-US" sz="2400" b="1" dirty="0">
                <a:latin typeface="+mn-ea"/>
              </a:rPr>
              <a:t>与管理</a:t>
            </a:r>
            <a:endParaRPr lang="en-US" altLang="zh-CN" sz="2400" b="1" dirty="0">
              <a:latin typeface="+mn-ea"/>
            </a:endParaRPr>
          </a:p>
        </p:txBody>
      </p:sp>
      <p:sp>
        <p:nvSpPr>
          <p:cNvPr id="6" name="灯片编号占位符 3"/>
          <p:cNvSpPr>
            <a:spLocks noGrp="1"/>
          </p:cNvSpPr>
          <p:nvPr>
            <p:ph type="sldNum" sz="quarter" idx="12"/>
          </p:nvPr>
        </p:nvSpPr>
        <p:spPr>
          <a:xfrm>
            <a:off x="8686810" y="6489303"/>
            <a:ext cx="3319670" cy="365125"/>
          </a:xfrm>
        </p:spPr>
        <p:txBody>
          <a:bodyPr/>
          <a:lstStyle/>
          <a:p>
            <a:fld id="{339BF64F-B44A-4670-AF2C-07375CE66113}" type="slidenum">
              <a:rPr kumimoji="1" lang="zh-CN" altLang="en-US" smtClean="0"/>
              <a:t>116</a:t>
            </a:fld>
            <a:endParaRPr kumimoji="1" lang="zh-CN" altLang="en-US"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zh-CN" altLang="en-US" dirty="0"/>
              <a:t>无线局域网概述</a:t>
            </a:r>
          </a:p>
        </p:txBody>
      </p:sp>
      <p:sp>
        <p:nvSpPr>
          <p:cNvPr id="3" name="内容占位符 2"/>
          <p:cNvSpPr>
            <a:spLocks noGrp="1"/>
          </p:cNvSpPr>
          <p:nvPr>
            <p:ph idx="1"/>
          </p:nvPr>
        </p:nvSpPr>
        <p:spPr>
          <a:xfrm>
            <a:off x="838200" y="2796209"/>
            <a:ext cx="10515600" cy="3624470"/>
          </a:xfrm>
        </p:spPr>
        <p:txBody>
          <a:bodyPr>
            <a:normAutofit/>
          </a:bodyPr>
          <a:lstStyle/>
          <a:p>
            <a:pPr>
              <a:spcBef>
                <a:spcPts val="1200"/>
              </a:spcBef>
            </a:pPr>
            <a:r>
              <a:rPr lang="zh-CN" altLang="en-US" dirty="0">
                <a:latin typeface="微软雅黑" panose="020B0503020204020204" pitchFamily="34" charset="-122"/>
                <a:ea typeface="微软雅黑" panose="020B0503020204020204" pitchFamily="34" charset="-122"/>
              </a:rPr>
              <a:t>设计目标</a:t>
            </a:r>
            <a:endParaRPr lang="en-US" altLang="zh-CN" dirty="0">
              <a:latin typeface="微软雅黑" panose="020B0503020204020204" pitchFamily="34" charset="-122"/>
              <a:ea typeface="微软雅黑" panose="020B0503020204020204" pitchFamily="34" charset="-122"/>
            </a:endParaRPr>
          </a:p>
          <a:p>
            <a:pPr lvl="1">
              <a:lnSpc>
                <a:spcPts val="3000"/>
              </a:lnSpc>
              <a:spcBef>
                <a:spcPts val="1200"/>
              </a:spcBef>
            </a:pPr>
            <a:r>
              <a:rPr lang="zh-CN" altLang="en-US" dirty="0">
                <a:latin typeface="微软雅黑" panose="020B0503020204020204" pitchFamily="34" charset="-122"/>
                <a:ea typeface="微软雅黑" panose="020B0503020204020204" pitchFamily="34" charset="-122"/>
              </a:rPr>
              <a:t>针对小的覆盖范围（受限的发射功率）</a:t>
            </a:r>
            <a:endParaRPr lang="en-US" altLang="zh-CN" dirty="0">
              <a:latin typeface="微软雅黑" panose="020B0503020204020204" pitchFamily="34" charset="-122"/>
              <a:ea typeface="微软雅黑" panose="020B0503020204020204" pitchFamily="34" charset="-122"/>
            </a:endParaRPr>
          </a:p>
          <a:p>
            <a:pPr lvl="1">
              <a:spcBef>
                <a:spcPts val="1200"/>
              </a:spcBef>
            </a:pPr>
            <a:r>
              <a:rPr lang="zh-CN" altLang="en-US" dirty="0">
                <a:latin typeface="微软雅黑" panose="020B0503020204020204" pitchFamily="34" charset="-122"/>
                <a:ea typeface="微软雅黑" panose="020B0503020204020204" pitchFamily="34" charset="-122"/>
              </a:rPr>
              <a:t>使用无需授权的频谱（</a:t>
            </a:r>
            <a:r>
              <a:rPr lang="en-US" altLang="zh-CN" dirty="0">
                <a:latin typeface="微软雅黑" panose="020B0503020204020204" pitchFamily="34" charset="-122"/>
                <a:ea typeface="微软雅黑" panose="020B0503020204020204" pitchFamily="34" charset="-122"/>
              </a:rPr>
              <a:t>ISM</a:t>
            </a:r>
            <a:r>
              <a:rPr lang="zh-CN" altLang="en-US" dirty="0">
                <a:latin typeface="微软雅黑" panose="020B0503020204020204" pitchFamily="34" charset="-122"/>
                <a:ea typeface="微软雅黑" panose="020B0503020204020204" pitchFamily="34" charset="-122"/>
              </a:rPr>
              <a:t>频段</a:t>
            </a:r>
            <a:r>
              <a:rPr lang="en-US" altLang="zh-CN" dirty="0">
                <a:latin typeface="微软雅黑" panose="020B0503020204020204" pitchFamily="34" charset="-122"/>
                <a:ea typeface="微软雅黑" panose="020B0503020204020204" pitchFamily="34" charset="-122"/>
              </a:rPr>
              <a:t>)</a:t>
            </a:r>
          </a:p>
          <a:p>
            <a:pPr lvl="1">
              <a:spcBef>
                <a:spcPts val="1200"/>
              </a:spcBef>
            </a:pPr>
            <a:r>
              <a:rPr lang="zh-CN" altLang="en-US" dirty="0">
                <a:latin typeface="微软雅黑" panose="020B0503020204020204" pitchFamily="34" charset="-122"/>
                <a:ea typeface="微软雅黑" panose="020B0503020204020204" pitchFamily="34" charset="-122"/>
              </a:rPr>
              <a:t>面向高速率应用</a:t>
            </a:r>
            <a:endParaRPr lang="en-US" altLang="zh-CN" dirty="0">
              <a:latin typeface="微软雅黑" panose="020B0503020204020204" pitchFamily="34" charset="-122"/>
              <a:ea typeface="微软雅黑" panose="020B0503020204020204" pitchFamily="34" charset="-122"/>
            </a:endParaRPr>
          </a:p>
          <a:p>
            <a:pPr lvl="1">
              <a:spcBef>
                <a:spcPts val="1200"/>
              </a:spcBef>
            </a:pPr>
            <a:r>
              <a:rPr lang="zh-CN" altLang="en-US" dirty="0">
                <a:latin typeface="微软雅黑" panose="020B0503020204020204" pitchFamily="34" charset="-122"/>
                <a:ea typeface="微软雅黑" panose="020B0503020204020204" pitchFamily="34" charset="-122"/>
              </a:rPr>
              <a:t>能够支持实时和非实时应用</a:t>
            </a:r>
            <a:endParaRPr lang="en-US" altLang="zh-CN" dirty="0">
              <a:latin typeface="微软雅黑" panose="020B0503020204020204" pitchFamily="34" charset="-122"/>
              <a:ea typeface="微软雅黑" panose="020B0503020204020204" pitchFamily="34" charset="-122"/>
            </a:endParaRPr>
          </a:p>
          <a:p>
            <a:pPr marL="0" indent="0">
              <a:lnSpc>
                <a:spcPct val="120000"/>
              </a:lnSpc>
              <a:buNone/>
            </a:pPr>
            <a:endParaRPr kumimoji="1"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117</a:t>
            </a:fld>
            <a:endParaRPr kumimoji="1" lang="zh-CN" altLang="en-US" dirty="0"/>
          </a:p>
        </p:txBody>
      </p:sp>
      <p:sp>
        <p:nvSpPr>
          <p:cNvPr id="5" name="文本框 4"/>
          <p:cNvSpPr txBox="1"/>
          <p:nvPr/>
        </p:nvSpPr>
        <p:spPr>
          <a:xfrm>
            <a:off x="913828" y="1489337"/>
            <a:ext cx="10364344" cy="1005788"/>
          </a:xfrm>
          <a:prstGeom prst="rect">
            <a:avLst/>
          </a:prstGeom>
          <a:solidFill>
            <a:schemeClr val="accent5">
              <a:lumMod val="20000"/>
              <a:lumOff val="80000"/>
            </a:schemeClr>
          </a:solidFill>
          <a:ln w="12700">
            <a:solidFill>
              <a:schemeClr val="accent2">
                <a:lumMod val="75000"/>
              </a:schemeClr>
            </a:solidFill>
          </a:ln>
        </p:spPr>
        <p:txBody>
          <a:bodyPr wrap="square" rtlCol="0">
            <a:spAutoFit/>
          </a:bodyPr>
          <a:lstStyle/>
          <a:p>
            <a:pPr algn="l">
              <a:lnSpc>
                <a:spcPct val="130000"/>
              </a:lnSpc>
            </a:pPr>
            <a:r>
              <a:rPr lang="zh-CN" altLang="en-US" sz="2400" dirty="0">
                <a:solidFill>
                  <a:srgbClr val="C00000"/>
                </a:solidFill>
                <a:latin typeface="微软雅黑" panose="020B0503020204020204" pitchFamily="34" charset="-122"/>
                <a:ea typeface="微软雅黑" panose="020B0503020204020204" pitchFamily="34" charset="-122"/>
              </a:rPr>
              <a:t>无线局域网（</a:t>
            </a:r>
            <a:r>
              <a:rPr lang="en-US" altLang="zh-CN" sz="2400" dirty="0">
                <a:solidFill>
                  <a:srgbClr val="C00000"/>
                </a:solidFill>
                <a:latin typeface="微软雅黑" panose="020B0503020204020204" pitchFamily="34" charset="-122"/>
                <a:ea typeface="微软雅黑" panose="020B0503020204020204" pitchFamily="34" charset="-122"/>
              </a:rPr>
              <a:t>Wireless Local Area Network</a:t>
            </a:r>
            <a:r>
              <a:rPr lang="zh-CN" altLang="en-US" sz="2400" dirty="0">
                <a:solidFill>
                  <a:srgbClr val="C00000"/>
                </a:solidFill>
                <a:latin typeface="微软雅黑" panose="020B0503020204020204" pitchFamily="34" charset="-122"/>
                <a:ea typeface="微软雅黑" panose="020B0503020204020204" pitchFamily="34" charset="-122"/>
              </a:rPr>
              <a:t>，</a:t>
            </a:r>
            <a:r>
              <a:rPr lang="en-US" altLang="zh-CN" sz="2400" dirty="0">
                <a:solidFill>
                  <a:srgbClr val="C00000"/>
                </a:solidFill>
                <a:latin typeface="微软雅黑" panose="020B0503020204020204" pitchFamily="34" charset="-122"/>
                <a:ea typeface="微软雅黑" panose="020B0503020204020204" pitchFamily="34" charset="-122"/>
              </a:rPr>
              <a:t>WLAN)</a:t>
            </a:r>
            <a:r>
              <a:rPr lang="zh-CN" altLang="en-US" sz="2400" dirty="0">
                <a:solidFill>
                  <a:srgbClr val="C00000"/>
                </a:solidFill>
                <a:latin typeface="微软雅黑" panose="020B0503020204020204" pitchFamily="34" charset="-122"/>
                <a:ea typeface="微软雅黑" panose="020B0503020204020204" pitchFamily="34" charset="-122"/>
              </a:rPr>
              <a:t>：指以无线信道作为传输介质的计算机局域网</a:t>
            </a:r>
          </a:p>
        </p:txBody>
      </p:sp>
      <p:sp>
        <p:nvSpPr>
          <p:cNvPr id="6" name="文本框 5"/>
          <p:cNvSpPr txBox="1"/>
          <p:nvPr/>
        </p:nvSpPr>
        <p:spPr>
          <a:xfrm>
            <a:off x="1340879" y="5759467"/>
            <a:ext cx="9510241" cy="489558"/>
          </a:xfrm>
          <a:prstGeom prst="rect">
            <a:avLst/>
          </a:prstGeom>
          <a:noFill/>
          <a:ln w="12700">
            <a:solidFill>
              <a:schemeClr val="accent1">
                <a:lumMod val="60000"/>
                <a:lumOff val="40000"/>
              </a:schemeClr>
            </a:solidFill>
          </a:ln>
        </p:spPr>
        <p:txBody>
          <a:bodyPr wrap="square" rtlCol="0">
            <a:spAutoFit/>
          </a:bodyPr>
          <a:lstStyle/>
          <a:p>
            <a:pPr algn="ctr">
              <a:lnSpc>
                <a:spcPct val="130000"/>
              </a:lnSpc>
            </a:pPr>
            <a:r>
              <a:rPr lang="zh-CN" altLang="en-US" sz="2200" dirty="0">
                <a:solidFill>
                  <a:srgbClr val="5B307E"/>
                </a:solidFill>
                <a:latin typeface="微软雅黑" panose="020B0503020204020204" pitchFamily="34" charset="-122"/>
                <a:ea typeface="微软雅黑" panose="020B0503020204020204" pitchFamily="34" charset="-122"/>
              </a:rPr>
              <a:t>两个重要组织：</a:t>
            </a:r>
            <a:r>
              <a:rPr lang="en-US" altLang="zh-CN" sz="2200" dirty="0">
                <a:solidFill>
                  <a:srgbClr val="5B307E"/>
                </a:solidFill>
                <a:latin typeface="微软雅黑" panose="020B0503020204020204" pitchFamily="34" charset="-122"/>
                <a:ea typeface="微软雅黑" panose="020B0503020204020204" pitchFamily="34" charset="-122"/>
              </a:rPr>
              <a:t>IEEE 802.11</a:t>
            </a:r>
            <a:r>
              <a:rPr lang="zh-CN" altLang="en-US" sz="2200" dirty="0">
                <a:solidFill>
                  <a:srgbClr val="5B307E"/>
                </a:solidFill>
                <a:latin typeface="微软雅黑" panose="020B0503020204020204" pitchFamily="34" charset="-122"/>
                <a:ea typeface="微软雅黑" panose="020B0503020204020204" pitchFamily="34" charset="-122"/>
              </a:rPr>
              <a:t>工作组、</a:t>
            </a:r>
            <a:r>
              <a:rPr lang="en-US" altLang="zh-CN" sz="2200" dirty="0">
                <a:solidFill>
                  <a:srgbClr val="5B307E"/>
                </a:solidFill>
                <a:latin typeface="微软雅黑" panose="020B0503020204020204" pitchFamily="34" charset="-122"/>
                <a:ea typeface="微软雅黑" panose="020B0503020204020204" pitchFamily="34" charset="-122"/>
              </a:rPr>
              <a:t>Wi-Fi</a:t>
            </a:r>
            <a:r>
              <a:rPr lang="zh-CN" altLang="en-US" sz="2200" dirty="0">
                <a:solidFill>
                  <a:srgbClr val="5B307E"/>
                </a:solidFill>
                <a:latin typeface="微软雅黑" panose="020B0503020204020204" pitchFamily="34" charset="-122"/>
                <a:ea typeface="微软雅黑" panose="020B0503020204020204" pitchFamily="34" charset="-122"/>
              </a:rPr>
              <a:t>联盟（</a:t>
            </a:r>
            <a:r>
              <a:rPr lang="en-US" altLang="zh-CN" sz="2200" dirty="0">
                <a:solidFill>
                  <a:srgbClr val="5B307E"/>
                </a:solidFill>
                <a:latin typeface="微软雅黑" panose="020B0503020204020204" pitchFamily="34" charset="-122"/>
                <a:ea typeface="微软雅黑" panose="020B0503020204020204" pitchFamily="34" charset="-122"/>
              </a:rPr>
              <a:t>Wi-Fi Alliance</a:t>
            </a:r>
            <a:r>
              <a:rPr lang="zh-CN" altLang="en-US" sz="2200" dirty="0">
                <a:solidFill>
                  <a:srgbClr val="5B307E"/>
                </a:solidFill>
                <a:latin typeface="微软雅黑" panose="020B0503020204020204" pitchFamily="34" charset="-122"/>
                <a:ea typeface="微软雅黑" panose="020B0503020204020204" pitchFamily="34" charset="-122"/>
              </a:rPr>
              <a:t>，</a:t>
            </a:r>
            <a:r>
              <a:rPr lang="en-US" altLang="zh-CN" sz="2200" dirty="0">
                <a:solidFill>
                  <a:srgbClr val="5B307E"/>
                </a:solidFill>
                <a:latin typeface="微软雅黑" panose="020B0503020204020204" pitchFamily="34" charset="-122"/>
                <a:ea typeface="微软雅黑" panose="020B0503020204020204" pitchFamily="34" charset="-122"/>
              </a:rPr>
              <a:t>WFA</a:t>
            </a:r>
            <a:r>
              <a:rPr lang="zh-CN" altLang="en-US" sz="2200" dirty="0">
                <a:solidFill>
                  <a:srgbClr val="5B307E"/>
                </a:solidFill>
                <a:latin typeface="微软雅黑" panose="020B0503020204020204" pitchFamily="34" charset="-122"/>
                <a:ea typeface="微软雅黑" panose="020B0503020204020204" pitchFamily="34" charset="-122"/>
              </a:rPr>
              <a:t>）</a:t>
            </a:r>
          </a:p>
        </p:txBody>
      </p:sp>
      <p:pic>
        <p:nvPicPr>
          <p:cNvPr id="1026" name="Picture 2" descr="Wi-Fi Allianc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89630" y="3625826"/>
            <a:ext cx="1800790" cy="1460397"/>
          </a:xfrm>
          <a:prstGeom prst="rect">
            <a:avLst/>
          </a:prstGeom>
          <a:noFill/>
          <a:extLst>
            <a:ext uri="{909E8E84-426E-40DD-AFC4-6F175D3DCCD1}">
              <a14:hiddenFill xmlns:a14="http://schemas.microsoft.com/office/drawing/2010/main">
                <a:solidFill>
                  <a:srgbClr val="FFFFFF"/>
                </a:solidFill>
              </a14:hiddenFill>
            </a:ext>
          </a:extLst>
        </p:spPr>
      </p:pic>
      <p:sp>
        <p:nvSpPr>
          <p:cNvPr id="8" name="文本框 7"/>
          <p:cNvSpPr txBox="1"/>
          <p:nvPr/>
        </p:nvSpPr>
        <p:spPr>
          <a:xfrm>
            <a:off x="102036" y="6434725"/>
            <a:ext cx="1809515"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4.5 </a:t>
            </a:r>
            <a:r>
              <a:rPr lang="zh-CN" altLang="en-US" dirty="0">
                <a:solidFill>
                  <a:schemeClr val="bg1">
                    <a:lumMod val="65000"/>
                  </a:schemeClr>
                </a:solidFill>
                <a:latin typeface="微软雅黑" panose="020B0503020204020204" pitchFamily="34" charset="-122"/>
                <a:ea typeface="微软雅黑" panose="020B0503020204020204" pitchFamily="34" charset="-122"/>
              </a:rPr>
              <a:t>无线局域网</a:t>
            </a: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zh-CN" altLang="en-US" dirty="0"/>
              <a:t>无线局域网概述</a:t>
            </a:r>
          </a:p>
        </p:txBody>
      </p:sp>
      <p:sp>
        <p:nvSpPr>
          <p:cNvPr id="3" name="内容占位符 2"/>
          <p:cNvSpPr>
            <a:spLocks noGrp="1"/>
          </p:cNvSpPr>
          <p:nvPr>
            <p:ph idx="1"/>
          </p:nvPr>
        </p:nvSpPr>
        <p:spPr>
          <a:xfrm>
            <a:off x="838200" y="1408770"/>
            <a:ext cx="10515600" cy="664276"/>
          </a:xfrm>
        </p:spPr>
        <p:txBody>
          <a:bodyPr>
            <a:normAutofit/>
          </a:bodyPr>
          <a:lstStyle/>
          <a:p>
            <a:pPr>
              <a:spcBef>
                <a:spcPts val="1200"/>
              </a:spcBef>
            </a:pPr>
            <a:r>
              <a:rPr lang="en-US" altLang="zh-CN" dirty="0">
                <a:latin typeface="微软雅黑" panose="020B0503020204020204" pitchFamily="34" charset="-122"/>
                <a:ea typeface="微软雅黑" panose="020B0503020204020204" pitchFamily="34" charset="-122"/>
              </a:rPr>
              <a:t>IEEE 802.11</a:t>
            </a:r>
            <a:r>
              <a:rPr lang="zh-CN" altLang="en-US" dirty="0">
                <a:latin typeface="微软雅黑" panose="020B0503020204020204" pitchFamily="34" charset="-122"/>
                <a:ea typeface="微软雅黑" panose="020B0503020204020204" pitchFamily="34" charset="-122"/>
              </a:rPr>
              <a:t>无线局域网发展历程</a:t>
            </a:r>
            <a:endParaRPr lang="en-US" altLang="zh-CN" dirty="0">
              <a:latin typeface="微软雅黑" panose="020B0503020204020204" pitchFamily="34" charset="-122"/>
              <a:ea typeface="微软雅黑" panose="020B0503020204020204" pitchFamily="34" charset="-122"/>
            </a:endParaRPr>
          </a:p>
          <a:p>
            <a:pPr marL="0" indent="0">
              <a:lnSpc>
                <a:spcPct val="120000"/>
              </a:lnSpc>
              <a:buNone/>
            </a:pPr>
            <a:endParaRPr kumimoji="1"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118</a:t>
            </a:fld>
            <a:endParaRPr kumimoji="1" lang="zh-CN" altLang="en-US" dirty="0"/>
          </a:p>
        </p:txBody>
      </p:sp>
      <p:pic>
        <p:nvPicPr>
          <p:cNvPr id="22" name="图片 21"/>
          <p:cNvPicPr>
            <a:picLocks noChangeAspect="1"/>
          </p:cNvPicPr>
          <p:nvPr/>
        </p:nvPicPr>
        <p:blipFill>
          <a:blip r:embed="rId3"/>
          <a:stretch>
            <a:fillRect/>
          </a:stretch>
        </p:blipFill>
        <p:spPr>
          <a:xfrm>
            <a:off x="921327" y="2270355"/>
            <a:ext cx="10493184" cy="3792904"/>
          </a:xfrm>
          <a:prstGeom prst="rect">
            <a:avLst/>
          </a:prstGeom>
        </p:spPr>
      </p:pic>
      <p:sp>
        <p:nvSpPr>
          <p:cNvPr id="6" name="文本框 5"/>
          <p:cNvSpPr txBox="1"/>
          <p:nvPr/>
        </p:nvSpPr>
        <p:spPr>
          <a:xfrm>
            <a:off x="102036" y="6434725"/>
            <a:ext cx="1809515"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4.5 </a:t>
            </a:r>
            <a:r>
              <a:rPr lang="zh-CN" altLang="en-US" dirty="0">
                <a:solidFill>
                  <a:schemeClr val="bg1">
                    <a:lumMod val="65000"/>
                  </a:schemeClr>
                </a:solidFill>
                <a:latin typeface="微软雅黑" panose="020B0503020204020204" pitchFamily="34" charset="-122"/>
                <a:ea typeface="微软雅黑" panose="020B0503020204020204" pitchFamily="34" charset="-122"/>
              </a:rPr>
              <a:t>无线局域网</a:t>
            </a: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zh-CN" altLang="en-US" dirty="0"/>
              <a:t>无线局域网组网模式</a:t>
            </a:r>
          </a:p>
        </p:txBody>
      </p:sp>
      <p:sp>
        <p:nvSpPr>
          <p:cNvPr id="3" name="内容占位符 2"/>
          <p:cNvSpPr>
            <a:spLocks noGrp="1"/>
          </p:cNvSpPr>
          <p:nvPr>
            <p:ph idx="1"/>
          </p:nvPr>
        </p:nvSpPr>
        <p:spPr>
          <a:xfrm>
            <a:off x="838200" y="1680519"/>
            <a:ext cx="10515600" cy="3731740"/>
          </a:xfrm>
        </p:spPr>
        <p:txBody>
          <a:bodyPr>
            <a:normAutofit/>
          </a:bodyPr>
          <a:lstStyle/>
          <a:p>
            <a:pPr marL="360680" indent="-360680">
              <a:lnSpc>
                <a:spcPts val="2600"/>
              </a:lnSpc>
              <a:spcBef>
                <a:spcPts val="1200"/>
              </a:spcBef>
            </a:pPr>
            <a:r>
              <a:rPr lang="zh-CN" altLang="en-US" kern="0" dirty="0"/>
              <a:t>基础架构模式</a:t>
            </a:r>
            <a:endParaRPr lang="en-US" altLang="zh-CN" kern="0" dirty="0"/>
          </a:p>
          <a:p>
            <a:pPr marL="817880" lvl="1" indent="-360680">
              <a:lnSpc>
                <a:spcPts val="2600"/>
              </a:lnSpc>
              <a:spcBef>
                <a:spcPts val="1200"/>
              </a:spcBef>
            </a:pPr>
            <a:r>
              <a:rPr lang="zh-CN" altLang="en-US" sz="2000" kern="0" dirty="0"/>
              <a:t>分布式系统（</a:t>
            </a:r>
            <a:r>
              <a:rPr lang="en-US" altLang="zh-CN" sz="2000" kern="0" dirty="0"/>
              <a:t>DS</a:t>
            </a:r>
            <a:r>
              <a:rPr lang="zh-CN" altLang="en-US" sz="2000" kern="0" dirty="0"/>
              <a:t>）</a:t>
            </a:r>
          </a:p>
          <a:p>
            <a:pPr marL="817880" lvl="1" indent="-360680">
              <a:lnSpc>
                <a:spcPts val="2600"/>
              </a:lnSpc>
              <a:spcBef>
                <a:spcPts val="1200"/>
              </a:spcBef>
            </a:pPr>
            <a:r>
              <a:rPr lang="zh-CN" altLang="en-US" sz="2000" kern="0" dirty="0"/>
              <a:t>访问点（</a:t>
            </a:r>
            <a:r>
              <a:rPr lang="en-US" altLang="zh-CN" sz="2000" kern="0" dirty="0"/>
              <a:t>AP</a:t>
            </a:r>
            <a:r>
              <a:rPr lang="zh-CN" altLang="en-US" sz="2000" kern="0" dirty="0"/>
              <a:t>）</a:t>
            </a:r>
          </a:p>
          <a:p>
            <a:pPr marL="817880" lvl="1" indent="-360680">
              <a:lnSpc>
                <a:spcPts val="2600"/>
              </a:lnSpc>
              <a:spcBef>
                <a:spcPts val="1200"/>
              </a:spcBef>
            </a:pPr>
            <a:r>
              <a:rPr lang="zh-CN" altLang="en-US" sz="2000" kern="0" dirty="0"/>
              <a:t>站点（</a:t>
            </a:r>
            <a:r>
              <a:rPr lang="en-US" altLang="zh-CN" sz="2000" kern="0" dirty="0"/>
              <a:t>STA</a:t>
            </a:r>
            <a:r>
              <a:rPr lang="zh-CN" altLang="en-US" sz="2000" kern="0" dirty="0"/>
              <a:t>）</a:t>
            </a:r>
          </a:p>
          <a:p>
            <a:pPr marL="817880" lvl="1" indent="-360680">
              <a:lnSpc>
                <a:spcPts val="2600"/>
              </a:lnSpc>
              <a:spcBef>
                <a:spcPts val="1200"/>
              </a:spcBef>
            </a:pPr>
            <a:r>
              <a:rPr lang="zh-CN" altLang="en-US" sz="2000" kern="0" dirty="0"/>
              <a:t>基本服务集（</a:t>
            </a:r>
            <a:r>
              <a:rPr lang="en-US" altLang="zh-CN" sz="2000" kern="0" dirty="0"/>
              <a:t>BSS</a:t>
            </a:r>
            <a:r>
              <a:rPr lang="zh-CN" altLang="en-US" sz="2000" kern="0" dirty="0"/>
              <a:t>）</a:t>
            </a:r>
          </a:p>
          <a:p>
            <a:pPr marL="817880" lvl="1" indent="-360680">
              <a:lnSpc>
                <a:spcPts val="2600"/>
              </a:lnSpc>
              <a:spcBef>
                <a:spcPts val="1200"/>
              </a:spcBef>
            </a:pPr>
            <a:r>
              <a:rPr lang="zh-CN" altLang="en-US" sz="2000" kern="0" dirty="0"/>
              <a:t>扩展服务集（</a:t>
            </a:r>
            <a:r>
              <a:rPr lang="en-US" altLang="zh-CN" sz="2000" kern="0" dirty="0"/>
              <a:t>ESS</a:t>
            </a:r>
            <a:r>
              <a:rPr lang="zh-CN" altLang="en-US" sz="2000" kern="0" dirty="0"/>
              <a:t>）</a:t>
            </a:r>
            <a:endParaRPr lang="en-US" altLang="zh-CN" sz="2000" kern="0" dirty="0"/>
          </a:p>
          <a:p>
            <a:pPr marL="817880" lvl="1" indent="-360680">
              <a:lnSpc>
                <a:spcPts val="2600"/>
              </a:lnSpc>
              <a:spcBef>
                <a:spcPts val="1200"/>
              </a:spcBef>
            </a:pPr>
            <a:r>
              <a:rPr lang="zh-CN" altLang="en-US" sz="2000" kern="0" dirty="0"/>
              <a:t>站点之间通信通过</a:t>
            </a:r>
            <a:r>
              <a:rPr lang="en-US" altLang="zh-CN" sz="2000" kern="0" dirty="0"/>
              <a:t>AP</a:t>
            </a:r>
            <a:r>
              <a:rPr lang="zh-CN" altLang="en-US" sz="2000" kern="0" dirty="0"/>
              <a:t>转发</a:t>
            </a:r>
            <a:endParaRPr lang="en-US" altLang="zh-CN" sz="2000" kern="0"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119</a:t>
            </a:fld>
            <a:endParaRPr kumimoji="1" lang="zh-CN" altLang="en-US" dirty="0"/>
          </a:p>
        </p:txBody>
      </p:sp>
      <p:pic>
        <p:nvPicPr>
          <p:cNvPr id="9" name="图片 8"/>
          <p:cNvPicPr>
            <a:picLocks noChangeAspect="1"/>
          </p:cNvPicPr>
          <p:nvPr/>
        </p:nvPicPr>
        <p:blipFill>
          <a:blip r:embed="rId3"/>
          <a:stretch>
            <a:fillRect/>
          </a:stretch>
        </p:blipFill>
        <p:spPr>
          <a:xfrm>
            <a:off x="5069821" y="1382635"/>
            <a:ext cx="5592295" cy="3126401"/>
          </a:xfrm>
          <a:prstGeom prst="rect">
            <a:avLst/>
          </a:prstGeom>
        </p:spPr>
      </p:pic>
      <p:grpSp>
        <p:nvGrpSpPr>
          <p:cNvPr id="6" name="组合 5"/>
          <p:cNvGrpSpPr/>
          <p:nvPr/>
        </p:nvGrpSpPr>
        <p:grpSpPr>
          <a:xfrm>
            <a:off x="6096000" y="4698666"/>
            <a:ext cx="3571932" cy="1920230"/>
            <a:chOff x="6207175" y="4822666"/>
            <a:chExt cx="3571932" cy="1920230"/>
          </a:xfrm>
        </p:grpSpPr>
        <p:pic>
          <p:nvPicPr>
            <p:cNvPr id="8" name="图片 7"/>
            <p:cNvPicPr>
              <a:picLocks noChangeAspect="1"/>
            </p:cNvPicPr>
            <p:nvPr/>
          </p:nvPicPr>
          <p:blipFill>
            <a:blip r:embed="rId4"/>
            <a:stretch>
              <a:fillRect/>
            </a:stretch>
          </p:blipFill>
          <p:spPr>
            <a:xfrm>
              <a:off x="6207175" y="4822666"/>
              <a:ext cx="3571932" cy="1920230"/>
            </a:xfrm>
            <a:prstGeom prst="rect">
              <a:avLst/>
            </a:prstGeom>
          </p:spPr>
        </p:pic>
        <p:sp>
          <p:nvSpPr>
            <p:cNvPr id="5" name="文本框 4"/>
            <p:cNvSpPr txBox="1"/>
            <p:nvPr/>
          </p:nvSpPr>
          <p:spPr>
            <a:xfrm>
              <a:off x="7498786" y="5278100"/>
              <a:ext cx="1066212" cy="369332"/>
            </a:xfrm>
            <a:prstGeom prst="rect">
              <a:avLst/>
            </a:prstGeom>
            <a:noFill/>
          </p:spPr>
          <p:txBody>
            <a:bodyPr wrap="square" rtlCol="0">
              <a:spAutoFit/>
            </a:bodyPr>
            <a:lstStyle/>
            <a:p>
              <a:pPr algn="ctr"/>
              <a:r>
                <a:rPr lang="en-US" altLang="zh-CN" dirty="0">
                  <a:solidFill>
                    <a:srgbClr val="5B307E"/>
                  </a:solidFill>
                  <a:latin typeface="微软雅黑" panose="020B0503020204020204" pitchFamily="34" charset="-122"/>
                  <a:ea typeface="微软雅黑" panose="020B0503020204020204" pitchFamily="34" charset="-122"/>
                </a:rPr>
                <a:t>AP</a:t>
              </a:r>
              <a:endParaRPr lang="zh-CN" altLang="en-US" dirty="0">
                <a:solidFill>
                  <a:srgbClr val="5B307E"/>
                </a:solidFill>
                <a:latin typeface="微软雅黑" panose="020B0503020204020204" pitchFamily="34" charset="-122"/>
                <a:ea typeface="微软雅黑" panose="020B0503020204020204" pitchFamily="34" charset="-122"/>
              </a:endParaRPr>
            </a:p>
          </p:txBody>
        </p:sp>
      </p:grpSp>
      <p:sp>
        <p:nvSpPr>
          <p:cNvPr id="10" name="文本框 9"/>
          <p:cNvSpPr txBox="1"/>
          <p:nvPr/>
        </p:nvSpPr>
        <p:spPr>
          <a:xfrm>
            <a:off x="102036" y="6434725"/>
            <a:ext cx="1809515"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4.5 </a:t>
            </a:r>
            <a:r>
              <a:rPr lang="zh-CN" altLang="en-US" dirty="0">
                <a:solidFill>
                  <a:schemeClr val="bg1">
                    <a:lumMod val="65000"/>
                  </a:schemeClr>
                </a:solidFill>
                <a:latin typeface="微软雅黑" panose="020B0503020204020204" pitchFamily="34" charset="-122"/>
                <a:ea typeface="微软雅黑" panose="020B0503020204020204" pitchFamily="34" charset="-122"/>
              </a:rPr>
              <a:t>无线局域网</a:t>
            </a: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zh-CN" altLang="en-US" dirty="0"/>
              <a:t>无线局域网组网模式</a:t>
            </a:r>
          </a:p>
        </p:txBody>
      </p:sp>
      <p:sp>
        <p:nvSpPr>
          <p:cNvPr id="3" name="内容占位符 2"/>
          <p:cNvSpPr>
            <a:spLocks noGrp="1"/>
          </p:cNvSpPr>
          <p:nvPr>
            <p:ph idx="1"/>
          </p:nvPr>
        </p:nvSpPr>
        <p:spPr>
          <a:xfrm>
            <a:off x="838200" y="1507705"/>
            <a:ext cx="10515600" cy="4471675"/>
          </a:xfrm>
        </p:spPr>
        <p:txBody>
          <a:bodyPr>
            <a:normAutofit/>
          </a:bodyPr>
          <a:lstStyle/>
          <a:p>
            <a:pPr>
              <a:lnSpc>
                <a:spcPts val="3600"/>
              </a:lnSpc>
              <a:spcBef>
                <a:spcPts val="1200"/>
              </a:spcBef>
            </a:pPr>
            <a:r>
              <a:rPr lang="zh-CN" altLang="en-US" kern="0" dirty="0"/>
              <a:t>自组织模式（</a:t>
            </a:r>
            <a:r>
              <a:rPr lang="en-US" altLang="zh-CN" kern="0" dirty="0"/>
              <a:t>Ad hoc</a:t>
            </a:r>
            <a:r>
              <a:rPr lang="zh-CN" altLang="en-US" kern="0" dirty="0"/>
              <a:t>）</a:t>
            </a:r>
            <a:endParaRPr lang="en-US" altLang="zh-CN" kern="0" dirty="0"/>
          </a:p>
          <a:p>
            <a:pPr lvl="1">
              <a:lnSpc>
                <a:spcPts val="3600"/>
              </a:lnSpc>
              <a:spcBef>
                <a:spcPts val="1200"/>
              </a:spcBef>
            </a:pPr>
            <a:r>
              <a:rPr kumimoji="1" lang="zh-CN" altLang="en-US" dirty="0"/>
              <a:t>站点（</a:t>
            </a:r>
            <a:r>
              <a:rPr kumimoji="1" lang="en-US" altLang="zh-CN" dirty="0"/>
              <a:t>STA</a:t>
            </a:r>
            <a:r>
              <a:rPr kumimoji="1" lang="zh-CN" altLang="en-US" dirty="0"/>
              <a:t>）</a:t>
            </a:r>
          </a:p>
          <a:p>
            <a:pPr lvl="1">
              <a:lnSpc>
                <a:spcPts val="3600"/>
              </a:lnSpc>
              <a:spcBef>
                <a:spcPts val="1200"/>
              </a:spcBef>
            </a:pPr>
            <a:r>
              <a:rPr kumimoji="1" lang="zh-CN" altLang="en-US" dirty="0"/>
              <a:t>独立基本服务集（</a:t>
            </a:r>
            <a:r>
              <a:rPr kumimoji="1" lang="en-US" altLang="zh-CN" dirty="0"/>
              <a:t>IBSS</a:t>
            </a:r>
            <a:r>
              <a:rPr kumimoji="1" lang="zh-CN" altLang="en-US" dirty="0"/>
              <a:t>）</a:t>
            </a:r>
          </a:p>
          <a:p>
            <a:pPr lvl="1">
              <a:lnSpc>
                <a:spcPts val="3600"/>
              </a:lnSpc>
              <a:spcBef>
                <a:spcPts val="1200"/>
              </a:spcBef>
            </a:pPr>
            <a:r>
              <a:rPr kumimoji="1" lang="zh-CN" altLang="en-US" dirty="0"/>
              <a:t>站点之间直接通信</a:t>
            </a:r>
          </a:p>
          <a:p>
            <a:pPr lvl="1">
              <a:lnSpc>
                <a:spcPts val="3600"/>
              </a:lnSpc>
              <a:spcBef>
                <a:spcPts val="1200"/>
              </a:spcBef>
            </a:pPr>
            <a:r>
              <a:rPr kumimoji="1" lang="zh-CN" altLang="en-US" dirty="0"/>
              <a:t>共享同一无线信道</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120</a:t>
            </a:fld>
            <a:endParaRPr kumimoji="1" lang="zh-CN" altLang="en-US" dirty="0"/>
          </a:p>
        </p:txBody>
      </p:sp>
      <p:pic>
        <p:nvPicPr>
          <p:cNvPr id="6" name="图片 5"/>
          <p:cNvPicPr>
            <a:picLocks noChangeAspect="1"/>
          </p:cNvPicPr>
          <p:nvPr/>
        </p:nvPicPr>
        <p:blipFill>
          <a:blip r:embed="rId3"/>
          <a:stretch>
            <a:fillRect/>
          </a:stretch>
        </p:blipFill>
        <p:spPr>
          <a:xfrm>
            <a:off x="5760140" y="1671754"/>
            <a:ext cx="3014124" cy="2998049"/>
          </a:xfrm>
          <a:prstGeom prst="rect">
            <a:avLst/>
          </a:prstGeom>
        </p:spPr>
      </p:pic>
      <p:sp>
        <p:nvSpPr>
          <p:cNvPr id="7" name="文本框 6"/>
          <p:cNvSpPr txBox="1"/>
          <p:nvPr/>
        </p:nvSpPr>
        <p:spPr>
          <a:xfrm>
            <a:off x="102036" y="6434725"/>
            <a:ext cx="1809515"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4.5 </a:t>
            </a:r>
            <a:r>
              <a:rPr lang="zh-CN" altLang="en-US" dirty="0">
                <a:solidFill>
                  <a:schemeClr val="bg1">
                    <a:lumMod val="65000"/>
                  </a:schemeClr>
                </a:solidFill>
                <a:latin typeface="微软雅黑" panose="020B0503020204020204" pitchFamily="34" charset="-122"/>
                <a:ea typeface="微软雅黑" panose="020B0503020204020204" pitchFamily="34" charset="-122"/>
              </a:rPr>
              <a:t>无线局域网</a:t>
            </a: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8" y="365126"/>
            <a:ext cx="8220812" cy="879086"/>
          </a:xfrm>
        </p:spPr>
        <p:txBody>
          <a:bodyPr>
            <a:normAutofit/>
          </a:bodyPr>
          <a:lstStyle/>
          <a:p>
            <a:r>
              <a:rPr kumimoji="1" lang="zh-CN" altLang="en-US" dirty="0"/>
              <a:t>无线局域网</a:t>
            </a:r>
            <a:r>
              <a:rPr lang="zh-CN" altLang="zh-CN" dirty="0"/>
              <a:t>体系结构</a:t>
            </a:r>
            <a:endParaRPr kumimoji="1" lang="zh-CN" altLang="en-US" dirty="0"/>
          </a:p>
        </p:txBody>
      </p:sp>
      <p:sp>
        <p:nvSpPr>
          <p:cNvPr id="3" name="内容占位符 2"/>
          <p:cNvSpPr>
            <a:spLocks noGrp="1"/>
          </p:cNvSpPr>
          <p:nvPr>
            <p:ph idx="1"/>
          </p:nvPr>
        </p:nvSpPr>
        <p:spPr>
          <a:xfrm>
            <a:off x="808485" y="1507705"/>
            <a:ext cx="10545316" cy="4985169"/>
          </a:xfrm>
        </p:spPr>
        <p:txBody>
          <a:bodyPr>
            <a:normAutofit/>
          </a:bodyPr>
          <a:lstStyle/>
          <a:p>
            <a:pPr marL="360680" indent="-360680">
              <a:lnSpc>
                <a:spcPts val="2800"/>
              </a:lnSpc>
              <a:spcBef>
                <a:spcPts val="1200"/>
              </a:spcBef>
            </a:pPr>
            <a:r>
              <a:rPr lang="zh-CN" altLang="en-US" sz="2400" kern="0" dirty="0"/>
              <a:t>物理介质相关子层（</a:t>
            </a:r>
            <a:r>
              <a:rPr lang="en-US" altLang="zh-CN" sz="2400" kern="0" dirty="0"/>
              <a:t>PMD</a:t>
            </a:r>
            <a:r>
              <a:rPr lang="zh-CN" altLang="en-US" sz="2400" kern="0" dirty="0"/>
              <a:t>层）</a:t>
            </a:r>
          </a:p>
          <a:p>
            <a:pPr lvl="1">
              <a:lnSpc>
                <a:spcPts val="2800"/>
              </a:lnSpc>
              <a:spcBef>
                <a:spcPts val="1200"/>
              </a:spcBef>
            </a:pPr>
            <a:r>
              <a:rPr lang="zh-CN" altLang="en-US" sz="2000" kern="0" dirty="0"/>
              <a:t>调制解调、编码</a:t>
            </a:r>
            <a:r>
              <a:rPr lang="en-US" altLang="zh-CN" sz="2000" kern="0" dirty="0"/>
              <a:t>/</a:t>
            </a:r>
            <a:r>
              <a:rPr lang="zh-CN" altLang="en-US" sz="2000" kern="0" dirty="0"/>
              <a:t>解码</a:t>
            </a:r>
          </a:p>
          <a:p>
            <a:pPr>
              <a:lnSpc>
                <a:spcPts val="2800"/>
              </a:lnSpc>
              <a:spcBef>
                <a:spcPts val="1200"/>
              </a:spcBef>
            </a:pPr>
            <a:r>
              <a:rPr lang="zh-CN" altLang="en-US" sz="2400" kern="0" dirty="0"/>
              <a:t> 物理层汇聚协议（</a:t>
            </a:r>
            <a:r>
              <a:rPr lang="en-US" altLang="zh-CN" sz="2400" kern="0" dirty="0"/>
              <a:t>PLCP</a:t>
            </a:r>
            <a:r>
              <a:rPr lang="zh-CN" altLang="en-US" sz="2400" kern="0" dirty="0"/>
              <a:t>层）</a:t>
            </a:r>
          </a:p>
          <a:p>
            <a:pPr lvl="1">
              <a:lnSpc>
                <a:spcPts val="2800"/>
              </a:lnSpc>
              <a:spcBef>
                <a:spcPts val="1200"/>
              </a:spcBef>
            </a:pPr>
            <a:r>
              <a:rPr lang="zh-CN" altLang="en-US" sz="2000" kern="0" dirty="0"/>
              <a:t>向上提供独立于传输技术的物理层访问点</a:t>
            </a:r>
          </a:p>
          <a:p>
            <a:pPr>
              <a:lnSpc>
                <a:spcPts val="2800"/>
              </a:lnSpc>
              <a:spcBef>
                <a:spcPts val="1200"/>
              </a:spcBef>
            </a:pPr>
            <a:r>
              <a:rPr lang="zh-CN" altLang="en-US" sz="2400" kern="0" dirty="0"/>
              <a:t> 介质访问控制层（</a:t>
            </a:r>
            <a:r>
              <a:rPr lang="en-US" altLang="zh-CN" sz="2400" kern="0" dirty="0"/>
              <a:t>MAC</a:t>
            </a:r>
            <a:r>
              <a:rPr lang="zh-CN" altLang="en-US" sz="2400" kern="0" dirty="0"/>
              <a:t>层）</a:t>
            </a:r>
          </a:p>
          <a:p>
            <a:pPr lvl="1">
              <a:lnSpc>
                <a:spcPts val="2800"/>
              </a:lnSpc>
              <a:spcBef>
                <a:spcPts val="1200"/>
              </a:spcBef>
            </a:pPr>
            <a:r>
              <a:rPr lang="zh-CN" altLang="en-US" sz="2000" kern="0" dirty="0"/>
              <a:t>可靠数据传输</a:t>
            </a:r>
          </a:p>
          <a:p>
            <a:pPr lvl="1">
              <a:lnSpc>
                <a:spcPts val="2800"/>
              </a:lnSpc>
              <a:spcBef>
                <a:spcPts val="1200"/>
              </a:spcBef>
            </a:pPr>
            <a:r>
              <a:rPr lang="zh-CN" altLang="en-US" sz="2000" kern="0" dirty="0"/>
              <a:t>介质访问控制</a:t>
            </a:r>
          </a:p>
          <a:p>
            <a:pPr lvl="1">
              <a:lnSpc>
                <a:spcPts val="2800"/>
              </a:lnSpc>
              <a:spcBef>
                <a:spcPts val="1200"/>
              </a:spcBef>
            </a:pPr>
            <a:r>
              <a:rPr lang="zh-CN" altLang="en-US" sz="2000" kern="0" dirty="0"/>
              <a:t>安全机制</a:t>
            </a:r>
          </a:p>
          <a:p>
            <a:pPr lvl="1">
              <a:lnSpc>
                <a:spcPts val="2800"/>
              </a:lnSpc>
              <a:spcBef>
                <a:spcPts val="1200"/>
              </a:spcBef>
            </a:pPr>
            <a:r>
              <a:rPr lang="en-US" altLang="zh-CN" sz="2000" kern="0" dirty="0"/>
              <a:t>……</a:t>
            </a:r>
            <a:endParaRPr lang="en-US" altLang="zh-CN" kern="0"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121</a:t>
            </a:fld>
            <a:endParaRPr kumimoji="1" lang="zh-CN" altLang="en-US" dirty="0"/>
          </a:p>
        </p:txBody>
      </p:sp>
      <p:sp>
        <p:nvSpPr>
          <p:cNvPr id="11" name="文本框 10"/>
          <p:cNvSpPr txBox="1"/>
          <p:nvPr/>
        </p:nvSpPr>
        <p:spPr>
          <a:xfrm>
            <a:off x="102036" y="6434725"/>
            <a:ext cx="1809515"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4.5 </a:t>
            </a:r>
            <a:r>
              <a:rPr lang="zh-CN" altLang="en-US" dirty="0">
                <a:solidFill>
                  <a:schemeClr val="bg1">
                    <a:lumMod val="65000"/>
                  </a:schemeClr>
                </a:solidFill>
                <a:latin typeface="微软雅黑" panose="020B0503020204020204" pitchFamily="34" charset="-122"/>
                <a:ea typeface="微软雅黑" panose="020B0503020204020204" pitchFamily="34" charset="-122"/>
              </a:rPr>
              <a:t>无线局域网</a:t>
            </a:r>
          </a:p>
        </p:txBody>
      </p:sp>
      <p:pic>
        <p:nvPicPr>
          <p:cNvPr id="5" name="图片 4"/>
          <p:cNvPicPr>
            <a:picLocks noChangeAspect="1"/>
          </p:cNvPicPr>
          <p:nvPr/>
        </p:nvPicPr>
        <p:blipFill>
          <a:blip r:embed="rId3"/>
          <a:stretch>
            <a:fillRect/>
          </a:stretch>
        </p:blipFill>
        <p:spPr>
          <a:xfrm>
            <a:off x="7970066" y="1321835"/>
            <a:ext cx="3116507" cy="2367270"/>
          </a:xfrm>
          <a:prstGeom prst="rect">
            <a:avLst/>
          </a:prstGeom>
        </p:spPr>
      </p:pic>
      <p:pic>
        <p:nvPicPr>
          <p:cNvPr id="6" name="图片 5"/>
          <p:cNvPicPr>
            <a:picLocks noChangeAspect="1"/>
          </p:cNvPicPr>
          <p:nvPr/>
        </p:nvPicPr>
        <p:blipFill>
          <a:blip r:embed="rId4"/>
          <a:stretch>
            <a:fillRect/>
          </a:stretch>
        </p:blipFill>
        <p:spPr>
          <a:xfrm>
            <a:off x="3384476" y="3952598"/>
            <a:ext cx="8127586" cy="2719267"/>
          </a:xfrm>
          <a:prstGeom prst="rect">
            <a:avLst/>
          </a:prstGeom>
        </p:spPr>
      </p:pic>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zh-CN" altLang="en-US" dirty="0"/>
              <a:t>无线局域网</a:t>
            </a:r>
            <a:r>
              <a:rPr lang="zh-CN" altLang="en-US" dirty="0"/>
              <a:t>体系结构</a:t>
            </a:r>
            <a:endParaRPr kumimoji="1" lang="zh-CN" altLang="en-US" dirty="0"/>
          </a:p>
        </p:txBody>
      </p:sp>
      <p:sp>
        <p:nvSpPr>
          <p:cNvPr id="3" name="内容占位符 2"/>
          <p:cNvSpPr>
            <a:spLocks noGrp="1"/>
          </p:cNvSpPr>
          <p:nvPr>
            <p:ph idx="1"/>
          </p:nvPr>
        </p:nvSpPr>
        <p:spPr>
          <a:xfrm>
            <a:off x="784065" y="1427259"/>
            <a:ext cx="10569735" cy="5245390"/>
          </a:xfrm>
        </p:spPr>
        <p:txBody>
          <a:bodyPr>
            <a:normAutofit fontScale="92500" lnSpcReduction="10000"/>
          </a:bodyPr>
          <a:lstStyle/>
          <a:p>
            <a:pPr marL="360680" indent="-360680">
              <a:spcBef>
                <a:spcPts val="1200"/>
              </a:spcBef>
            </a:pPr>
            <a:r>
              <a:rPr kumimoji="1" lang="zh-CN" altLang="en-US" dirty="0"/>
              <a:t>无线局域网需要解决的问题</a:t>
            </a:r>
            <a:endParaRPr kumimoji="1" lang="en-US" altLang="zh-CN" dirty="0"/>
          </a:p>
          <a:p>
            <a:pPr marL="817880" lvl="1" indent="-360680">
              <a:spcBef>
                <a:spcPts val="1200"/>
              </a:spcBef>
            </a:pPr>
            <a:r>
              <a:rPr lang="zh-CN" altLang="en-US" kern="0" dirty="0"/>
              <a:t>有限的无线频谱带宽资源</a:t>
            </a:r>
          </a:p>
          <a:p>
            <a:pPr marL="1275080" lvl="2" indent="-360680">
              <a:spcBef>
                <a:spcPts val="1200"/>
              </a:spcBef>
            </a:pPr>
            <a:r>
              <a:rPr lang="zh-CN" altLang="en-US" kern="0" dirty="0"/>
              <a:t>通道划分、空间重用</a:t>
            </a:r>
          </a:p>
          <a:p>
            <a:pPr marL="1275080" lvl="2" indent="-360680">
              <a:spcBef>
                <a:spcPts val="1200"/>
              </a:spcBef>
            </a:pPr>
            <a:r>
              <a:rPr lang="zh-CN" altLang="en-US" kern="0" dirty="0"/>
              <a:t>提高传输速率，解决传输问题</a:t>
            </a:r>
          </a:p>
          <a:p>
            <a:pPr marL="1275080" lvl="2" indent="-360680">
              <a:spcBef>
                <a:spcPts val="1200"/>
              </a:spcBef>
            </a:pPr>
            <a:r>
              <a:rPr lang="zh-CN" altLang="en-US" kern="0" dirty="0"/>
              <a:t>提高抗干扰能力和保密性</a:t>
            </a:r>
          </a:p>
          <a:p>
            <a:pPr marL="817880" lvl="1" indent="-360680">
              <a:spcBef>
                <a:spcPts val="1200"/>
              </a:spcBef>
            </a:pPr>
            <a:r>
              <a:rPr lang="zh-CN" altLang="en-US" kern="0" dirty="0"/>
              <a:t> 共享的无线信道</a:t>
            </a:r>
          </a:p>
          <a:p>
            <a:pPr marL="1275080" lvl="2" indent="-360680">
              <a:spcBef>
                <a:spcPts val="1200"/>
              </a:spcBef>
            </a:pPr>
            <a:r>
              <a:rPr lang="zh-CN" altLang="en-US" kern="0" dirty="0"/>
              <a:t>介质访问控制方法（</a:t>
            </a:r>
            <a:r>
              <a:rPr lang="en-US" altLang="zh-CN" kern="0" dirty="0"/>
              <a:t>CSMA/CA</a:t>
            </a:r>
            <a:r>
              <a:rPr lang="zh-CN" altLang="en-US" kern="0" dirty="0"/>
              <a:t>）</a:t>
            </a:r>
          </a:p>
          <a:p>
            <a:pPr marL="1275080" lvl="2" indent="-360680">
              <a:spcBef>
                <a:spcPts val="1200"/>
              </a:spcBef>
            </a:pPr>
            <a:r>
              <a:rPr lang="zh-CN" altLang="en-US" kern="0" dirty="0"/>
              <a:t>可靠性传输、安全性</a:t>
            </a:r>
          </a:p>
          <a:p>
            <a:pPr marL="817880" lvl="1" indent="-360680">
              <a:spcBef>
                <a:spcPts val="1200"/>
              </a:spcBef>
            </a:pPr>
            <a:r>
              <a:rPr lang="zh-CN" altLang="en-US" kern="0" dirty="0"/>
              <a:t> 组网模式管理</a:t>
            </a:r>
          </a:p>
          <a:p>
            <a:pPr marL="1275080" lvl="2" indent="-360680">
              <a:spcBef>
                <a:spcPts val="1200"/>
              </a:spcBef>
            </a:pPr>
            <a:r>
              <a:rPr lang="en-US" altLang="zh-CN" kern="0" dirty="0"/>
              <a:t>BSS</a:t>
            </a:r>
            <a:r>
              <a:rPr lang="zh-CN" altLang="en-US" kern="0" dirty="0"/>
              <a:t>构建、认证、关联</a:t>
            </a:r>
          </a:p>
          <a:p>
            <a:pPr marL="1275080" lvl="2" indent="-360680">
              <a:spcBef>
                <a:spcPts val="1200"/>
              </a:spcBef>
            </a:pPr>
            <a:r>
              <a:rPr lang="zh-CN" altLang="en-US" kern="0" dirty="0"/>
              <a:t>移动性支持（漫游）</a:t>
            </a:r>
          </a:p>
          <a:p>
            <a:pPr marL="1275080" lvl="2" indent="-360680">
              <a:spcBef>
                <a:spcPts val="1200"/>
              </a:spcBef>
            </a:pPr>
            <a:r>
              <a:rPr lang="zh-CN" altLang="en-US" kern="0" dirty="0"/>
              <a:t>睡眠管理（节能模式）</a:t>
            </a:r>
            <a:endParaRPr lang="en-US" altLang="zh-CN" kern="0"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122</a:t>
            </a:fld>
            <a:endParaRPr kumimoji="1" lang="zh-CN" altLang="en-US" dirty="0"/>
          </a:p>
        </p:txBody>
      </p:sp>
      <p:sp>
        <p:nvSpPr>
          <p:cNvPr id="5" name="文本框 4"/>
          <p:cNvSpPr txBox="1"/>
          <p:nvPr/>
        </p:nvSpPr>
        <p:spPr>
          <a:xfrm>
            <a:off x="102036" y="6434725"/>
            <a:ext cx="1809515"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4.5 </a:t>
            </a:r>
            <a:r>
              <a:rPr lang="zh-CN" altLang="en-US" dirty="0">
                <a:solidFill>
                  <a:schemeClr val="bg1">
                    <a:lumMod val="65000"/>
                  </a:schemeClr>
                </a:solidFill>
                <a:latin typeface="微软雅黑" panose="020B0503020204020204" pitchFamily="34" charset="-122"/>
                <a:ea typeface="微软雅黑" panose="020B0503020204020204" pitchFamily="34" charset="-122"/>
              </a:rPr>
              <a:t>无线局域网</a:t>
            </a: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en-US" altLang="zh-CN" dirty="0"/>
              <a:t>IEEE 802.11</a:t>
            </a:r>
            <a:r>
              <a:rPr kumimoji="1" lang="zh-CN" altLang="en-US" dirty="0"/>
              <a:t>物理层</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784065" y="1398079"/>
                <a:ext cx="10569735" cy="2993596"/>
              </a:xfrm>
            </p:spPr>
            <p:txBody>
              <a:bodyPr>
                <a:normAutofit/>
              </a:bodyPr>
              <a:lstStyle/>
              <a:p>
                <a:pPr marL="360680" indent="-360680">
                  <a:spcBef>
                    <a:spcPts val="1200"/>
                  </a:spcBef>
                </a:pPr>
                <a:r>
                  <a:rPr kumimoji="1" lang="zh-CN" altLang="en-US" dirty="0"/>
                  <a:t>物理层技术概览</a:t>
                </a:r>
                <a:endParaRPr kumimoji="1" lang="en-US" altLang="zh-CN" dirty="0"/>
              </a:p>
              <a:p>
                <a:pPr marL="817880" lvl="1" indent="-360680">
                  <a:spcBef>
                    <a:spcPts val="1200"/>
                  </a:spcBef>
                </a:pPr>
                <a:r>
                  <a:rPr kumimoji="1" lang="zh-CN" altLang="en-US" sz="2000" dirty="0"/>
                  <a:t>频段：</a:t>
                </a:r>
                <a:r>
                  <a:rPr kumimoji="1" lang="en-US" altLang="zh-CN" sz="2000" dirty="0"/>
                  <a:t>2.4GHz</a:t>
                </a:r>
                <a:r>
                  <a:rPr kumimoji="1" lang="zh-CN" altLang="en-US" sz="2000" dirty="0"/>
                  <a:t>、</a:t>
                </a:r>
                <a:r>
                  <a:rPr kumimoji="1" lang="en-US" altLang="zh-CN" sz="2000" dirty="0"/>
                  <a:t>5GHz</a:t>
                </a:r>
                <a:r>
                  <a:rPr kumimoji="1" lang="zh-CN" altLang="en-US" sz="2000" dirty="0"/>
                  <a:t>（</a:t>
                </a:r>
                <a:r>
                  <a:rPr kumimoji="1" lang="en-US" altLang="zh-CN" sz="2000" dirty="0"/>
                  <a:t>ISM</a:t>
                </a:r>
                <a:r>
                  <a:rPr kumimoji="1" lang="zh-CN" altLang="en-US" sz="2000" dirty="0"/>
                  <a:t>频段，无需授权；限制发送功率，例如：</a:t>
                </a:r>
                <a14:m>
                  <m:oMath xmlns:m="http://schemas.openxmlformats.org/officeDocument/2006/math">
                    <m:r>
                      <a:rPr kumimoji="1" lang="zh-CN" altLang="en-US" sz="2000" i="1" smtClean="0">
                        <a:latin typeface="Cambria Math" panose="02040503050406030204" pitchFamily="18" charset="0"/>
                      </a:rPr>
                      <m:t>≤</m:t>
                    </m:r>
                    <m:r>
                      <a:rPr kumimoji="1" lang="en-US" altLang="zh-CN" sz="2000" i="1">
                        <a:latin typeface="Cambria Math" panose="02040503050406030204" pitchFamily="18" charset="0"/>
                      </a:rPr>
                      <m:t>1</m:t>
                    </m:r>
                  </m:oMath>
                </a14:m>
                <a:r>
                  <a:rPr kumimoji="1" lang="zh-CN" altLang="en-US" sz="2000" dirty="0"/>
                  <a:t>瓦）</a:t>
                </a:r>
                <a:endParaRPr kumimoji="1" lang="en-US" altLang="zh-CN" sz="2000" dirty="0"/>
              </a:p>
              <a:p>
                <a:pPr marL="817880" lvl="1" indent="-360680">
                  <a:spcBef>
                    <a:spcPts val="1200"/>
                  </a:spcBef>
                </a:pPr>
                <a:r>
                  <a:rPr kumimoji="1" lang="zh-CN" altLang="en-US" sz="2000" dirty="0"/>
                  <a:t>调制技术：</a:t>
                </a:r>
                <a:r>
                  <a:rPr kumimoji="1" lang="en-US" altLang="zh-CN" sz="2000" dirty="0"/>
                  <a:t>DPSK → QPSK → CCK → </a:t>
                </a:r>
                <a:r>
                  <a:rPr kumimoji="1" lang="en-US" altLang="zh-CN" sz="2000" dirty="0">
                    <a:solidFill>
                      <a:srgbClr val="7030A0"/>
                    </a:solidFill>
                  </a:rPr>
                  <a:t>64-QAM</a:t>
                </a:r>
                <a:r>
                  <a:rPr kumimoji="1" lang="en-US" altLang="zh-CN" sz="2000" dirty="0"/>
                  <a:t> → </a:t>
                </a:r>
                <a:r>
                  <a:rPr kumimoji="1" lang="en-US" altLang="zh-CN" sz="2000" dirty="0">
                    <a:solidFill>
                      <a:srgbClr val="7030A0"/>
                    </a:solidFill>
                  </a:rPr>
                  <a:t>256-QAM</a:t>
                </a:r>
                <a:r>
                  <a:rPr kumimoji="1" lang="en-US" altLang="zh-CN" sz="2000" dirty="0"/>
                  <a:t> → </a:t>
                </a:r>
                <a:r>
                  <a:rPr kumimoji="1" lang="en-US" altLang="zh-CN" sz="2000" dirty="0">
                    <a:solidFill>
                      <a:srgbClr val="C00000"/>
                    </a:solidFill>
                  </a:rPr>
                  <a:t>1024-QAM</a:t>
                </a:r>
              </a:p>
              <a:p>
                <a:pPr marL="817880" lvl="1" indent="-360680">
                  <a:spcBef>
                    <a:spcPts val="1200"/>
                  </a:spcBef>
                </a:pPr>
                <a:r>
                  <a:rPr kumimoji="1" lang="zh-CN" altLang="en-US" sz="2000" dirty="0"/>
                  <a:t>直接序列扩频（</a:t>
                </a:r>
                <a:r>
                  <a:rPr kumimoji="1" lang="en-US" altLang="zh-CN" sz="2000" dirty="0"/>
                  <a:t>DSSS</a:t>
                </a:r>
                <a:r>
                  <a:rPr kumimoji="1" lang="zh-CN" altLang="en-US" sz="2000" dirty="0"/>
                  <a:t>）</a:t>
                </a:r>
                <a:r>
                  <a:rPr kumimoji="1" lang="en-US" altLang="zh-CN" sz="2000" dirty="0"/>
                  <a:t>→ </a:t>
                </a:r>
                <a:r>
                  <a:rPr kumimoji="1" lang="zh-CN" altLang="en-US" sz="2000" dirty="0"/>
                  <a:t>正交频分多路复用（</a:t>
                </a:r>
                <a:r>
                  <a:rPr kumimoji="1" lang="en-US" altLang="zh-CN" sz="2000" dirty="0"/>
                  <a:t>OFDM</a:t>
                </a:r>
                <a:r>
                  <a:rPr kumimoji="1" lang="zh-CN" altLang="en-US" sz="2000" dirty="0"/>
                  <a:t>）</a:t>
                </a:r>
                <a:r>
                  <a:rPr kumimoji="1" lang="en-US" altLang="zh-CN" sz="2000" dirty="0"/>
                  <a:t>→</a:t>
                </a:r>
                <a:r>
                  <a:rPr kumimoji="1" lang="zh-CN" altLang="en-US" sz="2000" dirty="0">
                    <a:solidFill>
                      <a:srgbClr val="C00000"/>
                    </a:solidFill>
                  </a:rPr>
                  <a:t>正交频分多址（</a:t>
                </a:r>
                <a:r>
                  <a:rPr kumimoji="1" lang="en-US" altLang="zh-CN" sz="2000" dirty="0">
                    <a:solidFill>
                      <a:srgbClr val="C00000"/>
                    </a:solidFill>
                  </a:rPr>
                  <a:t>OFDMA</a:t>
                </a:r>
                <a:r>
                  <a:rPr kumimoji="1" lang="zh-CN" altLang="en-US" sz="2000" dirty="0">
                    <a:solidFill>
                      <a:srgbClr val="C00000"/>
                    </a:solidFill>
                  </a:rPr>
                  <a:t>）</a:t>
                </a:r>
                <a:endParaRPr kumimoji="1" lang="en-US" altLang="zh-CN" sz="2000" dirty="0">
                  <a:solidFill>
                    <a:srgbClr val="C00000"/>
                  </a:solidFill>
                </a:endParaRPr>
              </a:p>
              <a:p>
                <a:pPr marL="817880" lvl="1" indent="-360680">
                  <a:spcBef>
                    <a:spcPts val="1200"/>
                  </a:spcBef>
                </a:pPr>
                <a:r>
                  <a:rPr kumimoji="1" lang="zh-CN" altLang="en-US" sz="2000" dirty="0"/>
                  <a:t>单天线 </a:t>
                </a:r>
                <a:r>
                  <a:rPr kumimoji="1" lang="en-US" altLang="zh-CN" sz="2000" dirty="0"/>
                  <a:t>→ </a:t>
                </a:r>
                <a:r>
                  <a:rPr kumimoji="1" lang="zh-CN" altLang="en-US" sz="2000" dirty="0"/>
                  <a:t>单用户多入多出（</a:t>
                </a:r>
                <a:r>
                  <a:rPr kumimoji="1" lang="en-US" altLang="zh-CN" sz="2000" dirty="0"/>
                  <a:t>SU-MIMO</a:t>
                </a:r>
                <a:r>
                  <a:rPr kumimoji="1" lang="zh-CN" altLang="en-US" sz="2000" dirty="0"/>
                  <a:t>）</a:t>
                </a:r>
                <a:r>
                  <a:rPr kumimoji="1" lang="en-US" altLang="zh-CN" sz="2000" dirty="0"/>
                  <a:t>→ </a:t>
                </a:r>
                <a:r>
                  <a:rPr kumimoji="1" lang="zh-CN" altLang="en-US" sz="2000" dirty="0">
                    <a:solidFill>
                      <a:srgbClr val="C00000"/>
                    </a:solidFill>
                  </a:rPr>
                  <a:t>多用户多入多出（</a:t>
                </a:r>
                <a:r>
                  <a:rPr kumimoji="1" lang="en-US" altLang="zh-CN" sz="2000" dirty="0">
                    <a:solidFill>
                      <a:srgbClr val="C00000"/>
                    </a:solidFill>
                  </a:rPr>
                  <a:t>MU-MIMO</a:t>
                </a:r>
                <a:r>
                  <a:rPr kumimoji="1" lang="zh-CN" altLang="en-US" sz="2000" dirty="0">
                    <a:solidFill>
                      <a:srgbClr val="C00000"/>
                    </a:solidFill>
                  </a:rPr>
                  <a:t>）</a:t>
                </a:r>
                <a:endParaRPr kumimoji="1" lang="en-US" altLang="zh-CN" sz="2000" dirty="0">
                  <a:solidFill>
                    <a:srgbClr val="C00000"/>
                  </a:solidFill>
                </a:endParaRPr>
              </a:p>
              <a:p>
                <a:pPr marL="817880" lvl="1" indent="-360680">
                  <a:spcBef>
                    <a:spcPts val="1200"/>
                  </a:spcBef>
                </a:pPr>
                <a:r>
                  <a:rPr kumimoji="1" lang="zh-CN" altLang="en-US" sz="2000" dirty="0">
                    <a:solidFill>
                      <a:srgbClr val="C00000"/>
                    </a:solidFill>
                  </a:rPr>
                  <a:t>目标：提升传输速率、增强可靠性、支持高密度接入</a:t>
                </a:r>
                <a:endParaRPr kumimoji="1" lang="en-US" altLang="zh-CN" sz="2000" dirty="0">
                  <a:solidFill>
                    <a:srgbClr val="C00000"/>
                  </a:solidFill>
                </a:endParaRPr>
              </a:p>
            </p:txBody>
          </p:sp>
        </mc:Choice>
        <mc:Fallback xmlns="">
          <p:sp>
            <p:nvSpPr>
              <p:cNvPr id="3" name="内容占位符 2"/>
              <p:cNvSpPr>
                <a:spLocks noRot="1" noChangeAspect="1" noMove="1" noResize="1" noEditPoints="1" noAdjustHandles="1" noChangeArrowheads="1" noChangeShapeType="1" noTextEdit="1"/>
              </p:cNvSpPr>
              <p:nvPr>
                <p:ph idx="1"/>
              </p:nvPr>
            </p:nvSpPr>
            <p:spPr>
              <a:xfrm>
                <a:off x="784065" y="1398079"/>
                <a:ext cx="10569735" cy="2993596"/>
              </a:xfrm>
              <a:blipFill rotWithShape="1">
                <a:blip r:embed="rId3"/>
                <a:stretch>
                  <a:fillRect l="-4" t="-15" b="1"/>
                </a:stretch>
              </a:blipFill>
            </p:spPr>
            <p:txBody>
              <a:bodyPr/>
              <a:lstStyle/>
              <a:p>
                <a:r>
                  <a:rPr lang="en-US" altLang="en-US">
                    <a:noFill/>
                  </a:rPr>
                  <a:t> </a:t>
                </a:r>
              </a:p>
            </p:txBody>
          </p:sp>
        </mc:Fallback>
      </mc:AlternateContent>
      <p:sp>
        <p:nvSpPr>
          <p:cNvPr id="4" name="灯片编号占位符 3"/>
          <p:cNvSpPr>
            <a:spLocks noGrp="1"/>
          </p:cNvSpPr>
          <p:nvPr>
            <p:ph type="sldNum" sz="quarter" idx="12"/>
          </p:nvPr>
        </p:nvSpPr>
        <p:spPr/>
        <p:txBody>
          <a:bodyPr/>
          <a:lstStyle/>
          <a:p>
            <a:fld id="{8D4D1E41-7A09-AB4A-A4E1-09765ADA2698}" type="slidenum">
              <a:rPr kumimoji="1" lang="zh-CN" altLang="en-US" smtClean="0"/>
              <a:t>123</a:t>
            </a:fld>
            <a:endParaRPr kumimoji="1" lang="zh-CN" altLang="en-US" dirty="0"/>
          </a:p>
        </p:txBody>
      </p:sp>
      <p:sp>
        <p:nvSpPr>
          <p:cNvPr id="8" name="文本框 7"/>
          <p:cNvSpPr txBox="1"/>
          <p:nvPr/>
        </p:nvSpPr>
        <p:spPr>
          <a:xfrm>
            <a:off x="102036" y="6434725"/>
            <a:ext cx="1809515"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4.5 </a:t>
            </a:r>
            <a:r>
              <a:rPr lang="zh-CN" altLang="en-US" dirty="0">
                <a:solidFill>
                  <a:schemeClr val="bg1">
                    <a:lumMod val="65000"/>
                  </a:schemeClr>
                </a:solidFill>
                <a:latin typeface="微软雅黑" panose="020B0503020204020204" pitchFamily="34" charset="-122"/>
                <a:ea typeface="微软雅黑" panose="020B0503020204020204" pitchFamily="34" charset="-122"/>
              </a:rPr>
              <a:t>无线局域网</a:t>
            </a:r>
          </a:p>
        </p:txBody>
      </p:sp>
      <p:pic>
        <p:nvPicPr>
          <p:cNvPr id="9" name="图片 8"/>
          <p:cNvPicPr>
            <a:picLocks noChangeAspect="1"/>
          </p:cNvPicPr>
          <p:nvPr/>
        </p:nvPicPr>
        <p:blipFill>
          <a:blip r:embed="rId4"/>
          <a:stretch>
            <a:fillRect/>
          </a:stretch>
        </p:blipFill>
        <p:spPr>
          <a:xfrm>
            <a:off x="1911550" y="4333059"/>
            <a:ext cx="8301713" cy="2313925"/>
          </a:xfrm>
          <a:prstGeom prst="rect">
            <a:avLst/>
          </a:prstGeom>
        </p:spPr>
      </p:pic>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en-US" altLang="zh-CN" dirty="0"/>
              <a:t>IEEE 802.11</a:t>
            </a:r>
            <a:r>
              <a:rPr kumimoji="1" lang="zh-CN" altLang="en-US" dirty="0"/>
              <a:t>介质访问控制</a:t>
            </a:r>
          </a:p>
        </p:txBody>
      </p:sp>
      <p:sp>
        <p:nvSpPr>
          <p:cNvPr id="3" name="内容占位符 2"/>
          <p:cNvSpPr>
            <a:spLocks noGrp="1"/>
          </p:cNvSpPr>
          <p:nvPr>
            <p:ph idx="1"/>
          </p:nvPr>
        </p:nvSpPr>
        <p:spPr>
          <a:xfrm>
            <a:off x="784064" y="1507704"/>
            <a:ext cx="10559851" cy="5107349"/>
          </a:xfrm>
        </p:spPr>
        <p:txBody>
          <a:bodyPr>
            <a:normAutofit/>
          </a:bodyPr>
          <a:lstStyle/>
          <a:p>
            <a:pPr marL="360680" indent="-360680">
              <a:spcBef>
                <a:spcPts val="1200"/>
              </a:spcBef>
            </a:pPr>
            <a:r>
              <a:rPr kumimoji="1" lang="zh-CN" altLang="en-US" dirty="0"/>
              <a:t>直接将</a:t>
            </a:r>
            <a:r>
              <a:rPr kumimoji="1" lang="en-US" altLang="zh-CN" dirty="0"/>
              <a:t>CSMA/CD</a:t>
            </a:r>
            <a:r>
              <a:rPr kumimoji="1" lang="zh-CN" altLang="en-US" dirty="0"/>
              <a:t>用于无线局域网？</a:t>
            </a:r>
          </a:p>
          <a:p>
            <a:pPr marL="817880" lvl="1" indent="-360680">
              <a:spcBef>
                <a:spcPts val="1200"/>
              </a:spcBef>
            </a:pPr>
            <a:r>
              <a:rPr kumimoji="1" lang="zh-CN" altLang="en-US" dirty="0"/>
              <a:t>冲突检测困难</a:t>
            </a:r>
          </a:p>
          <a:p>
            <a:pPr marL="1275080" lvl="2" indent="-360680">
              <a:spcBef>
                <a:spcPts val="1200"/>
              </a:spcBef>
            </a:pPr>
            <a:r>
              <a:rPr kumimoji="1" lang="zh-CN" altLang="en-US" dirty="0"/>
              <a:t>在接收端，发送功率和接收功率相差太大</a:t>
            </a:r>
          </a:p>
          <a:p>
            <a:pPr marL="1275080" lvl="2" indent="-360680">
              <a:spcBef>
                <a:spcPts val="1200"/>
              </a:spcBef>
            </a:pPr>
            <a:r>
              <a:rPr kumimoji="1" lang="zh-CN" altLang="en-US" dirty="0"/>
              <a:t>站点在发送时关闭接收功能，无法在发送时同时检测冲突</a:t>
            </a:r>
          </a:p>
          <a:p>
            <a:pPr marL="817880" lvl="1" indent="-360680">
              <a:spcBef>
                <a:spcPts val="1200"/>
              </a:spcBef>
            </a:pPr>
            <a:r>
              <a:rPr kumimoji="1" lang="zh-CN" altLang="en-US" dirty="0"/>
              <a:t>在同一</a:t>
            </a:r>
            <a:r>
              <a:rPr kumimoji="1" lang="en-US" altLang="zh-CN" dirty="0"/>
              <a:t>BSS</a:t>
            </a:r>
            <a:r>
              <a:rPr kumimoji="1" lang="zh-CN" altLang="en-US" dirty="0"/>
              <a:t>中，不是所有站点都能互相感知到对方发送的信号</a:t>
            </a:r>
          </a:p>
          <a:p>
            <a:pPr marL="1275080" lvl="2" indent="-360680">
              <a:spcBef>
                <a:spcPts val="1200"/>
              </a:spcBef>
            </a:pPr>
            <a:r>
              <a:rPr kumimoji="1" lang="zh-CN" altLang="en-US" dirty="0"/>
              <a:t>载波侦听失败，但在接收站点处发生冲突</a:t>
            </a:r>
          </a:p>
          <a:p>
            <a:pPr marL="1275080" lvl="2" indent="-360680">
              <a:spcBef>
                <a:spcPts val="1200"/>
              </a:spcBef>
            </a:pPr>
            <a:r>
              <a:rPr kumimoji="1" lang="zh-CN" altLang="en-US" dirty="0"/>
              <a:t>被称为</a:t>
            </a:r>
            <a:r>
              <a:rPr kumimoji="1" lang="zh-CN" altLang="en-US" dirty="0">
                <a:solidFill>
                  <a:srgbClr val="C00000"/>
                </a:solidFill>
              </a:rPr>
              <a:t>隐藏终端问题</a:t>
            </a:r>
          </a:p>
          <a:p>
            <a:pPr marL="817880" lvl="1" indent="-360680">
              <a:spcBef>
                <a:spcPts val="1200"/>
              </a:spcBef>
            </a:pPr>
            <a:r>
              <a:rPr kumimoji="1" lang="zh-CN" altLang="en-US" dirty="0">
                <a:solidFill>
                  <a:srgbClr val="C00000"/>
                </a:solidFill>
              </a:rPr>
              <a:t>暴露终端问题</a:t>
            </a:r>
            <a:r>
              <a:rPr kumimoji="1" lang="zh-CN" altLang="en-US" dirty="0"/>
              <a:t>，降低网络的吞吐量</a:t>
            </a:r>
          </a:p>
          <a:p>
            <a:pPr marL="817880" lvl="1" indent="-360680">
              <a:spcBef>
                <a:spcPts val="1200"/>
              </a:spcBef>
            </a:pPr>
            <a:r>
              <a:rPr kumimoji="1" lang="zh-CN" altLang="en-US" dirty="0"/>
              <a:t>信号衰落随时间发生变化，使问题变得更加复杂</a:t>
            </a:r>
            <a:endParaRPr kumimoji="1"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124</a:t>
            </a:fld>
            <a:endParaRPr kumimoji="1" lang="zh-CN" altLang="en-US" dirty="0"/>
          </a:p>
        </p:txBody>
      </p:sp>
      <p:sp>
        <p:nvSpPr>
          <p:cNvPr id="5" name="文本框 4"/>
          <p:cNvSpPr txBox="1"/>
          <p:nvPr/>
        </p:nvSpPr>
        <p:spPr>
          <a:xfrm>
            <a:off x="102036" y="6434725"/>
            <a:ext cx="1809515"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4.5 </a:t>
            </a:r>
            <a:r>
              <a:rPr lang="zh-CN" altLang="en-US" dirty="0">
                <a:solidFill>
                  <a:schemeClr val="bg1">
                    <a:lumMod val="65000"/>
                  </a:schemeClr>
                </a:solidFill>
                <a:latin typeface="微软雅黑" panose="020B0503020204020204" pitchFamily="34" charset="-122"/>
                <a:ea typeface="微软雅黑" panose="020B0503020204020204" pitchFamily="34" charset="-122"/>
              </a:rPr>
              <a:t>无线局域网</a:t>
            </a: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en-US" altLang="zh-CN" dirty="0"/>
              <a:t>IEEE 802.11</a:t>
            </a:r>
            <a:r>
              <a:rPr kumimoji="1" lang="zh-CN" altLang="en-US" dirty="0"/>
              <a:t>介质访问控制</a:t>
            </a:r>
          </a:p>
        </p:txBody>
      </p:sp>
      <p:sp>
        <p:nvSpPr>
          <p:cNvPr id="3" name="内容占位符 2"/>
          <p:cNvSpPr>
            <a:spLocks noGrp="1"/>
          </p:cNvSpPr>
          <p:nvPr>
            <p:ph idx="1"/>
          </p:nvPr>
        </p:nvSpPr>
        <p:spPr>
          <a:xfrm>
            <a:off x="784064" y="1416504"/>
            <a:ext cx="10689934" cy="5198550"/>
          </a:xfrm>
        </p:spPr>
        <p:txBody>
          <a:bodyPr>
            <a:normAutofit/>
          </a:bodyPr>
          <a:lstStyle/>
          <a:p>
            <a:pPr marL="360680" indent="-360680">
              <a:spcBef>
                <a:spcPts val="1200"/>
              </a:spcBef>
            </a:pPr>
            <a:r>
              <a:rPr kumimoji="1" lang="zh-CN" altLang="en-US" dirty="0"/>
              <a:t>无线传输相关的“范围”</a:t>
            </a:r>
          </a:p>
          <a:p>
            <a:pPr marL="817880" lvl="1" indent="-360680">
              <a:lnSpc>
                <a:spcPts val="3000"/>
              </a:lnSpc>
              <a:spcBef>
                <a:spcPts val="800"/>
              </a:spcBef>
            </a:pPr>
            <a:r>
              <a:rPr kumimoji="1" lang="zh-CN" altLang="en-US" sz="2000" dirty="0"/>
              <a:t>传输范围</a:t>
            </a:r>
            <a:r>
              <a:rPr kumimoji="1" lang="en-US" altLang="zh-CN" sz="2000" dirty="0"/>
              <a:t>(TX-Range)</a:t>
            </a:r>
            <a:r>
              <a:rPr kumimoji="1" lang="zh-CN" altLang="en-US" sz="2000" dirty="0"/>
              <a:t>：成功接收帧的通信范围，取决于发送功率和无线电波传输特性</a:t>
            </a:r>
          </a:p>
          <a:p>
            <a:pPr marL="817880" lvl="1" indent="-360680">
              <a:lnSpc>
                <a:spcPts val="3000"/>
              </a:lnSpc>
              <a:spcBef>
                <a:spcPts val="800"/>
              </a:spcBef>
            </a:pPr>
            <a:r>
              <a:rPr kumimoji="1" lang="zh-CN" altLang="en-US" sz="2000" dirty="0"/>
              <a:t>物理层侦听范围（</a:t>
            </a:r>
            <a:r>
              <a:rPr kumimoji="1" lang="en-US" altLang="zh-CN" sz="2000" dirty="0"/>
              <a:t>PCS-Range </a:t>
            </a:r>
            <a:r>
              <a:rPr kumimoji="1" lang="zh-CN" altLang="en-US" sz="2000" dirty="0"/>
              <a:t>）：检测到该传输的范围，取决于接收器的灵敏度和无线电波传输特性</a:t>
            </a:r>
          </a:p>
          <a:p>
            <a:pPr marL="817880" lvl="1" indent="-360680">
              <a:lnSpc>
                <a:spcPts val="3000"/>
              </a:lnSpc>
              <a:spcBef>
                <a:spcPts val="800"/>
              </a:spcBef>
            </a:pPr>
            <a:r>
              <a:rPr kumimoji="1" lang="zh-CN" altLang="en-US" sz="2000" dirty="0"/>
              <a:t>干扰范围（</a:t>
            </a:r>
            <a:r>
              <a:rPr kumimoji="1" lang="en-US" altLang="zh-CN" sz="2000" dirty="0"/>
              <a:t>IF-Range </a:t>
            </a:r>
            <a:r>
              <a:rPr kumimoji="1" lang="zh-CN" altLang="en-US" sz="2000" dirty="0"/>
              <a:t>）：在此范围内的节点如果发送不相关的帧，将干扰接收端的接收并导致丢帧</a:t>
            </a:r>
            <a:endParaRPr kumimoji="1" lang="en-US" altLang="zh-CN" sz="2000"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125</a:t>
            </a:fld>
            <a:endParaRPr kumimoji="1" lang="zh-CN" altLang="en-US" dirty="0"/>
          </a:p>
        </p:txBody>
      </p:sp>
      <p:pic>
        <p:nvPicPr>
          <p:cNvPr id="5" name="图片 4"/>
          <p:cNvPicPr>
            <a:picLocks noChangeAspect="1"/>
          </p:cNvPicPr>
          <p:nvPr/>
        </p:nvPicPr>
        <p:blipFill>
          <a:blip r:embed="rId3"/>
          <a:stretch>
            <a:fillRect/>
          </a:stretch>
        </p:blipFill>
        <p:spPr>
          <a:xfrm>
            <a:off x="3292879" y="4435249"/>
            <a:ext cx="2084372" cy="2082818"/>
          </a:xfrm>
          <a:prstGeom prst="rect">
            <a:avLst/>
          </a:prstGeom>
        </p:spPr>
      </p:pic>
      <p:pic>
        <p:nvPicPr>
          <p:cNvPr id="6" name="图片 5"/>
          <p:cNvPicPr>
            <a:picLocks noChangeAspect="1"/>
          </p:cNvPicPr>
          <p:nvPr/>
        </p:nvPicPr>
        <p:blipFill>
          <a:blip r:embed="rId4"/>
          <a:stretch>
            <a:fillRect/>
          </a:stretch>
        </p:blipFill>
        <p:spPr>
          <a:xfrm>
            <a:off x="6826347" y="4650873"/>
            <a:ext cx="1471784" cy="1470687"/>
          </a:xfrm>
          <a:prstGeom prst="rect">
            <a:avLst/>
          </a:prstGeom>
        </p:spPr>
      </p:pic>
      <p:cxnSp>
        <p:nvCxnSpPr>
          <p:cNvPr id="7" name="直接箭头连接符 6"/>
          <p:cNvCxnSpPr/>
          <p:nvPr/>
        </p:nvCxnSpPr>
        <p:spPr bwMode="auto">
          <a:xfrm>
            <a:off x="3077254" y="4866498"/>
            <a:ext cx="862499" cy="574999"/>
          </a:xfrm>
          <a:prstGeom prst="straightConnector1">
            <a:avLst/>
          </a:prstGeom>
          <a:solidFill>
            <a:schemeClr val="accent1"/>
          </a:solidFill>
          <a:ln w="12700" cap="flat" cmpd="sng" algn="ctr">
            <a:solidFill>
              <a:schemeClr val="tx1"/>
            </a:solidFill>
            <a:prstDash val="solid"/>
            <a:round/>
            <a:headEnd type="none" w="med" len="med"/>
            <a:tailEnd type="triangle"/>
          </a:ln>
          <a:effectLst/>
        </p:spPr>
      </p:cxnSp>
      <p:sp>
        <p:nvSpPr>
          <p:cNvPr id="8" name="文本框 7"/>
          <p:cNvSpPr txBox="1"/>
          <p:nvPr/>
        </p:nvSpPr>
        <p:spPr>
          <a:xfrm>
            <a:off x="2496016" y="4528570"/>
            <a:ext cx="1018727" cy="337928"/>
          </a:xfrm>
          <a:prstGeom prst="rect">
            <a:avLst/>
          </a:prstGeom>
          <a:noFill/>
        </p:spPr>
        <p:txBody>
          <a:bodyPr wrap="square" rtlCol="0">
            <a:spAutoFit/>
          </a:bodyPr>
          <a:lstStyle/>
          <a:p>
            <a:r>
              <a:rPr lang="zh-CN" altLang="en-US" sz="1595" dirty="0"/>
              <a:t>传输范围</a:t>
            </a:r>
          </a:p>
        </p:txBody>
      </p:sp>
      <p:cxnSp>
        <p:nvCxnSpPr>
          <p:cNvPr id="9" name="直接箭头连接符 8"/>
          <p:cNvCxnSpPr/>
          <p:nvPr/>
        </p:nvCxnSpPr>
        <p:spPr bwMode="auto">
          <a:xfrm flipH="1" flipV="1">
            <a:off x="4802252" y="5513372"/>
            <a:ext cx="862499" cy="646874"/>
          </a:xfrm>
          <a:prstGeom prst="straightConnector1">
            <a:avLst/>
          </a:prstGeom>
          <a:solidFill>
            <a:schemeClr val="accent1"/>
          </a:solidFill>
          <a:ln w="12700" cap="flat" cmpd="sng" algn="ctr">
            <a:solidFill>
              <a:schemeClr val="tx1"/>
            </a:solidFill>
            <a:prstDash val="solid"/>
            <a:round/>
            <a:headEnd type="none" w="med" len="med"/>
            <a:tailEnd type="triangle"/>
          </a:ln>
          <a:effectLst/>
        </p:spPr>
      </p:cxnSp>
      <p:sp>
        <p:nvSpPr>
          <p:cNvPr id="10" name="文本框 9"/>
          <p:cNvSpPr txBox="1"/>
          <p:nvPr/>
        </p:nvSpPr>
        <p:spPr>
          <a:xfrm>
            <a:off x="5305376" y="6160246"/>
            <a:ext cx="1018727" cy="337928"/>
          </a:xfrm>
          <a:prstGeom prst="rect">
            <a:avLst/>
          </a:prstGeom>
          <a:noFill/>
        </p:spPr>
        <p:txBody>
          <a:bodyPr wrap="square" rtlCol="0">
            <a:spAutoFit/>
          </a:bodyPr>
          <a:lstStyle/>
          <a:p>
            <a:r>
              <a:rPr lang="zh-CN" altLang="en-US" sz="1595" dirty="0"/>
              <a:t>侦听范围</a:t>
            </a:r>
          </a:p>
        </p:txBody>
      </p:sp>
      <p:cxnSp>
        <p:nvCxnSpPr>
          <p:cNvPr id="11" name="直接箭头连接符 10"/>
          <p:cNvCxnSpPr/>
          <p:nvPr/>
        </p:nvCxnSpPr>
        <p:spPr bwMode="auto">
          <a:xfrm>
            <a:off x="6670999" y="4722749"/>
            <a:ext cx="646874" cy="587886"/>
          </a:xfrm>
          <a:prstGeom prst="straightConnector1">
            <a:avLst/>
          </a:prstGeom>
          <a:solidFill>
            <a:schemeClr val="accent1"/>
          </a:solidFill>
          <a:ln w="12700" cap="flat" cmpd="sng" algn="ctr">
            <a:solidFill>
              <a:schemeClr val="tx1"/>
            </a:solidFill>
            <a:prstDash val="solid"/>
            <a:round/>
            <a:headEnd type="none" w="med" len="med"/>
            <a:tailEnd type="triangle"/>
          </a:ln>
          <a:effectLst/>
        </p:spPr>
      </p:cxnSp>
      <p:sp>
        <p:nvSpPr>
          <p:cNvPr id="12" name="文本框 11"/>
          <p:cNvSpPr txBox="1"/>
          <p:nvPr/>
        </p:nvSpPr>
        <p:spPr>
          <a:xfrm>
            <a:off x="6137864" y="4400491"/>
            <a:ext cx="1018727" cy="337928"/>
          </a:xfrm>
          <a:prstGeom prst="rect">
            <a:avLst/>
          </a:prstGeom>
          <a:noFill/>
        </p:spPr>
        <p:txBody>
          <a:bodyPr wrap="square" rtlCol="0">
            <a:spAutoFit/>
          </a:bodyPr>
          <a:lstStyle/>
          <a:p>
            <a:r>
              <a:rPr lang="zh-CN" altLang="en-US" sz="1595" dirty="0"/>
              <a:t>干扰范围</a:t>
            </a:r>
          </a:p>
        </p:txBody>
      </p:sp>
      <p:sp>
        <p:nvSpPr>
          <p:cNvPr id="13" name="文本框 12"/>
          <p:cNvSpPr txBox="1"/>
          <p:nvPr/>
        </p:nvSpPr>
        <p:spPr>
          <a:xfrm>
            <a:off x="102036" y="6434725"/>
            <a:ext cx="1809515"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4.5 </a:t>
            </a:r>
            <a:r>
              <a:rPr lang="zh-CN" altLang="en-US" dirty="0">
                <a:solidFill>
                  <a:schemeClr val="bg1">
                    <a:lumMod val="65000"/>
                  </a:schemeClr>
                </a:solidFill>
                <a:latin typeface="微软雅黑" panose="020B0503020204020204" pitchFamily="34" charset="-122"/>
                <a:ea typeface="微软雅黑" panose="020B0503020204020204" pitchFamily="34" charset="-122"/>
              </a:rPr>
              <a:t>无线局域网</a:t>
            </a:r>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en-US" altLang="zh-CN" dirty="0"/>
              <a:t>IEEE 802.11</a:t>
            </a:r>
            <a:r>
              <a:rPr kumimoji="1" lang="zh-CN" altLang="en-US" dirty="0"/>
              <a:t>介质访问控制</a:t>
            </a:r>
          </a:p>
        </p:txBody>
      </p:sp>
      <p:sp>
        <p:nvSpPr>
          <p:cNvPr id="3" name="内容占位符 2"/>
          <p:cNvSpPr>
            <a:spLocks noGrp="1"/>
          </p:cNvSpPr>
          <p:nvPr>
            <p:ph idx="1"/>
          </p:nvPr>
        </p:nvSpPr>
        <p:spPr>
          <a:xfrm>
            <a:off x="784064" y="1416504"/>
            <a:ext cx="10689934" cy="5198550"/>
          </a:xfrm>
        </p:spPr>
        <p:txBody>
          <a:bodyPr>
            <a:normAutofit/>
          </a:bodyPr>
          <a:lstStyle/>
          <a:p>
            <a:pPr marL="360680" indent="-360680">
              <a:spcBef>
                <a:spcPts val="1200"/>
              </a:spcBef>
            </a:pPr>
            <a:r>
              <a:rPr kumimoji="1" lang="zh-CN" altLang="en-US" dirty="0"/>
              <a:t>隐藏终端问题</a:t>
            </a:r>
          </a:p>
          <a:p>
            <a:pPr marL="817880" lvl="1" indent="-360680">
              <a:spcBef>
                <a:spcPts val="1200"/>
              </a:spcBef>
            </a:pPr>
            <a:r>
              <a:rPr kumimoji="1" lang="zh-CN" altLang="en-US" dirty="0"/>
              <a:t>由于距离太远（或障碍物）导致站点无法检测到竞争对手的存在</a:t>
            </a:r>
          </a:p>
          <a:p>
            <a:pPr marL="817880" lvl="1" indent="-360680">
              <a:spcBef>
                <a:spcPts val="1200"/>
              </a:spcBef>
            </a:pPr>
            <a:r>
              <a:rPr kumimoji="1" lang="zh-CN" altLang="en-US" dirty="0"/>
              <a:t>隐藏站点不能侦听到发送端但能干扰接收端</a:t>
            </a:r>
          </a:p>
          <a:p>
            <a:pPr marL="817880" lvl="1" indent="-360680">
              <a:spcBef>
                <a:spcPts val="1200"/>
              </a:spcBef>
            </a:pPr>
            <a:r>
              <a:rPr kumimoji="1" lang="zh-CN" altLang="en-US" dirty="0"/>
              <a:t>假设：</a:t>
            </a:r>
            <a:r>
              <a:rPr kumimoji="1" lang="en-US" altLang="zh-CN" dirty="0"/>
              <a:t>A</a:t>
            </a:r>
            <a:r>
              <a:rPr kumimoji="1" lang="zh-CN" altLang="en-US" dirty="0"/>
              <a:t>正在向</a:t>
            </a:r>
            <a:r>
              <a:rPr kumimoji="1" lang="en-US" altLang="zh-CN" dirty="0"/>
              <a:t>B</a:t>
            </a:r>
            <a:r>
              <a:rPr kumimoji="1" lang="zh-CN" altLang="en-US" dirty="0"/>
              <a:t>传输数据，</a:t>
            </a:r>
            <a:r>
              <a:rPr kumimoji="1" lang="en-US" altLang="zh-CN" dirty="0"/>
              <a:t>C</a:t>
            </a:r>
            <a:r>
              <a:rPr kumimoji="1" lang="zh-CN" altLang="en-US" dirty="0"/>
              <a:t>也要向</a:t>
            </a:r>
            <a:r>
              <a:rPr kumimoji="1" lang="en-US" altLang="zh-CN" dirty="0"/>
              <a:t>B</a:t>
            </a:r>
            <a:r>
              <a:rPr kumimoji="1" lang="zh-CN" altLang="en-US" dirty="0"/>
              <a:t>发送数据</a:t>
            </a:r>
            <a:endParaRPr kumimoji="1"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126</a:t>
            </a:fld>
            <a:endParaRPr kumimoji="1" lang="zh-CN" altLang="en-US" dirty="0"/>
          </a:p>
        </p:txBody>
      </p:sp>
      <p:grpSp>
        <p:nvGrpSpPr>
          <p:cNvPr id="13" name="组合 12"/>
          <p:cNvGrpSpPr/>
          <p:nvPr/>
        </p:nvGrpSpPr>
        <p:grpSpPr>
          <a:xfrm>
            <a:off x="1784140" y="3802448"/>
            <a:ext cx="4408851" cy="2633886"/>
            <a:chOff x="449366" y="2956826"/>
            <a:chExt cx="5488496" cy="3171948"/>
          </a:xfrm>
        </p:grpSpPr>
        <p:sp>
          <p:nvSpPr>
            <p:cNvPr id="14" name="Text Box 11"/>
            <p:cNvSpPr txBox="1">
              <a:spLocks noChangeArrowheads="1"/>
            </p:cNvSpPr>
            <p:nvPr/>
          </p:nvSpPr>
          <p:spPr bwMode="auto">
            <a:xfrm>
              <a:off x="1167077" y="2971500"/>
              <a:ext cx="1731165" cy="406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595" dirty="0">
                  <a:solidFill>
                    <a:srgbClr val="333399"/>
                  </a:solidFill>
                  <a:latin typeface="Arial" panose="020B0604020202090204" pitchFamily="34" charset="0"/>
                  <a:ea typeface="黑体" panose="02010609060101010101" pitchFamily="2" charset="-122"/>
                </a:rPr>
                <a:t>A </a:t>
              </a:r>
              <a:r>
                <a:rPr kumimoji="1" lang="zh-CN" altLang="en-US" sz="1595" dirty="0">
                  <a:solidFill>
                    <a:srgbClr val="333399"/>
                  </a:solidFill>
                  <a:latin typeface="Arial" panose="020B0604020202090204" pitchFamily="34" charset="0"/>
                  <a:ea typeface="黑体" panose="02010609060101010101" pitchFamily="2" charset="-122"/>
                </a:rPr>
                <a:t>的作用范围</a:t>
              </a:r>
            </a:p>
          </p:txBody>
        </p:sp>
        <p:sp>
          <p:nvSpPr>
            <p:cNvPr id="15" name="Oval 28"/>
            <p:cNvSpPr>
              <a:spLocks noChangeArrowheads="1"/>
            </p:cNvSpPr>
            <p:nvPr/>
          </p:nvSpPr>
          <p:spPr bwMode="auto">
            <a:xfrm>
              <a:off x="449366" y="3455842"/>
              <a:ext cx="3069024" cy="2672932"/>
            </a:xfrm>
            <a:prstGeom prst="ellipse">
              <a:avLst/>
            </a:prstGeom>
            <a:solidFill>
              <a:srgbClr val="FFFF99"/>
            </a:solidFill>
            <a:ln w="9525">
              <a:solidFill>
                <a:schemeClr val="tx1"/>
              </a:solidFill>
              <a:prstDash val="dash"/>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500"/>
            </a:p>
          </p:txBody>
        </p:sp>
        <p:sp>
          <p:nvSpPr>
            <p:cNvPr id="16" name="Freeform 12"/>
            <p:cNvSpPr/>
            <p:nvPr/>
          </p:nvSpPr>
          <p:spPr bwMode="auto">
            <a:xfrm>
              <a:off x="1914054" y="3867398"/>
              <a:ext cx="112870" cy="567878"/>
            </a:xfrm>
            <a:custGeom>
              <a:avLst/>
              <a:gdLst>
                <a:gd name="T0" fmla="*/ 4 w 52"/>
                <a:gd name="T1" fmla="*/ 0 h 296"/>
                <a:gd name="T2" fmla="*/ 0 w 52"/>
                <a:gd name="T3" fmla="*/ 192 h 296"/>
                <a:gd name="T4" fmla="*/ 52 w 52"/>
                <a:gd name="T5" fmla="*/ 160 h 296"/>
                <a:gd name="T6" fmla="*/ 52 w 52"/>
                <a:gd name="T7" fmla="*/ 296 h 296"/>
              </a:gdLst>
              <a:ahLst/>
              <a:cxnLst>
                <a:cxn ang="0">
                  <a:pos x="T0" y="T1"/>
                </a:cxn>
                <a:cxn ang="0">
                  <a:pos x="T2" y="T3"/>
                </a:cxn>
                <a:cxn ang="0">
                  <a:pos x="T4" y="T5"/>
                </a:cxn>
                <a:cxn ang="0">
                  <a:pos x="T6" y="T7"/>
                </a:cxn>
              </a:cxnLst>
              <a:rect l="0" t="0" r="r" b="b"/>
              <a:pathLst>
                <a:path w="52" h="296">
                  <a:moveTo>
                    <a:pt x="4" y="0"/>
                  </a:moveTo>
                  <a:lnTo>
                    <a:pt x="0" y="192"/>
                  </a:lnTo>
                  <a:lnTo>
                    <a:pt x="52" y="160"/>
                  </a:lnTo>
                  <a:lnTo>
                    <a:pt x="52" y="296"/>
                  </a:lnTo>
                </a:path>
              </a:pathLst>
            </a:custGeom>
            <a:noFill/>
            <a:ln w="19050" cmpd="sng">
              <a:solidFill>
                <a:schemeClr val="tx1"/>
              </a:solidFill>
              <a:round/>
              <a:headEnd type="triangle" w="sm" len="lg"/>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500"/>
            </a:p>
          </p:txBody>
        </p:sp>
        <p:sp>
          <p:nvSpPr>
            <p:cNvPr id="17" name="Freeform 13"/>
            <p:cNvSpPr/>
            <p:nvPr/>
          </p:nvSpPr>
          <p:spPr bwMode="auto">
            <a:xfrm rot="16200000">
              <a:off x="1267739" y="4561404"/>
              <a:ext cx="98763" cy="647009"/>
            </a:xfrm>
            <a:custGeom>
              <a:avLst/>
              <a:gdLst>
                <a:gd name="T0" fmla="*/ 4 w 52"/>
                <a:gd name="T1" fmla="*/ 0 h 296"/>
                <a:gd name="T2" fmla="*/ 0 w 52"/>
                <a:gd name="T3" fmla="*/ 192 h 296"/>
                <a:gd name="T4" fmla="*/ 52 w 52"/>
                <a:gd name="T5" fmla="*/ 160 h 296"/>
                <a:gd name="T6" fmla="*/ 52 w 52"/>
                <a:gd name="T7" fmla="*/ 296 h 296"/>
              </a:gdLst>
              <a:ahLst/>
              <a:cxnLst>
                <a:cxn ang="0">
                  <a:pos x="T0" y="T1"/>
                </a:cxn>
                <a:cxn ang="0">
                  <a:pos x="T2" y="T3"/>
                </a:cxn>
                <a:cxn ang="0">
                  <a:pos x="T4" y="T5"/>
                </a:cxn>
                <a:cxn ang="0">
                  <a:pos x="T6" y="T7"/>
                </a:cxn>
              </a:cxnLst>
              <a:rect l="0" t="0" r="r" b="b"/>
              <a:pathLst>
                <a:path w="52" h="296">
                  <a:moveTo>
                    <a:pt x="4" y="0"/>
                  </a:moveTo>
                  <a:lnTo>
                    <a:pt x="0" y="192"/>
                  </a:lnTo>
                  <a:lnTo>
                    <a:pt x="52" y="160"/>
                  </a:lnTo>
                  <a:lnTo>
                    <a:pt x="52" y="296"/>
                  </a:lnTo>
                </a:path>
              </a:pathLst>
            </a:custGeom>
            <a:noFill/>
            <a:ln w="19050" cmpd="sng">
              <a:solidFill>
                <a:schemeClr val="tx1"/>
              </a:solidFill>
              <a:round/>
              <a:headEnd type="triangle" w="sm" len="lg"/>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500"/>
            </a:p>
          </p:txBody>
        </p:sp>
        <p:sp>
          <p:nvSpPr>
            <p:cNvPr id="18" name="Freeform 14"/>
            <p:cNvSpPr/>
            <p:nvPr/>
          </p:nvSpPr>
          <p:spPr bwMode="auto">
            <a:xfrm rot="13652249">
              <a:off x="1409251" y="5122203"/>
              <a:ext cx="98761" cy="650189"/>
            </a:xfrm>
            <a:custGeom>
              <a:avLst/>
              <a:gdLst>
                <a:gd name="T0" fmla="*/ 4 w 52"/>
                <a:gd name="T1" fmla="*/ 0 h 296"/>
                <a:gd name="T2" fmla="*/ 0 w 52"/>
                <a:gd name="T3" fmla="*/ 192 h 296"/>
                <a:gd name="T4" fmla="*/ 52 w 52"/>
                <a:gd name="T5" fmla="*/ 160 h 296"/>
                <a:gd name="T6" fmla="*/ 52 w 52"/>
                <a:gd name="T7" fmla="*/ 296 h 296"/>
              </a:gdLst>
              <a:ahLst/>
              <a:cxnLst>
                <a:cxn ang="0">
                  <a:pos x="T0" y="T1"/>
                </a:cxn>
                <a:cxn ang="0">
                  <a:pos x="T2" y="T3"/>
                </a:cxn>
                <a:cxn ang="0">
                  <a:pos x="T4" y="T5"/>
                </a:cxn>
                <a:cxn ang="0">
                  <a:pos x="T6" y="T7"/>
                </a:cxn>
              </a:cxnLst>
              <a:rect l="0" t="0" r="r" b="b"/>
              <a:pathLst>
                <a:path w="52" h="296">
                  <a:moveTo>
                    <a:pt x="4" y="0"/>
                  </a:moveTo>
                  <a:lnTo>
                    <a:pt x="0" y="192"/>
                  </a:lnTo>
                  <a:lnTo>
                    <a:pt x="52" y="160"/>
                  </a:lnTo>
                  <a:lnTo>
                    <a:pt x="52" y="296"/>
                  </a:lnTo>
                </a:path>
              </a:pathLst>
            </a:custGeom>
            <a:noFill/>
            <a:ln w="19050" cmpd="sng">
              <a:solidFill>
                <a:schemeClr val="tx1"/>
              </a:solidFill>
              <a:round/>
              <a:headEnd type="triangle" w="sm" len="lg"/>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500"/>
            </a:p>
          </p:txBody>
        </p:sp>
        <p:sp>
          <p:nvSpPr>
            <p:cNvPr id="19" name="Freeform 15"/>
            <p:cNvSpPr/>
            <p:nvPr/>
          </p:nvSpPr>
          <p:spPr bwMode="auto">
            <a:xfrm rot="19320450">
              <a:off x="1317201" y="3998703"/>
              <a:ext cx="114459" cy="570782"/>
            </a:xfrm>
            <a:custGeom>
              <a:avLst/>
              <a:gdLst>
                <a:gd name="T0" fmla="*/ 4 w 52"/>
                <a:gd name="T1" fmla="*/ 0 h 296"/>
                <a:gd name="T2" fmla="*/ 0 w 52"/>
                <a:gd name="T3" fmla="*/ 192 h 296"/>
                <a:gd name="T4" fmla="*/ 52 w 52"/>
                <a:gd name="T5" fmla="*/ 160 h 296"/>
                <a:gd name="T6" fmla="*/ 52 w 52"/>
                <a:gd name="T7" fmla="*/ 296 h 296"/>
              </a:gdLst>
              <a:ahLst/>
              <a:cxnLst>
                <a:cxn ang="0">
                  <a:pos x="T0" y="T1"/>
                </a:cxn>
                <a:cxn ang="0">
                  <a:pos x="T2" y="T3"/>
                </a:cxn>
                <a:cxn ang="0">
                  <a:pos x="T4" y="T5"/>
                </a:cxn>
                <a:cxn ang="0">
                  <a:pos x="T6" y="T7"/>
                </a:cxn>
              </a:cxnLst>
              <a:rect l="0" t="0" r="r" b="b"/>
              <a:pathLst>
                <a:path w="52" h="296">
                  <a:moveTo>
                    <a:pt x="4" y="0"/>
                  </a:moveTo>
                  <a:lnTo>
                    <a:pt x="0" y="192"/>
                  </a:lnTo>
                  <a:lnTo>
                    <a:pt x="52" y="160"/>
                  </a:lnTo>
                  <a:lnTo>
                    <a:pt x="52" y="296"/>
                  </a:lnTo>
                </a:path>
              </a:pathLst>
            </a:custGeom>
            <a:noFill/>
            <a:ln w="19050" cmpd="sng">
              <a:solidFill>
                <a:schemeClr val="tx1"/>
              </a:solidFill>
              <a:round/>
              <a:headEnd type="triangle" w="sm" len="lg"/>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500"/>
            </a:p>
          </p:txBody>
        </p:sp>
        <p:sp>
          <p:nvSpPr>
            <p:cNvPr id="20" name="Freeform 16"/>
            <p:cNvSpPr/>
            <p:nvPr/>
          </p:nvSpPr>
          <p:spPr bwMode="auto">
            <a:xfrm rot="5400000">
              <a:off x="2618987" y="4561404"/>
              <a:ext cx="98763" cy="647009"/>
            </a:xfrm>
            <a:custGeom>
              <a:avLst/>
              <a:gdLst>
                <a:gd name="T0" fmla="*/ 4 w 52"/>
                <a:gd name="T1" fmla="*/ 0 h 296"/>
                <a:gd name="T2" fmla="*/ 0 w 52"/>
                <a:gd name="T3" fmla="*/ 192 h 296"/>
                <a:gd name="T4" fmla="*/ 52 w 52"/>
                <a:gd name="T5" fmla="*/ 160 h 296"/>
                <a:gd name="T6" fmla="*/ 52 w 52"/>
                <a:gd name="T7" fmla="*/ 296 h 296"/>
              </a:gdLst>
              <a:ahLst/>
              <a:cxnLst>
                <a:cxn ang="0">
                  <a:pos x="T0" y="T1"/>
                </a:cxn>
                <a:cxn ang="0">
                  <a:pos x="T2" y="T3"/>
                </a:cxn>
                <a:cxn ang="0">
                  <a:pos x="T4" y="T5"/>
                </a:cxn>
                <a:cxn ang="0">
                  <a:pos x="T6" y="T7"/>
                </a:cxn>
              </a:cxnLst>
              <a:rect l="0" t="0" r="r" b="b"/>
              <a:pathLst>
                <a:path w="52" h="296">
                  <a:moveTo>
                    <a:pt x="4" y="0"/>
                  </a:moveTo>
                  <a:lnTo>
                    <a:pt x="0" y="192"/>
                  </a:lnTo>
                  <a:lnTo>
                    <a:pt x="52" y="160"/>
                  </a:lnTo>
                  <a:lnTo>
                    <a:pt x="52" y="296"/>
                  </a:lnTo>
                </a:path>
              </a:pathLst>
            </a:custGeom>
            <a:noFill/>
            <a:ln w="19050" cmpd="sng">
              <a:solidFill>
                <a:schemeClr val="tx1"/>
              </a:solidFill>
              <a:round/>
              <a:headEnd type="triangle" w="sm" len="lg"/>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500"/>
            </a:p>
          </p:txBody>
        </p:sp>
        <p:sp>
          <p:nvSpPr>
            <p:cNvPr id="21" name="Freeform 17"/>
            <p:cNvSpPr/>
            <p:nvPr/>
          </p:nvSpPr>
          <p:spPr bwMode="auto">
            <a:xfrm flipH="1" flipV="1">
              <a:off x="1941079" y="5383975"/>
              <a:ext cx="111279" cy="569330"/>
            </a:xfrm>
            <a:custGeom>
              <a:avLst/>
              <a:gdLst>
                <a:gd name="T0" fmla="*/ 4 w 52"/>
                <a:gd name="T1" fmla="*/ 0 h 296"/>
                <a:gd name="T2" fmla="*/ 0 w 52"/>
                <a:gd name="T3" fmla="*/ 192 h 296"/>
                <a:gd name="T4" fmla="*/ 52 w 52"/>
                <a:gd name="T5" fmla="*/ 160 h 296"/>
                <a:gd name="T6" fmla="*/ 52 w 52"/>
                <a:gd name="T7" fmla="*/ 296 h 296"/>
              </a:gdLst>
              <a:ahLst/>
              <a:cxnLst>
                <a:cxn ang="0">
                  <a:pos x="T0" y="T1"/>
                </a:cxn>
                <a:cxn ang="0">
                  <a:pos x="T2" y="T3"/>
                </a:cxn>
                <a:cxn ang="0">
                  <a:pos x="T4" y="T5"/>
                </a:cxn>
                <a:cxn ang="0">
                  <a:pos x="T6" y="T7"/>
                </a:cxn>
              </a:cxnLst>
              <a:rect l="0" t="0" r="r" b="b"/>
              <a:pathLst>
                <a:path w="52" h="296">
                  <a:moveTo>
                    <a:pt x="4" y="0"/>
                  </a:moveTo>
                  <a:lnTo>
                    <a:pt x="0" y="192"/>
                  </a:lnTo>
                  <a:lnTo>
                    <a:pt x="52" y="160"/>
                  </a:lnTo>
                  <a:lnTo>
                    <a:pt x="52" y="296"/>
                  </a:lnTo>
                </a:path>
              </a:pathLst>
            </a:custGeom>
            <a:noFill/>
            <a:ln w="19050" cmpd="sng">
              <a:solidFill>
                <a:schemeClr val="tx1"/>
              </a:solidFill>
              <a:round/>
              <a:headEnd type="triangle" w="sm" len="lg"/>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500"/>
            </a:p>
          </p:txBody>
        </p:sp>
        <p:sp>
          <p:nvSpPr>
            <p:cNvPr id="22" name="Freeform 18"/>
            <p:cNvSpPr/>
            <p:nvPr/>
          </p:nvSpPr>
          <p:spPr bwMode="auto">
            <a:xfrm rot="7750291">
              <a:off x="2532343" y="5025745"/>
              <a:ext cx="101666" cy="648600"/>
            </a:xfrm>
            <a:custGeom>
              <a:avLst/>
              <a:gdLst>
                <a:gd name="T0" fmla="*/ 4 w 52"/>
                <a:gd name="T1" fmla="*/ 0 h 296"/>
                <a:gd name="T2" fmla="*/ 0 w 52"/>
                <a:gd name="T3" fmla="*/ 192 h 296"/>
                <a:gd name="T4" fmla="*/ 52 w 52"/>
                <a:gd name="T5" fmla="*/ 160 h 296"/>
                <a:gd name="T6" fmla="*/ 52 w 52"/>
                <a:gd name="T7" fmla="*/ 296 h 296"/>
              </a:gdLst>
              <a:ahLst/>
              <a:cxnLst>
                <a:cxn ang="0">
                  <a:pos x="T0" y="T1"/>
                </a:cxn>
                <a:cxn ang="0">
                  <a:pos x="T2" y="T3"/>
                </a:cxn>
                <a:cxn ang="0">
                  <a:pos x="T4" y="T5"/>
                </a:cxn>
                <a:cxn ang="0">
                  <a:pos x="T6" y="T7"/>
                </a:cxn>
              </a:cxnLst>
              <a:rect l="0" t="0" r="r" b="b"/>
              <a:pathLst>
                <a:path w="52" h="296">
                  <a:moveTo>
                    <a:pt x="4" y="0"/>
                  </a:moveTo>
                  <a:lnTo>
                    <a:pt x="0" y="192"/>
                  </a:lnTo>
                  <a:lnTo>
                    <a:pt x="52" y="160"/>
                  </a:lnTo>
                  <a:lnTo>
                    <a:pt x="52" y="296"/>
                  </a:lnTo>
                </a:path>
              </a:pathLst>
            </a:custGeom>
            <a:noFill/>
            <a:ln w="19050" cmpd="sng">
              <a:solidFill>
                <a:schemeClr val="tx1"/>
              </a:solidFill>
              <a:round/>
              <a:headEnd type="triangle" w="sm" len="lg"/>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500"/>
            </a:p>
          </p:txBody>
        </p:sp>
        <p:sp>
          <p:nvSpPr>
            <p:cNvPr id="23" name="Freeform 19"/>
            <p:cNvSpPr/>
            <p:nvPr/>
          </p:nvSpPr>
          <p:spPr bwMode="auto">
            <a:xfrm rot="3574206">
              <a:off x="2528395" y="4065263"/>
              <a:ext cx="98761" cy="648600"/>
            </a:xfrm>
            <a:custGeom>
              <a:avLst/>
              <a:gdLst>
                <a:gd name="T0" fmla="*/ 4 w 52"/>
                <a:gd name="T1" fmla="*/ 0 h 296"/>
                <a:gd name="T2" fmla="*/ 0 w 52"/>
                <a:gd name="T3" fmla="*/ 192 h 296"/>
                <a:gd name="T4" fmla="*/ 52 w 52"/>
                <a:gd name="T5" fmla="*/ 160 h 296"/>
                <a:gd name="T6" fmla="*/ 52 w 52"/>
                <a:gd name="T7" fmla="*/ 296 h 296"/>
              </a:gdLst>
              <a:ahLst/>
              <a:cxnLst>
                <a:cxn ang="0">
                  <a:pos x="T0" y="T1"/>
                </a:cxn>
                <a:cxn ang="0">
                  <a:pos x="T2" y="T3"/>
                </a:cxn>
                <a:cxn ang="0">
                  <a:pos x="T4" y="T5"/>
                </a:cxn>
                <a:cxn ang="0">
                  <a:pos x="T6" y="T7"/>
                </a:cxn>
              </a:cxnLst>
              <a:rect l="0" t="0" r="r" b="b"/>
              <a:pathLst>
                <a:path w="52" h="296">
                  <a:moveTo>
                    <a:pt x="4" y="0"/>
                  </a:moveTo>
                  <a:lnTo>
                    <a:pt x="0" y="192"/>
                  </a:lnTo>
                  <a:lnTo>
                    <a:pt x="52" y="160"/>
                  </a:lnTo>
                  <a:lnTo>
                    <a:pt x="52" y="296"/>
                  </a:lnTo>
                </a:path>
              </a:pathLst>
            </a:custGeom>
            <a:noFill/>
            <a:ln w="19050" cmpd="sng">
              <a:solidFill>
                <a:schemeClr val="tx1"/>
              </a:solidFill>
              <a:round/>
              <a:headEnd type="triangle" w="sm" len="lg"/>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500"/>
            </a:p>
          </p:txBody>
        </p:sp>
        <p:sp>
          <p:nvSpPr>
            <p:cNvPr id="24" name="Freeform 30"/>
            <p:cNvSpPr/>
            <p:nvPr/>
          </p:nvSpPr>
          <p:spPr bwMode="auto">
            <a:xfrm rot="19320450">
              <a:off x="3683695" y="4047968"/>
              <a:ext cx="114459" cy="569330"/>
            </a:xfrm>
            <a:custGeom>
              <a:avLst/>
              <a:gdLst>
                <a:gd name="T0" fmla="*/ 4 w 52"/>
                <a:gd name="T1" fmla="*/ 0 h 296"/>
                <a:gd name="T2" fmla="*/ 0 w 52"/>
                <a:gd name="T3" fmla="*/ 192 h 296"/>
                <a:gd name="T4" fmla="*/ 52 w 52"/>
                <a:gd name="T5" fmla="*/ 160 h 296"/>
                <a:gd name="T6" fmla="*/ 52 w 52"/>
                <a:gd name="T7" fmla="*/ 296 h 296"/>
              </a:gdLst>
              <a:ahLst/>
              <a:cxnLst>
                <a:cxn ang="0">
                  <a:pos x="T0" y="T1"/>
                </a:cxn>
                <a:cxn ang="0">
                  <a:pos x="T2" y="T3"/>
                </a:cxn>
                <a:cxn ang="0">
                  <a:pos x="T4" y="T5"/>
                </a:cxn>
                <a:cxn ang="0">
                  <a:pos x="T6" y="T7"/>
                </a:cxn>
              </a:cxnLst>
              <a:rect l="0" t="0" r="r" b="b"/>
              <a:pathLst>
                <a:path w="52" h="296">
                  <a:moveTo>
                    <a:pt x="4" y="0"/>
                  </a:moveTo>
                  <a:lnTo>
                    <a:pt x="0" y="192"/>
                  </a:lnTo>
                  <a:lnTo>
                    <a:pt x="52" y="160"/>
                  </a:lnTo>
                  <a:lnTo>
                    <a:pt x="52" y="296"/>
                  </a:lnTo>
                </a:path>
              </a:pathLst>
            </a:custGeom>
            <a:noFill/>
            <a:ln w="19050" cmpd="sng">
              <a:solidFill>
                <a:schemeClr val="tx1"/>
              </a:solidFill>
              <a:round/>
              <a:headEnd type="triangle" w="sm" len="lg"/>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500"/>
            </a:p>
          </p:txBody>
        </p:sp>
        <p:sp>
          <p:nvSpPr>
            <p:cNvPr id="25" name="Freeform 31"/>
            <p:cNvSpPr/>
            <p:nvPr/>
          </p:nvSpPr>
          <p:spPr bwMode="auto">
            <a:xfrm>
              <a:off x="4332967" y="3841961"/>
              <a:ext cx="111279" cy="569330"/>
            </a:xfrm>
            <a:custGeom>
              <a:avLst/>
              <a:gdLst>
                <a:gd name="T0" fmla="*/ 4 w 52"/>
                <a:gd name="T1" fmla="*/ 0 h 296"/>
                <a:gd name="T2" fmla="*/ 0 w 52"/>
                <a:gd name="T3" fmla="*/ 192 h 296"/>
                <a:gd name="T4" fmla="*/ 52 w 52"/>
                <a:gd name="T5" fmla="*/ 160 h 296"/>
                <a:gd name="T6" fmla="*/ 52 w 52"/>
                <a:gd name="T7" fmla="*/ 296 h 296"/>
              </a:gdLst>
              <a:ahLst/>
              <a:cxnLst>
                <a:cxn ang="0">
                  <a:pos x="T0" y="T1"/>
                </a:cxn>
                <a:cxn ang="0">
                  <a:pos x="T2" y="T3"/>
                </a:cxn>
                <a:cxn ang="0">
                  <a:pos x="T4" y="T5"/>
                </a:cxn>
                <a:cxn ang="0">
                  <a:pos x="T6" y="T7"/>
                </a:cxn>
              </a:cxnLst>
              <a:rect l="0" t="0" r="r" b="b"/>
              <a:pathLst>
                <a:path w="52" h="296">
                  <a:moveTo>
                    <a:pt x="4" y="0"/>
                  </a:moveTo>
                  <a:lnTo>
                    <a:pt x="0" y="192"/>
                  </a:lnTo>
                  <a:lnTo>
                    <a:pt x="52" y="160"/>
                  </a:lnTo>
                  <a:lnTo>
                    <a:pt x="52" y="296"/>
                  </a:lnTo>
                </a:path>
              </a:pathLst>
            </a:custGeom>
            <a:noFill/>
            <a:ln w="19050" cmpd="sng">
              <a:solidFill>
                <a:schemeClr val="tx1"/>
              </a:solidFill>
              <a:round/>
              <a:headEnd type="triangle" w="sm" len="lg"/>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500"/>
            </a:p>
          </p:txBody>
        </p:sp>
        <p:sp>
          <p:nvSpPr>
            <p:cNvPr id="26" name="Freeform 32"/>
            <p:cNvSpPr/>
            <p:nvPr/>
          </p:nvSpPr>
          <p:spPr bwMode="auto">
            <a:xfrm rot="3574206">
              <a:off x="5122175" y="3969880"/>
              <a:ext cx="98761" cy="651779"/>
            </a:xfrm>
            <a:custGeom>
              <a:avLst/>
              <a:gdLst>
                <a:gd name="T0" fmla="*/ 4 w 52"/>
                <a:gd name="T1" fmla="*/ 0 h 296"/>
                <a:gd name="T2" fmla="*/ 0 w 52"/>
                <a:gd name="T3" fmla="*/ 192 h 296"/>
                <a:gd name="T4" fmla="*/ 52 w 52"/>
                <a:gd name="T5" fmla="*/ 160 h 296"/>
                <a:gd name="T6" fmla="*/ 52 w 52"/>
                <a:gd name="T7" fmla="*/ 296 h 296"/>
              </a:gdLst>
              <a:ahLst/>
              <a:cxnLst>
                <a:cxn ang="0">
                  <a:pos x="T0" y="T1"/>
                </a:cxn>
                <a:cxn ang="0">
                  <a:pos x="T2" y="T3"/>
                </a:cxn>
                <a:cxn ang="0">
                  <a:pos x="T4" y="T5"/>
                </a:cxn>
                <a:cxn ang="0">
                  <a:pos x="T6" y="T7"/>
                </a:cxn>
              </a:cxnLst>
              <a:rect l="0" t="0" r="r" b="b"/>
              <a:pathLst>
                <a:path w="52" h="296">
                  <a:moveTo>
                    <a:pt x="4" y="0"/>
                  </a:moveTo>
                  <a:lnTo>
                    <a:pt x="0" y="192"/>
                  </a:lnTo>
                  <a:lnTo>
                    <a:pt x="52" y="160"/>
                  </a:lnTo>
                  <a:lnTo>
                    <a:pt x="52" y="296"/>
                  </a:lnTo>
                </a:path>
              </a:pathLst>
            </a:custGeom>
            <a:noFill/>
            <a:ln w="19050" cmpd="sng">
              <a:solidFill>
                <a:schemeClr val="tx1"/>
              </a:solidFill>
              <a:round/>
              <a:headEnd type="triangle" w="sm" len="lg"/>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500"/>
            </a:p>
          </p:txBody>
        </p:sp>
        <p:sp>
          <p:nvSpPr>
            <p:cNvPr id="27" name="Freeform 33"/>
            <p:cNvSpPr/>
            <p:nvPr/>
          </p:nvSpPr>
          <p:spPr bwMode="auto">
            <a:xfrm rot="5400000">
              <a:off x="5035653" y="4577959"/>
              <a:ext cx="101668" cy="648600"/>
            </a:xfrm>
            <a:custGeom>
              <a:avLst/>
              <a:gdLst>
                <a:gd name="T0" fmla="*/ 4 w 52"/>
                <a:gd name="T1" fmla="*/ 0 h 296"/>
                <a:gd name="T2" fmla="*/ 0 w 52"/>
                <a:gd name="T3" fmla="*/ 192 h 296"/>
                <a:gd name="T4" fmla="*/ 52 w 52"/>
                <a:gd name="T5" fmla="*/ 160 h 296"/>
                <a:gd name="T6" fmla="*/ 52 w 52"/>
                <a:gd name="T7" fmla="*/ 296 h 296"/>
              </a:gdLst>
              <a:ahLst/>
              <a:cxnLst>
                <a:cxn ang="0">
                  <a:pos x="T0" y="T1"/>
                </a:cxn>
                <a:cxn ang="0">
                  <a:pos x="T2" y="T3"/>
                </a:cxn>
                <a:cxn ang="0">
                  <a:pos x="T4" y="T5"/>
                </a:cxn>
                <a:cxn ang="0">
                  <a:pos x="T6" y="T7"/>
                </a:cxn>
              </a:cxnLst>
              <a:rect l="0" t="0" r="r" b="b"/>
              <a:pathLst>
                <a:path w="52" h="296">
                  <a:moveTo>
                    <a:pt x="4" y="0"/>
                  </a:moveTo>
                  <a:lnTo>
                    <a:pt x="0" y="192"/>
                  </a:lnTo>
                  <a:lnTo>
                    <a:pt x="52" y="160"/>
                  </a:lnTo>
                  <a:lnTo>
                    <a:pt x="52" y="296"/>
                  </a:lnTo>
                </a:path>
              </a:pathLst>
            </a:custGeom>
            <a:noFill/>
            <a:ln w="19050" cmpd="sng">
              <a:solidFill>
                <a:schemeClr val="tx1"/>
              </a:solidFill>
              <a:round/>
              <a:headEnd type="triangle" w="sm" len="lg"/>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500"/>
            </a:p>
          </p:txBody>
        </p:sp>
        <p:sp>
          <p:nvSpPr>
            <p:cNvPr id="28" name="Freeform 34"/>
            <p:cNvSpPr/>
            <p:nvPr/>
          </p:nvSpPr>
          <p:spPr bwMode="auto">
            <a:xfrm rot="16200000">
              <a:off x="3649431" y="4576367"/>
              <a:ext cx="101666" cy="651779"/>
            </a:xfrm>
            <a:custGeom>
              <a:avLst/>
              <a:gdLst>
                <a:gd name="T0" fmla="*/ 4 w 52"/>
                <a:gd name="T1" fmla="*/ 0 h 296"/>
                <a:gd name="T2" fmla="*/ 0 w 52"/>
                <a:gd name="T3" fmla="*/ 192 h 296"/>
                <a:gd name="T4" fmla="*/ 52 w 52"/>
                <a:gd name="T5" fmla="*/ 160 h 296"/>
                <a:gd name="T6" fmla="*/ 52 w 52"/>
                <a:gd name="T7" fmla="*/ 296 h 296"/>
              </a:gdLst>
              <a:ahLst/>
              <a:cxnLst>
                <a:cxn ang="0">
                  <a:pos x="T0" y="T1"/>
                </a:cxn>
                <a:cxn ang="0">
                  <a:pos x="T2" y="T3"/>
                </a:cxn>
                <a:cxn ang="0">
                  <a:pos x="T4" y="T5"/>
                </a:cxn>
                <a:cxn ang="0">
                  <a:pos x="T6" y="T7"/>
                </a:cxn>
              </a:cxnLst>
              <a:rect l="0" t="0" r="r" b="b"/>
              <a:pathLst>
                <a:path w="52" h="296">
                  <a:moveTo>
                    <a:pt x="4" y="0"/>
                  </a:moveTo>
                  <a:lnTo>
                    <a:pt x="0" y="192"/>
                  </a:lnTo>
                  <a:lnTo>
                    <a:pt x="52" y="160"/>
                  </a:lnTo>
                  <a:lnTo>
                    <a:pt x="52" y="296"/>
                  </a:lnTo>
                </a:path>
              </a:pathLst>
            </a:custGeom>
            <a:noFill/>
            <a:ln w="19050" cmpd="sng">
              <a:solidFill>
                <a:schemeClr val="tx1"/>
              </a:solidFill>
              <a:round/>
              <a:headEnd type="triangle" w="sm" len="lg"/>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500"/>
            </a:p>
          </p:txBody>
        </p:sp>
        <p:sp>
          <p:nvSpPr>
            <p:cNvPr id="29" name="Freeform 35"/>
            <p:cNvSpPr/>
            <p:nvPr/>
          </p:nvSpPr>
          <p:spPr bwMode="auto">
            <a:xfrm rot="13652249">
              <a:off x="3856799" y="5083999"/>
              <a:ext cx="100215" cy="648600"/>
            </a:xfrm>
            <a:custGeom>
              <a:avLst/>
              <a:gdLst>
                <a:gd name="T0" fmla="*/ 4 w 52"/>
                <a:gd name="T1" fmla="*/ 0 h 296"/>
                <a:gd name="T2" fmla="*/ 0 w 52"/>
                <a:gd name="T3" fmla="*/ 192 h 296"/>
                <a:gd name="T4" fmla="*/ 52 w 52"/>
                <a:gd name="T5" fmla="*/ 160 h 296"/>
                <a:gd name="T6" fmla="*/ 52 w 52"/>
                <a:gd name="T7" fmla="*/ 296 h 296"/>
              </a:gdLst>
              <a:ahLst/>
              <a:cxnLst>
                <a:cxn ang="0">
                  <a:pos x="T0" y="T1"/>
                </a:cxn>
                <a:cxn ang="0">
                  <a:pos x="T2" y="T3"/>
                </a:cxn>
                <a:cxn ang="0">
                  <a:pos x="T4" y="T5"/>
                </a:cxn>
                <a:cxn ang="0">
                  <a:pos x="T6" y="T7"/>
                </a:cxn>
              </a:cxnLst>
              <a:rect l="0" t="0" r="r" b="b"/>
              <a:pathLst>
                <a:path w="52" h="296">
                  <a:moveTo>
                    <a:pt x="4" y="0"/>
                  </a:moveTo>
                  <a:lnTo>
                    <a:pt x="0" y="192"/>
                  </a:lnTo>
                  <a:lnTo>
                    <a:pt x="52" y="160"/>
                  </a:lnTo>
                  <a:lnTo>
                    <a:pt x="52" y="296"/>
                  </a:lnTo>
                </a:path>
              </a:pathLst>
            </a:custGeom>
            <a:noFill/>
            <a:ln w="19050" cmpd="sng">
              <a:solidFill>
                <a:schemeClr val="tx1"/>
              </a:solidFill>
              <a:round/>
              <a:headEnd type="triangle" w="sm" len="lg"/>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500"/>
            </a:p>
          </p:txBody>
        </p:sp>
        <p:grpSp>
          <p:nvGrpSpPr>
            <p:cNvPr id="30" name="Group 84"/>
            <p:cNvGrpSpPr/>
            <p:nvPr/>
          </p:nvGrpSpPr>
          <p:grpSpPr bwMode="auto">
            <a:xfrm>
              <a:off x="2870318" y="2956826"/>
              <a:ext cx="3067544" cy="3115738"/>
              <a:chOff x="2723" y="1155"/>
              <a:chExt cx="2054" cy="2303"/>
            </a:xfrm>
          </p:grpSpPr>
          <p:sp>
            <p:nvSpPr>
              <p:cNvPr id="49" name="Oval 29"/>
              <p:cNvSpPr>
                <a:spLocks noChangeArrowheads="1"/>
              </p:cNvSpPr>
              <p:nvPr/>
            </p:nvSpPr>
            <p:spPr bwMode="auto">
              <a:xfrm>
                <a:off x="2723" y="1486"/>
                <a:ext cx="2054" cy="1972"/>
              </a:xfrm>
              <a:prstGeom prst="ellipse">
                <a:avLst/>
              </a:prstGeom>
              <a:solidFill>
                <a:srgbClr val="CCECFF">
                  <a:alpha val="50000"/>
                </a:srgbClr>
              </a:solidFill>
              <a:ln w="9525">
                <a:solidFill>
                  <a:schemeClr val="tx1"/>
                </a:solidFill>
                <a:prstDash val="dash"/>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500"/>
              </a:p>
            </p:txBody>
          </p:sp>
          <p:sp>
            <p:nvSpPr>
              <p:cNvPr id="50" name="Text Box 36"/>
              <p:cNvSpPr txBox="1">
                <a:spLocks noChangeArrowheads="1"/>
              </p:cNvSpPr>
              <p:nvPr/>
            </p:nvSpPr>
            <p:spPr bwMode="auto">
              <a:xfrm>
                <a:off x="3151" y="1155"/>
                <a:ext cx="1178" cy="3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595" dirty="0">
                    <a:solidFill>
                      <a:srgbClr val="333399"/>
                    </a:solidFill>
                    <a:latin typeface="Arial" panose="020B0604020202090204" pitchFamily="34" charset="0"/>
                    <a:ea typeface="黑体" panose="02010609060101010101" pitchFamily="2" charset="-122"/>
                  </a:rPr>
                  <a:t>C </a:t>
                </a:r>
                <a:r>
                  <a:rPr kumimoji="1" lang="zh-CN" altLang="en-US" sz="1595" dirty="0">
                    <a:solidFill>
                      <a:srgbClr val="333399"/>
                    </a:solidFill>
                    <a:latin typeface="Arial" panose="020B0604020202090204" pitchFamily="34" charset="0"/>
                    <a:ea typeface="黑体" panose="02010609060101010101" pitchFamily="2" charset="-122"/>
                  </a:rPr>
                  <a:t>的作用范围</a:t>
                </a:r>
              </a:p>
            </p:txBody>
          </p:sp>
        </p:grpSp>
        <p:sp>
          <p:nvSpPr>
            <p:cNvPr id="31" name="Freeform 37"/>
            <p:cNvSpPr/>
            <p:nvPr/>
          </p:nvSpPr>
          <p:spPr bwMode="auto">
            <a:xfrm flipH="1" flipV="1">
              <a:off x="4418809" y="5382383"/>
              <a:ext cx="114459" cy="570783"/>
            </a:xfrm>
            <a:custGeom>
              <a:avLst/>
              <a:gdLst>
                <a:gd name="T0" fmla="*/ 4 w 52"/>
                <a:gd name="T1" fmla="*/ 0 h 296"/>
                <a:gd name="T2" fmla="*/ 0 w 52"/>
                <a:gd name="T3" fmla="*/ 192 h 296"/>
                <a:gd name="T4" fmla="*/ 52 w 52"/>
                <a:gd name="T5" fmla="*/ 160 h 296"/>
                <a:gd name="T6" fmla="*/ 52 w 52"/>
                <a:gd name="T7" fmla="*/ 296 h 296"/>
              </a:gdLst>
              <a:ahLst/>
              <a:cxnLst>
                <a:cxn ang="0">
                  <a:pos x="T0" y="T1"/>
                </a:cxn>
                <a:cxn ang="0">
                  <a:pos x="T2" y="T3"/>
                </a:cxn>
                <a:cxn ang="0">
                  <a:pos x="T4" y="T5"/>
                </a:cxn>
                <a:cxn ang="0">
                  <a:pos x="T6" y="T7"/>
                </a:cxn>
              </a:cxnLst>
              <a:rect l="0" t="0" r="r" b="b"/>
              <a:pathLst>
                <a:path w="52" h="296">
                  <a:moveTo>
                    <a:pt x="4" y="0"/>
                  </a:moveTo>
                  <a:lnTo>
                    <a:pt x="0" y="192"/>
                  </a:lnTo>
                  <a:lnTo>
                    <a:pt x="52" y="160"/>
                  </a:lnTo>
                  <a:lnTo>
                    <a:pt x="52" y="296"/>
                  </a:lnTo>
                </a:path>
              </a:pathLst>
            </a:custGeom>
            <a:noFill/>
            <a:ln w="19050" cmpd="sng">
              <a:solidFill>
                <a:schemeClr val="tx1"/>
              </a:solidFill>
              <a:round/>
              <a:headEnd type="triangle" w="sm" len="lg"/>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500"/>
            </a:p>
          </p:txBody>
        </p:sp>
        <p:sp>
          <p:nvSpPr>
            <p:cNvPr id="32" name="Freeform 38"/>
            <p:cNvSpPr/>
            <p:nvPr/>
          </p:nvSpPr>
          <p:spPr bwMode="auto">
            <a:xfrm rot="7750291">
              <a:off x="5021091" y="5084616"/>
              <a:ext cx="100214" cy="647010"/>
            </a:xfrm>
            <a:custGeom>
              <a:avLst/>
              <a:gdLst>
                <a:gd name="T0" fmla="*/ 4 w 52"/>
                <a:gd name="T1" fmla="*/ 0 h 296"/>
                <a:gd name="T2" fmla="*/ 0 w 52"/>
                <a:gd name="T3" fmla="*/ 192 h 296"/>
                <a:gd name="T4" fmla="*/ 52 w 52"/>
                <a:gd name="T5" fmla="*/ 160 h 296"/>
                <a:gd name="T6" fmla="*/ 52 w 52"/>
                <a:gd name="T7" fmla="*/ 296 h 296"/>
              </a:gdLst>
              <a:ahLst/>
              <a:cxnLst>
                <a:cxn ang="0">
                  <a:pos x="T0" y="T1"/>
                </a:cxn>
                <a:cxn ang="0">
                  <a:pos x="T2" y="T3"/>
                </a:cxn>
                <a:cxn ang="0">
                  <a:pos x="T4" y="T5"/>
                </a:cxn>
                <a:cxn ang="0">
                  <a:pos x="T6" y="T7"/>
                </a:cxn>
              </a:cxnLst>
              <a:rect l="0" t="0" r="r" b="b"/>
              <a:pathLst>
                <a:path w="52" h="296">
                  <a:moveTo>
                    <a:pt x="4" y="0"/>
                  </a:moveTo>
                  <a:lnTo>
                    <a:pt x="0" y="192"/>
                  </a:lnTo>
                  <a:lnTo>
                    <a:pt x="52" y="160"/>
                  </a:lnTo>
                  <a:lnTo>
                    <a:pt x="52" y="296"/>
                  </a:lnTo>
                </a:path>
              </a:pathLst>
            </a:custGeom>
            <a:noFill/>
            <a:ln w="19050" cmpd="sng">
              <a:solidFill>
                <a:schemeClr val="tx1"/>
              </a:solidFill>
              <a:round/>
              <a:headEnd type="triangle" w="sm" len="lg"/>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500"/>
            </a:p>
          </p:txBody>
        </p:sp>
        <p:grpSp>
          <p:nvGrpSpPr>
            <p:cNvPr id="33" name="Group 42"/>
            <p:cNvGrpSpPr/>
            <p:nvPr/>
          </p:nvGrpSpPr>
          <p:grpSpPr bwMode="auto">
            <a:xfrm>
              <a:off x="1745546" y="4539843"/>
              <a:ext cx="449887" cy="450236"/>
              <a:chOff x="2352" y="2061"/>
              <a:chExt cx="246" cy="237"/>
            </a:xfrm>
          </p:grpSpPr>
          <p:pic>
            <p:nvPicPr>
              <p:cNvPr id="47" name="Picture 43" descr="notebook"/>
              <p:cNvPicPr>
                <a:picLocks noChangeAspect="1" noChangeArrowheads="1"/>
              </p:cNvPicPr>
              <p:nvPr/>
            </p:nvPicPr>
            <p:blipFill>
              <a:blip r:embed="rId3">
                <a:extLst>
                  <a:ext uri="{28A0092B-C50C-407E-A947-70E740481C1C}">
                    <a14:useLocalDpi xmlns:a14="http://schemas.microsoft.com/office/drawing/2010/main" val="0"/>
                  </a:ext>
                </a:extLst>
              </a:blip>
              <a:srcRect l="13889" t="32260" r="1389" b="4477"/>
              <a:stretch>
                <a:fillRect/>
              </a:stretch>
            </p:blipFill>
            <p:spPr bwMode="auto">
              <a:xfrm>
                <a:off x="2352" y="2127"/>
                <a:ext cx="246" cy="171"/>
              </a:xfrm>
              <a:prstGeom prst="rect">
                <a:avLst/>
              </a:prstGeom>
              <a:noFill/>
              <a:extLst>
                <a:ext uri="{909E8E84-426E-40DD-AFC4-6F175D3DCCD1}">
                  <a14:hiddenFill xmlns:a14="http://schemas.microsoft.com/office/drawing/2010/main">
                    <a:solidFill>
                      <a:srgbClr val="FFFFFF"/>
                    </a:solidFill>
                  </a14:hiddenFill>
                </a:ext>
              </a:extLst>
            </p:spPr>
          </p:pic>
          <p:sp>
            <p:nvSpPr>
              <p:cNvPr id="48" name="Line 44"/>
              <p:cNvSpPr>
                <a:spLocks noChangeShapeType="1"/>
              </p:cNvSpPr>
              <p:nvPr/>
            </p:nvSpPr>
            <p:spPr bwMode="auto">
              <a:xfrm flipH="1">
                <a:off x="2556" y="2061"/>
                <a:ext cx="0" cy="78"/>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500"/>
              </a:p>
            </p:txBody>
          </p:sp>
        </p:grpSp>
        <p:grpSp>
          <p:nvGrpSpPr>
            <p:cNvPr id="34" name="Group 50"/>
            <p:cNvGrpSpPr/>
            <p:nvPr/>
          </p:nvGrpSpPr>
          <p:grpSpPr bwMode="auto">
            <a:xfrm>
              <a:off x="5407086" y="4515473"/>
              <a:ext cx="453066" cy="431239"/>
              <a:chOff x="2352" y="2061"/>
              <a:chExt cx="246" cy="227"/>
            </a:xfrm>
          </p:grpSpPr>
          <p:pic>
            <p:nvPicPr>
              <p:cNvPr id="45" name="Picture 51" descr="notebook"/>
              <p:cNvPicPr>
                <a:picLocks noChangeAspect="1" noChangeArrowheads="1"/>
              </p:cNvPicPr>
              <p:nvPr/>
            </p:nvPicPr>
            <p:blipFill>
              <a:blip r:embed="rId3">
                <a:extLst>
                  <a:ext uri="{28A0092B-C50C-407E-A947-70E740481C1C}">
                    <a14:useLocalDpi xmlns:a14="http://schemas.microsoft.com/office/drawing/2010/main" val="0"/>
                  </a:ext>
                </a:extLst>
              </a:blip>
              <a:srcRect l="13889" t="32260" r="1389" b="4477"/>
              <a:stretch>
                <a:fillRect/>
              </a:stretch>
            </p:blipFill>
            <p:spPr bwMode="auto">
              <a:xfrm>
                <a:off x="2352" y="2117"/>
                <a:ext cx="246" cy="171"/>
              </a:xfrm>
              <a:prstGeom prst="rect">
                <a:avLst/>
              </a:prstGeom>
              <a:noFill/>
              <a:extLst>
                <a:ext uri="{909E8E84-426E-40DD-AFC4-6F175D3DCCD1}">
                  <a14:hiddenFill xmlns:a14="http://schemas.microsoft.com/office/drawing/2010/main">
                    <a:solidFill>
                      <a:srgbClr val="FFFFFF"/>
                    </a:solidFill>
                  </a14:hiddenFill>
                </a:ext>
              </a:extLst>
            </p:spPr>
          </p:pic>
          <p:sp>
            <p:nvSpPr>
              <p:cNvPr id="46" name="Line 52"/>
              <p:cNvSpPr>
                <a:spLocks noChangeShapeType="1"/>
              </p:cNvSpPr>
              <p:nvPr/>
            </p:nvSpPr>
            <p:spPr bwMode="auto">
              <a:xfrm flipH="1">
                <a:off x="2556" y="2061"/>
                <a:ext cx="0" cy="78"/>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500"/>
              </a:p>
            </p:txBody>
          </p:sp>
        </p:grpSp>
        <p:grpSp>
          <p:nvGrpSpPr>
            <p:cNvPr id="35" name="Group 53"/>
            <p:cNvGrpSpPr/>
            <p:nvPr/>
          </p:nvGrpSpPr>
          <p:grpSpPr bwMode="auto">
            <a:xfrm>
              <a:off x="4194662" y="4515470"/>
              <a:ext cx="453066" cy="450236"/>
              <a:chOff x="2352" y="2061"/>
              <a:chExt cx="246" cy="237"/>
            </a:xfrm>
          </p:grpSpPr>
          <p:pic>
            <p:nvPicPr>
              <p:cNvPr id="43" name="Picture 54" descr="notebook"/>
              <p:cNvPicPr>
                <a:picLocks noChangeAspect="1" noChangeArrowheads="1"/>
              </p:cNvPicPr>
              <p:nvPr/>
            </p:nvPicPr>
            <p:blipFill>
              <a:blip r:embed="rId3">
                <a:extLst>
                  <a:ext uri="{28A0092B-C50C-407E-A947-70E740481C1C}">
                    <a14:useLocalDpi xmlns:a14="http://schemas.microsoft.com/office/drawing/2010/main" val="0"/>
                  </a:ext>
                </a:extLst>
              </a:blip>
              <a:srcRect l="13889" t="32260" r="1389" b="4477"/>
              <a:stretch>
                <a:fillRect/>
              </a:stretch>
            </p:blipFill>
            <p:spPr bwMode="auto">
              <a:xfrm>
                <a:off x="2352" y="2127"/>
                <a:ext cx="246" cy="171"/>
              </a:xfrm>
              <a:prstGeom prst="rect">
                <a:avLst/>
              </a:prstGeom>
              <a:noFill/>
              <a:extLst>
                <a:ext uri="{909E8E84-426E-40DD-AFC4-6F175D3DCCD1}">
                  <a14:hiddenFill xmlns:a14="http://schemas.microsoft.com/office/drawing/2010/main">
                    <a:solidFill>
                      <a:srgbClr val="FFFFFF"/>
                    </a:solidFill>
                  </a14:hiddenFill>
                </a:ext>
              </a:extLst>
            </p:spPr>
          </p:pic>
          <p:sp>
            <p:nvSpPr>
              <p:cNvPr id="44" name="Line 55"/>
              <p:cNvSpPr>
                <a:spLocks noChangeShapeType="1"/>
              </p:cNvSpPr>
              <p:nvPr/>
            </p:nvSpPr>
            <p:spPr bwMode="auto">
              <a:xfrm flipH="1">
                <a:off x="2556" y="2061"/>
                <a:ext cx="0" cy="78"/>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500"/>
              </a:p>
            </p:txBody>
          </p:sp>
        </p:grpSp>
        <p:grpSp>
          <p:nvGrpSpPr>
            <p:cNvPr id="36" name="Group 56"/>
            <p:cNvGrpSpPr/>
            <p:nvPr/>
          </p:nvGrpSpPr>
          <p:grpSpPr bwMode="auto">
            <a:xfrm>
              <a:off x="2963491" y="4530478"/>
              <a:ext cx="449887" cy="450236"/>
              <a:chOff x="2352" y="2061"/>
              <a:chExt cx="246" cy="237"/>
            </a:xfrm>
          </p:grpSpPr>
          <p:pic>
            <p:nvPicPr>
              <p:cNvPr id="41" name="Picture 57" descr="notebook"/>
              <p:cNvPicPr>
                <a:picLocks noChangeAspect="1" noChangeArrowheads="1"/>
              </p:cNvPicPr>
              <p:nvPr/>
            </p:nvPicPr>
            <p:blipFill>
              <a:blip r:embed="rId3">
                <a:extLst>
                  <a:ext uri="{28A0092B-C50C-407E-A947-70E740481C1C}">
                    <a14:useLocalDpi xmlns:a14="http://schemas.microsoft.com/office/drawing/2010/main" val="0"/>
                  </a:ext>
                </a:extLst>
              </a:blip>
              <a:srcRect l="13889" t="32260" r="1389" b="4477"/>
              <a:stretch>
                <a:fillRect/>
              </a:stretch>
            </p:blipFill>
            <p:spPr bwMode="auto">
              <a:xfrm>
                <a:off x="2352" y="2127"/>
                <a:ext cx="246" cy="171"/>
              </a:xfrm>
              <a:prstGeom prst="rect">
                <a:avLst/>
              </a:prstGeom>
              <a:noFill/>
              <a:extLst>
                <a:ext uri="{909E8E84-426E-40DD-AFC4-6F175D3DCCD1}">
                  <a14:hiddenFill xmlns:a14="http://schemas.microsoft.com/office/drawing/2010/main">
                    <a:solidFill>
                      <a:srgbClr val="FFFFFF"/>
                    </a:solidFill>
                  </a14:hiddenFill>
                </a:ext>
              </a:extLst>
            </p:spPr>
          </p:pic>
          <p:sp>
            <p:nvSpPr>
              <p:cNvPr id="42" name="Line 58"/>
              <p:cNvSpPr>
                <a:spLocks noChangeShapeType="1"/>
              </p:cNvSpPr>
              <p:nvPr/>
            </p:nvSpPr>
            <p:spPr bwMode="auto">
              <a:xfrm flipH="1">
                <a:off x="2556" y="2061"/>
                <a:ext cx="0" cy="78"/>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500"/>
              </a:p>
            </p:txBody>
          </p:sp>
        </p:grpSp>
        <p:sp>
          <p:nvSpPr>
            <p:cNvPr id="37" name="Text Box 60"/>
            <p:cNvSpPr txBox="1">
              <a:spLocks noChangeArrowheads="1"/>
            </p:cNvSpPr>
            <p:nvPr/>
          </p:nvSpPr>
          <p:spPr bwMode="auto">
            <a:xfrm>
              <a:off x="5412453" y="4888844"/>
              <a:ext cx="460519" cy="406423"/>
            </a:xfrm>
            <a:prstGeom prst="rect">
              <a:avLst/>
            </a:prstGeom>
            <a:noFill/>
          </p:spPr>
          <p:txBody>
            <a:bodyPr wrap="square" rtlCol="0">
              <a:spAutoFit/>
            </a:bodyPr>
            <a:lstStyle>
              <a:defPPr>
                <a:defRPr lang="en-US"/>
              </a:defPPr>
              <a:lvl1pPr>
                <a:defRPr sz="1600" b="1">
                  <a:solidFill>
                    <a:srgbClr val="C00000"/>
                  </a:solidFill>
                </a:defRPr>
              </a:lvl1pPr>
            </a:lstStyle>
            <a:p>
              <a:r>
                <a:rPr lang="en-US" altLang="zh-CN" sz="1595" dirty="0"/>
                <a:t>D</a:t>
              </a:r>
            </a:p>
          </p:txBody>
        </p:sp>
        <p:sp>
          <p:nvSpPr>
            <p:cNvPr id="38" name="文本框 37"/>
            <p:cNvSpPr txBox="1"/>
            <p:nvPr/>
          </p:nvSpPr>
          <p:spPr>
            <a:xfrm>
              <a:off x="2869808" y="4893777"/>
              <a:ext cx="631246" cy="406423"/>
            </a:xfrm>
            <a:prstGeom prst="rect">
              <a:avLst/>
            </a:prstGeom>
            <a:noFill/>
          </p:spPr>
          <p:txBody>
            <a:bodyPr wrap="square" rtlCol="0">
              <a:spAutoFit/>
            </a:bodyPr>
            <a:lstStyle>
              <a:defPPr>
                <a:defRPr lang="en-US"/>
              </a:defPPr>
              <a:lvl1pPr>
                <a:defRPr sz="1600" b="1">
                  <a:solidFill>
                    <a:srgbClr val="C00000"/>
                  </a:solidFill>
                </a:defRPr>
              </a:lvl1pPr>
            </a:lstStyle>
            <a:p>
              <a:r>
                <a:rPr lang="en-US" altLang="zh-CN" sz="1595" dirty="0"/>
                <a:t>B</a:t>
              </a:r>
              <a:endParaRPr lang="zh-CN" altLang="en-US" sz="1595" dirty="0"/>
            </a:p>
          </p:txBody>
        </p:sp>
        <p:sp>
          <p:nvSpPr>
            <p:cNvPr id="39" name="文本框 38"/>
            <p:cNvSpPr txBox="1"/>
            <p:nvPr/>
          </p:nvSpPr>
          <p:spPr>
            <a:xfrm>
              <a:off x="1643731" y="4914712"/>
              <a:ext cx="631246" cy="406962"/>
            </a:xfrm>
            <a:prstGeom prst="rect">
              <a:avLst/>
            </a:prstGeom>
            <a:noFill/>
          </p:spPr>
          <p:txBody>
            <a:bodyPr wrap="square" rtlCol="0">
              <a:spAutoFit/>
            </a:bodyPr>
            <a:lstStyle/>
            <a:p>
              <a:r>
                <a:rPr lang="en-US" altLang="zh-CN" sz="1595" b="1" dirty="0">
                  <a:solidFill>
                    <a:srgbClr val="C00000"/>
                  </a:solidFill>
                </a:rPr>
                <a:t>A</a:t>
              </a:r>
              <a:endParaRPr lang="zh-CN" altLang="en-US" sz="1595" b="1" dirty="0">
                <a:solidFill>
                  <a:srgbClr val="C00000"/>
                </a:solidFill>
              </a:endParaRPr>
            </a:p>
          </p:txBody>
        </p:sp>
        <p:sp>
          <p:nvSpPr>
            <p:cNvPr id="40" name="文本框 39"/>
            <p:cNvSpPr txBox="1"/>
            <p:nvPr/>
          </p:nvSpPr>
          <p:spPr>
            <a:xfrm>
              <a:off x="4204534" y="4919057"/>
              <a:ext cx="439719" cy="406423"/>
            </a:xfrm>
            <a:prstGeom prst="rect">
              <a:avLst/>
            </a:prstGeom>
            <a:noFill/>
          </p:spPr>
          <p:txBody>
            <a:bodyPr wrap="square" rtlCol="0">
              <a:spAutoFit/>
            </a:bodyPr>
            <a:lstStyle>
              <a:defPPr>
                <a:defRPr lang="en-US"/>
              </a:defPPr>
              <a:lvl1pPr>
                <a:defRPr sz="1600" b="1">
                  <a:solidFill>
                    <a:srgbClr val="C00000"/>
                  </a:solidFill>
                </a:defRPr>
              </a:lvl1pPr>
            </a:lstStyle>
            <a:p>
              <a:r>
                <a:rPr lang="en-US" altLang="zh-CN" sz="1595" dirty="0"/>
                <a:t>C</a:t>
              </a:r>
              <a:endParaRPr lang="zh-CN" altLang="en-US" sz="1595" dirty="0"/>
            </a:p>
          </p:txBody>
        </p:sp>
      </p:grpSp>
      <p:pic>
        <p:nvPicPr>
          <p:cNvPr id="51" name="图片 50"/>
          <p:cNvPicPr>
            <a:picLocks noChangeAspect="1"/>
          </p:cNvPicPr>
          <p:nvPr/>
        </p:nvPicPr>
        <p:blipFill>
          <a:blip r:embed="rId4"/>
          <a:stretch>
            <a:fillRect/>
          </a:stretch>
        </p:blipFill>
        <p:spPr>
          <a:xfrm>
            <a:off x="6654440" y="4016718"/>
            <a:ext cx="4468950" cy="2359356"/>
          </a:xfrm>
          <a:prstGeom prst="rect">
            <a:avLst/>
          </a:prstGeom>
        </p:spPr>
      </p:pic>
      <p:sp>
        <p:nvSpPr>
          <p:cNvPr id="52" name="文本框 51"/>
          <p:cNvSpPr txBox="1"/>
          <p:nvPr/>
        </p:nvSpPr>
        <p:spPr>
          <a:xfrm>
            <a:off x="102036" y="6434725"/>
            <a:ext cx="1809515"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4.5 </a:t>
            </a:r>
            <a:r>
              <a:rPr lang="zh-CN" altLang="en-US" dirty="0">
                <a:solidFill>
                  <a:schemeClr val="bg1">
                    <a:lumMod val="65000"/>
                  </a:schemeClr>
                </a:solidFill>
                <a:latin typeface="微软雅黑" panose="020B0503020204020204" pitchFamily="34" charset="-122"/>
                <a:ea typeface="微软雅黑" panose="020B0503020204020204" pitchFamily="34" charset="-122"/>
              </a:rPr>
              <a:t>无线局域网</a:t>
            </a:r>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en-US" altLang="zh-CN" dirty="0"/>
              <a:t>IEEE 802.11</a:t>
            </a:r>
            <a:r>
              <a:rPr kumimoji="1" lang="zh-CN" altLang="en-US" dirty="0"/>
              <a:t>介质访问控制</a:t>
            </a:r>
          </a:p>
        </p:txBody>
      </p:sp>
      <p:sp>
        <p:nvSpPr>
          <p:cNvPr id="3" name="内容占位符 2"/>
          <p:cNvSpPr>
            <a:spLocks noGrp="1"/>
          </p:cNvSpPr>
          <p:nvPr>
            <p:ph idx="1"/>
          </p:nvPr>
        </p:nvSpPr>
        <p:spPr>
          <a:xfrm>
            <a:off x="784064" y="1416504"/>
            <a:ext cx="10689934" cy="5198550"/>
          </a:xfrm>
        </p:spPr>
        <p:txBody>
          <a:bodyPr>
            <a:normAutofit/>
          </a:bodyPr>
          <a:lstStyle/>
          <a:p>
            <a:pPr marL="360680" indent="-360680">
              <a:spcBef>
                <a:spcPts val="1200"/>
              </a:spcBef>
            </a:pPr>
            <a:r>
              <a:rPr kumimoji="1" lang="zh-CN" altLang="en-US" dirty="0"/>
              <a:t>暴露终端问题</a:t>
            </a:r>
          </a:p>
          <a:p>
            <a:pPr marL="817880" lvl="1" indent="-360680">
              <a:spcBef>
                <a:spcPts val="1200"/>
              </a:spcBef>
            </a:pPr>
            <a:r>
              <a:rPr kumimoji="1" lang="zh-CN" altLang="en-US" dirty="0"/>
              <a:t>由于侦听到其他站点的发送而误以为信道忙导致不能发送</a:t>
            </a:r>
          </a:p>
          <a:p>
            <a:pPr marL="817880" lvl="1" indent="-360680">
              <a:spcBef>
                <a:spcPts val="1200"/>
              </a:spcBef>
            </a:pPr>
            <a:r>
              <a:rPr kumimoji="1" lang="zh-CN" altLang="en-US" dirty="0"/>
              <a:t>暴露站点能侦听到发送端但不会干扰接收端</a:t>
            </a:r>
          </a:p>
          <a:p>
            <a:pPr marL="817880" lvl="1" indent="-360680">
              <a:spcBef>
                <a:spcPts val="1200"/>
              </a:spcBef>
            </a:pPr>
            <a:r>
              <a:rPr kumimoji="1" lang="zh-CN" altLang="en-US" dirty="0"/>
              <a:t>假设：</a:t>
            </a:r>
            <a:r>
              <a:rPr kumimoji="1" lang="en-US" altLang="zh-CN" dirty="0"/>
              <a:t>B</a:t>
            </a:r>
            <a:r>
              <a:rPr kumimoji="1" lang="zh-CN" altLang="en-US" dirty="0"/>
              <a:t>正在向</a:t>
            </a:r>
            <a:r>
              <a:rPr kumimoji="1" lang="en-US" altLang="zh-CN" dirty="0"/>
              <a:t>A</a:t>
            </a:r>
            <a:r>
              <a:rPr kumimoji="1" lang="zh-CN" altLang="en-US" dirty="0"/>
              <a:t>传输数据，</a:t>
            </a:r>
            <a:r>
              <a:rPr kumimoji="1" lang="en-US" altLang="zh-CN" dirty="0"/>
              <a:t>C</a:t>
            </a:r>
            <a:r>
              <a:rPr kumimoji="1" lang="zh-CN" altLang="en-US" dirty="0"/>
              <a:t>要向</a:t>
            </a:r>
            <a:r>
              <a:rPr kumimoji="1" lang="en-US" altLang="zh-CN" dirty="0"/>
              <a:t>D</a:t>
            </a:r>
            <a:r>
              <a:rPr kumimoji="1" lang="zh-CN" altLang="en-US" dirty="0"/>
              <a:t>发送数据</a:t>
            </a:r>
          </a:p>
        </p:txBody>
      </p:sp>
      <p:grpSp>
        <p:nvGrpSpPr>
          <p:cNvPr id="52" name="组合 51"/>
          <p:cNvGrpSpPr/>
          <p:nvPr/>
        </p:nvGrpSpPr>
        <p:grpSpPr>
          <a:xfrm>
            <a:off x="1324385" y="3803807"/>
            <a:ext cx="4803373" cy="2479351"/>
            <a:chOff x="1520355" y="1957252"/>
            <a:chExt cx="6262510" cy="3380468"/>
          </a:xfrm>
        </p:grpSpPr>
        <p:grpSp>
          <p:nvGrpSpPr>
            <p:cNvPr id="53" name="Group 79"/>
            <p:cNvGrpSpPr/>
            <p:nvPr/>
          </p:nvGrpSpPr>
          <p:grpSpPr bwMode="auto">
            <a:xfrm>
              <a:off x="1520355" y="1957252"/>
              <a:ext cx="3934440" cy="3380468"/>
              <a:chOff x="842" y="1196"/>
              <a:chExt cx="2769" cy="2332"/>
            </a:xfrm>
          </p:grpSpPr>
          <p:sp>
            <p:nvSpPr>
              <p:cNvPr id="85" name="Oval 37"/>
              <p:cNvSpPr>
                <a:spLocks noChangeArrowheads="1"/>
              </p:cNvSpPr>
              <p:nvPr/>
            </p:nvSpPr>
            <p:spPr bwMode="auto">
              <a:xfrm>
                <a:off x="1508" y="1444"/>
                <a:ext cx="2103" cy="2084"/>
              </a:xfrm>
              <a:prstGeom prst="ellipse">
                <a:avLst/>
              </a:prstGeom>
              <a:solidFill>
                <a:srgbClr val="FFFF99"/>
              </a:solidFill>
              <a:ln w="9525">
                <a:solidFill>
                  <a:srgbClr val="333399"/>
                </a:solidFill>
                <a:prstDash val="dash"/>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500"/>
              </a:p>
            </p:txBody>
          </p:sp>
          <p:sp>
            <p:nvSpPr>
              <p:cNvPr id="86" name="Text Box 73"/>
              <p:cNvSpPr txBox="1">
                <a:spLocks noChangeArrowheads="1"/>
              </p:cNvSpPr>
              <p:nvPr/>
            </p:nvSpPr>
            <p:spPr bwMode="auto">
              <a:xfrm>
                <a:off x="842" y="1196"/>
                <a:ext cx="1286" cy="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595" dirty="0">
                    <a:solidFill>
                      <a:srgbClr val="333399"/>
                    </a:solidFill>
                    <a:latin typeface="Arial" panose="020B0604020202090204" pitchFamily="34" charset="0"/>
                    <a:ea typeface="黑体" panose="02010609060101010101" pitchFamily="2" charset="-122"/>
                  </a:rPr>
                  <a:t>B </a:t>
                </a:r>
                <a:r>
                  <a:rPr kumimoji="1" lang="zh-CN" altLang="en-US" sz="1595" dirty="0">
                    <a:solidFill>
                      <a:srgbClr val="333399"/>
                    </a:solidFill>
                    <a:latin typeface="Arial" panose="020B0604020202090204" pitchFamily="34" charset="0"/>
                    <a:ea typeface="黑体" panose="02010609060101010101" pitchFamily="2" charset="-122"/>
                  </a:rPr>
                  <a:t>的作用范围</a:t>
                </a:r>
              </a:p>
            </p:txBody>
          </p:sp>
          <p:sp>
            <p:nvSpPr>
              <p:cNvPr id="87" name="Line 76"/>
              <p:cNvSpPr>
                <a:spLocks noChangeShapeType="1"/>
              </p:cNvSpPr>
              <p:nvPr/>
            </p:nvSpPr>
            <p:spPr bwMode="auto">
              <a:xfrm rot="10800000" flipH="1" flipV="1">
                <a:off x="1442" y="1495"/>
                <a:ext cx="213" cy="438"/>
              </a:xfrm>
              <a:prstGeom prst="line">
                <a:avLst/>
              </a:prstGeom>
              <a:noFill/>
              <a:ln w="28575">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500"/>
              </a:p>
            </p:txBody>
          </p:sp>
        </p:grpSp>
        <p:sp>
          <p:nvSpPr>
            <p:cNvPr id="54" name="Freeform 18"/>
            <p:cNvSpPr/>
            <p:nvPr/>
          </p:nvSpPr>
          <p:spPr bwMode="auto">
            <a:xfrm>
              <a:off x="3895968" y="2651760"/>
              <a:ext cx="117638" cy="658138"/>
            </a:xfrm>
            <a:custGeom>
              <a:avLst/>
              <a:gdLst>
                <a:gd name="T0" fmla="*/ 4 w 52"/>
                <a:gd name="T1" fmla="*/ 0 h 296"/>
                <a:gd name="T2" fmla="*/ 0 w 52"/>
                <a:gd name="T3" fmla="*/ 192 h 296"/>
                <a:gd name="T4" fmla="*/ 52 w 52"/>
                <a:gd name="T5" fmla="*/ 160 h 296"/>
                <a:gd name="T6" fmla="*/ 52 w 52"/>
                <a:gd name="T7" fmla="*/ 296 h 296"/>
              </a:gdLst>
              <a:ahLst/>
              <a:cxnLst>
                <a:cxn ang="0">
                  <a:pos x="T0" y="T1"/>
                </a:cxn>
                <a:cxn ang="0">
                  <a:pos x="T2" y="T3"/>
                </a:cxn>
                <a:cxn ang="0">
                  <a:pos x="T4" y="T5"/>
                </a:cxn>
                <a:cxn ang="0">
                  <a:pos x="T6" y="T7"/>
                </a:cxn>
              </a:cxnLst>
              <a:rect l="0" t="0" r="r" b="b"/>
              <a:pathLst>
                <a:path w="52" h="296">
                  <a:moveTo>
                    <a:pt x="4" y="0"/>
                  </a:moveTo>
                  <a:lnTo>
                    <a:pt x="0" y="192"/>
                  </a:lnTo>
                  <a:lnTo>
                    <a:pt x="52" y="160"/>
                  </a:lnTo>
                  <a:lnTo>
                    <a:pt x="52" y="296"/>
                  </a:lnTo>
                </a:path>
              </a:pathLst>
            </a:custGeom>
            <a:noFill/>
            <a:ln w="19050" cmpd="sng">
              <a:solidFill>
                <a:schemeClr val="tx1"/>
              </a:solidFill>
              <a:round/>
              <a:headEnd type="triangle" w="sm" len="lg"/>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500"/>
            </a:p>
          </p:txBody>
        </p:sp>
        <p:grpSp>
          <p:nvGrpSpPr>
            <p:cNvPr id="55" name="Group 80"/>
            <p:cNvGrpSpPr/>
            <p:nvPr/>
          </p:nvGrpSpPr>
          <p:grpSpPr bwMode="auto">
            <a:xfrm>
              <a:off x="3774939" y="1957262"/>
              <a:ext cx="4007926" cy="3371770"/>
              <a:chOff x="2338" y="1202"/>
              <a:chExt cx="2800" cy="2326"/>
            </a:xfrm>
          </p:grpSpPr>
          <p:sp>
            <p:nvSpPr>
              <p:cNvPr id="82" name="Oval 38"/>
              <p:cNvSpPr>
                <a:spLocks noChangeArrowheads="1"/>
              </p:cNvSpPr>
              <p:nvPr/>
            </p:nvSpPr>
            <p:spPr bwMode="auto">
              <a:xfrm>
                <a:off x="2338" y="1444"/>
                <a:ext cx="2102" cy="2084"/>
              </a:xfrm>
              <a:prstGeom prst="ellipse">
                <a:avLst/>
              </a:prstGeom>
              <a:solidFill>
                <a:srgbClr val="CCECFF">
                  <a:alpha val="48000"/>
                </a:srgbClr>
              </a:solidFill>
              <a:ln w="9525">
                <a:solidFill>
                  <a:srgbClr val="333399"/>
                </a:solidFill>
                <a:prstDash val="dash"/>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500"/>
              </a:p>
            </p:txBody>
          </p:sp>
          <p:sp>
            <p:nvSpPr>
              <p:cNvPr id="83" name="Text Box 74"/>
              <p:cNvSpPr txBox="1">
                <a:spLocks noChangeArrowheads="1"/>
              </p:cNvSpPr>
              <p:nvPr/>
            </p:nvSpPr>
            <p:spPr bwMode="auto">
              <a:xfrm>
                <a:off x="3851" y="1202"/>
                <a:ext cx="1287" cy="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595" dirty="0">
                    <a:solidFill>
                      <a:srgbClr val="333399"/>
                    </a:solidFill>
                    <a:latin typeface="Arial" panose="020B0604020202090204" pitchFamily="34" charset="0"/>
                    <a:ea typeface="黑体" panose="02010609060101010101" pitchFamily="2" charset="-122"/>
                  </a:rPr>
                  <a:t>C </a:t>
                </a:r>
                <a:r>
                  <a:rPr kumimoji="1" lang="zh-CN" altLang="en-US" sz="1595" dirty="0">
                    <a:solidFill>
                      <a:srgbClr val="333399"/>
                    </a:solidFill>
                    <a:latin typeface="Arial" panose="020B0604020202090204" pitchFamily="34" charset="0"/>
                    <a:ea typeface="黑体" panose="02010609060101010101" pitchFamily="2" charset="-122"/>
                  </a:rPr>
                  <a:t>的作用范围</a:t>
                </a:r>
              </a:p>
            </p:txBody>
          </p:sp>
          <p:sp>
            <p:nvSpPr>
              <p:cNvPr id="84" name="Line 75"/>
              <p:cNvSpPr>
                <a:spLocks noChangeShapeType="1"/>
              </p:cNvSpPr>
              <p:nvPr/>
            </p:nvSpPr>
            <p:spPr bwMode="auto">
              <a:xfrm rot="10800000" flipV="1">
                <a:off x="4286" y="1501"/>
                <a:ext cx="282" cy="478"/>
              </a:xfrm>
              <a:prstGeom prst="line">
                <a:avLst/>
              </a:prstGeom>
              <a:noFill/>
              <a:ln w="28575">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500"/>
              </a:p>
            </p:txBody>
          </p:sp>
        </p:grpSp>
        <p:sp>
          <p:nvSpPr>
            <p:cNvPr id="56" name="Freeform 19"/>
            <p:cNvSpPr/>
            <p:nvPr/>
          </p:nvSpPr>
          <p:spPr bwMode="auto">
            <a:xfrm rot="16200000">
              <a:off x="3136884" y="3547559"/>
              <a:ext cx="117638" cy="666086"/>
            </a:xfrm>
            <a:custGeom>
              <a:avLst/>
              <a:gdLst>
                <a:gd name="T0" fmla="*/ 4 w 52"/>
                <a:gd name="T1" fmla="*/ 0 h 296"/>
                <a:gd name="T2" fmla="*/ 0 w 52"/>
                <a:gd name="T3" fmla="*/ 192 h 296"/>
                <a:gd name="T4" fmla="*/ 52 w 52"/>
                <a:gd name="T5" fmla="*/ 160 h 296"/>
                <a:gd name="T6" fmla="*/ 52 w 52"/>
                <a:gd name="T7" fmla="*/ 296 h 296"/>
              </a:gdLst>
              <a:ahLst/>
              <a:cxnLst>
                <a:cxn ang="0">
                  <a:pos x="T0" y="T1"/>
                </a:cxn>
                <a:cxn ang="0">
                  <a:pos x="T2" y="T3"/>
                </a:cxn>
                <a:cxn ang="0">
                  <a:pos x="T4" y="T5"/>
                </a:cxn>
                <a:cxn ang="0">
                  <a:pos x="T6" y="T7"/>
                </a:cxn>
              </a:cxnLst>
              <a:rect l="0" t="0" r="r" b="b"/>
              <a:pathLst>
                <a:path w="52" h="296">
                  <a:moveTo>
                    <a:pt x="4" y="0"/>
                  </a:moveTo>
                  <a:lnTo>
                    <a:pt x="0" y="192"/>
                  </a:lnTo>
                  <a:lnTo>
                    <a:pt x="52" y="160"/>
                  </a:lnTo>
                  <a:lnTo>
                    <a:pt x="52" y="296"/>
                  </a:lnTo>
                </a:path>
              </a:pathLst>
            </a:custGeom>
            <a:noFill/>
            <a:ln w="19050" cmpd="sng">
              <a:solidFill>
                <a:schemeClr val="tx1"/>
              </a:solidFill>
              <a:round/>
              <a:headEnd type="triangle" w="sm" len="lg"/>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500"/>
            </a:p>
          </p:txBody>
        </p:sp>
        <p:sp>
          <p:nvSpPr>
            <p:cNvPr id="57" name="Freeform 20"/>
            <p:cNvSpPr/>
            <p:nvPr/>
          </p:nvSpPr>
          <p:spPr bwMode="auto">
            <a:xfrm rot="13441223">
              <a:off x="3293470" y="4025265"/>
              <a:ext cx="117638" cy="658138"/>
            </a:xfrm>
            <a:custGeom>
              <a:avLst/>
              <a:gdLst>
                <a:gd name="T0" fmla="*/ 4 w 52"/>
                <a:gd name="T1" fmla="*/ 0 h 296"/>
                <a:gd name="T2" fmla="*/ 0 w 52"/>
                <a:gd name="T3" fmla="*/ 192 h 296"/>
                <a:gd name="T4" fmla="*/ 52 w 52"/>
                <a:gd name="T5" fmla="*/ 160 h 296"/>
                <a:gd name="T6" fmla="*/ 52 w 52"/>
                <a:gd name="T7" fmla="*/ 296 h 296"/>
              </a:gdLst>
              <a:ahLst/>
              <a:cxnLst>
                <a:cxn ang="0">
                  <a:pos x="T0" y="T1"/>
                </a:cxn>
                <a:cxn ang="0">
                  <a:pos x="T2" y="T3"/>
                </a:cxn>
                <a:cxn ang="0">
                  <a:pos x="T4" y="T5"/>
                </a:cxn>
                <a:cxn ang="0">
                  <a:pos x="T6" y="T7"/>
                </a:cxn>
              </a:cxnLst>
              <a:rect l="0" t="0" r="r" b="b"/>
              <a:pathLst>
                <a:path w="52" h="296">
                  <a:moveTo>
                    <a:pt x="4" y="0"/>
                  </a:moveTo>
                  <a:lnTo>
                    <a:pt x="0" y="192"/>
                  </a:lnTo>
                  <a:lnTo>
                    <a:pt x="52" y="160"/>
                  </a:lnTo>
                  <a:lnTo>
                    <a:pt x="52" y="296"/>
                  </a:lnTo>
                </a:path>
              </a:pathLst>
            </a:custGeom>
            <a:noFill/>
            <a:ln w="19050" cmpd="sng">
              <a:solidFill>
                <a:schemeClr val="tx1"/>
              </a:solidFill>
              <a:round/>
              <a:headEnd type="triangle" w="sm" len="lg"/>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500"/>
            </a:p>
          </p:txBody>
        </p:sp>
        <p:sp>
          <p:nvSpPr>
            <p:cNvPr id="58" name="Freeform 21"/>
            <p:cNvSpPr/>
            <p:nvPr/>
          </p:nvSpPr>
          <p:spPr bwMode="auto">
            <a:xfrm rot="19320450">
              <a:off x="3293470" y="2848884"/>
              <a:ext cx="117638" cy="658138"/>
            </a:xfrm>
            <a:custGeom>
              <a:avLst/>
              <a:gdLst>
                <a:gd name="T0" fmla="*/ 4 w 52"/>
                <a:gd name="T1" fmla="*/ 0 h 296"/>
                <a:gd name="T2" fmla="*/ 0 w 52"/>
                <a:gd name="T3" fmla="*/ 192 h 296"/>
                <a:gd name="T4" fmla="*/ 52 w 52"/>
                <a:gd name="T5" fmla="*/ 160 h 296"/>
                <a:gd name="T6" fmla="*/ 52 w 52"/>
                <a:gd name="T7" fmla="*/ 296 h 296"/>
              </a:gdLst>
              <a:ahLst/>
              <a:cxnLst>
                <a:cxn ang="0">
                  <a:pos x="T0" y="T1"/>
                </a:cxn>
                <a:cxn ang="0">
                  <a:pos x="T2" y="T3"/>
                </a:cxn>
                <a:cxn ang="0">
                  <a:pos x="T4" y="T5"/>
                </a:cxn>
                <a:cxn ang="0">
                  <a:pos x="T6" y="T7"/>
                </a:cxn>
              </a:cxnLst>
              <a:rect l="0" t="0" r="r" b="b"/>
              <a:pathLst>
                <a:path w="52" h="296">
                  <a:moveTo>
                    <a:pt x="4" y="0"/>
                  </a:moveTo>
                  <a:lnTo>
                    <a:pt x="0" y="192"/>
                  </a:lnTo>
                  <a:lnTo>
                    <a:pt x="52" y="160"/>
                  </a:lnTo>
                  <a:lnTo>
                    <a:pt x="52" y="296"/>
                  </a:lnTo>
                </a:path>
              </a:pathLst>
            </a:custGeom>
            <a:noFill/>
            <a:ln w="19050" cmpd="sng">
              <a:solidFill>
                <a:schemeClr val="tx1"/>
              </a:solidFill>
              <a:round/>
              <a:headEnd type="triangle" w="sm" len="lg"/>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500"/>
            </a:p>
          </p:txBody>
        </p:sp>
        <p:sp>
          <p:nvSpPr>
            <p:cNvPr id="59" name="Freeform 22"/>
            <p:cNvSpPr/>
            <p:nvPr/>
          </p:nvSpPr>
          <p:spPr bwMode="auto">
            <a:xfrm rot="5400000">
              <a:off x="4650642" y="3520534"/>
              <a:ext cx="116048" cy="667676"/>
            </a:xfrm>
            <a:custGeom>
              <a:avLst/>
              <a:gdLst>
                <a:gd name="T0" fmla="*/ 4 w 52"/>
                <a:gd name="T1" fmla="*/ 0 h 296"/>
                <a:gd name="T2" fmla="*/ 0 w 52"/>
                <a:gd name="T3" fmla="*/ 192 h 296"/>
                <a:gd name="T4" fmla="*/ 52 w 52"/>
                <a:gd name="T5" fmla="*/ 160 h 296"/>
                <a:gd name="T6" fmla="*/ 52 w 52"/>
                <a:gd name="T7" fmla="*/ 296 h 296"/>
              </a:gdLst>
              <a:ahLst/>
              <a:cxnLst>
                <a:cxn ang="0">
                  <a:pos x="T0" y="T1"/>
                </a:cxn>
                <a:cxn ang="0">
                  <a:pos x="T2" y="T3"/>
                </a:cxn>
                <a:cxn ang="0">
                  <a:pos x="T4" y="T5"/>
                </a:cxn>
                <a:cxn ang="0">
                  <a:pos x="T6" y="T7"/>
                </a:cxn>
              </a:cxnLst>
              <a:rect l="0" t="0" r="r" b="b"/>
              <a:pathLst>
                <a:path w="52" h="296">
                  <a:moveTo>
                    <a:pt x="4" y="0"/>
                  </a:moveTo>
                  <a:lnTo>
                    <a:pt x="0" y="192"/>
                  </a:lnTo>
                  <a:lnTo>
                    <a:pt x="52" y="160"/>
                  </a:lnTo>
                  <a:lnTo>
                    <a:pt x="52" y="296"/>
                  </a:lnTo>
                </a:path>
              </a:pathLst>
            </a:custGeom>
            <a:noFill/>
            <a:ln w="19050" cmpd="sng">
              <a:solidFill>
                <a:schemeClr val="tx1"/>
              </a:solidFill>
              <a:round/>
              <a:headEnd type="triangle" w="sm" len="lg"/>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500"/>
            </a:p>
          </p:txBody>
        </p:sp>
        <p:sp>
          <p:nvSpPr>
            <p:cNvPr id="60" name="Freeform 23"/>
            <p:cNvSpPr/>
            <p:nvPr/>
          </p:nvSpPr>
          <p:spPr bwMode="auto">
            <a:xfrm flipH="1" flipV="1">
              <a:off x="3922993" y="4327309"/>
              <a:ext cx="117638" cy="658138"/>
            </a:xfrm>
            <a:custGeom>
              <a:avLst/>
              <a:gdLst>
                <a:gd name="T0" fmla="*/ 4 w 52"/>
                <a:gd name="T1" fmla="*/ 0 h 296"/>
                <a:gd name="T2" fmla="*/ 0 w 52"/>
                <a:gd name="T3" fmla="*/ 192 h 296"/>
                <a:gd name="T4" fmla="*/ 52 w 52"/>
                <a:gd name="T5" fmla="*/ 160 h 296"/>
                <a:gd name="T6" fmla="*/ 52 w 52"/>
                <a:gd name="T7" fmla="*/ 296 h 296"/>
              </a:gdLst>
              <a:ahLst/>
              <a:cxnLst>
                <a:cxn ang="0">
                  <a:pos x="T0" y="T1"/>
                </a:cxn>
                <a:cxn ang="0">
                  <a:pos x="T2" y="T3"/>
                </a:cxn>
                <a:cxn ang="0">
                  <a:pos x="T4" y="T5"/>
                </a:cxn>
                <a:cxn ang="0">
                  <a:pos x="T6" y="T7"/>
                </a:cxn>
              </a:cxnLst>
              <a:rect l="0" t="0" r="r" b="b"/>
              <a:pathLst>
                <a:path w="52" h="296">
                  <a:moveTo>
                    <a:pt x="4" y="0"/>
                  </a:moveTo>
                  <a:lnTo>
                    <a:pt x="0" y="192"/>
                  </a:lnTo>
                  <a:lnTo>
                    <a:pt x="52" y="160"/>
                  </a:lnTo>
                  <a:lnTo>
                    <a:pt x="52" y="296"/>
                  </a:lnTo>
                </a:path>
              </a:pathLst>
            </a:custGeom>
            <a:noFill/>
            <a:ln w="19050" cmpd="sng">
              <a:solidFill>
                <a:schemeClr val="tx1"/>
              </a:solidFill>
              <a:round/>
              <a:headEnd type="triangle" w="sm" len="lg"/>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500"/>
            </a:p>
          </p:txBody>
        </p:sp>
        <p:sp>
          <p:nvSpPr>
            <p:cNvPr id="61" name="Freeform 24"/>
            <p:cNvSpPr/>
            <p:nvPr/>
          </p:nvSpPr>
          <p:spPr bwMode="auto">
            <a:xfrm rot="7750291">
              <a:off x="4538209" y="3963267"/>
              <a:ext cx="117638" cy="664497"/>
            </a:xfrm>
            <a:custGeom>
              <a:avLst/>
              <a:gdLst>
                <a:gd name="T0" fmla="*/ 4 w 52"/>
                <a:gd name="T1" fmla="*/ 0 h 296"/>
                <a:gd name="T2" fmla="*/ 0 w 52"/>
                <a:gd name="T3" fmla="*/ 192 h 296"/>
                <a:gd name="T4" fmla="*/ 52 w 52"/>
                <a:gd name="T5" fmla="*/ 160 h 296"/>
                <a:gd name="T6" fmla="*/ 52 w 52"/>
                <a:gd name="T7" fmla="*/ 296 h 296"/>
              </a:gdLst>
              <a:ahLst/>
              <a:cxnLst>
                <a:cxn ang="0">
                  <a:pos x="T0" y="T1"/>
                </a:cxn>
                <a:cxn ang="0">
                  <a:pos x="T2" y="T3"/>
                </a:cxn>
                <a:cxn ang="0">
                  <a:pos x="T4" y="T5"/>
                </a:cxn>
                <a:cxn ang="0">
                  <a:pos x="T6" y="T7"/>
                </a:cxn>
              </a:cxnLst>
              <a:rect l="0" t="0" r="r" b="b"/>
              <a:pathLst>
                <a:path w="52" h="296">
                  <a:moveTo>
                    <a:pt x="4" y="0"/>
                  </a:moveTo>
                  <a:lnTo>
                    <a:pt x="0" y="192"/>
                  </a:lnTo>
                  <a:lnTo>
                    <a:pt x="52" y="160"/>
                  </a:lnTo>
                  <a:lnTo>
                    <a:pt x="52" y="296"/>
                  </a:lnTo>
                </a:path>
              </a:pathLst>
            </a:custGeom>
            <a:noFill/>
            <a:ln w="19050" cmpd="sng">
              <a:solidFill>
                <a:schemeClr val="tx1"/>
              </a:solidFill>
              <a:round/>
              <a:headEnd type="triangle" w="sm" len="lg"/>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500"/>
            </a:p>
          </p:txBody>
        </p:sp>
        <p:sp>
          <p:nvSpPr>
            <p:cNvPr id="62" name="Freeform 25"/>
            <p:cNvSpPr/>
            <p:nvPr/>
          </p:nvSpPr>
          <p:spPr bwMode="auto">
            <a:xfrm rot="3574206">
              <a:off x="4520722" y="2875909"/>
              <a:ext cx="117638" cy="667676"/>
            </a:xfrm>
            <a:custGeom>
              <a:avLst/>
              <a:gdLst>
                <a:gd name="T0" fmla="*/ 4 w 52"/>
                <a:gd name="T1" fmla="*/ 0 h 296"/>
                <a:gd name="T2" fmla="*/ 0 w 52"/>
                <a:gd name="T3" fmla="*/ 192 h 296"/>
                <a:gd name="T4" fmla="*/ 52 w 52"/>
                <a:gd name="T5" fmla="*/ 160 h 296"/>
                <a:gd name="T6" fmla="*/ 52 w 52"/>
                <a:gd name="T7" fmla="*/ 296 h 296"/>
              </a:gdLst>
              <a:ahLst/>
              <a:cxnLst>
                <a:cxn ang="0">
                  <a:pos x="T0" y="T1"/>
                </a:cxn>
                <a:cxn ang="0">
                  <a:pos x="T2" y="T3"/>
                </a:cxn>
                <a:cxn ang="0">
                  <a:pos x="T4" y="T5"/>
                </a:cxn>
                <a:cxn ang="0">
                  <a:pos x="T6" y="T7"/>
                </a:cxn>
              </a:cxnLst>
              <a:rect l="0" t="0" r="r" b="b"/>
              <a:pathLst>
                <a:path w="52" h="296">
                  <a:moveTo>
                    <a:pt x="4" y="0"/>
                  </a:moveTo>
                  <a:lnTo>
                    <a:pt x="0" y="192"/>
                  </a:lnTo>
                  <a:lnTo>
                    <a:pt x="52" y="160"/>
                  </a:lnTo>
                  <a:lnTo>
                    <a:pt x="52" y="296"/>
                  </a:lnTo>
                </a:path>
              </a:pathLst>
            </a:custGeom>
            <a:noFill/>
            <a:ln w="19050" cmpd="sng">
              <a:solidFill>
                <a:schemeClr val="tx1"/>
              </a:solidFill>
              <a:round/>
              <a:headEnd type="triangle" w="sm" len="lg"/>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500"/>
            </a:p>
          </p:txBody>
        </p:sp>
        <p:grpSp>
          <p:nvGrpSpPr>
            <p:cNvPr id="63" name="Group 45"/>
            <p:cNvGrpSpPr/>
            <p:nvPr/>
          </p:nvGrpSpPr>
          <p:grpSpPr bwMode="auto">
            <a:xfrm>
              <a:off x="2451659" y="3500662"/>
              <a:ext cx="464194" cy="521423"/>
              <a:chOff x="2352" y="2061"/>
              <a:chExt cx="246" cy="237"/>
            </a:xfrm>
          </p:grpSpPr>
          <p:pic>
            <p:nvPicPr>
              <p:cNvPr id="80" name="Picture 46" descr="notebook"/>
              <p:cNvPicPr>
                <a:picLocks noChangeAspect="1" noChangeArrowheads="1"/>
              </p:cNvPicPr>
              <p:nvPr/>
            </p:nvPicPr>
            <p:blipFill>
              <a:blip r:embed="rId3">
                <a:extLst>
                  <a:ext uri="{28A0092B-C50C-407E-A947-70E740481C1C}">
                    <a14:useLocalDpi xmlns:a14="http://schemas.microsoft.com/office/drawing/2010/main" val="0"/>
                  </a:ext>
                </a:extLst>
              </a:blip>
              <a:srcRect l="13889" t="32260" r="1389" b="4477"/>
              <a:stretch>
                <a:fillRect/>
              </a:stretch>
            </p:blipFill>
            <p:spPr bwMode="auto">
              <a:xfrm>
                <a:off x="2352" y="2127"/>
                <a:ext cx="246" cy="171"/>
              </a:xfrm>
              <a:prstGeom prst="rect">
                <a:avLst/>
              </a:prstGeom>
              <a:noFill/>
              <a:extLst>
                <a:ext uri="{909E8E84-426E-40DD-AFC4-6F175D3DCCD1}">
                  <a14:hiddenFill xmlns:a14="http://schemas.microsoft.com/office/drawing/2010/main">
                    <a:solidFill>
                      <a:srgbClr val="FFFFFF"/>
                    </a:solidFill>
                  </a14:hiddenFill>
                </a:ext>
              </a:extLst>
            </p:spPr>
          </p:pic>
          <p:sp>
            <p:nvSpPr>
              <p:cNvPr id="81" name="Line 47"/>
              <p:cNvSpPr>
                <a:spLocks noChangeShapeType="1"/>
              </p:cNvSpPr>
              <p:nvPr/>
            </p:nvSpPr>
            <p:spPr bwMode="auto">
              <a:xfrm flipH="1">
                <a:off x="2556" y="2061"/>
                <a:ext cx="0" cy="78"/>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500"/>
              </a:p>
            </p:txBody>
          </p:sp>
        </p:grpSp>
        <p:sp>
          <p:nvSpPr>
            <p:cNvPr id="64" name="Text Box 59"/>
            <p:cNvSpPr txBox="1">
              <a:spLocks noChangeArrowheads="1"/>
            </p:cNvSpPr>
            <p:nvPr/>
          </p:nvSpPr>
          <p:spPr bwMode="auto">
            <a:xfrm>
              <a:off x="2483614" y="3924123"/>
              <a:ext cx="432239" cy="460748"/>
            </a:xfrm>
            <a:prstGeom prst="rect">
              <a:avLst/>
            </a:prstGeom>
            <a:noFill/>
          </p:spPr>
          <p:txBody>
            <a:bodyPr wrap="square" rtlCol="0">
              <a:spAutoFit/>
            </a:bodyPr>
            <a:lstStyle>
              <a:defPPr>
                <a:defRPr lang="en-US"/>
              </a:defPPr>
              <a:lvl1pPr>
                <a:defRPr sz="1600" b="1">
                  <a:solidFill>
                    <a:srgbClr val="C00000"/>
                  </a:solidFill>
                </a:defRPr>
              </a:lvl1pPr>
            </a:lstStyle>
            <a:p>
              <a:r>
                <a:rPr lang="en-US" altLang="zh-CN" sz="1595" dirty="0"/>
                <a:t>A</a:t>
              </a:r>
            </a:p>
          </p:txBody>
        </p:sp>
        <p:grpSp>
          <p:nvGrpSpPr>
            <p:cNvPr id="65" name="Group 60"/>
            <p:cNvGrpSpPr/>
            <p:nvPr/>
          </p:nvGrpSpPr>
          <p:grpSpPr bwMode="auto">
            <a:xfrm>
              <a:off x="6391052" y="3500662"/>
              <a:ext cx="461014" cy="521423"/>
              <a:chOff x="2352" y="2061"/>
              <a:chExt cx="246" cy="237"/>
            </a:xfrm>
          </p:grpSpPr>
          <p:pic>
            <p:nvPicPr>
              <p:cNvPr id="78" name="Picture 61" descr="notebook"/>
              <p:cNvPicPr>
                <a:picLocks noChangeAspect="1" noChangeArrowheads="1"/>
              </p:cNvPicPr>
              <p:nvPr/>
            </p:nvPicPr>
            <p:blipFill>
              <a:blip r:embed="rId3">
                <a:extLst>
                  <a:ext uri="{28A0092B-C50C-407E-A947-70E740481C1C}">
                    <a14:useLocalDpi xmlns:a14="http://schemas.microsoft.com/office/drawing/2010/main" val="0"/>
                  </a:ext>
                </a:extLst>
              </a:blip>
              <a:srcRect l="13889" t="32260" r="1389" b="4477"/>
              <a:stretch>
                <a:fillRect/>
              </a:stretch>
            </p:blipFill>
            <p:spPr bwMode="auto">
              <a:xfrm>
                <a:off x="2352" y="2127"/>
                <a:ext cx="246" cy="171"/>
              </a:xfrm>
              <a:prstGeom prst="rect">
                <a:avLst/>
              </a:prstGeom>
              <a:noFill/>
              <a:extLst>
                <a:ext uri="{909E8E84-426E-40DD-AFC4-6F175D3DCCD1}">
                  <a14:hiddenFill xmlns:a14="http://schemas.microsoft.com/office/drawing/2010/main">
                    <a:solidFill>
                      <a:srgbClr val="FFFFFF"/>
                    </a:solidFill>
                  </a14:hiddenFill>
                </a:ext>
              </a:extLst>
            </p:spPr>
          </p:pic>
          <p:sp>
            <p:nvSpPr>
              <p:cNvPr id="79" name="Line 62"/>
              <p:cNvSpPr>
                <a:spLocks noChangeShapeType="1"/>
              </p:cNvSpPr>
              <p:nvPr/>
            </p:nvSpPr>
            <p:spPr bwMode="auto">
              <a:xfrm flipH="1">
                <a:off x="2556" y="2061"/>
                <a:ext cx="0" cy="78"/>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500"/>
              </a:p>
            </p:txBody>
          </p:sp>
        </p:grpSp>
        <p:sp>
          <p:nvSpPr>
            <p:cNvPr id="66" name="Text Box 63"/>
            <p:cNvSpPr txBox="1">
              <a:spLocks noChangeArrowheads="1"/>
            </p:cNvSpPr>
            <p:nvPr/>
          </p:nvSpPr>
          <p:spPr bwMode="auto">
            <a:xfrm>
              <a:off x="6474262" y="3912396"/>
              <a:ext cx="432239" cy="460748"/>
            </a:xfrm>
            <a:prstGeom prst="rect">
              <a:avLst/>
            </a:prstGeom>
            <a:noFill/>
          </p:spPr>
          <p:txBody>
            <a:bodyPr wrap="square" rtlCol="0">
              <a:spAutoFit/>
            </a:bodyPr>
            <a:lstStyle>
              <a:defPPr>
                <a:defRPr lang="en-US"/>
              </a:defPPr>
              <a:lvl1pPr>
                <a:defRPr sz="1600" b="1">
                  <a:solidFill>
                    <a:srgbClr val="C00000"/>
                  </a:solidFill>
                </a:defRPr>
              </a:lvl1pPr>
            </a:lstStyle>
            <a:p>
              <a:r>
                <a:rPr lang="en-US" altLang="zh-CN" sz="1595" dirty="0"/>
                <a:t>D</a:t>
              </a:r>
            </a:p>
          </p:txBody>
        </p:sp>
        <p:grpSp>
          <p:nvGrpSpPr>
            <p:cNvPr id="67" name="Group 64"/>
            <p:cNvGrpSpPr/>
            <p:nvPr/>
          </p:nvGrpSpPr>
          <p:grpSpPr bwMode="auto">
            <a:xfrm>
              <a:off x="5022900" y="3500662"/>
              <a:ext cx="464194" cy="521423"/>
              <a:chOff x="2352" y="2061"/>
              <a:chExt cx="246" cy="237"/>
            </a:xfrm>
          </p:grpSpPr>
          <p:pic>
            <p:nvPicPr>
              <p:cNvPr id="76" name="Picture 65" descr="notebook"/>
              <p:cNvPicPr>
                <a:picLocks noChangeAspect="1" noChangeArrowheads="1"/>
              </p:cNvPicPr>
              <p:nvPr/>
            </p:nvPicPr>
            <p:blipFill>
              <a:blip r:embed="rId3">
                <a:extLst>
                  <a:ext uri="{28A0092B-C50C-407E-A947-70E740481C1C}">
                    <a14:useLocalDpi xmlns:a14="http://schemas.microsoft.com/office/drawing/2010/main" val="0"/>
                  </a:ext>
                </a:extLst>
              </a:blip>
              <a:srcRect l="13889" t="32260" r="1389" b="4477"/>
              <a:stretch>
                <a:fillRect/>
              </a:stretch>
            </p:blipFill>
            <p:spPr bwMode="auto">
              <a:xfrm>
                <a:off x="2352" y="2127"/>
                <a:ext cx="246" cy="171"/>
              </a:xfrm>
              <a:prstGeom prst="rect">
                <a:avLst/>
              </a:prstGeom>
              <a:noFill/>
              <a:extLst>
                <a:ext uri="{909E8E84-426E-40DD-AFC4-6F175D3DCCD1}">
                  <a14:hiddenFill xmlns:a14="http://schemas.microsoft.com/office/drawing/2010/main">
                    <a:solidFill>
                      <a:srgbClr val="FFFFFF"/>
                    </a:solidFill>
                  </a14:hiddenFill>
                </a:ext>
              </a:extLst>
            </p:spPr>
          </p:pic>
          <p:sp>
            <p:nvSpPr>
              <p:cNvPr id="77" name="Line 66"/>
              <p:cNvSpPr>
                <a:spLocks noChangeShapeType="1"/>
              </p:cNvSpPr>
              <p:nvPr/>
            </p:nvSpPr>
            <p:spPr bwMode="auto">
              <a:xfrm flipH="1">
                <a:off x="2556" y="2061"/>
                <a:ext cx="0" cy="78"/>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500"/>
              </a:p>
            </p:txBody>
          </p:sp>
        </p:grpSp>
        <p:grpSp>
          <p:nvGrpSpPr>
            <p:cNvPr id="68" name="Group 68"/>
            <p:cNvGrpSpPr/>
            <p:nvPr/>
          </p:nvGrpSpPr>
          <p:grpSpPr bwMode="auto">
            <a:xfrm>
              <a:off x="3739897" y="3512732"/>
              <a:ext cx="464194" cy="521423"/>
              <a:chOff x="2376" y="2061"/>
              <a:chExt cx="246" cy="237"/>
            </a:xfrm>
          </p:grpSpPr>
          <p:pic>
            <p:nvPicPr>
              <p:cNvPr id="74" name="Picture 69" descr="notebook"/>
              <p:cNvPicPr>
                <a:picLocks noChangeAspect="1" noChangeArrowheads="1"/>
              </p:cNvPicPr>
              <p:nvPr/>
            </p:nvPicPr>
            <p:blipFill>
              <a:blip r:embed="rId3">
                <a:extLst>
                  <a:ext uri="{28A0092B-C50C-407E-A947-70E740481C1C}">
                    <a14:useLocalDpi xmlns:a14="http://schemas.microsoft.com/office/drawing/2010/main" val="0"/>
                  </a:ext>
                </a:extLst>
              </a:blip>
              <a:srcRect l="13889" t="32260" r="1389" b="4477"/>
              <a:stretch>
                <a:fillRect/>
              </a:stretch>
            </p:blipFill>
            <p:spPr bwMode="auto">
              <a:xfrm>
                <a:off x="2376" y="2127"/>
                <a:ext cx="246" cy="171"/>
              </a:xfrm>
              <a:prstGeom prst="rect">
                <a:avLst/>
              </a:prstGeom>
              <a:noFill/>
              <a:extLst>
                <a:ext uri="{909E8E84-426E-40DD-AFC4-6F175D3DCCD1}">
                  <a14:hiddenFill xmlns:a14="http://schemas.microsoft.com/office/drawing/2010/main">
                    <a:solidFill>
                      <a:srgbClr val="FFFFFF"/>
                    </a:solidFill>
                  </a14:hiddenFill>
                </a:ext>
              </a:extLst>
            </p:spPr>
          </p:pic>
          <p:sp>
            <p:nvSpPr>
              <p:cNvPr id="75" name="Line 70"/>
              <p:cNvSpPr>
                <a:spLocks noChangeShapeType="1"/>
              </p:cNvSpPr>
              <p:nvPr/>
            </p:nvSpPr>
            <p:spPr bwMode="auto">
              <a:xfrm flipH="1">
                <a:off x="2556" y="2061"/>
                <a:ext cx="0" cy="78"/>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500"/>
              </a:p>
            </p:txBody>
          </p:sp>
        </p:grpSp>
        <p:grpSp>
          <p:nvGrpSpPr>
            <p:cNvPr id="69" name="Group 84"/>
            <p:cNvGrpSpPr/>
            <p:nvPr/>
          </p:nvGrpSpPr>
          <p:grpSpPr bwMode="auto">
            <a:xfrm>
              <a:off x="5363675" y="3295594"/>
              <a:ext cx="1027378" cy="526193"/>
              <a:chOff x="3485" y="2114"/>
              <a:chExt cx="616" cy="331"/>
            </a:xfrm>
          </p:grpSpPr>
          <p:sp>
            <p:nvSpPr>
              <p:cNvPr id="72" name="Line 39"/>
              <p:cNvSpPr>
                <a:spLocks noChangeShapeType="1"/>
              </p:cNvSpPr>
              <p:nvPr/>
            </p:nvSpPr>
            <p:spPr bwMode="auto">
              <a:xfrm>
                <a:off x="3559" y="2445"/>
                <a:ext cx="542" cy="0"/>
              </a:xfrm>
              <a:prstGeom prst="line">
                <a:avLst/>
              </a:prstGeom>
              <a:noFill/>
              <a:ln w="38100">
                <a:solidFill>
                  <a:srgbClr val="FF0000"/>
                </a:solidFill>
                <a:prstDash val="sysDot"/>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500"/>
              </a:p>
            </p:txBody>
          </p:sp>
          <p:sp>
            <p:nvSpPr>
              <p:cNvPr id="73" name="Text Box 72"/>
              <p:cNvSpPr txBox="1">
                <a:spLocks noChangeArrowheads="1"/>
              </p:cNvSpPr>
              <p:nvPr/>
            </p:nvSpPr>
            <p:spPr bwMode="auto">
              <a:xfrm>
                <a:off x="3485" y="2114"/>
                <a:ext cx="404" cy="3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zh-CN" altLang="en-US" sz="1795" b="1" dirty="0">
                    <a:solidFill>
                      <a:srgbClr val="FF0000"/>
                    </a:solidFill>
                    <a:latin typeface="宋体" panose="02010600030101010101" pitchFamily="2" charset="-122"/>
                    <a:ea typeface="宋体" panose="02010600030101010101" pitchFamily="2" charset="-122"/>
                    <a:cs typeface="Times New Roman" panose="02020503050405090304" pitchFamily="18" charset="0"/>
                  </a:rPr>
                  <a:t>？</a:t>
                </a:r>
              </a:p>
            </p:txBody>
          </p:sp>
        </p:grpSp>
        <p:sp>
          <p:nvSpPr>
            <p:cNvPr id="70" name="文本框 69"/>
            <p:cNvSpPr txBox="1"/>
            <p:nvPr/>
          </p:nvSpPr>
          <p:spPr>
            <a:xfrm>
              <a:off x="3672675" y="3912396"/>
              <a:ext cx="631246" cy="460748"/>
            </a:xfrm>
            <a:prstGeom prst="rect">
              <a:avLst/>
            </a:prstGeom>
            <a:noFill/>
          </p:spPr>
          <p:txBody>
            <a:bodyPr wrap="square" rtlCol="0">
              <a:spAutoFit/>
            </a:bodyPr>
            <a:lstStyle/>
            <a:p>
              <a:r>
                <a:rPr lang="en-US" altLang="zh-CN" sz="1595" b="1" dirty="0">
                  <a:solidFill>
                    <a:srgbClr val="C00000"/>
                  </a:solidFill>
                </a:rPr>
                <a:t>B</a:t>
              </a:r>
              <a:endParaRPr lang="zh-CN" altLang="en-US" sz="1595" b="1" dirty="0">
                <a:solidFill>
                  <a:srgbClr val="C00000"/>
                </a:solidFill>
              </a:endParaRPr>
            </a:p>
          </p:txBody>
        </p:sp>
        <p:sp>
          <p:nvSpPr>
            <p:cNvPr id="71" name="文本框 70"/>
            <p:cNvSpPr txBox="1"/>
            <p:nvPr/>
          </p:nvSpPr>
          <p:spPr>
            <a:xfrm>
              <a:off x="4934450" y="3939291"/>
              <a:ext cx="631246" cy="460138"/>
            </a:xfrm>
            <a:prstGeom prst="rect">
              <a:avLst/>
            </a:prstGeom>
            <a:noFill/>
          </p:spPr>
          <p:txBody>
            <a:bodyPr wrap="square" rtlCol="0">
              <a:spAutoFit/>
            </a:bodyPr>
            <a:lstStyle>
              <a:defPPr>
                <a:defRPr lang="en-US"/>
              </a:defPPr>
              <a:lvl1pPr>
                <a:defRPr sz="1600" b="1">
                  <a:solidFill>
                    <a:srgbClr val="C00000"/>
                  </a:solidFill>
                </a:defRPr>
              </a:lvl1pPr>
            </a:lstStyle>
            <a:p>
              <a:r>
                <a:rPr lang="en-US" altLang="zh-CN" sz="1595" dirty="0"/>
                <a:t>C</a:t>
              </a:r>
              <a:endParaRPr lang="zh-CN" altLang="en-US" sz="1595" dirty="0"/>
            </a:p>
          </p:txBody>
        </p:sp>
      </p:grpSp>
      <p:pic>
        <p:nvPicPr>
          <p:cNvPr id="88" name="图片 87"/>
          <p:cNvPicPr>
            <a:picLocks noChangeAspect="1"/>
          </p:cNvPicPr>
          <p:nvPr/>
        </p:nvPicPr>
        <p:blipFill>
          <a:blip r:embed="rId4"/>
          <a:stretch>
            <a:fillRect/>
          </a:stretch>
        </p:blipFill>
        <p:spPr>
          <a:xfrm>
            <a:off x="6427934" y="3892489"/>
            <a:ext cx="4572588" cy="2414072"/>
          </a:xfrm>
          <a:prstGeom prst="rect">
            <a:avLst/>
          </a:prstGeom>
        </p:spPr>
      </p:pic>
      <p:sp>
        <p:nvSpPr>
          <p:cNvPr id="42" name="文本框 41"/>
          <p:cNvSpPr txBox="1"/>
          <p:nvPr/>
        </p:nvSpPr>
        <p:spPr>
          <a:xfrm>
            <a:off x="102036" y="6434725"/>
            <a:ext cx="1809515"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4.5 </a:t>
            </a:r>
            <a:r>
              <a:rPr lang="zh-CN" altLang="en-US" dirty="0">
                <a:solidFill>
                  <a:schemeClr val="bg1">
                    <a:lumMod val="65000"/>
                  </a:schemeClr>
                </a:solidFill>
                <a:latin typeface="微软雅黑" panose="020B0503020204020204" pitchFamily="34" charset="-122"/>
                <a:ea typeface="微软雅黑" panose="020B0503020204020204" pitchFamily="34" charset="-122"/>
              </a:rPr>
              <a:t>无线局域网</a:t>
            </a:r>
          </a:p>
        </p:txBody>
      </p:sp>
      <p:sp>
        <p:nvSpPr>
          <p:cNvPr id="43" name="灯片编号占位符 3"/>
          <p:cNvSpPr>
            <a:spLocks noGrp="1"/>
          </p:cNvSpPr>
          <p:nvPr>
            <p:ph type="sldNum" sz="quarter" idx="12"/>
          </p:nvPr>
        </p:nvSpPr>
        <p:spPr>
          <a:xfrm>
            <a:off x="8686810" y="6489303"/>
            <a:ext cx="3319670" cy="365125"/>
          </a:xfrm>
        </p:spPr>
        <p:txBody>
          <a:bodyPr/>
          <a:lstStyle/>
          <a:p>
            <a:fld id="{339BF64F-B44A-4670-AF2C-07375CE66113}" type="slidenum">
              <a:rPr kumimoji="1" lang="zh-CN" altLang="en-US" smtClean="0"/>
              <a:t>127</a:t>
            </a:fld>
            <a:endParaRPr kumimoji="1" lang="zh-CN" altLang="en-US" dirty="0"/>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en-US" altLang="zh-CN" dirty="0"/>
              <a:t>IEEE 802.11</a:t>
            </a:r>
            <a:r>
              <a:rPr kumimoji="1" lang="zh-CN" altLang="en-US" dirty="0"/>
              <a:t>帧格式</a:t>
            </a:r>
          </a:p>
        </p:txBody>
      </p:sp>
      <p:sp>
        <p:nvSpPr>
          <p:cNvPr id="3" name="内容占位符 2"/>
          <p:cNvSpPr>
            <a:spLocks noGrp="1"/>
          </p:cNvSpPr>
          <p:nvPr>
            <p:ph idx="1"/>
          </p:nvPr>
        </p:nvSpPr>
        <p:spPr>
          <a:xfrm>
            <a:off x="784064" y="1373876"/>
            <a:ext cx="10689934" cy="1154640"/>
          </a:xfrm>
        </p:spPr>
        <p:txBody>
          <a:bodyPr>
            <a:normAutofit/>
          </a:bodyPr>
          <a:lstStyle/>
          <a:p>
            <a:pPr marL="357505" indent="-357505">
              <a:lnSpc>
                <a:spcPts val="3795"/>
              </a:lnSpc>
              <a:spcBef>
                <a:spcPts val="600"/>
              </a:spcBef>
              <a:tabLst>
                <a:tab pos="715645" algn="l"/>
              </a:tabLst>
              <a:defRPr/>
            </a:pPr>
            <a:r>
              <a:rPr lang="en-US" altLang="zh-CN" sz="2395" dirty="0"/>
              <a:t>802.11</a:t>
            </a:r>
            <a:r>
              <a:rPr lang="zh-CN" altLang="en-US" sz="2395" dirty="0"/>
              <a:t>帧格式一般结构 </a:t>
            </a:r>
            <a:endParaRPr lang="en-US" altLang="zh-CN" sz="2395" dirty="0"/>
          </a:p>
        </p:txBody>
      </p:sp>
      <p:grpSp>
        <p:nvGrpSpPr>
          <p:cNvPr id="4" name="组合 3"/>
          <p:cNvGrpSpPr/>
          <p:nvPr/>
        </p:nvGrpSpPr>
        <p:grpSpPr>
          <a:xfrm>
            <a:off x="892947" y="1906955"/>
            <a:ext cx="10581051" cy="4393761"/>
            <a:chOff x="565401" y="1953672"/>
            <a:chExt cx="10832461" cy="4586910"/>
          </a:xfrm>
        </p:grpSpPr>
        <p:pic>
          <p:nvPicPr>
            <p:cNvPr id="7" name="图片 6"/>
            <p:cNvPicPr>
              <a:picLocks noChangeAspect="1"/>
            </p:cNvPicPr>
            <p:nvPr/>
          </p:nvPicPr>
          <p:blipFill>
            <a:blip r:embed="rId3"/>
            <a:stretch>
              <a:fillRect/>
            </a:stretch>
          </p:blipFill>
          <p:spPr>
            <a:xfrm>
              <a:off x="1555168" y="5240544"/>
              <a:ext cx="1469978" cy="1300038"/>
            </a:xfrm>
            <a:prstGeom prst="rect">
              <a:avLst/>
            </a:prstGeom>
          </p:spPr>
        </p:pic>
        <p:cxnSp>
          <p:nvCxnSpPr>
            <p:cNvPr id="9" name="直接连接符 8"/>
            <p:cNvCxnSpPr/>
            <p:nvPr/>
          </p:nvCxnSpPr>
          <p:spPr>
            <a:xfrm flipH="1">
              <a:off x="1633991" y="4778734"/>
              <a:ext cx="270344" cy="46181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2619953" y="4778734"/>
              <a:ext cx="365760" cy="461810"/>
            </a:xfrm>
            <a:prstGeom prst="line">
              <a:avLst/>
            </a:prstGeom>
            <a:ln>
              <a:prstDash val="dash"/>
            </a:ln>
          </p:spPr>
          <p:style>
            <a:lnRef idx="1">
              <a:schemeClr val="accent1"/>
            </a:lnRef>
            <a:fillRef idx="0">
              <a:schemeClr val="accent1"/>
            </a:fillRef>
            <a:effectRef idx="0">
              <a:schemeClr val="accent1"/>
            </a:effectRef>
            <a:fontRef idx="minor">
              <a:schemeClr val="tx1"/>
            </a:fontRef>
          </p:style>
        </p:cxnSp>
        <p:pic>
          <p:nvPicPr>
            <p:cNvPr id="14" name="图片 13"/>
            <p:cNvPicPr>
              <a:picLocks noChangeAspect="1"/>
            </p:cNvPicPr>
            <p:nvPr/>
          </p:nvPicPr>
          <p:blipFill>
            <a:blip r:embed="rId4"/>
            <a:stretch>
              <a:fillRect/>
            </a:stretch>
          </p:blipFill>
          <p:spPr>
            <a:xfrm>
              <a:off x="565401" y="1953672"/>
              <a:ext cx="10832461" cy="3198359"/>
            </a:xfrm>
            <a:prstGeom prst="rect">
              <a:avLst/>
            </a:prstGeom>
          </p:spPr>
        </p:pic>
      </p:grpSp>
      <p:sp>
        <p:nvSpPr>
          <p:cNvPr id="11" name="文本框 10"/>
          <p:cNvSpPr txBox="1"/>
          <p:nvPr/>
        </p:nvSpPr>
        <p:spPr>
          <a:xfrm>
            <a:off x="102036" y="6434725"/>
            <a:ext cx="1809515"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4.5 </a:t>
            </a:r>
            <a:r>
              <a:rPr lang="zh-CN" altLang="en-US" dirty="0">
                <a:solidFill>
                  <a:schemeClr val="bg1">
                    <a:lumMod val="65000"/>
                  </a:schemeClr>
                </a:solidFill>
                <a:latin typeface="微软雅黑" panose="020B0503020204020204" pitchFamily="34" charset="-122"/>
                <a:ea typeface="微软雅黑" panose="020B0503020204020204" pitchFamily="34" charset="-122"/>
              </a:rPr>
              <a:t>无线局域网</a:t>
            </a:r>
          </a:p>
        </p:txBody>
      </p:sp>
      <p:sp>
        <p:nvSpPr>
          <p:cNvPr id="12" name="灯片编号占位符 3"/>
          <p:cNvSpPr>
            <a:spLocks noGrp="1"/>
          </p:cNvSpPr>
          <p:nvPr>
            <p:ph type="sldNum" sz="quarter" idx="12"/>
          </p:nvPr>
        </p:nvSpPr>
        <p:spPr>
          <a:xfrm>
            <a:off x="8686810" y="6489303"/>
            <a:ext cx="3319670" cy="365125"/>
          </a:xfrm>
        </p:spPr>
        <p:txBody>
          <a:bodyPr/>
          <a:lstStyle/>
          <a:p>
            <a:fld id="{339BF64F-B44A-4670-AF2C-07375CE66113}" type="slidenum">
              <a:rPr kumimoji="1" lang="zh-CN" altLang="en-US" smtClean="0"/>
              <a:t>128</a:t>
            </a:fld>
            <a:endParaRPr kumimoji="1" lang="zh-CN" altLang="en-US" dirty="0"/>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p>
            <a:pPr>
              <a:defRPr/>
            </a:pPr>
            <a:r>
              <a:rPr lang="en-US" altLang="zh-CN"/>
              <a:t>Computer Network</a:t>
            </a:r>
          </a:p>
        </p:txBody>
      </p:sp>
      <p:sp>
        <p:nvSpPr>
          <p:cNvPr id="3" name="灯片编号占位符 2"/>
          <p:cNvSpPr>
            <a:spLocks noGrp="1"/>
          </p:cNvSpPr>
          <p:nvPr>
            <p:ph type="sldNum" sz="quarter" idx="11"/>
          </p:nvPr>
        </p:nvSpPr>
        <p:spPr/>
        <p:txBody>
          <a:bodyPr/>
          <a:lstStyle/>
          <a:p>
            <a:pPr>
              <a:defRPr/>
            </a:pPr>
            <a:fld id="{B1B47D5B-BA10-41F0-89BB-07D38B73E42A}" type="slidenum">
              <a:rPr lang="en-US" altLang="zh-CN" smtClean="0"/>
              <a:t>129</a:t>
            </a:fld>
            <a:endParaRPr lang="en-US" altLang="zh-CN"/>
          </a:p>
        </p:txBody>
      </p:sp>
      <p:sp>
        <p:nvSpPr>
          <p:cNvPr id="4" name="日期占位符 3"/>
          <p:cNvSpPr>
            <a:spLocks noGrp="1"/>
          </p:cNvSpPr>
          <p:nvPr>
            <p:ph type="dt" sz="half" idx="12"/>
          </p:nvPr>
        </p:nvSpPr>
        <p:spPr/>
        <p:txBody>
          <a:bodyPr/>
          <a:lstStyle/>
          <a:p>
            <a:pPr>
              <a:defRPr/>
            </a:pPr>
            <a:fld id="{4B4FDCBF-19B2-47C2-9057-9C723622068F}" type="datetime1">
              <a:rPr lang="zh-CN" altLang="en-US" smtClean="0"/>
              <a:t>2024/10/18</a:t>
            </a:fld>
            <a:endParaRPr lang="en-US" altLang="zh-CN"/>
          </a:p>
        </p:txBody>
      </p:sp>
      <p:sp>
        <p:nvSpPr>
          <p:cNvPr id="5" name="矩形 4"/>
          <p:cNvSpPr/>
          <p:nvPr/>
        </p:nvSpPr>
        <p:spPr>
          <a:xfrm>
            <a:off x="1578077" y="2182506"/>
            <a:ext cx="8442359" cy="2207977"/>
          </a:xfrm>
          <a:prstGeom prst="rect">
            <a:avLst/>
          </a:prstGeom>
        </p:spPr>
        <p:txBody>
          <a:bodyPr wrap="square">
            <a:spAutoFit/>
          </a:bodyPr>
          <a:lstStyle/>
          <a:p>
            <a:pPr>
              <a:lnSpc>
                <a:spcPct val="125000"/>
              </a:lnSpc>
              <a:spcBef>
                <a:spcPts val="300"/>
              </a:spcBef>
            </a:pPr>
            <a:r>
              <a:rPr lang="en-US" altLang="zh-CN" sz="2800" dirty="0"/>
              <a:t>7</a:t>
            </a:r>
            <a:r>
              <a:rPr lang="zh-CN" altLang="en-US" sz="2800" dirty="0"/>
              <a:t>、设想有</a:t>
            </a:r>
            <a:r>
              <a:rPr lang="en-US" altLang="zh-CN" sz="2800" dirty="0"/>
              <a:t>2</a:t>
            </a:r>
            <a:r>
              <a:rPr lang="zh-CN" altLang="en-US" sz="2800" dirty="0"/>
              <a:t>个</a:t>
            </a:r>
            <a:r>
              <a:rPr lang="en-US" altLang="zh-CN" sz="2800" dirty="0"/>
              <a:t>LAN</a:t>
            </a:r>
            <a:r>
              <a:rPr lang="zh-CN" altLang="en-US" sz="2800" dirty="0"/>
              <a:t>网桥，都连着一对</a:t>
            </a:r>
            <a:r>
              <a:rPr lang="en-US" altLang="zh-CN" sz="2800" dirty="0"/>
              <a:t>802.3</a:t>
            </a:r>
            <a:r>
              <a:rPr lang="zh-CN" altLang="en-US" sz="2800" dirty="0"/>
              <a:t>网络，第一个网桥每秒收到</a:t>
            </a:r>
            <a:r>
              <a:rPr lang="en-US" altLang="zh-CN" sz="2800" dirty="0"/>
              <a:t>1000</a:t>
            </a:r>
            <a:r>
              <a:rPr lang="zh-CN" altLang="en-US" sz="2800" dirty="0"/>
              <a:t>个要转发的</a:t>
            </a:r>
            <a:r>
              <a:rPr lang="en-US" altLang="zh-CN" sz="2800" dirty="0"/>
              <a:t>512</a:t>
            </a:r>
            <a:r>
              <a:rPr lang="zh-CN" altLang="en-US" sz="2800" dirty="0"/>
              <a:t>字节的帧，第</a:t>
            </a:r>
            <a:r>
              <a:rPr lang="en-US" altLang="zh-CN" sz="2800" dirty="0"/>
              <a:t>2</a:t>
            </a:r>
            <a:r>
              <a:rPr lang="zh-CN" altLang="en-US" sz="2800" dirty="0"/>
              <a:t>个网桥每秒收到</a:t>
            </a:r>
            <a:r>
              <a:rPr lang="en-US" altLang="zh-CN" sz="2800" dirty="0"/>
              <a:t>200</a:t>
            </a:r>
            <a:r>
              <a:rPr lang="zh-CN" altLang="en-US" sz="2800" dirty="0"/>
              <a:t>个要转发的</a:t>
            </a:r>
            <a:r>
              <a:rPr lang="en-US" altLang="zh-CN" sz="2800" dirty="0"/>
              <a:t>2560</a:t>
            </a:r>
            <a:r>
              <a:rPr lang="zh-CN" altLang="en-US" sz="2800" dirty="0"/>
              <a:t>字节的帧，哪个网桥需要更快的</a:t>
            </a:r>
            <a:r>
              <a:rPr lang="en-US" altLang="zh-CN" sz="2800" dirty="0"/>
              <a:t>CPU</a:t>
            </a:r>
            <a:r>
              <a:rPr lang="zh-CN" altLang="en-US" sz="2800" dirty="0"/>
              <a:t>？  </a:t>
            </a:r>
          </a:p>
        </p:txBody>
      </p:sp>
    </p:spTree>
  </p:cSld>
  <p:clrMapOvr>
    <a:masterClrMapping/>
  </p:clrMapOvr>
  <p:transition spd="slow">
    <p:pull dir="ru"/>
  </p:transition>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1"/>
          <p:cNvSpPr>
            <a:spLocks noGrp="1"/>
          </p:cNvSpPr>
          <p:nvPr>
            <p:ph type="ftr" sz="quarter" idx="10"/>
          </p:nvPr>
        </p:nvSpPr>
        <p:spPr/>
        <p:txBody>
          <a:bodyPr/>
          <a:lstStyle/>
          <a:p>
            <a:pPr>
              <a:defRPr/>
            </a:pPr>
            <a:r>
              <a:rPr lang="en-US" altLang="zh-CN"/>
              <a:t>Computer Network</a:t>
            </a:r>
          </a:p>
        </p:txBody>
      </p:sp>
      <p:sp>
        <p:nvSpPr>
          <p:cNvPr id="108547" name="灯片编号占位符 2"/>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9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9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9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9pPr>
          </a:lstStyle>
          <a:p>
            <a:pPr>
              <a:spcBef>
                <a:spcPct val="0"/>
              </a:spcBef>
              <a:buClrTx/>
              <a:buSzTx/>
              <a:buFontTx/>
              <a:buNone/>
            </a:pPr>
            <a:fld id="{ADCC2291-74D1-40F8-9E63-B683CAD36BD8}" type="slidenum">
              <a:rPr lang="en-US" altLang="zh-CN" sz="1200">
                <a:latin typeface="Arial Black" panose="020B0A04020102020204" pitchFamily="34" charset="0"/>
              </a:rPr>
              <a:t>130</a:t>
            </a:fld>
            <a:endParaRPr lang="en-US" altLang="zh-CN" sz="1200">
              <a:latin typeface="Arial Black" panose="020B0A04020102020204" pitchFamily="34" charset="0"/>
            </a:endParaRPr>
          </a:p>
        </p:txBody>
      </p:sp>
      <p:sp>
        <p:nvSpPr>
          <p:cNvPr id="6" name="日期占位符 3"/>
          <p:cNvSpPr>
            <a:spLocks noGrp="1"/>
          </p:cNvSpPr>
          <p:nvPr>
            <p:ph type="dt" sz="quarter" idx="12"/>
          </p:nvPr>
        </p:nvSpPr>
        <p:spPr/>
        <p:txBody>
          <a:bodyPr/>
          <a:lstStyle/>
          <a:p>
            <a:pPr>
              <a:defRPr/>
            </a:pPr>
            <a:fld id="{72B47261-5E61-48EE-9CF2-E53237386CB3}" type="datetime1">
              <a:rPr lang="zh-CN" altLang="en-US"/>
              <a:t>2024/10/18</a:t>
            </a:fld>
            <a:endParaRPr lang="en-US" altLang="zh-CN" dirty="0"/>
          </a:p>
        </p:txBody>
      </p:sp>
      <p:sp>
        <p:nvSpPr>
          <p:cNvPr id="894978" name="Rectangle 2"/>
          <p:cNvSpPr>
            <a:spLocks noChangeArrowheads="1"/>
          </p:cNvSpPr>
          <p:nvPr/>
        </p:nvSpPr>
        <p:spPr bwMode="auto">
          <a:xfrm>
            <a:off x="2208213" y="836614"/>
            <a:ext cx="7772400" cy="515937"/>
          </a:xfrm>
          <a:prstGeom prst="rect">
            <a:avLst/>
          </a:prstGeom>
          <a:noFill/>
          <a:ln>
            <a:noFill/>
          </a:ln>
          <a:effectLst/>
        </p:spPr>
        <p:txBody>
          <a:bodyPr lIns="92075" tIns="46038" rIns="92075" bIns="46038" anchor="ctr"/>
          <a:lstStyle/>
          <a:p>
            <a:pPr algn="ctr" eaLnBrk="1" hangingPunct="1">
              <a:defRPr/>
            </a:pPr>
            <a:r>
              <a:rPr lang="zh-CN" altLang="en-US" sz="3600" dirty="0">
                <a:solidFill>
                  <a:srgbClr val="0000FF"/>
                </a:solidFill>
                <a:effectLst>
                  <a:outerShdw blurRad="38100" dist="38100" dir="2700000" algn="tl">
                    <a:srgbClr val="C0C0C0"/>
                  </a:outerShdw>
                </a:effectLst>
                <a:latin typeface="Verdana" panose="020B0804030504040204" pitchFamily="34" charset="0"/>
              </a:rPr>
              <a:t>习  题</a:t>
            </a:r>
          </a:p>
        </p:txBody>
      </p:sp>
      <p:sp>
        <p:nvSpPr>
          <p:cNvPr id="108550" name="Rectangle 3"/>
          <p:cNvSpPr>
            <a:spLocks noChangeArrowheads="1"/>
          </p:cNvSpPr>
          <p:nvPr/>
        </p:nvSpPr>
        <p:spPr bwMode="auto">
          <a:xfrm>
            <a:off x="2135189" y="1484314"/>
            <a:ext cx="7845425" cy="4681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bg2"/>
              </a:buClr>
              <a:buSzPct val="75000"/>
              <a:buFont typeface="Wingdings" panose="05000000000000000000" pitchFamily="2" charset="2"/>
              <a:buChar char="n"/>
              <a:defRPr sz="3200">
                <a:solidFill>
                  <a:schemeClr val="tx1"/>
                </a:solidFill>
                <a:latin typeface="Arial" panose="020B060402020209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9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9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9pPr>
          </a:lstStyle>
          <a:p>
            <a:pPr eaLnBrk="1" hangingPunct="1">
              <a:lnSpc>
                <a:spcPct val="125000"/>
              </a:lnSpc>
              <a:buSzPct val="90000"/>
              <a:buNone/>
            </a:pPr>
            <a:r>
              <a:rPr lang="en-US" altLang="zh-CN" sz="2000" dirty="0">
                <a:solidFill>
                  <a:srgbClr val="000000"/>
                </a:solidFill>
                <a:latin typeface="Verdana" panose="020B0804030504040204" pitchFamily="34" charset="0"/>
                <a:ea typeface="楷体_GB2312" pitchFamily="49" charset="-122"/>
              </a:rPr>
              <a:t>1</a:t>
            </a:r>
            <a:r>
              <a:rPr lang="zh-CN" altLang="en-US" sz="2000" dirty="0">
                <a:solidFill>
                  <a:srgbClr val="000000"/>
                </a:solidFill>
                <a:latin typeface="Verdana" panose="020B0804030504040204" pitchFamily="34" charset="0"/>
                <a:ea typeface="楷体_GB2312" pitchFamily="49" charset="-122"/>
              </a:rPr>
              <a:t>、数据率为</a:t>
            </a:r>
            <a:r>
              <a:rPr lang="en-US" altLang="zh-CN" sz="2000" dirty="0">
                <a:solidFill>
                  <a:srgbClr val="000000"/>
                </a:solidFill>
                <a:latin typeface="Verdana" panose="020B0804030504040204" pitchFamily="34" charset="0"/>
                <a:ea typeface="楷体_GB2312" pitchFamily="49" charset="-122"/>
              </a:rPr>
              <a:t>10 Mb/s</a:t>
            </a:r>
            <a:r>
              <a:rPr lang="zh-CN" altLang="en-US" sz="2000" dirty="0">
                <a:solidFill>
                  <a:srgbClr val="000000"/>
                </a:solidFill>
                <a:latin typeface="Verdana" panose="020B0804030504040204" pitchFamily="34" charset="0"/>
                <a:ea typeface="楷体_GB2312" pitchFamily="49" charset="-122"/>
              </a:rPr>
              <a:t>的以太网码元传输速率是多少波特？（提示：采用曼彻斯特编码）</a:t>
            </a:r>
            <a:endParaRPr lang="en-US" altLang="zh-CN" sz="2000" dirty="0">
              <a:latin typeface="Verdana" panose="020B0804030504040204" pitchFamily="34" charset="0"/>
              <a:ea typeface="楷体_GB2312" pitchFamily="49" charset="-122"/>
            </a:endParaRPr>
          </a:p>
          <a:p>
            <a:pPr eaLnBrk="1" hangingPunct="1">
              <a:lnSpc>
                <a:spcPct val="125000"/>
              </a:lnSpc>
              <a:buSzPct val="90000"/>
              <a:buFont typeface="Wingdings" panose="05000000000000000000" pitchFamily="2" charset="2"/>
              <a:buNone/>
            </a:pPr>
            <a:r>
              <a:rPr lang="en-US" altLang="zh-CN" sz="2000" dirty="0">
                <a:solidFill>
                  <a:srgbClr val="000000"/>
                </a:solidFill>
                <a:latin typeface="Verdana" panose="020B0804030504040204" pitchFamily="34" charset="0"/>
                <a:ea typeface="楷体_GB2312" pitchFamily="49" charset="-122"/>
              </a:rPr>
              <a:t>2</a:t>
            </a:r>
            <a:r>
              <a:rPr lang="zh-CN" altLang="en-US" sz="2000" dirty="0">
                <a:solidFill>
                  <a:srgbClr val="000000"/>
                </a:solidFill>
                <a:latin typeface="Verdana" panose="020B0804030504040204" pitchFamily="34" charset="0"/>
                <a:ea typeface="楷体_GB2312" pitchFamily="49" charset="-122"/>
              </a:rPr>
              <a:t>、以太网上只有两个站，它们同时发送数据，产生了冲突。于是按二进制指数类型退避算法进行重传。重传次数记为</a:t>
            </a:r>
            <a:r>
              <a:rPr lang="en-US" altLang="zh-CN" sz="2000" i="1" dirty="0" err="1">
                <a:solidFill>
                  <a:srgbClr val="000000"/>
                </a:solidFill>
                <a:latin typeface="Verdana" panose="020B0804030504040204" pitchFamily="34" charset="0"/>
                <a:ea typeface="楷体_GB2312" pitchFamily="49" charset="-122"/>
              </a:rPr>
              <a:t>i</a:t>
            </a:r>
            <a:r>
              <a:rPr lang="zh-CN" altLang="en-US" sz="2000" dirty="0">
                <a:solidFill>
                  <a:srgbClr val="000000"/>
                </a:solidFill>
                <a:latin typeface="Verdana" panose="020B0804030504040204" pitchFamily="34" charset="0"/>
                <a:ea typeface="楷体_GB2312" pitchFamily="49" charset="-122"/>
              </a:rPr>
              <a:t>，</a:t>
            </a:r>
            <a:r>
              <a:rPr lang="en-US" altLang="zh-CN" sz="2000" i="1" dirty="0" err="1">
                <a:solidFill>
                  <a:srgbClr val="000000"/>
                </a:solidFill>
                <a:latin typeface="Verdana" panose="020B0804030504040204" pitchFamily="34" charset="0"/>
                <a:ea typeface="楷体_GB2312" pitchFamily="49" charset="-122"/>
              </a:rPr>
              <a:t>i</a:t>
            </a:r>
            <a:r>
              <a:rPr lang="en-US" altLang="zh-CN" sz="2000" dirty="0">
                <a:solidFill>
                  <a:srgbClr val="000000"/>
                </a:solidFill>
                <a:latin typeface="Verdana" panose="020B0804030504040204" pitchFamily="34" charset="0"/>
                <a:ea typeface="楷体_GB2312" pitchFamily="49" charset="-122"/>
              </a:rPr>
              <a:t> = 1, 2, 3, …</a:t>
            </a:r>
            <a:r>
              <a:rPr lang="zh-CN" altLang="en-US" sz="2000" dirty="0">
                <a:solidFill>
                  <a:srgbClr val="000000"/>
                </a:solidFill>
                <a:latin typeface="Verdana" panose="020B0804030504040204" pitchFamily="34" charset="0"/>
                <a:ea typeface="楷体_GB2312" pitchFamily="49" charset="-122"/>
              </a:rPr>
              <a:t>。试计算第</a:t>
            </a:r>
            <a:r>
              <a:rPr lang="en-US" altLang="zh-CN" sz="2000" dirty="0">
                <a:solidFill>
                  <a:srgbClr val="000000"/>
                </a:solidFill>
                <a:latin typeface="Verdana" panose="020B0804030504040204" pitchFamily="34" charset="0"/>
                <a:ea typeface="楷体_GB2312" pitchFamily="49" charset="-122"/>
              </a:rPr>
              <a:t>1</a:t>
            </a:r>
            <a:r>
              <a:rPr lang="zh-CN" altLang="en-US" sz="2000" dirty="0">
                <a:solidFill>
                  <a:srgbClr val="000000"/>
                </a:solidFill>
                <a:latin typeface="Verdana" panose="020B0804030504040204" pitchFamily="34" charset="0"/>
                <a:ea typeface="楷体_GB2312" pitchFamily="49" charset="-122"/>
              </a:rPr>
              <a:t>次重传失败的概率、第</a:t>
            </a:r>
            <a:r>
              <a:rPr lang="en-US" altLang="zh-CN" sz="2000" dirty="0">
                <a:solidFill>
                  <a:srgbClr val="000000"/>
                </a:solidFill>
                <a:latin typeface="Verdana" panose="020B0804030504040204" pitchFamily="34" charset="0"/>
                <a:ea typeface="楷体_GB2312" pitchFamily="49" charset="-122"/>
              </a:rPr>
              <a:t>2</a:t>
            </a:r>
            <a:r>
              <a:rPr lang="zh-CN" altLang="en-US" sz="2000" dirty="0">
                <a:solidFill>
                  <a:srgbClr val="000000"/>
                </a:solidFill>
                <a:latin typeface="Verdana" panose="020B0804030504040204" pitchFamily="34" charset="0"/>
                <a:ea typeface="楷体_GB2312" pitchFamily="49" charset="-122"/>
              </a:rPr>
              <a:t>次重传失败的概率、第</a:t>
            </a:r>
            <a:r>
              <a:rPr lang="en-US" altLang="zh-CN" sz="2000" dirty="0">
                <a:solidFill>
                  <a:srgbClr val="000000"/>
                </a:solidFill>
                <a:latin typeface="Verdana" panose="020B0804030504040204" pitchFamily="34" charset="0"/>
                <a:ea typeface="楷体_GB2312" pitchFamily="49" charset="-122"/>
              </a:rPr>
              <a:t>3</a:t>
            </a:r>
            <a:r>
              <a:rPr lang="zh-CN" altLang="en-US" sz="2000" dirty="0">
                <a:solidFill>
                  <a:srgbClr val="000000"/>
                </a:solidFill>
                <a:latin typeface="Verdana" panose="020B0804030504040204" pitchFamily="34" charset="0"/>
                <a:ea typeface="楷体_GB2312" pitchFamily="49" charset="-122"/>
              </a:rPr>
              <a:t>次重传失败的概率，以及一个站成功发送数据之前的平均重传次数 </a:t>
            </a:r>
            <a:r>
              <a:rPr lang="en-US" altLang="zh-CN" sz="2000" i="1" dirty="0">
                <a:solidFill>
                  <a:srgbClr val="000000"/>
                </a:solidFill>
                <a:latin typeface="Verdana" panose="020B0804030504040204" pitchFamily="34" charset="0"/>
                <a:ea typeface="楷体_GB2312" pitchFamily="49" charset="-122"/>
              </a:rPr>
              <a:t>I</a:t>
            </a:r>
            <a:r>
              <a:rPr lang="zh-CN" altLang="en-US" sz="2000" dirty="0">
                <a:solidFill>
                  <a:srgbClr val="000000"/>
                </a:solidFill>
                <a:latin typeface="Verdana" panose="020B0804030504040204" pitchFamily="34" charset="0"/>
                <a:ea typeface="楷体_GB2312" pitchFamily="49" charset="-122"/>
              </a:rPr>
              <a:t>。</a:t>
            </a:r>
            <a:r>
              <a:rPr lang="zh-CN" altLang="en-US" sz="2000" dirty="0">
                <a:latin typeface="Verdana" panose="020B0804030504040204" pitchFamily="34" charset="0"/>
                <a:ea typeface="楷体_GB2312" pitchFamily="49" charset="-122"/>
              </a:rPr>
              <a:t> </a:t>
            </a:r>
            <a:endParaRPr lang="en-US" altLang="zh-CN" sz="2000" dirty="0">
              <a:latin typeface="Verdana" panose="020B0804030504040204" pitchFamily="34" charset="0"/>
              <a:ea typeface="楷体_GB2312" pitchFamily="49" charset="-122"/>
            </a:endParaRPr>
          </a:p>
          <a:p>
            <a:pPr eaLnBrk="1" hangingPunct="1">
              <a:lnSpc>
                <a:spcPct val="125000"/>
              </a:lnSpc>
              <a:buSzPct val="90000"/>
              <a:buFont typeface="Wingdings" panose="05000000000000000000" pitchFamily="2" charset="2"/>
              <a:buNone/>
            </a:pPr>
            <a:r>
              <a:rPr lang="en-US" altLang="zh-CN" sz="2000" dirty="0">
                <a:solidFill>
                  <a:srgbClr val="000000"/>
                </a:solidFill>
                <a:latin typeface="Verdana" panose="020B0804030504040204" pitchFamily="34" charset="0"/>
                <a:ea typeface="楷体_GB2312" pitchFamily="49" charset="-122"/>
              </a:rPr>
              <a:t>3</a:t>
            </a:r>
            <a:r>
              <a:rPr lang="zh-CN" altLang="en-US" sz="2000" dirty="0">
                <a:solidFill>
                  <a:srgbClr val="000000"/>
                </a:solidFill>
                <a:latin typeface="Verdana" panose="020B0804030504040204" pitchFamily="34" charset="0"/>
                <a:ea typeface="楷体_GB2312" pitchFamily="49" charset="-122"/>
              </a:rPr>
              <a:t>、假定</a:t>
            </a:r>
            <a:r>
              <a:rPr lang="en-US" altLang="zh-CN" sz="2000" dirty="0">
                <a:solidFill>
                  <a:srgbClr val="000000"/>
                </a:solidFill>
                <a:latin typeface="Verdana" panose="020B0804030504040204" pitchFamily="34" charset="0"/>
                <a:ea typeface="楷体_GB2312" pitchFamily="49" charset="-122"/>
              </a:rPr>
              <a:t>1 km</a:t>
            </a:r>
            <a:r>
              <a:rPr lang="zh-CN" altLang="en-US" sz="2000" dirty="0">
                <a:solidFill>
                  <a:srgbClr val="000000"/>
                </a:solidFill>
                <a:latin typeface="Verdana" panose="020B0804030504040204" pitchFamily="34" charset="0"/>
                <a:ea typeface="楷体_GB2312" pitchFamily="49" charset="-122"/>
              </a:rPr>
              <a:t>长的</a:t>
            </a:r>
            <a:r>
              <a:rPr lang="en-US" altLang="zh-CN" sz="2000" dirty="0">
                <a:solidFill>
                  <a:srgbClr val="000000"/>
                </a:solidFill>
                <a:latin typeface="Verdana" panose="020B0804030504040204" pitchFamily="34" charset="0"/>
                <a:ea typeface="楷体_GB2312" pitchFamily="49" charset="-122"/>
              </a:rPr>
              <a:t>CSMA/CD</a:t>
            </a:r>
            <a:r>
              <a:rPr lang="zh-CN" altLang="en-US" sz="2000" dirty="0">
                <a:solidFill>
                  <a:srgbClr val="000000"/>
                </a:solidFill>
                <a:latin typeface="Verdana" panose="020B0804030504040204" pitchFamily="34" charset="0"/>
                <a:ea typeface="楷体_GB2312" pitchFamily="49" charset="-122"/>
              </a:rPr>
              <a:t>网络数据率为</a:t>
            </a:r>
            <a:r>
              <a:rPr lang="en-US" altLang="zh-CN" sz="2000" dirty="0">
                <a:solidFill>
                  <a:srgbClr val="000000"/>
                </a:solidFill>
                <a:latin typeface="Verdana" panose="020B0804030504040204" pitchFamily="34" charset="0"/>
                <a:ea typeface="楷体_GB2312" pitchFamily="49" charset="-122"/>
              </a:rPr>
              <a:t>1 Gb/s</a:t>
            </a:r>
            <a:r>
              <a:rPr lang="zh-CN" altLang="en-US" sz="2000" dirty="0">
                <a:solidFill>
                  <a:srgbClr val="000000"/>
                </a:solidFill>
                <a:latin typeface="Verdana" panose="020B0804030504040204" pitchFamily="34" charset="0"/>
                <a:ea typeface="楷体_GB2312" pitchFamily="49" charset="-122"/>
              </a:rPr>
              <a:t>。设信号在网络上的传播速率为</a:t>
            </a:r>
            <a:r>
              <a:rPr lang="en-US" altLang="zh-CN" sz="2000" dirty="0">
                <a:solidFill>
                  <a:srgbClr val="000000"/>
                </a:solidFill>
                <a:latin typeface="Verdana" panose="020B0804030504040204" pitchFamily="34" charset="0"/>
                <a:ea typeface="楷体_GB2312" pitchFamily="49" charset="-122"/>
              </a:rPr>
              <a:t>200000 km/s</a:t>
            </a:r>
            <a:r>
              <a:rPr lang="zh-CN" altLang="en-US" sz="2000" dirty="0">
                <a:solidFill>
                  <a:srgbClr val="000000"/>
                </a:solidFill>
                <a:latin typeface="Verdana" panose="020B0804030504040204" pitchFamily="34" charset="0"/>
                <a:ea typeface="楷体_GB2312" pitchFamily="49" charset="-122"/>
              </a:rPr>
              <a:t>。求能够使用此协议的最短帧长。</a:t>
            </a:r>
            <a:endParaRPr lang="en-US" altLang="zh-CN" sz="2000" dirty="0">
              <a:latin typeface="Verdana" panose="020B0804030504040204" pitchFamily="34" charset="0"/>
              <a:ea typeface="楷体_GB2312" pitchFamily="49" charset="-122"/>
            </a:endParaRPr>
          </a:p>
          <a:p>
            <a:pPr eaLnBrk="1" hangingPunct="1">
              <a:lnSpc>
                <a:spcPct val="125000"/>
              </a:lnSpc>
              <a:buSzPct val="90000"/>
              <a:buFont typeface="Wingdings" panose="05000000000000000000" pitchFamily="2" charset="2"/>
              <a:buNone/>
            </a:pPr>
            <a:r>
              <a:rPr lang="en-US" altLang="zh-CN" sz="2000" dirty="0">
                <a:latin typeface="Verdana" panose="020B0804030504040204" pitchFamily="34" charset="0"/>
                <a:ea typeface="楷体_GB2312" pitchFamily="49" charset="-122"/>
              </a:rPr>
              <a:t>4</a:t>
            </a:r>
            <a:r>
              <a:rPr lang="zh-CN" altLang="en-US" sz="2000" dirty="0">
                <a:latin typeface="Verdana" panose="020B0804030504040204" pitchFamily="34" charset="0"/>
                <a:ea typeface="楷体_GB2312" pitchFamily="49" charset="-122"/>
              </a:rPr>
              <a:t>、</a:t>
            </a:r>
            <a:r>
              <a:rPr lang="en-US" altLang="zh-CN" sz="2000" dirty="0">
                <a:latin typeface="Verdana" panose="020B0804030504040204" pitchFamily="34" charset="0"/>
                <a:ea typeface="楷体_GB2312" pitchFamily="49" charset="-122"/>
              </a:rPr>
              <a:t>10Base5</a:t>
            </a:r>
            <a:r>
              <a:rPr lang="zh-CN" altLang="en-US" sz="2000" dirty="0">
                <a:latin typeface="Verdana" panose="020B0804030504040204" pitchFamily="34" charset="0"/>
                <a:ea typeface="楷体_GB2312" pitchFamily="49" charset="-122"/>
              </a:rPr>
              <a:t>系统最大配置图（参看课件</a:t>
            </a:r>
            <a:r>
              <a:rPr lang="en-US" altLang="zh-CN" sz="2000" dirty="0">
                <a:latin typeface="Verdana" panose="020B0804030504040204" pitchFamily="34" charset="0"/>
                <a:ea typeface="楷体_GB2312" pitchFamily="49" charset="-122"/>
              </a:rPr>
              <a:t>PPT</a:t>
            </a:r>
            <a:r>
              <a:rPr lang="zh-CN" altLang="en-US" sz="2000" dirty="0">
                <a:latin typeface="Verdana" panose="020B0804030504040204" pitchFamily="34" charset="0"/>
                <a:ea typeface="楷体_GB2312" pitchFamily="49" charset="-122"/>
              </a:rPr>
              <a:t>）中，为什么最小帧长为</a:t>
            </a:r>
            <a:r>
              <a:rPr lang="en-US" altLang="zh-CN" sz="2000" dirty="0">
                <a:latin typeface="Verdana" panose="020B0804030504040204" pitchFamily="34" charset="0"/>
                <a:ea typeface="楷体_GB2312" pitchFamily="49" charset="-122"/>
              </a:rPr>
              <a:t>512bit ? </a:t>
            </a:r>
            <a:endParaRPr lang="zh-CN" altLang="en-US" sz="2000" dirty="0">
              <a:latin typeface="Verdana" panose="020B0804030504040204" pitchFamily="34" charset="0"/>
              <a:ea typeface="楷体_GB2312" pitchFamily="49" charset="-122"/>
            </a:endParaRPr>
          </a:p>
        </p:txBody>
      </p:sp>
      <p:sp>
        <p:nvSpPr>
          <p:cNvPr id="2" name="文本框 1"/>
          <p:cNvSpPr txBox="1"/>
          <p:nvPr/>
        </p:nvSpPr>
        <p:spPr>
          <a:xfrm>
            <a:off x="1703512" y="836613"/>
            <a:ext cx="2287806" cy="369332"/>
          </a:xfrm>
          <a:prstGeom prst="rect">
            <a:avLst/>
          </a:prstGeom>
          <a:noFill/>
        </p:spPr>
        <p:txBody>
          <a:bodyPr wrap="none" rtlCol="0">
            <a:spAutoFit/>
          </a:bodyPr>
          <a:lstStyle/>
          <a:p>
            <a:r>
              <a:rPr lang="zh-CN" altLang="en-US" dirty="0">
                <a:solidFill>
                  <a:srgbClr val="FF0000"/>
                </a:solidFill>
                <a:highlight>
                  <a:srgbClr val="FFFF00"/>
                </a:highlight>
              </a:rPr>
              <a:t>作业交：</a:t>
            </a:r>
            <a:r>
              <a:rPr lang="en-US" altLang="zh-CN" dirty="0">
                <a:solidFill>
                  <a:srgbClr val="FF0000"/>
                </a:solidFill>
                <a:highlight>
                  <a:srgbClr val="FFFF00"/>
                </a:highlight>
              </a:rPr>
              <a:t>1</a:t>
            </a:r>
            <a:r>
              <a:rPr lang="zh-CN" altLang="en-US" dirty="0">
                <a:solidFill>
                  <a:srgbClr val="FF0000"/>
                </a:solidFill>
                <a:highlight>
                  <a:srgbClr val="FFFF00"/>
                </a:highlight>
              </a:rPr>
              <a:t>、</a:t>
            </a:r>
            <a:r>
              <a:rPr lang="en-US" altLang="zh-CN" dirty="0">
                <a:solidFill>
                  <a:srgbClr val="FF0000"/>
                </a:solidFill>
                <a:highlight>
                  <a:srgbClr val="FFFF00"/>
                </a:highlight>
              </a:rPr>
              <a:t>2</a:t>
            </a:r>
            <a:r>
              <a:rPr lang="zh-CN" altLang="en-US" dirty="0">
                <a:solidFill>
                  <a:srgbClr val="FF0000"/>
                </a:solidFill>
                <a:highlight>
                  <a:srgbClr val="FFFF00"/>
                </a:highlight>
              </a:rPr>
              <a:t>、</a:t>
            </a:r>
            <a:r>
              <a:rPr lang="en-US" altLang="zh-CN" dirty="0">
                <a:solidFill>
                  <a:srgbClr val="FF0000"/>
                </a:solidFill>
                <a:highlight>
                  <a:srgbClr val="FFFF00"/>
                </a:highlight>
              </a:rPr>
              <a:t>8</a:t>
            </a:r>
            <a:r>
              <a:rPr lang="zh-CN" altLang="en-US" dirty="0">
                <a:solidFill>
                  <a:srgbClr val="FF0000"/>
                </a:solidFill>
                <a:highlight>
                  <a:srgbClr val="FFFF00"/>
                </a:highlight>
              </a:rPr>
              <a:t>、</a:t>
            </a:r>
            <a:r>
              <a:rPr lang="en-US" altLang="zh-CN" dirty="0">
                <a:solidFill>
                  <a:srgbClr val="FF0000"/>
                </a:solidFill>
                <a:highlight>
                  <a:srgbClr val="FFFF00"/>
                </a:highlight>
              </a:rPr>
              <a:t>9</a:t>
            </a:r>
            <a:endParaRPr lang="en-US" dirty="0">
              <a:solidFill>
                <a:srgbClr val="FF0000"/>
              </a:solidFill>
              <a:highlight>
                <a:srgbClr val="FFFF00"/>
              </a:highlight>
            </a:endParaRPr>
          </a:p>
        </p:txBody>
      </p:sp>
    </p:spTree>
  </p:cSld>
  <p:clrMapOvr>
    <a:masterClrMapping/>
  </p:clrMapOvr>
  <p:transition spd="slow">
    <p:pull dir="ru"/>
  </p:transition>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页脚占位符 1"/>
          <p:cNvSpPr>
            <a:spLocks noGrp="1"/>
          </p:cNvSpPr>
          <p:nvPr>
            <p:ph type="ftr" sz="quarter" idx="10"/>
          </p:nvPr>
        </p:nvSpPr>
        <p:spPr/>
        <p:txBody>
          <a:bodyPr/>
          <a:lstStyle/>
          <a:p>
            <a:pPr>
              <a:defRPr/>
            </a:pPr>
            <a:r>
              <a:rPr lang="en-US" altLang="zh-CN" dirty="0"/>
              <a:t>Computer Network</a:t>
            </a:r>
          </a:p>
        </p:txBody>
      </p:sp>
      <p:sp>
        <p:nvSpPr>
          <p:cNvPr id="109571" name="灯片编号占位符 2"/>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9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9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9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9pPr>
          </a:lstStyle>
          <a:p>
            <a:pPr>
              <a:spcBef>
                <a:spcPct val="0"/>
              </a:spcBef>
              <a:buClrTx/>
              <a:buSzTx/>
              <a:buFontTx/>
              <a:buNone/>
            </a:pPr>
            <a:fld id="{66834B00-A0B1-471B-9F71-43D3E03817FF}" type="slidenum">
              <a:rPr lang="en-US" altLang="zh-CN" sz="1200">
                <a:latin typeface="Arial Black" panose="020B0A04020102020204" pitchFamily="34" charset="0"/>
              </a:rPr>
              <a:t>131</a:t>
            </a:fld>
            <a:endParaRPr lang="en-US" altLang="zh-CN" sz="1200">
              <a:latin typeface="Arial Black" panose="020B0A04020102020204" pitchFamily="34" charset="0"/>
            </a:endParaRPr>
          </a:p>
        </p:txBody>
      </p:sp>
      <p:sp>
        <p:nvSpPr>
          <p:cNvPr id="5" name="日期占位符 3"/>
          <p:cNvSpPr>
            <a:spLocks noGrp="1"/>
          </p:cNvSpPr>
          <p:nvPr>
            <p:ph type="dt" sz="quarter" idx="12"/>
          </p:nvPr>
        </p:nvSpPr>
        <p:spPr/>
        <p:txBody>
          <a:bodyPr/>
          <a:lstStyle/>
          <a:p>
            <a:pPr>
              <a:defRPr/>
            </a:pPr>
            <a:fld id="{623D4F65-3473-43E9-9280-C45F117AA909}" type="datetime1">
              <a:rPr lang="zh-CN" altLang="en-US"/>
              <a:t>2024/10/18</a:t>
            </a:fld>
            <a:endParaRPr lang="en-US" altLang="zh-CN"/>
          </a:p>
        </p:txBody>
      </p:sp>
      <p:sp>
        <p:nvSpPr>
          <p:cNvPr id="109573" name="Rectangle 4"/>
          <p:cNvSpPr>
            <a:spLocks noChangeArrowheads="1"/>
          </p:cNvSpPr>
          <p:nvPr/>
        </p:nvSpPr>
        <p:spPr bwMode="auto">
          <a:xfrm>
            <a:off x="2135189" y="880741"/>
            <a:ext cx="7920037" cy="5155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9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9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9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9pPr>
          </a:lstStyle>
          <a:p>
            <a:pPr>
              <a:lnSpc>
                <a:spcPct val="125000"/>
              </a:lnSpc>
              <a:spcBef>
                <a:spcPts val="300"/>
              </a:spcBef>
              <a:buClrTx/>
              <a:buSzTx/>
              <a:buNone/>
            </a:pPr>
            <a:r>
              <a:rPr lang="en-US" altLang="zh-CN" sz="2000" dirty="0">
                <a:ea typeface="楷体_GB2312" pitchFamily="49" charset="-122"/>
              </a:rPr>
              <a:t>5</a:t>
            </a:r>
            <a:r>
              <a:rPr lang="zh-CN" altLang="en-US" sz="2000" dirty="0">
                <a:ea typeface="楷体_GB2312" pitchFamily="49" charset="-122"/>
              </a:rPr>
              <a:t>、一座</a:t>
            </a:r>
            <a:r>
              <a:rPr lang="en-US" altLang="zh-CN" sz="2000" dirty="0">
                <a:ea typeface="楷体_GB2312" pitchFamily="49" charset="-122"/>
              </a:rPr>
              <a:t>7</a:t>
            </a:r>
            <a:r>
              <a:rPr lang="zh-CN" altLang="en-US" sz="2000" dirty="0">
                <a:ea typeface="楷体_GB2312" pitchFamily="49" charset="-122"/>
              </a:rPr>
              <a:t>层办公楼的每层都有</a:t>
            </a:r>
            <a:r>
              <a:rPr lang="en-US" altLang="zh-CN" sz="2000" dirty="0">
                <a:ea typeface="楷体_GB2312" pitchFamily="49" charset="-122"/>
              </a:rPr>
              <a:t>15</a:t>
            </a:r>
            <a:r>
              <a:rPr lang="zh-CN" altLang="en-US" sz="2000" dirty="0">
                <a:ea typeface="楷体_GB2312" pitchFamily="49" charset="-122"/>
              </a:rPr>
              <a:t>个相互领接的办公室，在各办公室的前墙上均有一终端插座，这些终端插座在垂直的平面上形成一个矩形格栅，插座间垂直和水平间隔都是</a:t>
            </a:r>
            <a:r>
              <a:rPr lang="en-US" altLang="zh-CN" sz="2000" dirty="0">
                <a:ea typeface="楷体_GB2312" pitchFamily="49" charset="-122"/>
              </a:rPr>
              <a:t>4</a:t>
            </a:r>
            <a:r>
              <a:rPr lang="zh-CN" altLang="en-US" sz="2000" dirty="0">
                <a:ea typeface="楷体_GB2312" pitchFamily="49" charset="-122"/>
              </a:rPr>
              <a:t>米。假定在任一对插座之间</a:t>
            </a:r>
            <a:r>
              <a:rPr lang="en-US" altLang="zh-CN" sz="2000" dirty="0">
                <a:ea typeface="楷体_GB2312" pitchFamily="49" charset="-122"/>
              </a:rPr>
              <a:t>(</a:t>
            </a:r>
            <a:r>
              <a:rPr lang="zh-CN" altLang="en-US" sz="2000" dirty="0">
                <a:ea typeface="楷体_GB2312" pitchFamily="49" charset="-122"/>
              </a:rPr>
              <a:t>垂直方向、水平方向或对角线</a:t>
            </a:r>
            <a:r>
              <a:rPr lang="en-US" altLang="zh-CN" sz="2000" dirty="0">
                <a:ea typeface="楷体_GB2312" pitchFamily="49" charset="-122"/>
              </a:rPr>
              <a:t>)</a:t>
            </a:r>
            <a:r>
              <a:rPr lang="zh-CN" altLang="en-US" sz="2000" dirty="0">
                <a:ea typeface="楷体_GB2312" pitchFamily="49" charset="-122"/>
              </a:rPr>
              <a:t>都可以连一条直的电缆，那么采用：</a:t>
            </a:r>
          </a:p>
          <a:p>
            <a:pPr>
              <a:lnSpc>
                <a:spcPct val="125000"/>
              </a:lnSpc>
              <a:spcBef>
                <a:spcPts val="300"/>
              </a:spcBef>
              <a:buClrTx/>
              <a:buSzTx/>
              <a:buNone/>
            </a:pPr>
            <a:r>
              <a:rPr lang="zh-CN" altLang="en-US" sz="2000" dirty="0">
                <a:ea typeface="楷体_GB2312" pitchFamily="49" charset="-122"/>
              </a:rPr>
              <a:t> </a:t>
            </a:r>
            <a:r>
              <a:rPr lang="en-US" altLang="zh-CN" sz="2000" dirty="0">
                <a:solidFill>
                  <a:srgbClr val="FF0000"/>
                </a:solidFill>
                <a:ea typeface="楷体_GB2312" pitchFamily="49" charset="-122"/>
              </a:rPr>
              <a:t>a</a:t>
            </a:r>
            <a:r>
              <a:rPr lang="zh-CN" altLang="en-US" sz="2000" dirty="0">
                <a:solidFill>
                  <a:srgbClr val="FF0000"/>
                </a:solidFill>
                <a:ea typeface="楷体_GB2312" pitchFamily="49" charset="-122"/>
              </a:rPr>
              <a:t>、</a:t>
            </a:r>
            <a:r>
              <a:rPr lang="zh-CN" altLang="en-US" sz="2000" dirty="0">
                <a:ea typeface="楷体_GB2312" pitchFamily="49" charset="-122"/>
              </a:rPr>
              <a:t>中央有一个路由器的星型配置；</a:t>
            </a:r>
            <a:r>
              <a:rPr lang="en-US" altLang="zh-CN" sz="2000" dirty="0">
                <a:solidFill>
                  <a:srgbClr val="FF0000"/>
                </a:solidFill>
                <a:ea typeface="楷体_GB2312" pitchFamily="49" charset="-122"/>
              </a:rPr>
              <a:t>b</a:t>
            </a:r>
            <a:r>
              <a:rPr lang="zh-CN" altLang="en-US" sz="2000" dirty="0">
                <a:solidFill>
                  <a:srgbClr val="FF0000"/>
                </a:solidFill>
                <a:ea typeface="楷体_GB2312" pitchFamily="49" charset="-122"/>
              </a:rPr>
              <a:t>、</a:t>
            </a:r>
            <a:r>
              <a:rPr lang="zh-CN" altLang="en-US" sz="2000" dirty="0">
                <a:ea typeface="楷体_GB2312" pitchFamily="49" charset="-122"/>
              </a:rPr>
              <a:t>一个</a:t>
            </a:r>
            <a:r>
              <a:rPr lang="en-US" altLang="zh-CN" sz="2000" dirty="0">
                <a:ea typeface="楷体_GB2312" pitchFamily="49" charset="-122"/>
              </a:rPr>
              <a:t>802.3LAN</a:t>
            </a:r>
            <a:r>
              <a:rPr lang="zh-CN" altLang="en-US" sz="2000" dirty="0">
                <a:ea typeface="楷体_GB2312" pitchFamily="49" charset="-122"/>
              </a:rPr>
              <a:t>；</a:t>
            </a:r>
            <a:r>
              <a:rPr lang="en-US" altLang="zh-CN" sz="2000" dirty="0">
                <a:solidFill>
                  <a:srgbClr val="FF0000"/>
                </a:solidFill>
                <a:ea typeface="楷体_GB2312" pitchFamily="49" charset="-122"/>
              </a:rPr>
              <a:t>c</a:t>
            </a:r>
            <a:r>
              <a:rPr lang="zh-CN" altLang="en-US" sz="2000" dirty="0">
                <a:solidFill>
                  <a:srgbClr val="FF0000"/>
                </a:solidFill>
                <a:ea typeface="楷体_GB2312" pitchFamily="49" charset="-122"/>
              </a:rPr>
              <a:t>、</a:t>
            </a:r>
            <a:r>
              <a:rPr lang="zh-CN" altLang="en-US" sz="2000" dirty="0">
                <a:ea typeface="楷体_GB2312" pitchFamily="49" charset="-122"/>
              </a:rPr>
              <a:t>环网</a:t>
            </a:r>
            <a:endParaRPr lang="en-US" altLang="zh-CN" sz="2000" dirty="0">
              <a:ea typeface="楷体_GB2312" pitchFamily="49" charset="-122"/>
            </a:endParaRPr>
          </a:p>
          <a:p>
            <a:pPr>
              <a:lnSpc>
                <a:spcPct val="125000"/>
              </a:lnSpc>
              <a:spcBef>
                <a:spcPts val="300"/>
              </a:spcBef>
              <a:buClrTx/>
              <a:buSzTx/>
              <a:buNone/>
            </a:pPr>
            <a:r>
              <a:rPr lang="en-US" altLang="zh-CN" sz="2000" dirty="0">
                <a:ea typeface="楷体_GB2312" pitchFamily="49" charset="-122"/>
              </a:rPr>
              <a:t> </a:t>
            </a:r>
            <a:r>
              <a:rPr lang="zh-CN" altLang="en-US" sz="2000" dirty="0">
                <a:ea typeface="楷体_GB2312" pitchFamily="49" charset="-122"/>
              </a:rPr>
              <a:t>连接所有的插座各需多少米电缆？ </a:t>
            </a:r>
            <a:r>
              <a:rPr lang="en-US" altLang="zh-CN" sz="2000" dirty="0">
                <a:solidFill>
                  <a:srgbClr val="FF0000"/>
                </a:solidFill>
                <a:ea typeface="楷体_GB2312" pitchFamily="49" charset="-122"/>
              </a:rPr>
              <a:t>4-03</a:t>
            </a:r>
          </a:p>
          <a:p>
            <a:pPr>
              <a:lnSpc>
                <a:spcPct val="125000"/>
              </a:lnSpc>
              <a:spcBef>
                <a:spcPts val="300"/>
              </a:spcBef>
              <a:buClrTx/>
              <a:buSzTx/>
              <a:buNone/>
            </a:pPr>
            <a:r>
              <a:rPr lang="en-US" altLang="zh-CN" sz="2000" dirty="0">
                <a:ea typeface="楷体_GB2312" pitchFamily="49" charset="-122"/>
              </a:rPr>
              <a:t>6</a:t>
            </a:r>
            <a:r>
              <a:rPr lang="zh-CN" altLang="en-US" sz="2000" dirty="0">
                <a:ea typeface="楷体_GB2312" pitchFamily="49" charset="-122"/>
              </a:rPr>
              <a:t>、有</a:t>
            </a:r>
            <a:r>
              <a:rPr lang="en-US" altLang="zh-CN" sz="2000" dirty="0">
                <a:ea typeface="楷体_GB2312" pitchFamily="49" charset="-122"/>
              </a:rPr>
              <a:t>3</a:t>
            </a:r>
            <a:r>
              <a:rPr lang="zh-CN" altLang="en-US" sz="2000" dirty="0">
                <a:ea typeface="楷体_GB2312" pitchFamily="49" charset="-122"/>
              </a:rPr>
              <a:t>个以太网段，经两个透明桥接器（</a:t>
            </a:r>
            <a:r>
              <a:rPr lang="en-US" altLang="zh-CN" sz="2000" dirty="0">
                <a:ea typeface="楷体_GB2312" pitchFamily="49" charset="-122"/>
              </a:rPr>
              <a:t>STP</a:t>
            </a:r>
            <a:r>
              <a:rPr lang="zh-CN" altLang="en-US" sz="2000" dirty="0">
                <a:ea typeface="楷体_GB2312" pitchFamily="49" charset="-122"/>
              </a:rPr>
              <a:t>默认打开）连接成一个线型网络。有一天新来的管理员注意到网络的两个端头没有连接，随即订购了一个新的透明桥接器，把两个敞开的头都连到桥上，形成了一个闭和环。这样做之后会发生什么现象？</a:t>
            </a:r>
          </a:p>
          <a:p>
            <a:pPr>
              <a:lnSpc>
                <a:spcPct val="125000"/>
              </a:lnSpc>
              <a:spcBef>
                <a:spcPts val="300"/>
              </a:spcBef>
              <a:buClrTx/>
              <a:buSzTx/>
              <a:buNone/>
            </a:pPr>
            <a:r>
              <a:rPr lang="en-US" altLang="zh-CN" sz="2000" dirty="0">
                <a:ea typeface="楷体_GB2312" pitchFamily="49" charset="-122"/>
              </a:rPr>
              <a:t>7</a:t>
            </a:r>
            <a:r>
              <a:rPr lang="zh-CN" altLang="en-US" sz="2000" dirty="0">
                <a:ea typeface="楷体_GB2312" pitchFamily="49" charset="-122"/>
              </a:rPr>
              <a:t>、设想有</a:t>
            </a:r>
            <a:r>
              <a:rPr lang="en-US" altLang="zh-CN" sz="2000" dirty="0">
                <a:ea typeface="楷体_GB2312" pitchFamily="49" charset="-122"/>
              </a:rPr>
              <a:t>2</a:t>
            </a:r>
            <a:r>
              <a:rPr lang="zh-CN" altLang="en-US" sz="2000" dirty="0">
                <a:ea typeface="楷体_GB2312" pitchFamily="49" charset="-122"/>
              </a:rPr>
              <a:t>个</a:t>
            </a:r>
            <a:r>
              <a:rPr lang="en-US" altLang="zh-CN" sz="2000" dirty="0">
                <a:ea typeface="楷体_GB2312" pitchFamily="49" charset="-122"/>
              </a:rPr>
              <a:t>LAN</a:t>
            </a:r>
            <a:r>
              <a:rPr lang="zh-CN" altLang="en-US" sz="2000" dirty="0">
                <a:ea typeface="楷体_GB2312" pitchFamily="49" charset="-122"/>
              </a:rPr>
              <a:t>网桥，都连着一对</a:t>
            </a:r>
            <a:r>
              <a:rPr lang="en-US" altLang="zh-CN" sz="2000" dirty="0">
                <a:ea typeface="楷体_GB2312" pitchFamily="49" charset="-122"/>
              </a:rPr>
              <a:t>802.3</a:t>
            </a:r>
            <a:r>
              <a:rPr lang="zh-CN" altLang="en-US" sz="2000" dirty="0">
                <a:ea typeface="楷体_GB2312" pitchFamily="49" charset="-122"/>
              </a:rPr>
              <a:t>网络，第一个网桥每秒收到</a:t>
            </a:r>
            <a:r>
              <a:rPr lang="en-US" altLang="zh-CN" sz="2000" dirty="0">
                <a:ea typeface="楷体_GB2312" pitchFamily="49" charset="-122"/>
              </a:rPr>
              <a:t>1000</a:t>
            </a:r>
            <a:r>
              <a:rPr lang="zh-CN" altLang="en-US" sz="2000" dirty="0">
                <a:ea typeface="楷体_GB2312" pitchFamily="49" charset="-122"/>
              </a:rPr>
              <a:t>个要转发的</a:t>
            </a:r>
            <a:r>
              <a:rPr lang="en-US" altLang="zh-CN" sz="2000" dirty="0">
                <a:ea typeface="楷体_GB2312" pitchFamily="49" charset="-122"/>
              </a:rPr>
              <a:t>512</a:t>
            </a:r>
            <a:r>
              <a:rPr lang="zh-CN" altLang="en-US" sz="2000" dirty="0">
                <a:ea typeface="楷体_GB2312" pitchFamily="49" charset="-122"/>
              </a:rPr>
              <a:t>字节的帧，第</a:t>
            </a:r>
            <a:r>
              <a:rPr lang="en-US" altLang="zh-CN" sz="2000" dirty="0">
                <a:ea typeface="楷体_GB2312" pitchFamily="49" charset="-122"/>
              </a:rPr>
              <a:t>2</a:t>
            </a:r>
            <a:r>
              <a:rPr lang="zh-CN" altLang="en-US" sz="2000" dirty="0">
                <a:ea typeface="楷体_GB2312" pitchFamily="49" charset="-122"/>
              </a:rPr>
              <a:t>个网桥每秒收到</a:t>
            </a:r>
            <a:r>
              <a:rPr lang="en-US" altLang="zh-CN" sz="2000" dirty="0">
                <a:ea typeface="楷体_GB2312" pitchFamily="49" charset="-122"/>
              </a:rPr>
              <a:t>200</a:t>
            </a:r>
            <a:r>
              <a:rPr lang="zh-CN" altLang="en-US" sz="2000" dirty="0">
                <a:ea typeface="楷体_GB2312" pitchFamily="49" charset="-122"/>
              </a:rPr>
              <a:t>个要转发的</a:t>
            </a:r>
            <a:r>
              <a:rPr lang="en-US" altLang="zh-CN" sz="2000" dirty="0">
                <a:ea typeface="楷体_GB2312" pitchFamily="49" charset="-122"/>
              </a:rPr>
              <a:t>2560</a:t>
            </a:r>
            <a:r>
              <a:rPr lang="zh-CN" altLang="en-US" sz="2000" dirty="0">
                <a:ea typeface="楷体_GB2312" pitchFamily="49" charset="-122"/>
              </a:rPr>
              <a:t>字节的帧，哪个网桥需要更快的</a:t>
            </a:r>
            <a:r>
              <a:rPr lang="en-US" altLang="zh-CN" sz="2000" dirty="0">
                <a:ea typeface="楷体_GB2312" pitchFamily="49" charset="-122"/>
              </a:rPr>
              <a:t>CPU</a:t>
            </a:r>
            <a:r>
              <a:rPr lang="zh-CN" altLang="en-US" sz="2000" dirty="0">
                <a:ea typeface="楷体_GB2312" pitchFamily="49" charset="-122"/>
              </a:rPr>
              <a:t>？  </a:t>
            </a:r>
          </a:p>
        </p:txBody>
      </p:sp>
    </p:spTree>
  </p:cSld>
  <p:clrMapOvr>
    <a:masterClrMapping/>
  </p:clrMapOvr>
  <p:transition spd="slow">
    <p:pull dir="ru"/>
  </p:transition>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p>
            <a:pPr>
              <a:defRPr/>
            </a:pPr>
            <a:r>
              <a:rPr lang="en-US" altLang="zh-CN"/>
              <a:t>Computer Network</a:t>
            </a:r>
          </a:p>
        </p:txBody>
      </p:sp>
      <p:sp>
        <p:nvSpPr>
          <p:cNvPr id="110595" name="灯片编号占位符 2"/>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9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9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9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9pPr>
          </a:lstStyle>
          <a:p>
            <a:pPr>
              <a:spcBef>
                <a:spcPct val="0"/>
              </a:spcBef>
              <a:buClrTx/>
              <a:buSzTx/>
              <a:buFontTx/>
              <a:buNone/>
            </a:pPr>
            <a:fld id="{BEC35930-7A45-456B-937F-D88F1F2B8484}" type="slidenum">
              <a:rPr lang="en-US" altLang="zh-CN" sz="1200">
                <a:latin typeface="Arial Black" panose="020B0A04020102020204" pitchFamily="34" charset="0"/>
              </a:rPr>
              <a:t>132</a:t>
            </a:fld>
            <a:endParaRPr lang="en-US" altLang="zh-CN" sz="1200">
              <a:latin typeface="Arial Black" panose="020B0A04020102020204" pitchFamily="34" charset="0"/>
            </a:endParaRPr>
          </a:p>
        </p:txBody>
      </p:sp>
      <p:sp>
        <p:nvSpPr>
          <p:cNvPr id="4" name="日期占位符 3"/>
          <p:cNvSpPr>
            <a:spLocks noGrp="1"/>
          </p:cNvSpPr>
          <p:nvPr>
            <p:ph type="dt" sz="quarter" idx="12"/>
          </p:nvPr>
        </p:nvSpPr>
        <p:spPr/>
        <p:txBody>
          <a:bodyPr/>
          <a:lstStyle/>
          <a:p>
            <a:pPr>
              <a:defRPr/>
            </a:pPr>
            <a:fld id="{AFA6053B-3606-483C-BE4F-44223FDB060A}" type="datetime1">
              <a:rPr lang="zh-CN" altLang="en-US" smtClean="0"/>
              <a:t>2024/10/18</a:t>
            </a:fld>
            <a:endParaRPr lang="en-US" altLang="zh-CN"/>
          </a:p>
        </p:txBody>
      </p:sp>
      <p:sp>
        <p:nvSpPr>
          <p:cNvPr id="109573" name="Rectangle 55"/>
          <p:cNvSpPr>
            <a:spLocks noChangeArrowheads="1"/>
          </p:cNvSpPr>
          <p:nvPr/>
        </p:nvSpPr>
        <p:spPr bwMode="auto">
          <a:xfrm>
            <a:off x="2165350" y="792164"/>
            <a:ext cx="7459042" cy="2955925"/>
          </a:xfrm>
          <a:prstGeom prst="rect">
            <a:avLst/>
          </a:prstGeom>
          <a:noFill/>
          <a:ln>
            <a:noFill/>
          </a:ln>
          <a:effectLst/>
        </p:spPr>
        <p:txBody>
          <a:bodyPr wrap="square" lIns="0" tIns="0" rIns="0" bIns="0" anchor="ct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9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9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9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9pPr>
          </a:lstStyle>
          <a:p>
            <a:pPr>
              <a:lnSpc>
                <a:spcPct val="120000"/>
              </a:lnSpc>
              <a:spcBef>
                <a:spcPct val="0"/>
              </a:spcBef>
              <a:buClrTx/>
              <a:buSzTx/>
              <a:buFontTx/>
              <a:buNone/>
              <a:defRPr/>
            </a:pPr>
            <a:r>
              <a:rPr lang="en-US" altLang="zh-CN" sz="2000" dirty="0">
                <a:solidFill>
                  <a:srgbClr val="FF0000"/>
                </a:solidFill>
                <a:effectLst>
                  <a:outerShdw blurRad="38100" dist="38100" dir="2700000" algn="tl">
                    <a:srgbClr val="000000">
                      <a:alpha val="43137"/>
                    </a:srgbClr>
                  </a:outerShdw>
                </a:effectLst>
                <a:latin typeface="Verdana" panose="020B0804030504040204" pitchFamily="34" charset="0"/>
                <a:ea typeface="楷体_GB2312" pitchFamily="49" charset="-122"/>
                <a:cs typeface="Times New Roman" panose="02020503050405090304" pitchFamily="18" charset="0"/>
              </a:rPr>
              <a:t>8</a:t>
            </a:r>
            <a:r>
              <a:rPr lang="zh-CN" altLang="en-US" sz="2000" dirty="0">
                <a:solidFill>
                  <a:srgbClr val="FF0000"/>
                </a:solidFill>
                <a:effectLst>
                  <a:outerShdw blurRad="38100" dist="38100" dir="2700000" algn="tl">
                    <a:srgbClr val="000000">
                      <a:alpha val="43137"/>
                    </a:srgbClr>
                  </a:outerShdw>
                </a:effectLst>
                <a:latin typeface="Verdana" panose="020B0804030504040204" pitchFamily="34" charset="0"/>
                <a:ea typeface="楷体_GB2312" pitchFamily="49" charset="-122"/>
                <a:cs typeface="Times New Roman" panose="02020503050405090304" pitchFamily="18" charset="0"/>
              </a:rPr>
              <a:t>、</a:t>
            </a:r>
            <a:r>
              <a:rPr lang="zh-CN" altLang="en-US" sz="2000" dirty="0">
                <a:latin typeface="Verdana" panose="020B0804030504040204" pitchFamily="34" charset="0"/>
                <a:ea typeface="楷体_GB2312" pitchFamily="49" charset="-122"/>
                <a:cs typeface="Times New Roman" panose="02020503050405090304" pitchFamily="18" charset="0"/>
              </a:rPr>
              <a:t>假若</a:t>
            </a:r>
            <a:r>
              <a:rPr lang="en-US" altLang="zh-CN" sz="2000" dirty="0">
                <a:latin typeface="Verdana" panose="020B0804030504040204" pitchFamily="34" charset="0"/>
                <a:ea typeface="楷体_GB2312" pitchFamily="49" charset="-122"/>
                <a:cs typeface="Times New Roman" panose="02020503050405090304" pitchFamily="18" charset="0"/>
              </a:rPr>
              <a:t>10M bps</a:t>
            </a:r>
            <a:r>
              <a:rPr lang="zh-CN" altLang="en-US" sz="2000" dirty="0">
                <a:latin typeface="Verdana" panose="020B0804030504040204" pitchFamily="34" charset="0"/>
                <a:ea typeface="楷体_GB2312" pitchFamily="49" charset="-122"/>
                <a:cs typeface="Times New Roman" panose="02020503050405090304" pitchFamily="18" charset="0"/>
              </a:rPr>
              <a:t>以太网采用如图所示的方式联网，通过</a:t>
            </a:r>
            <a:r>
              <a:rPr lang="en-US" altLang="zh-CN" sz="2000" dirty="0">
                <a:latin typeface="Verdana" panose="020B0804030504040204" pitchFamily="34" charset="0"/>
                <a:ea typeface="楷体_GB2312" pitchFamily="49" charset="-122"/>
                <a:cs typeface="Times New Roman" panose="02020503050405090304" pitchFamily="18" charset="0"/>
              </a:rPr>
              <a:t>4</a:t>
            </a:r>
            <a:r>
              <a:rPr lang="zh-CN" altLang="en-US" sz="2000" dirty="0">
                <a:latin typeface="Verdana" panose="020B0804030504040204" pitchFamily="34" charset="0"/>
                <a:ea typeface="楷体_GB2312" pitchFamily="49" charset="-122"/>
                <a:cs typeface="Times New Roman" panose="02020503050405090304" pitchFamily="18" charset="0"/>
              </a:rPr>
              <a:t>个中继器连接</a:t>
            </a:r>
            <a:r>
              <a:rPr lang="en-US" altLang="zh-CN" sz="2000" dirty="0">
                <a:latin typeface="Verdana" panose="020B0804030504040204" pitchFamily="34" charset="0"/>
                <a:ea typeface="楷体_GB2312" pitchFamily="49" charset="-122"/>
                <a:cs typeface="Times New Roman" panose="02020503050405090304" pitchFamily="18" charset="0"/>
              </a:rPr>
              <a:t>5</a:t>
            </a:r>
            <a:r>
              <a:rPr lang="zh-CN" altLang="en-US" sz="2000" dirty="0">
                <a:latin typeface="Verdana" panose="020B0804030504040204" pitchFamily="34" charset="0"/>
                <a:ea typeface="楷体_GB2312" pitchFamily="49" charset="-122"/>
                <a:cs typeface="Times New Roman" panose="02020503050405090304" pitchFamily="18" charset="0"/>
              </a:rPr>
              <a:t>个网段。假设电信号在电缆上的传播速度为</a:t>
            </a:r>
            <a:r>
              <a:rPr lang="en-US" altLang="zh-CN" sz="2000" dirty="0">
                <a:latin typeface="Verdana" panose="020B0804030504040204" pitchFamily="34" charset="0"/>
                <a:ea typeface="楷体_GB2312" pitchFamily="49" charset="-122"/>
                <a:cs typeface="Times New Roman" panose="02020503050405090304" pitchFamily="18" charset="0"/>
              </a:rPr>
              <a:t>21</a:t>
            </a:r>
            <a:r>
              <a:rPr lang="zh-CN" altLang="en-US" sz="2000" dirty="0">
                <a:latin typeface="Verdana" panose="020B0804030504040204" pitchFamily="34" charset="0"/>
                <a:ea typeface="楷体_GB2312" pitchFamily="49" charset="-122"/>
                <a:cs typeface="Times New Roman" panose="02020503050405090304" pitchFamily="18" charset="0"/>
              </a:rPr>
              <a:t>万公里</a:t>
            </a:r>
            <a:r>
              <a:rPr lang="en-US" altLang="zh-CN" sz="2000" dirty="0">
                <a:latin typeface="Verdana" panose="020B0804030504040204" pitchFamily="34" charset="0"/>
                <a:ea typeface="楷体_GB2312" pitchFamily="49" charset="-122"/>
                <a:cs typeface="Times New Roman" panose="02020503050405090304" pitchFamily="18" charset="0"/>
              </a:rPr>
              <a:t>/</a:t>
            </a:r>
            <a:r>
              <a:rPr lang="zh-CN" altLang="en-US" sz="2000" dirty="0">
                <a:latin typeface="Verdana" panose="020B0804030504040204" pitchFamily="34" charset="0"/>
                <a:ea typeface="楷体_GB2312" pitchFamily="49" charset="-122"/>
                <a:cs typeface="Times New Roman" panose="02020503050405090304" pitchFamily="18" charset="0"/>
              </a:rPr>
              <a:t>秒，设转发器的时延为</a:t>
            </a:r>
            <a:r>
              <a:rPr lang="en-US" altLang="zh-CN" sz="2000" dirty="0" err="1">
                <a:latin typeface="Verdana" panose="020B0804030504040204" pitchFamily="34" charset="0"/>
                <a:ea typeface="楷体_GB2312" pitchFamily="49" charset="-122"/>
                <a:cs typeface="Times New Roman" panose="02020503050405090304" pitchFamily="18" charset="0"/>
              </a:rPr>
              <a:t>t</a:t>
            </a:r>
            <a:r>
              <a:rPr lang="en-US" altLang="zh-CN" sz="2000" baseline="-25000" dirty="0" err="1">
                <a:latin typeface="Verdana" panose="020B0804030504040204" pitchFamily="34" charset="0"/>
                <a:ea typeface="楷体_GB2312" pitchFamily="49" charset="-122"/>
                <a:cs typeface="Times New Roman" panose="02020503050405090304" pitchFamily="18" charset="0"/>
              </a:rPr>
              <a:t>R</a:t>
            </a:r>
            <a:r>
              <a:rPr lang="en-US" altLang="zh-CN" sz="2000" dirty="0">
                <a:latin typeface="Verdana" panose="020B0804030504040204" pitchFamily="34" charset="0"/>
                <a:ea typeface="楷体_GB2312" pitchFamily="49" charset="-122"/>
                <a:cs typeface="Times New Roman" panose="02020503050405090304" pitchFamily="18" charset="0"/>
              </a:rPr>
              <a:t> =2μS</a:t>
            </a:r>
            <a:r>
              <a:rPr lang="zh-CN" altLang="en-US" sz="2000" dirty="0">
                <a:latin typeface="Verdana" panose="020B0804030504040204" pitchFamily="34" charset="0"/>
                <a:ea typeface="楷体_GB2312" pitchFamily="49" charset="-122"/>
                <a:cs typeface="Times New Roman" panose="02020503050405090304" pitchFamily="18" charset="0"/>
              </a:rPr>
              <a:t>。每个同轴电缆网段的长度均为</a:t>
            </a:r>
            <a:r>
              <a:rPr lang="en-US" altLang="zh-CN" sz="2000" dirty="0">
                <a:latin typeface="Verdana" panose="020B0804030504040204" pitchFamily="34" charset="0"/>
                <a:ea typeface="楷体_GB2312" pitchFamily="49" charset="-122"/>
                <a:cs typeface="Times New Roman" panose="02020503050405090304" pitchFamily="18" charset="0"/>
              </a:rPr>
              <a:t>500</a:t>
            </a:r>
            <a:r>
              <a:rPr lang="zh-CN" altLang="en-US" sz="2000" dirty="0">
                <a:latin typeface="Verdana" panose="020B0804030504040204" pitchFamily="34" charset="0"/>
                <a:ea typeface="楷体_GB2312" pitchFamily="49" charset="-122"/>
                <a:cs typeface="Times New Roman" panose="02020503050405090304" pitchFamily="18" charset="0"/>
              </a:rPr>
              <a:t>米，连接同轴电缆与主机或转发器的收发器电缆的长度均为</a:t>
            </a:r>
            <a:r>
              <a:rPr lang="en-US" altLang="zh-CN" sz="2000" dirty="0">
                <a:latin typeface="Verdana" panose="020B0804030504040204" pitchFamily="34" charset="0"/>
                <a:ea typeface="楷体_GB2312" pitchFamily="49" charset="-122"/>
                <a:cs typeface="Times New Roman" panose="02020503050405090304" pitchFamily="18" charset="0"/>
              </a:rPr>
              <a:t>50</a:t>
            </a:r>
            <a:r>
              <a:rPr lang="zh-CN" altLang="en-US" sz="2000" dirty="0">
                <a:latin typeface="Verdana" panose="020B0804030504040204" pitchFamily="34" charset="0"/>
                <a:ea typeface="楷体_GB2312" pitchFamily="49" charset="-122"/>
                <a:cs typeface="Times New Roman" panose="02020503050405090304" pitchFamily="18" charset="0"/>
              </a:rPr>
              <a:t>米。请计算</a:t>
            </a:r>
            <a:r>
              <a:rPr lang="en-US" altLang="zh-CN" sz="2000" dirty="0">
                <a:latin typeface="Verdana" panose="020B0804030504040204" pitchFamily="34" charset="0"/>
                <a:ea typeface="楷体_GB2312" pitchFamily="49" charset="-122"/>
                <a:cs typeface="Times New Roman" panose="02020503050405090304" pitchFamily="18" charset="0"/>
              </a:rPr>
              <a:t>A</a:t>
            </a:r>
            <a:r>
              <a:rPr lang="zh-CN" altLang="en-US" sz="2000" dirty="0">
                <a:latin typeface="Verdana" panose="020B0804030504040204" pitchFamily="34" charset="0"/>
                <a:ea typeface="楷体_GB2312" pitchFamily="49" charset="-122"/>
                <a:cs typeface="Times New Roman" panose="02020503050405090304" pitchFamily="18" charset="0"/>
              </a:rPr>
              <a:t>与</a:t>
            </a:r>
            <a:r>
              <a:rPr lang="en-US" altLang="zh-CN" sz="2000" dirty="0">
                <a:latin typeface="Verdana" panose="020B0804030504040204" pitchFamily="34" charset="0"/>
                <a:ea typeface="楷体_GB2312" pitchFamily="49" charset="-122"/>
                <a:cs typeface="Times New Roman" panose="02020503050405090304" pitchFamily="18" charset="0"/>
              </a:rPr>
              <a:t>B</a:t>
            </a:r>
            <a:r>
              <a:rPr lang="zh-CN" altLang="en-US" sz="2000" dirty="0">
                <a:latin typeface="Verdana" panose="020B0804030504040204" pitchFamily="34" charset="0"/>
                <a:ea typeface="楷体_GB2312" pitchFamily="49" charset="-122"/>
                <a:cs typeface="Times New Roman" panose="02020503050405090304" pitchFamily="18" charset="0"/>
              </a:rPr>
              <a:t>之间通信时的：</a:t>
            </a:r>
            <a:endParaRPr lang="zh-CN" altLang="en-US" sz="2000" dirty="0">
              <a:ea typeface="楷体_GB2312" pitchFamily="49" charset="-122"/>
              <a:cs typeface="Times New Roman" panose="02020503050405090304" pitchFamily="18" charset="0"/>
            </a:endParaRPr>
          </a:p>
          <a:p>
            <a:pPr>
              <a:lnSpc>
                <a:spcPct val="120000"/>
              </a:lnSpc>
              <a:spcBef>
                <a:spcPct val="0"/>
              </a:spcBef>
              <a:buClrTx/>
              <a:buSzTx/>
              <a:buFontTx/>
              <a:buNone/>
              <a:defRPr/>
            </a:pPr>
            <a:r>
              <a:rPr lang="zh-CN" altLang="en-US" sz="2000" dirty="0">
                <a:latin typeface="Verdana" panose="020B0804030504040204" pitchFamily="34" charset="0"/>
                <a:ea typeface="楷体_GB2312" pitchFamily="49" charset="-122"/>
                <a:cs typeface="Times New Roman" panose="02020503050405090304" pitchFamily="18" charset="0"/>
              </a:rPr>
              <a:t>（</a:t>
            </a:r>
            <a:r>
              <a:rPr lang="en-US" altLang="zh-CN" sz="2000" dirty="0">
                <a:latin typeface="Verdana" panose="020B0804030504040204" pitchFamily="34" charset="0"/>
                <a:ea typeface="楷体_GB2312" pitchFamily="49" charset="-122"/>
                <a:cs typeface="Times New Roman" panose="02020503050405090304" pitchFamily="18" charset="0"/>
              </a:rPr>
              <a:t>1</a:t>
            </a:r>
            <a:r>
              <a:rPr lang="zh-CN" altLang="en-US" sz="2000" dirty="0">
                <a:latin typeface="Verdana" panose="020B0804030504040204" pitchFamily="34" charset="0"/>
                <a:ea typeface="楷体_GB2312" pitchFamily="49" charset="-122"/>
                <a:cs typeface="Times New Roman" panose="02020503050405090304" pitchFamily="18" charset="0"/>
              </a:rPr>
              <a:t>）碰撞窗口大小 ；</a:t>
            </a:r>
            <a:endParaRPr lang="zh-CN" altLang="en-US" sz="2000" dirty="0">
              <a:ea typeface="楷体_GB2312" pitchFamily="49" charset="-122"/>
              <a:cs typeface="Times New Roman" panose="02020503050405090304" pitchFamily="18" charset="0"/>
            </a:endParaRPr>
          </a:p>
          <a:p>
            <a:pPr>
              <a:lnSpc>
                <a:spcPct val="120000"/>
              </a:lnSpc>
              <a:spcBef>
                <a:spcPct val="0"/>
              </a:spcBef>
              <a:buClrTx/>
              <a:buSzTx/>
              <a:buFontTx/>
              <a:buNone/>
              <a:defRPr/>
            </a:pPr>
            <a:r>
              <a:rPr lang="zh-CN" altLang="en-US" sz="2000" dirty="0">
                <a:latin typeface="Verdana" panose="020B0804030504040204" pitchFamily="34" charset="0"/>
                <a:ea typeface="楷体_GB2312" pitchFamily="49" charset="-122"/>
                <a:cs typeface="Times New Roman" panose="02020503050405090304" pitchFamily="18" charset="0"/>
              </a:rPr>
              <a:t>（</a:t>
            </a:r>
            <a:r>
              <a:rPr lang="en-US" altLang="zh-CN" sz="2000" dirty="0">
                <a:latin typeface="Verdana" panose="020B0804030504040204" pitchFamily="34" charset="0"/>
                <a:ea typeface="楷体_GB2312" pitchFamily="49" charset="-122"/>
                <a:cs typeface="Times New Roman" panose="02020503050405090304" pitchFamily="18" charset="0"/>
              </a:rPr>
              <a:t>2</a:t>
            </a:r>
            <a:r>
              <a:rPr lang="zh-CN" altLang="en-US" sz="2000" dirty="0">
                <a:latin typeface="Verdana" panose="020B0804030504040204" pitchFamily="34" charset="0"/>
                <a:ea typeface="楷体_GB2312" pitchFamily="49" charset="-122"/>
                <a:cs typeface="Times New Roman" panose="02020503050405090304" pitchFamily="18" charset="0"/>
              </a:rPr>
              <a:t>）要求的最小帧长；</a:t>
            </a:r>
            <a:endParaRPr lang="zh-CN" altLang="en-US" sz="2000" dirty="0">
              <a:ea typeface="楷体_GB2312" pitchFamily="49" charset="-122"/>
              <a:cs typeface="Times New Roman" panose="02020503050405090304" pitchFamily="18" charset="0"/>
            </a:endParaRPr>
          </a:p>
          <a:p>
            <a:pPr>
              <a:lnSpc>
                <a:spcPct val="120000"/>
              </a:lnSpc>
              <a:spcBef>
                <a:spcPct val="0"/>
              </a:spcBef>
              <a:buClrTx/>
              <a:buSzTx/>
              <a:buFontTx/>
              <a:buNone/>
              <a:defRPr/>
            </a:pPr>
            <a:endParaRPr lang="zh-CN" altLang="en-US" sz="2000" dirty="0">
              <a:ea typeface="楷体_GB2312" pitchFamily="49" charset="-122"/>
              <a:cs typeface="Times New Roman" panose="02020503050405090304" pitchFamily="18" charset="0"/>
            </a:endParaRPr>
          </a:p>
        </p:txBody>
      </p:sp>
      <p:grpSp>
        <p:nvGrpSpPr>
          <p:cNvPr id="110598" name="Group 1"/>
          <p:cNvGrpSpPr/>
          <p:nvPr/>
        </p:nvGrpSpPr>
        <p:grpSpPr bwMode="auto">
          <a:xfrm>
            <a:off x="2855914" y="3760788"/>
            <a:ext cx="6264275" cy="2322512"/>
            <a:chOff x="2099" y="1797"/>
            <a:chExt cx="8318" cy="2859"/>
          </a:xfrm>
        </p:grpSpPr>
        <p:sp>
          <p:nvSpPr>
            <p:cNvPr id="110600" name="Text Box 54"/>
            <p:cNvSpPr txBox="1">
              <a:spLocks noChangeArrowheads="1"/>
            </p:cNvSpPr>
            <p:nvPr/>
          </p:nvSpPr>
          <p:spPr bwMode="auto">
            <a:xfrm>
              <a:off x="3930" y="3468"/>
              <a:ext cx="1260" cy="60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9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9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9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9pPr>
            </a:lstStyle>
            <a:p>
              <a:pPr algn="ctr">
                <a:spcBef>
                  <a:spcPct val="0"/>
                </a:spcBef>
                <a:buClrTx/>
                <a:buSzTx/>
                <a:buFontTx/>
                <a:buNone/>
              </a:pPr>
              <a:r>
                <a:rPr lang="zh-CN" altLang="zh-CN" sz="900">
                  <a:latin typeface="Times New Roman" panose="02020503050405090304" pitchFamily="18" charset="0"/>
                  <a:ea typeface="楷体_GB2312" pitchFamily="49" charset="-122"/>
                  <a:cs typeface="Times New Roman" panose="02020503050405090304" pitchFamily="18" charset="0"/>
                </a:rPr>
                <a:t>收发器电缆</a:t>
              </a:r>
              <a:endParaRPr lang="zh-CN" altLang="zh-CN" sz="600">
                <a:ea typeface="楷体_GB2312" pitchFamily="49" charset="-122"/>
                <a:cs typeface="Times New Roman" panose="02020503050405090304" pitchFamily="18" charset="0"/>
              </a:endParaRPr>
            </a:p>
            <a:p>
              <a:pPr algn="ctr">
                <a:spcBef>
                  <a:spcPct val="0"/>
                </a:spcBef>
                <a:buClrTx/>
                <a:buSzTx/>
                <a:buFontTx/>
                <a:buNone/>
              </a:pPr>
              <a:r>
                <a:rPr lang="en-US" altLang="zh-CN" sz="900">
                  <a:latin typeface="Times New Roman" panose="02020503050405090304" pitchFamily="18" charset="0"/>
                  <a:ea typeface="楷体_GB2312" pitchFamily="49" charset="-122"/>
                  <a:cs typeface="Times New Roman" panose="02020503050405090304" pitchFamily="18" charset="0"/>
                </a:rPr>
                <a:t>50</a:t>
              </a:r>
              <a:r>
                <a:rPr lang="zh-CN" altLang="en-US" sz="900">
                  <a:latin typeface="Times New Roman" panose="02020503050405090304" pitchFamily="18" charset="0"/>
                  <a:ea typeface="楷体_GB2312" pitchFamily="49" charset="-122"/>
                  <a:cs typeface="Times New Roman" panose="02020503050405090304" pitchFamily="18" charset="0"/>
                </a:rPr>
                <a:t>米</a:t>
              </a:r>
              <a:endParaRPr lang="zh-CN" altLang="en-US" sz="2000">
                <a:ea typeface="楷体_GB2312" pitchFamily="49" charset="-122"/>
                <a:cs typeface="Times New Roman" panose="02020503050405090304" pitchFamily="18" charset="0"/>
              </a:endParaRPr>
            </a:p>
          </p:txBody>
        </p:sp>
        <p:sp>
          <p:nvSpPr>
            <p:cNvPr id="110601" name="Text Box 53"/>
            <p:cNvSpPr txBox="1">
              <a:spLocks noChangeArrowheads="1"/>
            </p:cNvSpPr>
            <p:nvPr/>
          </p:nvSpPr>
          <p:spPr bwMode="auto">
            <a:xfrm>
              <a:off x="9060" y="4002"/>
              <a:ext cx="1080" cy="60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9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9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9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9pPr>
            </a:lstStyle>
            <a:p>
              <a:pPr algn="ctr">
                <a:spcBef>
                  <a:spcPct val="0"/>
                </a:spcBef>
                <a:buClrTx/>
                <a:buSzTx/>
                <a:buFontTx/>
                <a:buNone/>
              </a:pPr>
              <a:r>
                <a:rPr lang="zh-CN" altLang="zh-CN" sz="900">
                  <a:latin typeface="Times New Roman" panose="02020503050405090304" pitchFamily="18" charset="0"/>
                  <a:ea typeface="楷体_GB2312" pitchFamily="49" charset="-122"/>
                  <a:cs typeface="Times New Roman" panose="02020503050405090304" pitchFamily="18" charset="0"/>
                </a:rPr>
                <a:t>同轴电缆</a:t>
              </a:r>
              <a:endParaRPr lang="zh-CN" altLang="zh-CN" sz="600">
                <a:ea typeface="楷体_GB2312" pitchFamily="49" charset="-122"/>
                <a:cs typeface="Times New Roman" panose="02020503050405090304" pitchFamily="18" charset="0"/>
              </a:endParaRPr>
            </a:p>
            <a:p>
              <a:pPr algn="ctr">
                <a:spcBef>
                  <a:spcPct val="0"/>
                </a:spcBef>
                <a:buClrTx/>
                <a:buSzTx/>
                <a:buFontTx/>
                <a:buNone/>
              </a:pPr>
              <a:r>
                <a:rPr lang="en-US" altLang="zh-CN" sz="900">
                  <a:latin typeface="Times New Roman" panose="02020503050405090304" pitchFamily="18" charset="0"/>
                  <a:ea typeface="楷体_GB2312" pitchFamily="49" charset="-122"/>
                  <a:cs typeface="Times New Roman" panose="02020503050405090304" pitchFamily="18" charset="0"/>
                </a:rPr>
                <a:t>500</a:t>
              </a:r>
              <a:r>
                <a:rPr lang="zh-CN" altLang="en-US" sz="900">
                  <a:latin typeface="Times New Roman" panose="02020503050405090304" pitchFamily="18" charset="0"/>
                  <a:ea typeface="楷体_GB2312" pitchFamily="49" charset="-122"/>
                  <a:cs typeface="Times New Roman" panose="02020503050405090304" pitchFamily="18" charset="0"/>
                </a:rPr>
                <a:t>米</a:t>
              </a:r>
              <a:endParaRPr lang="zh-CN" altLang="en-US" sz="2000">
                <a:ea typeface="楷体_GB2312" pitchFamily="49" charset="-122"/>
                <a:cs typeface="Times New Roman" panose="02020503050405090304" pitchFamily="18" charset="0"/>
              </a:endParaRPr>
            </a:p>
          </p:txBody>
        </p:sp>
        <p:sp>
          <p:nvSpPr>
            <p:cNvPr id="110602" name="Text Box 52"/>
            <p:cNvSpPr txBox="1">
              <a:spLocks noChangeArrowheads="1"/>
            </p:cNvSpPr>
            <p:nvPr/>
          </p:nvSpPr>
          <p:spPr bwMode="auto">
            <a:xfrm>
              <a:off x="7200" y="3423"/>
              <a:ext cx="1080" cy="60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9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9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9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9pPr>
            </a:lstStyle>
            <a:p>
              <a:pPr algn="ctr">
                <a:spcBef>
                  <a:spcPct val="0"/>
                </a:spcBef>
                <a:buClrTx/>
                <a:buSzTx/>
                <a:buFontTx/>
                <a:buNone/>
              </a:pPr>
              <a:r>
                <a:rPr lang="zh-CN" altLang="zh-CN" sz="900">
                  <a:latin typeface="Times New Roman" panose="02020503050405090304" pitchFamily="18" charset="0"/>
                  <a:ea typeface="楷体_GB2312" pitchFamily="49" charset="-122"/>
                  <a:cs typeface="Times New Roman" panose="02020503050405090304" pitchFamily="18" charset="0"/>
                </a:rPr>
                <a:t>同轴电缆</a:t>
              </a:r>
              <a:endParaRPr lang="zh-CN" altLang="zh-CN" sz="600">
                <a:ea typeface="楷体_GB2312" pitchFamily="49" charset="-122"/>
                <a:cs typeface="Times New Roman" panose="02020503050405090304" pitchFamily="18" charset="0"/>
              </a:endParaRPr>
            </a:p>
            <a:p>
              <a:pPr algn="ctr">
                <a:spcBef>
                  <a:spcPct val="0"/>
                </a:spcBef>
                <a:buClrTx/>
                <a:buSzTx/>
                <a:buFontTx/>
                <a:buNone/>
              </a:pPr>
              <a:r>
                <a:rPr lang="en-US" altLang="zh-CN" sz="900">
                  <a:latin typeface="Times New Roman" panose="02020503050405090304" pitchFamily="18" charset="0"/>
                  <a:ea typeface="楷体_GB2312" pitchFamily="49" charset="-122"/>
                  <a:cs typeface="Times New Roman" panose="02020503050405090304" pitchFamily="18" charset="0"/>
                </a:rPr>
                <a:t>500</a:t>
              </a:r>
              <a:r>
                <a:rPr lang="zh-CN" altLang="en-US" sz="900">
                  <a:latin typeface="Times New Roman" panose="02020503050405090304" pitchFamily="18" charset="0"/>
                  <a:ea typeface="楷体_GB2312" pitchFamily="49" charset="-122"/>
                  <a:cs typeface="Times New Roman" panose="02020503050405090304" pitchFamily="18" charset="0"/>
                </a:rPr>
                <a:t>米</a:t>
              </a:r>
              <a:endParaRPr lang="zh-CN" altLang="en-US" sz="2000">
                <a:ea typeface="楷体_GB2312" pitchFamily="49" charset="-122"/>
                <a:cs typeface="Times New Roman" panose="02020503050405090304" pitchFamily="18" charset="0"/>
              </a:endParaRPr>
            </a:p>
          </p:txBody>
        </p:sp>
        <p:sp>
          <p:nvSpPr>
            <p:cNvPr id="110603" name="Text Box 51"/>
            <p:cNvSpPr txBox="1">
              <a:spLocks noChangeArrowheads="1"/>
            </p:cNvSpPr>
            <p:nvPr/>
          </p:nvSpPr>
          <p:spPr bwMode="auto">
            <a:xfrm>
              <a:off x="5460" y="3936"/>
              <a:ext cx="1080" cy="60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9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9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9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9pPr>
            </a:lstStyle>
            <a:p>
              <a:pPr algn="ctr">
                <a:spcBef>
                  <a:spcPct val="0"/>
                </a:spcBef>
                <a:buClrTx/>
                <a:buSzTx/>
                <a:buFontTx/>
                <a:buNone/>
              </a:pPr>
              <a:r>
                <a:rPr lang="zh-CN" altLang="zh-CN" sz="900">
                  <a:latin typeface="Times New Roman" panose="02020503050405090304" pitchFamily="18" charset="0"/>
                  <a:ea typeface="楷体_GB2312" pitchFamily="49" charset="-122"/>
                  <a:cs typeface="Times New Roman" panose="02020503050405090304" pitchFamily="18" charset="0"/>
                </a:rPr>
                <a:t>同轴电缆</a:t>
              </a:r>
              <a:endParaRPr lang="zh-CN" altLang="zh-CN" sz="600">
                <a:ea typeface="楷体_GB2312" pitchFamily="49" charset="-122"/>
                <a:cs typeface="Times New Roman" panose="02020503050405090304" pitchFamily="18" charset="0"/>
              </a:endParaRPr>
            </a:p>
            <a:p>
              <a:pPr algn="ctr">
                <a:spcBef>
                  <a:spcPct val="0"/>
                </a:spcBef>
                <a:buClrTx/>
                <a:buSzTx/>
                <a:buFontTx/>
                <a:buNone/>
              </a:pPr>
              <a:r>
                <a:rPr lang="en-US" altLang="zh-CN" sz="900">
                  <a:latin typeface="Times New Roman" panose="02020503050405090304" pitchFamily="18" charset="0"/>
                  <a:ea typeface="楷体_GB2312" pitchFamily="49" charset="-122"/>
                  <a:cs typeface="Times New Roman" panose="02020503050405090304" pitchFamily="18" charset="0"/>
                </a:rPr>
                <a:t>500</a:t>
              </a:r>
              <a:r>
                <a:rPr lang="zh-CN" altLang="en-US" sz="900">
                  <a:latin typeface="Times New Roman" panose="02020503050405090304" pitchFamily="18" charset="0"/>
                  <a:ea typeface="楷体_GB2312" pitchFamily="49" charset="-122"/>
                  <a:cs typeface="Times New Roman" panose="02020503050405090304" pitchFamily="18" charset="0"/>
                </a:rPr>
                <a:t>米</a:t>
              </a:r>
              <a:endParaRPr lang="zh-CN" altLang="en-US" sz="2000">
                <a:ea typeface="楷体_GB2312" pitchFamily="49" charset="-122"/>
                <a:cs typeface="Times New Roman" panose="02020503050405090304" pitchFamily="18" charset="0"/>
              </a:endParaRPr>
            </a:p>
          </p:txBody>
        </p:sp>
        <p:sp>
          <p:nvSpPr>
            <p:cNvPr id="110604" name="Text Box 50"/>
            <p:cNvSpPr txBox="1">
              <a:spLocks noChangeArrowheads="1"/>
            </p:cNvSpPr>
            <p:nvPr/>
          </p:nvSpPr>
          <p:spPr bwMode="auto">
            <a:xfrm>
              <a:off x="2340" y="2115"/>
              <a:ext cx="1080" cy="60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9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9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9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9pPr>
            </a:lstStyle>
            <a:p>
              <a:pPr algn="ctr">
                <a:spcBef>
                  <a:spcPct val="0"/>
                </a:spcBef>
                <a:buClrTx/>
                <a:buSzTx/>
                <a:buFontTx/>
                <a:buNone/>
              </a:pPr>
              <a:r>
                <a:rPr lang="zh-CN" altLang="zh-CN" sz="900">
                  <a:latin typeface="Times New Roman" panose="02020503050405090304" pitchFamily="18" charset="0"/>
                  <a:ea typeface="楷体_GB2312" pitchFamily="49" charset="-122"/>
                  <a:cs typeface="Times New Roman" panose="02020503050405090304" pitchFamily="18" charset="0"/>
                </a:rPr>
                <a:t>同轴电缆</a:t>
              </a:r>
              <a:endParaRPr lang="zh-CN" altLang="zh-CN" sz="600">
                <a:ea typeface="楷体_GB2312" pitchFamily="49" charset="-122"/>
                <a:cs typeface="Times New Roman" panose="02020503050405090304" pitchFamily="18" charset="0"/>
              </a:endParaRPr>
            </a:p>
            <a:p>
              <a:pPr algn="ctr">
                <a:spcBef>
                  <a:spcPct val="0"/>
                </a:spcBef>
                <a:buClrTx/>
                <a:buSzTx/>
                <a:buFontTx/>
                <a:buNone/>
              </a:pPr>
              <a:r>
                <a:rPr lang="en-US" altLang="zh-CN" sz="900">
                  <a:latin typeface="Times New Roman" panose="02020503050405090304" pitchFamily="18" charset="0"/>
                  <a:ea typeface="楷体_GB2312" pitchFamily="49" charset="-122"/>
                  <a:cs typeface="Times New Roman" panose="02020503050405090304" pitchFamily="18" charset="0"/>
                </a:rPr>
                <a:t>500</a:t>
              </a:r>
              <a:r>
                <a:rPr lang="zh-CN" altLang="en-US" sz="900">
                  <a:latin typeface="Times New Roman" panose="02020503050405090304" pitchFamily="18" charset="0"/>
                  <a:ea typeface="楷体_GB2312" pitchFamily="49" charset="-122"/>
                  <a:cs typeface="Times New Roman" panose="02020503050405090304" pitchFamily="18" charset="0"/>
                </a:rPr>
                <a:t>米</a:t>
              </a:r>
              <a:endParaRPr lang="zh-CN" altLang="en-US" sz="2000">
                <a:ea typeface="楷体_GB2312" pitchFamily="49" charset="-122"/>
                <a:cs typeface="Times New Roman" panose="02020503050405090304" pitchFamily="18" charset="0"/>
              </a:endParaRPr>
            </a:p>
          </p:txBody>
        </p:sp>
        <p:sp>
          <p:nvSpPr>
            <p:cNvPr id="110605" name="Text Box 49"/>
            <p:cNvSpPr txBox="1">
              <a:spLocks noChangeArrowheads="1"/>
            </p:cNvSpPr>
            <p:nvPr/>
          </p:nvSpPr>
          <p:spPr bwMode="auto">
            <a:xfrm>
              <a:off x="4170" y="2082"/>
              <a:ext cx="1080" cy="60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9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9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9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9pPr>
            </a:lstStyle>
            <a:p>
              <a:pPr algn="ctr">
                <a:spcBef>
                  <a:spcPct val="0"/>
                </a:spcBef>
                <a:buClrTx/>
                <a:buSzTx/>
                <a:buFontTx/>
                <a:buNone/>
              </a:pPr>
              <a:r>
                <a:rPr lang="zh-CN" altLang="zh-CN" sz="900">
                  <a:latin typeface="Times New Roman" panose="02020503050405090304" pitchFamily="18" charset="0"/>
                  <a:ea typeface="楷体_GB2312" pitchFamily="49" charset="-122"/>
                  <a:cs typeface="Times New Roman" panose="02020503050405090304" pitchFamily="18" charset="0"/>
                </a:rPr>
                <a:t>同轴电缆</a:t>
              </a:r>
              <a:endParaRPr lang="zh-CN" altLang="zh-CN" sz="600">
                <a:ea typeface="楷体_GB2312" pitchFamily="49" charset="-122"/>
                <a:cs typeface="Times New Roman" panose="02020503050405090304" pitchFamily="18" charset="0"/>
              </a:endParaRPr>
            </a:p>
            <a:p>
              <a:pPr algn="ctr">
                <a:spcBef>
                  <a:spcPct val="0"/>
                </a:spcBef>
                <a:buClrTx/>
                <a:buSzTx/>
                <a:buFontTx/>
                <a:buNone/>
              </a:pPr>
              <a:r>
                <a:rPr lang="en-US" altLang="zh-CN" sz="900">
                  <a:latin typeface="Times New Roman" panose="02020503050405090304" pitchFamily="18" charset="0"/>
                  <a:ea typeface="楷体_GB2312" pitchFamily="49" charset="-122"/>
                  <a:cs typeface="Times New Roman" panose="02020503050405090304" pitchFamily="18" charset="0"/>
                </a:rPr>
                <a:t>500</a:t>
              </a:r>
              <a:r>
                <a:rPr lang="zh-CN" altLang="en-US" sz="900">
                  <a:latin typeface="Times New Roman" panose="02020503050405090304" pitchFamily="18" charset="0"/>
                  <a:ea typeface="楷体_GB2312" pitchFamily="49" charset="-122"/>
                  <a:cs typeface="Times New Roman" panose="02020503050405090304" pitchFamily="18" charset="0"/>
                </a:rPr>
                <a:t>米</a:t>
              </a:r>
              <a:endParaRPr lang="zh-CN" altLang="en-US" sz="2000">
                <a:ea typeface="楷体_GB2312" pitchFamily="49" charset="-122"/>
                <a:cs typeface="Times New Roman" panose="02020503050405090304" pitchFamily="18" charset="0"/>
              </a:endParaRPr>
            </a:p>
          </p:txBody>
        </p:sp>
        <p:sp>
          <p:nvSpPr>
            <p:cNvPr id="110606" name="Text Box 48"/>
            <p:cNvSpPr txBox="1">
              <a:spLocks noChangeArrowheads="1"/>
            </p:cNvSpPr>
            <p:nvPr/>
          </p:nvSpPr>
          <p:spPr bwMode="auto">
            <a:xfrm>
              <a:off x="5415" y="3129"/>
              <a:ext cx="1080" cy="39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9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9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9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9pPr>
            </a:lstStyle>
            <a:p>
              <a:pPr>
                <a:spcBef>
                  <a:spcPct val="0"/>
                </a:spcBef>
                <a:buClrTx/>
                <a:buSzTx/>
                <a:buFontTx/>
                <a:buNone/>
              </a:pPr>
              <a:r>
                <a:rPr lang="zh-CN" altLang="zh-CN" sz="900">
                  <a:latin typeface="Times New Roman" panose="02020503050405090304" pitchFamily="18" charset="0"/>
                  <a:ea typeface="楷体_GB2312" pitchFamily="49" charset="-122"/>
                  <a:cs typeface="Times New Roman" panose="02020503050405090304" pitchFamily="18" charset="0"/>
                </a:rPr>
                <a:t>转发器</a:t>
              </a:r>
              <a:endParaRPr lang="zh-CN" altLang="zh-CN" sz="2000">
                <a:ea typeface="楷体_GB2312" pitchFamily="49" charset="-122"/>
                <a:cs typeface="Times New Roman" panose="02020503050405090304" pitchFamily="18" charset="0"/>
              </a:endParaRPr>
            </a:p>
          </p:txBody>
        </p:sp>
        <p:sp>
          <p:nvSpPr>
            <p:cNvPr id="110607" name="Text Box 47"/>
            <p:cNvSpPr txBox="1">
              <a:spLocks noChangeArrowheads="1"/>
            </p:cNvSpPr>
            <p:nvPr/>
          </p:nvSpPr>
          <p:spPr bwMode="auto">
            <a:xfrm>
              <a:off x="2099" y="1797"/>
              <a:ext cx="241" cy="312"/>
            </a:xfrm>
            <a:prstGeom prst="rect">
              <a:avLst/>
            </a:prstGeom>
            <a:solidFill>
              <a:srgbClr val="FFFF00"/>
            </a:solidFill>
            <a:ln w="9525">
              <a:solidFill>
                <a:srgbClr val="000000"/>
              </a:solidFill>
              <a:miter lim="800000"/>
            </a:ln>
          </p:spPr>
          <p:txBody>
            <a:bodyPr lIns="0" tIns="0" rIns="0" bIns="36000"/>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9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9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9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9pPr>
            </a:lstStyle>
            <a:p>
              <a:pPr algn="ctr">
                <a:spcBef>
                  <a:spcPct val="0"/>
                </a:spcBef>
                <a:buClrTx/>
                <a:buSzTx/>
                <a:buFontTx/>
                <a:buNone/>
              </a:pPr>
              <a:r>
                <a:rPr lang="en-US" altLang="zh-CN" sz="1000">
                  <a:solidFill>
                    <a:srgbClr val="FF0000"/>
                  </a:solidFill>
                  <a:latin typeface="Times New Roman" panose="02020503050405090304" pitchFamily="18" charset="0"/>
                  <a:ea typeface="楷体_GB2312" pitchFamily="49" charset="-122"/>
                  <a:cs typeface="Times New Roman" panose="02020503050405090304" pitchFamily="18" charset="0"/>
                </a:rPr>
                <a:t>A</a:t>
              </a:r>
              <a:endParaRPr lang="en-US" altLang="zh-CN" sz="2000">
                <a:solidFill>
                  <a:srgbClr val="FF0000"/>
                </a:solidFill>
                <a:ea typeface="楷体_GB2312" pitchFamily="49" charset="-122"/>
                <a:cs typeface="Times New Roman" panose="02020503050405090304" pitchFamily="18" charset="0"/>
              </a:endParaRPr>
            </a:p>
          </p:txBody>
        </p:sp>
        <p:sp>
          <p:nvSpPr>
            <p:cNvPr id="110608" name="Line 46"/>
            <p:cNvSpPr>
              <a:spLocks noChangeShapeType="1"/>
            </p:cNvSpPr>
            <p:nvPr/>
          </p:nvSpPr>
          <p:spPr bwMode="auto">
            <a:xfrm>
              <a:off x="2250" y="2121"/>
              <a:ext cx="0" cy="486"/>
            </a:xfrm>
            <a:prstGeom prst="line">
              <a:avLst/>
            </a:prstGeom>
            <a:noFill/>
            <a:ln w="9525">
              <a:solidFill>
                <a:srgbClr val="FF3300"/>
              </a:solidFill>
              <a:round/>
            </a:ln>
            <a:extLst>
              <a:ext uri="{909E8E84-426E-40DD-AFC4-6F175D3DCCD1}">
                <a14:hiddenFill xmlns:a14="http://schemas.microsoft.com/office/drawing/2010/main">
                  <a:noFill/>
                </a14:hiddenFill>
              </a:ext>
            </a:extLst>
          </p:spPr>
          <p:txBody>
            <a:bodyPr/>
            <a:lstStyle/>
            <a:p>
              <a:endParaRPr lang="zh-CN" altLang="en-US"/>
            </a:p>
          </p:txBody>
        </p:sp>
        <p:grpSp>
          <p:nvGrpSpPr>
            <p:cNvPr id="110609" name="Group 42"/>
            <p:cNvGrpSpPr/>
            <p:nvPr/>
          </p:nvGrpSpPr>
          <p:grpSpPr bwMode="auto">
            <a:xfrm>
              <a:off x="2160" y="2607"/>
              <a:ext cx="1455" cy="158"/>
              <a:chOff x="2160" y="2607"/>
              <a:chExt cx="1455" cy="158"/>
            </a:xfrm>
          </p:grpSpPr>
          <p:sp>
            <p:nvSpPr>
              <p:cNvPr id="110650" name="Line 45"/>
              <p:cNvSpPr>
                <a:spLocks noChangeShapeType="1"/>
              </p:cNvSpPr>
              <p:nvPr/>
            </p:nvSpPr>
            <p:spPr bwMode="auto">
              <a:xfrm>
                <a:off x="2160" y="2688"/>
                <a:ext cx="144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0651" name="Rectangle 44"/>
              <p:cNvSpPr>
                <a:spLocks noChangeArrowheads="1"/>
              </p:cNvSpPr>
              <p:nvPr/>
            </p:nvSpPr>
            <p:spPr bwMode="auto">
              <a:xfrm>
                <a:off x="2160" y="2610"/>
                <a:ext cx="180" cy="155"/>
              </a:xfrm>
              <a:prstGeom prst="rect">
                <a:avLst/>
              </a:prstGeom>
              <a:solidFill>
                <a:srgbClr val="FFFFFF"/>
              </a:solidFill>
              <a:ln w="9525">
                <a:solidFill>
                  <a:srgbClr val="000000"/>
                </a:solidFill>
                <a:miter lim="800000"/>
              </a:ln>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9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9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9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9pPr>
              </a:lstStyle>
              <a:p>
                <a:pPr>
                  <a:spcBef>
                    <a:spcPct val="0"/>
                  </a:spcBef>
                  <a:buClrTx/>
                  <a:buSzTx/>
                  <a:buFontTx/>
                  <a:buNone/>
                </a:pPr>
                <a:endParaRPr lang="zh-CN" altLang="en-US" sz="2000">
                  <a:ea typeface="楷体_GB2312" pitchFamily="49" charset="-122"/>
                </a:endParaRPr>
              </a:p>
            </p:txBody>
          </p:sp>
          <p:sp>
            <p:nvSpPr>
              <p:cNvPr id="110652" name="Rectangle 43"/>
              <p:cNvSpPr>
                <a:spLocks noChangeArrowheads="1"/>
              </p:cNvSpPr>
              <p:nvPr/>
            </p:nvSpPr>
            <p:spPr bwMode="auto">
              <a:xfrm>
                <a:off x="3435" y="2607"/>
                <a:ext cx="180" cy="155"/>
              </a:xfrm>
              <a:prstGeom prst="rect">
                <a:avLst/>
              </a:prstGeom>
              <a:solidFill>
                <a:srgbClr val="FFFFFF"/>
              </a:solidFill>
              <a:ln w="9525">
                <a:solidFill>
                  <a:srgbClr val="000000"/>
                </a:solidFill>
                <a:miter lim="800000"/>
              </a:ln>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9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9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9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9pPr>
              </a:lstStyle>
              <a:p>
                <a:pPr>
                  <a:spcBef>
                    <a:spcPct val="0"/>
                  </a:spcBef>
                  <a:buClrTx/>
                  <a:buSzTx/>
                  <a:buFontTx/>
                  <a:buNone/>
                </a:pPr>
                <a:endParaRPr lang="zh-CN" altLang="en-US" sz="2000">
                  <a:ea typeface="楷体_GB2312" pitchFamily="49" charset="-122"/>
                </a:endParaRPr>
              </a:p>
            </p:txBody>
          </p:sp>
        </p:grpSp>
        <p:grpSp>
          <p:nvGrpSpPr>
            <p:cNvPr id="110610" name="Group 38"/>
            <p:cNvGrpSpPr/>
            <p:nvPr/>
          </p:nvGrpSpPr>
          <p:grpSpPr bwMode="auto">
            <a:xfrm>
              <a:off x="3990" y="2607"/>
              <a:ext cx="1455" cy="158"/>
              <a:chOff x="2160" y="2607"/>
              <a:chExt cx="1455" cy="158"/>
            </a:xfrm>
          </p:grpSpPr>
          <p:sp>
            <p:nvSpPr>
              <p:cNvPr id="110647" name="Line 41"/>
              <p:cNvSpPr>
                <a:spLocks noChangeShapeType="1"/>
              </p:cNvSpPr>
              <p:nvPr/>
            </p:nvSpPr>
            <p:spPr bwMode="auto">
              <a:xfrm flipV="1">
                <a:off x="2250" y="2688"/>
                <a:ext cx="1335" cy="6"/>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0648" name="Rectangle 40"/>
              <p:cNvSpPr>
                <a:spLocks noChangeArrowheads="1"/>
              </p:cNvSpPr>
              <p:nvPr/>
            </p:nvSpPr>
            <p:spPr bwMode="auto">
              <a:xfrm>
                <a:off x="2160" y="2610"/>
                <a:ext cx="180" cy="155"/>
              </a:xfrm>
              <a:prstGeom prst="rect">
                <a:avLst/>
              </a:prstGeom>
              <a:solidFill>
                <a:srgbClr val="FFFFFF"/>
              </a:solidFill>
              <a:ln w="9525">
                <a:solidFill>
                  <a:srgbClr val="000000"/>
                </a:solidFill>
                <a:miter lim="800000"/>
              </a:ln>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9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9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9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9pPr>
              </a:lstStyle>
              <a:p>
                <a:pPr>
                  <a:spcBef>
                    <a:spcPct val="0"/>
                  </a:spcBef>
                  <a:buClrTx/>
                  <a:buSzTx/>
                  <a:buFontTx/>
                  <a:buNone/>
                </a:pPr>
                <a:endParaRPr lang="zh-CN" altLang="en-US" sz="2000">
                  <a:ea typeface="楷体_GB2312" pitchFamily="49" charset="-122"/>
                </a:endParaRPr>
              </a:p>
            </p:txBody>
          </p:sp>
          <p:sp>
            <p:nvSpPr>
              <p:cNvPr id="110649" name="Rectangle 39"/>
              <p:cNvSpPr>
                <a:spLocks noChangeArrowheads="1"/>
              </p:cNvSpPr>
              <p:nvPr/>
            </p:nvSpPr>
            <p:spPr bwMode="auto">
              <a:xfrm>
                <a:off x="3435" y="2607"/>
                <a:ext cx="180" cy="155"/>
              </a:xfrm>
              <a:prstGeom prst="rect">
                <a:avLst/>
              </a:prstGeom>
              <a:solidFill>
                <a:srgbClr val="FFFFFF"/>
              </a:solidFill>
              <a:ln w="9525">
                <a:solidFill>
                  <a:srgbClr val="000000"/>
                </a:solidFill>
                <a:miter lim="800000"/>
              </a:ln>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9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9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9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9pPr>
              </a:lstStyle>
              <a:p>
                <a:pPr>
                  <a:spcBef>
                    <a:spcPct val="0"/>
                  </a:spcBef>
                  <a:buClrTx/>
                  <a:buSzTx/>
                  <a:buFontTx/>
                  <a:buNone/>
                </a:pPr>
                <a:endParaRPr lang="zh-CN" altLang="en-US" sz="2000">
                  <a:ea typeface="楷体_GB2312" pitchFamily="49" charset="-122"/>
                </a:endParaRPr>
              </a:p>
            </p:txBody>
          </p:sp>
        </p:grpSp>
        <p:grpSp>
          <p:nvGrpSpPr>
            <p:cNvPr id="110611" name="Group 34"/>
            <p:cNvGrpSpPr/>
            <p:nvPr/>
          </p:nvGrpSpPr>
          <p:grpSpPr bwMode="auto">
            <a:xfrm>
              <a:off x="5265" y="3900"/>
              <a:ext cx="1455" cy="158"/>
              <a:chOff x="2160" y="2607"/>
              <a:chExt cx="1455" cy="158"/>
            </a:xfrm>
          </p:grpSpPr>
          <p:sp>
            <p:nvSpPr>
              <p:cNvPr id="110644" name="Line 37"/>
              <p:cNvSpPr>
                <a:spLocks noChangeShapeType="1"/>
              </p:cNvSpPr>
              <p:nvPr/>
            </p:nvSpPr>
            <p:spPr bwMode="auto">
              <a:xfrm>
                <a:off x="2160" y="2688"/>
                <a:ext cx="144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0645" name="Rectangle 36"/>
              <p:cNvSpPr>
                <a:spLocks noChangeArrowheads="1"/>
              </p:cNvSpPr>
              <p:nvPr/>
            </p:nvSpPr>
            <p:spPr bwMode="auto">
              <a:xfrm>
                <a:off x="2160" y="2610"/>
                <a:ext cx="180" cy="155"/>
              </a:xfrm>
              <a:prstGeom prst="rect">
                <a:avLst/>
              </a:prstGeom>
              <a:solidFill>
                <a:srgbClr val="FFFFFF"/>
              </a:solidFill>
              <a:ln w="9525">
                <a:solidFill>
                  <a:srgbClr val="000000"/>
                </a:solidFill>
                <a:miter lim="800000"/>
              </a:ln>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9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9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9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9pPr>
              </a:lstStyle>
              <a:p>
                <a:pPr>
                  <a:spcBef>
                    <a:spcPct val="0"/>
                  </a:spcBef>
                  <a:buClrTx/>
                  <a:buSzTx/>
                  <a:buFontTx/>
                  <a:buNone/>
                </a:pPr>
                <a:endParaRPr lang="zh-CN" altLang="en-US" sz="2000">
                  <a:ea typeface="楷体_GB2312" pitchFamily="49" charset="-122"/>
                </a:endParaRPr>
              </a:p>
            </p:txBody>
          </p:sp>
          <p:sp>
            <p:nvSpPr>
              <p:cNvPr id="110646" name="Rectangle 35"/>
              <p:cNvSpPr>
                <a:spLocks noChangeArrowheads="1"/>
              </p:cNvSpPr>
              <p:nvPr/>
            </p:nvSpPr>
            <p:spPr bwMode="auto">
              <a:xfrm>
                <a:off x="3435" y="2607"/>
                <a:ext cx="180" cy="155"/>
              </a:xfrm>
              <a:prstGeom prst="rect">
                <a:avLst/>
              </a:prstGeom>
              <a:solidFill>
                <a:srgbClr val="FFFFFF"/>
              </a:solidFill>
              <a:ln w="9525">
                <a:solidFill>
                  <a:srgbClr val="000000"/>
                </a:solidFill>
                <a:miter lim="800000"/>
              </a:ln>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9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9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9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9pPr>
              </a:lstStyle>
              <a:p>
                <a:pPr>
                  <a:spcBef>
                    <a:spcPct val="0"/>
                  </a:spcBef>
                  <a:buClrTx/>
                  <a:buSzTx/>
                  <a:buFontTx/>
                  <a:buNone/>
                </a:pPr>
                <a:endParaRPr lang="zh-CN" altLang="en-US" sz="2000">
                  <a:ea typeface="楷体_GB2312" pitchFamily="49" charset="-122"/>
                </a:endParaRPr>
              </a:p>
            </p:txBody>
          </p:sp>
        </p:grpSp>
        <p:grpSp>
          <p:nvGrpSpPr>
            <p:cNvPr id="110612" name="Group 30"/>
            <p:cNvGrpSpPr/>
            <p:nvPr/>
          </p:nvGrpSpPr>
          <p:grpSpPr bwMode="auto">
            <a:xfrm>
              <a:off x="7080" y="3915"/>
              <a:ext cx="1455" cy="158"/>
              <a:chOff x="2160" y="2607"/>
              <a:chExt cx="1455" cy="158"/>
            </a:xfrm>
          </p:grpSpPr>
          <p:sp>
            <p:nvSpPr>
              <p:cNvPr id="110641" name="Line 33"/>
              <p:cNvSpPr>
                <a:spLocks noChangeShapeType="1"/>
              </p:cNvSpPr>
              <p:nvPr/>
            </p:nvSpPr>
            <p:spPr bwMode="auto">
              <a:xfrm>
                <a:off x="2160" y="2688"/>
                <a:ext cx="144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0642" name="Rectangle 32"/>
              <p:cNvSpPr>
                <a:spLocks noChangeArrowheads="1"/>
              </p:cNvSpPr>
              <p:nvPr/>
            </p:nvSpPr>
            <p:spPr bwMode="auto">
              <a:xfrm>
                <a:off x="2160" y="2610"/>
                <a:ext cx="180" cy="155"/>
              </a:xfrm>
              <a:prstGeom prst="rect">
                <a:avLst/>
              </a:prstGeom>
              <a:solidFill>
                <a:srgbClr val="FFFFFF"/>
              </a:solidFill>
              <a:ln w="9525">
                <a:solidFill>
                  <a:srgbClr val="000000"/>
                </a:solidFill>
                <a:miter lim="800000"/>
              </a:ln>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9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9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9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9pPr>
              </a:lstStyle>
              <a:p>
                <a:pPr>
                  <a:spcBef>
                    <a:spcPct val="0"/>
                  </a:spcBef>
                  <a:buClrTx/>
                  <a:buSzTx/>
                  <a:buFontTx/>
                  <a:buNone/>
                </a:pPr>
                <a:endParaRPr lang="zh-CN" altLang="en-US" sz="2000">
                  <a:ea typeface="楷体_GB2312" pitchFamily="49" charset="-122"/>
                </a:endParaRPr>
              </a:p>
            </p:txBody>
          </p:sp>
          <p:sp>
            <p:nvSpPr>
              <p:cNvPr id="110643" name="Rectangle 31"/>
              <p:cNvSpPr>
                <a:spLocks noChangeArrowheads="1"/>
              </p:cNvSpPr>
              <p:nvPr/>
            </p:nvSpPr>
            <p:spPr bwMode="auto">
              <a:xfrm>
                <a:off x="3435" y="2607"/>
                <a:ext cx="180" cy="155"/>
              </a:xfrm>
              <a:prstGeom prst="rect">
                <a:avLst/>
              </a:prstGeom>
              <a:solidFill>
                <a:srgbClr val="FFFFFF"/>
              </a:solidFill>
              <a:ln w="9525">
                <a:solidFill>
                  <a:srgbClr val="000000"/>
                </a:solidFill>
                <a:miter lim="800000"/>
              </a:ln>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9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9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9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9pPr>
              </a:lstStyle>
              <a:p>
                <a:pPr>
                  <a:spcBef>
                    <a:spcPct val="0"/>
                  </a:spcBef>
                  <a:buClrTx/>
                  <a:buSzTx/>
                  <a:buFontTx/>
                  <a:buNone/>
                </a:pPr>
                <a:endParaRPr lang="zh-CN" altLang="en-US" sz="2000">
                  <a:ea typeface="楷体_GB2312" pitchFamily="49" charset="-122"/>
                </a:endParaRPr>
              </a:p>
            </p:txBody>
          </p:sp>
        </p:grpSp>
        <p:grpSp>
          <p:nvGrpSpPr>
            <p:cNvPr id="110613" name="Group 26"/>
            <p:cNvGrpSpPr/>
            <p:nvPr/>
          </p:nvGrpSpPr>
          <p:grpSpPr bwMode="auto">
            <a:xfrm>
              <a:off x="8895" y="3930"/>
              <a:ext cx="1455" cy="158"/>
              <a:chOff x="2160" y="2607"/>
              <a:chExt cx="1455" cy="158"/>
            </a:xfrm>
          </p:grpSpPr>
          <p:sp>
            <p:nvSpPr>
              <p:cNvPr id="110638" name="Line 29"/>
              <p:cNvSpPr>
                <a:spLocks noChangeShapeType="1"/>
              </p:cNvSpPr>
              <p:nvPr/>
            </p:nvSpPr>
            <p:spPr bwMode="auto">
              <a:xfrm>
                <a:off x="2160" y="2688"/>
                <a:ext cx="144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0639" name="Rectangle 28"/>
              <p:cNvSpPr>
                <a:spLocks noChangeArrowheads="1"/>
              </p:cNvSpPr>
              <p:nvPr/>
            </p:nvSpPr>
            <p:spPr bwMode="auto">
              <a:xfrm>
                <a:off x="2160" y="2610"/>
                <a:ext cx="180" cy="155"/>
              </a:xfrm>
              <a:prstGeom prst="rect">
                <a:avLst/>
              </a:prstGeom>
              <a:solidFill>
                <a:srgbClr val="FFFFFF"/>
              </a:solidFill>
              <a:ln w="9525">
                <a:solidFill>
                  <a:srgbClr val="000000"/>
                </a:solidFill>
                <a:miter lim="800000"/>
              </a:ln>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9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9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9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9pPr>
              </a:lstStyle>
              <a:p>
                <a:pPr>
                  <a:spcBef>
                    <a:spcPct val="0"/>
                  </a:spcBef>
                  <a:buClrTx/>
                  <a:buSzTx/>
                  <a:buFontTx/>
                  <a:buNone/>
                </a:pPr>
                <a:endParaRPr lang="zh-CN" altLang="en-US" sz="2000">
                  <a:ea typeface="楷体_GB2312" pitchFamily="49" charset="-122"/>
                </a:endParaRPr>
              </a:p>
            </p:txBody>
          </p:sp>
          <p:sp>
            <p:nvSpPr>
              <p:cNvPr id="110640" name="Rectangle 27"/>
              <p:cNvSpPr>
                <a:spLocks noChangeArrowheads="1"/>
              </p:cNvSpPr>
              <p:nvPr/>
            </p:nvSpPr>
            <p:spPr bwMode="auto">
              <a:xfrm>
                <a:off x="3435" y="2607"/>
                <a:ext cx="180" cy="155"/>
              </a:xfrm>
              <a:prstGeom prst="rect">
                <a:avLst/>
              </a:prstGeom>
              <a:solidFill>
                <a:srgbClr val="FFFFFF"/>
              </a:solidFill>
              <a:ln w="9525">
                <a:solidFill>
                  <a:srgbClr val="000000"/>
                </a:solidFill>
                <a:miter lim="800000"/>
              </a:ln>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9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9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9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9pPr>
              </a:lstStyle>
              <a:p>
                <a:pPr>
                  <a:spcBef>
                    <a:spcPct val="0"/>
                  </a:spcBef>
                  <a:buClrTx/>
                  <a:buSzTx/>
                  <a:buFontTx/>
                  <a:buNone/>
                </a:pPr>
                <a:endParaRPr lang="zh-CN" altLang="en-US" sz="2000">
                  <a:ea typeface="楷体_GB2312" pitchFamily="49" charset="-122"/>
                </a:endParaRPr>
              </a:p>
            </p:txBody>
          </p:sp>
        </p:grpSp>
        <p:grpSp>
          <p:nvGrpSpPr>
            <p:cNvPr id="110614" name="Group 21"/>
            <p:cNvGrpSpPr/>
            <p:nvPr/>
          </p:nvGrpSpPr>
          <p:grpSpPr bwMode="auto">
            <a:xfrm>
              <a:off x="3540" y="2769"/>
              <a:ext cx="540" cy="564"/>
              <a:chOff x="3540" y="2769"/>
              <a:chExt cx="540" cy="564"/>
            </a:xfrm>
          </p:grpSpPr>
          <p:sp>
            <p:nvSpPr>
              <p:cNvPr id="110634" name="Line 25"/>
              <p:cNvSpPr>
                <a:spLocks noChangeShapeType="1"/>
              </p:cNvSpPr>
              <p:nvPr/>
            </p:nvSpPr>
            <p:spPr bwMode="auto">
              <a:xfrm>
                <a:off x="3540" y="2769"/>
                <a:ext cx="0" cy="486"/>
              </a:xfrm>
              <a:prstGeom prst="line">
                <a:avLst/>
              </a:prstGeom>
              <a:noFill/>
              <a:ln w="9525">
                <a:solidFill>
                  <a:srgbClr val="FF33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0635" name="Line 24"/>
              <p:cNvSpPr>
                <a:spLocks noChangeShapeType="1"/>
              </p:cNvSpPr>
              <p:nvPr/>
            </p:nvSpPr>
            <p:spPr bwMode="auto">
              <a:xfrm>
                <a:off x="4080" y="2778"/>
                <a:ext cx="0" cy="486"/>
              </a:xfrm>
              <a:prstGeom prst="line">
                <a:avLst/>
              </a:prstGeom>
              <a:noFill/>
              <a:ln w="9525">
                <a:solidFill>
                  <a:srgbClr val="FF33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0636" name="Line 23"/>
              <p:cNvSpPr>
                <a:spLocks noChangeShapeType="1"/>
              </p:cNvSpPr>
              <p:nvPr/>
            </p:nvSpPr>
            <p:spPr bwMode="auto">
              <a:xfrm>
                <a:off x="3540" y="3261"/>
                <a:ext cx="540" cy="0"/>
              </a:xfrm>
              <a:prstGeom prst="line">
                <a:avLst/>
              </a:prstGeom>
              <a:noFill/>
              <a:ln w="9525">
                <a:solidFill>
                  <a:srgbClr val="FF33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0637" name="Oval 22"/>
              <p:cNvSpPr>
                <a:spLocks noChangeArrowheads="1"/>
              </p:cNvSpPr>
              <p:nvPr/>
            </p:nvSpPr>
            <p:spPr bwMode="auto">
              <a:xfrm>
                <a:off x="3735" y="3177"/>
                <a:ext cx="180" cy="156"/>
              </a:xfrm>
              <a:prstGeom prst="ellipse">
                <a:avLst/>
              </a:prstGeom>
              <a:solidFill>
                <a:srgbClr val="FF0000"/>
              </a:solidFill>
              <a:ln w="9525">
                <a:solidFill>
                  <a:srgbClr val="000000"/>
                </a:solidFill>
                <a:round/>
              </a:ln>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9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9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9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9pPr>
              </a:lstStyle>
              <a:p>
                <a:pPr>
                  <a:spcBef>
                    <a:spcPct val="0"/>
                  </a:spcBef>
                  <a:buClrTx/>
                  <a:buSzTx/>
                  <a:buFontTx/>
                  <a:buNone/>
                </a:pPr>
                <a:endParaRPr lang="zh-CN" altLang="en-US" sz="2000">
                  <a:ea typeface="楷体_GB2312" pitchFamily="49" charset="-122"/>
                </a:endParaRPr>
              </a:p>
            </p:txBody>
          </p:sp>
        </p:grpSp>
        <p:grpSp>
          <p:nvGrpSpPr>
            <p:cNvPr id="110615" name="Group 17"/>
            <p:cNvGrpSpPr/>
            <p:nvPr/>
          </p:nvGrpSpPr>
          <p:grpSpPr bwMode="auto">
            <a:xfrm>
              <a:off x="5265" y="2763"/>
              <a:ext cx="180" cy="1146"/>
              <a:chOff x="5265" y="2763"/>
              <a:chExt cx="180" cy="1146"/>
            </a:xfrm>
          </p:grpSpPr>
          <p:sp>
            <p:nvSpPr>
              <p:cNvPr id="110631" name="Oval 20"/>
              <p:cNvSpPr>
                <a:spLocks noChangeArrowheads="1"/>
              </p:cNvSpPr>
              <p:nvPr/>
            </p:nvSpPr>
            <p:spPr bwMode="auto">
              <a:xfrm>
                <a:off x="5265" y="3267"/>
                <a:ext cx="180" cy="156"/>
              </a:xfrm>
              <a:prstGeom prst="ellipse">
                <a:avLst/>
              </a:prstGeom>
              <a:solidFill>
                <a:srgbClr val="FF0000"/>
              </a:solidFill>
              <a:ln w="9525">
                <a:solidFill>
                  <a:srgbClr val="000000"/>
                </a:solidFill>
                <a:round/>
              </a:ln>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9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9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9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9pPr>
              </a:lstStyle>
              <a:p>
                <a:pPr>
                  <a:spcBef>
                    <a:spcPct val="0"/>
                  </a:spcBef>
                  <a:buClrTx/>
                  <a:buSzTx/>
                  <a:buFontTx/>
                  <a:buNone/>
                </a:pPr>
                <a:endParaRPr lang="zh-CN" altLang="en-US" sz="2000">
                  <a:ea typeface="楷体_GB2312" pitchFamily="49" charset="-122"/>
                </a:endParaRPr>
              </a:p>
            </p:txBody>
          </p:sp>
          <p:sp>
            <p:nvSpPr>
              <p:cNvPr id="110632" name="Line 19"/>
              <p:cNvSpPr>
                <a:spLocks noChangeShapeType="1"/>
              </p:cNvSpPr>
              <p:nvPr/>
            </p:nvSpPr>
            <p:spPr bwMode="auto">
              <a:xfrm>
                <a:off x="5355" y="2763"/>
                <a:ext cx="0" cy="486"/>
              </a:xfrm>
              <a:prstGeom prst="line">
                <a:avLst/>
              </a:prstGeom>
              <a:noFill/>
              <a:ln w="9525">
                <a:solidFill>
                  <a:srgbClr val="FF33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0633" name="Line 18"/>
              <p:cNvSpPr>
                <a:spLocks noChangeShapeType="1"/>
              </p:cNvSpPr>
              <p:nvPr/>
            </p:nvSpPr>
            <p:spPr bwMode="auto">
              <a:xfrm>
                <a:off x="5355" y="3423"/>
                <a:ext cx="0" cy="486"/>
              </a:xfrm>
              <a:prstGeom prst="line">
                <a:avLst/>
              </a:prstGeom>
              <a:noFill/>
              <a:ln w="9525">
                <a:solidFill>
                  <a:srgbClr val="FF3300"/>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110616" name="Group 12"/>
            <p:cNvGrpSpPr/>
            <p:nvPr/>
          </p:nvGrpSpPr>
          <p:grpSpPr bwMode="auto">
            <a:xfrm>
              <a:off x="6645" y="4056"/>
              <a:ext cx="540" cy="564"/>
              <a:chOff x="3540" y="2769"/>
              <a:chExt cx="540" cy="564"/>
            </a:xfrm>
          </p:grpSpPr>
          <p:sp>
            <p:nvSpPr>
              <p:cNvPr id="110627" name="Line 16"/>
              <p:cNvSpPr>
                <a:spLocks noChangeShapeType="1"/>
              </p:cNvSpPr>
              <p:nvPr/>
            </p:nvSpPr>
            <p:spPr bwMode="auto">
              <a:xfrm>
                <a:off x="3540" y="2769"/>
                <a:ext cx="0" cy="486"/>
              </a:xfrm>
              <a:prstGeom prst="line">
                <a:avLst/>
              </a:prstGeom>
              <a:noFill/>
              <a:ln w="9525">
                <a:solidFill>
                  <a:srgbClr val="FF33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0628" name="Line 15"/>
              <p:cNvSpPr>
                <a:spLocks noChangeShapeType="1"/>
              </p:cNvSpPr>
              <p:nvPr/>
            </p:nvSpPr>
            <p:spPr bwMode="auto">
              <a:xfrm>
                <a:off x="4080" y="2778"/>
                <a:ext cx="0" cy="486"/>
              </a:xfrm>
              <a:prstGeom prst="line">
                <a:avLst/>
              </a:prstGeom>
              <a:noFill/>
              <a:ln w="9525">
                <a:solidFill>
                  <a:srgbClr val="FF33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0629" name="Line 14"/>
              <p:cNvSpPr>
                <a:spLocks noChangeShapeType="1"/>
              </p:cNvSpPr>
              <p:nvPr/>
            </p:nvSpPr>
            <p:spPr bwMode="auto">
              <a:xfrm>
                <a:off x="3540" y="3261"/>
                <a:ext cx="540" cy="0"/>
              </a:xfrm>
              <a:prstGeom prst="line">
                <a:avLst/>
              </a:prstGeom>
              <a:noFill/>
              <a:ln w="9525">
                <a:solidFill>
                  <a:srgbClr val="FF33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0630" name="Oval 13"/>
              <p:cNvSpPr>
                <a:spLocks noChangeArrowheads="1"/>
              </p:cNvSpPr>
              <p:nvPr/>
            </p:nvSpPr>
            <p:spPr bwMode="auto">
              <a:xfrm>
                <a:off x="3735" y="3177"/>
                <a:ext cx="180" cy="156"/>
              </a:xfrm>
              <a:prstGeom prst="ellipse">
                <a:avLst/>
              </a:prstGeom>
              <a:solidFill>
                <a:srgbClr val="FF0000"/>
              </a:solidFill>
              <a:ln w="9525">
                <a:solidFill>
                  <a:srgbClr val="000000"/>
                </a:solidFill>
                <a:round/>
              </a:ln>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9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9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9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9pPr>
              </a:lstStyle>
              <a:p>
                <a:pPr>
                  <a:spcBef>
                    <a:spcPct val="0"/>
                  </a:spcBef>
                  <a:buClrTx/>
                  <a:buSzTx/>
                  <a:buFontTx/>
                  <a:buNone/>
                </a:pPr>
                <a:endParaRPr lang="zh-CN" altLang="en-US" sz="2000">
                  <a:ea typeface="楷体_GB2312" pitchFamily="49" charset="-122"/>
                </a:endParaRPr>
              </a:p>
            </p:txBody>
          </p:sp>
        </p:grpSp>
        <p:grpSp>
          <p:nvGrpSpPr>
            <p:cNvPr id="110617" name="Group 7"/>
            <p:cNvGrpSpPr/>
            <p:nvPr/>
          </p:nvGrpSpPr>
          <p:grpSpPr bwMode="auto">
            <a:xfrm>
              <a:off x="8460" y="4092"/>
              <a:ext cx="540" cy="564"/>
              <a:chOff x="3540" y="2769"/>
              <a:chExt cx="540" cy="564"/>
            </a:xfrm>
          </p:grpSpPr>
          <p:sp>
            <p:nvSpPr>
              <p:cNvPr id="110623" name="Line 11"/>
              <p:cNvSpPr>
                <a:spLocks noChangeShapeType="1"/>
              </p:cNvSpPr>
              <p:nvPr/>
            </p:nvSpPr>
            <p:spPr bwMode="auto">
              <a:xfrm>
                <a:off x="3540" y="2769"/>
                <a:ext cx="0" cy="486"/>
              </a:xfrm>
              <a:prstGeom prst="line">
                <a:avLst/>
              </a:prstGeom>
              <a:noFill/>
              <a:ln w="9525">
                <a:solidFill>
                  <a:srgbClr val="FF33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0624" name="Line 10"/>
              <p:cNvSpPr>
                <a:spLocks noChangeShapeType="1"/>
              </p:cNvSpPr>
              <p:nvPr/>
            </p:nvSpPr>
            <p:spPr bwMode="auto">
              <a:xfrm>
                <a:off x="4080" y="2778"/>
                <a:ext cx="0" cy="486"/>
              </a:xfrm>
              <a:prstGeom prst="line">
                <a:avLst/>
              </a:prstGeom>
              <a:noFill/>
              <a:ln w="9525">
                <a:solidFill>
                  <a:srgbClr val="FF33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0625" name="Line 9"/>
              <p:cNvSpPr>
                <a:spLocks noChangeShapeType="1"/>
              </p:cNvSpPr>
              <p:nvPr/>
            </p:nvSpPr>
            <p:spPr bwMode="auto">
              <a:xfrm>
                <a:off x="3540" y="3261"/>
                <a:ext cx="540" cy="0"/>
              </a:xfrm>
              <a:prstGeom prst="line">
                <a:avLst/>
              </a:prstGeom>
              <a:noFill/>
              <a:ln w="9525">
                <a:solidFill>
                  <a:srgbClr val="FF33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0626" name="Oval 8"/>
              <p:cNvSpPr>
                <a:spLocks noChangeArrowheads="1"/>
              </p:cNvSpPr>
              <p:nvPr/>
            </p:nvSpPr>
            <p:spPr bwMode="auto">
              <a:xfrm>
                <a:off x="3735" y="3177"/>
                <a:ext cx="180" cy="156"/>
              </a:xfrm>
              <a:prstGeom prst="ellipse">
                <a:avLst/>
              </a:prstGeom>
              <a:solidFill>
                <a:srgbClr val="FF0000"/>
              </a:solidFill>
              <a:ln w="9525">
                <a:solidFill>
                  <a:srgbClr val="000000"/>
                </a:solidFill>
                <a:round/>
              </a:ln>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9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9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9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9pPr>
              </a:lstStyle>
              <a:p>
                <a:pPr>
                  <a:spcBef>
                    <a:spcPct val="0"/>
                  </a:spcBef>
                  <a:buClrTx/>
                  <a:buSzTx/>
                  <a:buFontTx/>
                  <a:buNone/>
                </a:pPr>
                <a:endParaRPr lang="zh-CN" altLang="en-US" sz="2000">
                  <a:ea typeface="楷体_GB2312" pitchFamily="49" charset="-122"/>
                </a:endParaRPr>
              </a:p>
            </p:txBody>
          </p:sp>
        </p:grpSp>
        <p:sp>
          <p:nvSpPr>
            <p:cNvPr id="110618" name="Text Box 6"/>
            <p:cNvSpPr txBox="1">
              <a:spLocks noChangeArrowheads="1"/>
            </p:cNvSpPr>
            <p:nvPr/>
          </p:nvSpPr>
          <p:spPr bwMode="auto">
            <a:xfrm>
              <a:off x="10170" y="3126"/>
              <a:ext cx="247" cy="312"/>
            </a:xfrm>
            <a:prstGeom prst="rect">
              <a:avLst/>
            </a:prstGeom>
            <a:solidFill>
              <a:srgbClr val="FFFF00"/>
            </a:solidFill>
            <a:ln w="9525">
              <a:solidFill>
                <a:srgbClr val="000000"/>
              </a:solidFill>
              <a:miter lim="800000"/>
            </a:ln>
          </p:spPr>
          <p:txBody>
            <a:bodyPr lIns="0" tIns="0" rIns="0" bIns="36000"/>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9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9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9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9pPr>
            </a:lstStyle>
            <a:p>
              <a:pPr algn="ctr">
                <a:spcBef>
                  <a:spcPct val="0"/>
                </a:spcBef>
                <a:buClrTx/>
                <a:buSzTx/>
                <a:buFontTx/>
                <a:buNone/>
              </a:pPr>
              <a:r>
                <a:rPr lang="en-US" altLang="zh-CN" sz="1000">
                  <a:solidFill>
                    <a:srgbClr val="FF0000"/>
                  </a:solidFill>
                  <a:latin typeface="Times New Roman" panose="02020503050405090304" pitchFamily="18" charset="0"/>
                  <a:ea typeface="楷体_GB2312" pitchFamily="49" charset="-122"/>
                  <a:cs typeface="Times New Roman" panose="02020503050405090304" pitchFamily="18" charset="0"/>
                </a:rPr>
                <a:t>B</a:t>
              </a:r>
              <a:endParaRPr lang="en-US" altLang="zh-CN" sz="2000">
                <a:solidFill>
                  <a:srgbClr val="FF0000"/>
                </a:solidFill>
                <a:ea typeface="楷体_GB2312" pitchFamily="49" charset="-122"/>
                <a:cs typeface="Times New Roman" panose="02020503050405090304" pitchFamily="18" charset="0"/>
              </a:endParaRPr>
            </a:p>
          </p:txBody>
        </p:sp>
        <p:sp>
          <p:nvSpPr>
            <p:cNvPr id="110619" name="Line 5"/>
            <p:cNvSpPr>
              <a:spLocks noChangeShapeType="1"/>
            </p:cNvSpPr>
            <p:nvPr/>
          </p:nvSpPr>
          <p:spPr bwMode="auto">
            <a:xfrm>
              <a:off x="10248" y="3450"/>
              <a:ext cx="0" cy="486"/>
            </a:xfrm>
            <a:prstGeom prst="line">
              <a:avLst/>
            </a:prstGeom>
            <a:noFill/>
            <a:ln w="9525">
              <a:solidFill>
                <a:srgbClr val="FF33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0620" name="Line 4"/>
            <p:cNvSpPr>
              <a:spLocks noChangeShapeType="1"/>
            </p:cNvSpPr>
            <p:nvPr/>
          </p:nvSpPr>
          <p:spPr bwMode="auto">
            <a:xfrm flipH="1" flipV="1">
              <a:off x="4140" y="3156"/>
              <a:ext cx="360" cy="312"/>
            </a:xfrm>
            <a:prstGeom prst="line">
              <a:avLst/>
            </a:prstGeom>
            <a:noFill/>
            <a:ln w="9525">
              <a:solidFill>
                <a:srgbClr val="000000"/>
              </a:solidFill>
              <a:prstDash val="dash"/>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110621" name="Line 3"/>
            <p:cNvSpPr>
              <a:spLocks noChangeShapeType="1"/>
            </p:cNvSpPr>
            <p:nvPr/>
          </p:nvSpPr>
          <p:spPr bwMode="auto">
            <a:xfrm flipV="1">
              <a:off x="4650" y="3030"/>
              <a:ext cx="720" cy="468"/>
            </a:xfrm>
            <a:prstGeom prst="line">
              <a:avLst/>
            </a:prstGeom>
            <a:noFill/>
            <a:ln w="9525">
              <a:solidFill>
                <a:srgbClr val="000000"/>
              </a:solidFill>
              <a:prstDash val="dash"/>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110622" name="Line 2"/>
            <p:cNvSpPr>
              <a:spLocks noChangeShapeType="1"/>
            </p:cNvSpPr>
            <p:nvPr/>
          </p:nvSpPr>
          <p:spPr bwMode="auto">
            <a:xfrm>
              <a:off x="5010" y="3699"/>
              <a:ext cx="360" cy="0"/>
            </a:xfrm>
            <a:prstGeom prst="line">
              <a:avLst/>
            </a:prstGeom>
            <a:noFill/>
            <a:ln w="9525">
              <a:solidFill>
                <a:srgbClr val="000000"/>
              </a:solidFill>
              <a:prstDash val="dash"/>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grpSp>
      <p:sp>
        <p:nvSpPr>
          <p:cNvPr id="110599" name="Rectangle 65"/>
          <p:cNvSpPr>
            <a:spLocks noChangeArrowheads="1"/>
          </p:cNvSpPr>
          <p:nvPr/>
        </p:nvSpPr>
        <p:spPr bwMode="auto">
          <a:xfrm>
            <a:off x="4929189" y="3644901"/>
            <a:ext cx="3267075" cy="21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9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9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9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9pPr>
          </a:lstStyle>
          <a:p>
            <a:pPr algn="ctr">
              <a:spcBef>
                <a:spcPct val="0"/>
              </a:spcBef>
              <a:buClrTx/>
              <a:buSzTx/>
              <a:buFontTx/>
              <a:buNone/>
            </a:pPr>
            <a:r>
              <a:rPr lang="zh-CN" altLang="zh-CN" sz="1400">
                <a:latin typeface="Times New Roman" panose="02020503050405090304" pitchFamily="18" charset="0"/>
                <a:ea typeface="楷体_GB2312" pitchFamily="49" charset="-122"/>
                <a:cs typeface="Times New Roman" panose="02020503050405090304" pitchFamily="18" charset="0"/>
              </a:rPr>
              <a:t>图假设的</a:t>
            </a:r>
            <a:r>
              <a:rPr lang="en-US" altLang="zh-CN" sz="1400">
                <a:latin typeface="Times New Roman" panose="02020503050405090304" pitchFamily="18" charset="0"/>
                <a:ea typeface="楷体_GB2312" pitchFamily="49" charset="-122"/>
                <a:cs typeface="Times New Roman" panose="02020503050405090304" pitchFamily="18" charset="0"/>
              </a:rPr>
              <a:t>10Mpbs</a:t>
            </a:r>
            <a:r>
              <a:rPr lang="zh-CN" altLang="en-US" sz="1400">
                <a:latin typeface="Times New Roman" panose="02020503050405090304" pitchFamily="18" charset="0"/>
                <a:ea typeface="楷体_GB2312" pitchFamily="49" charset="-122"/>
                <a:cs typeface="Times New Roman" panose="02020503050405090304" pitchFamily="18" charset="0"/>
              </a:rPr>
              <a:t>粗同轴以太网</a:t>
            </a:r>
            <a:endParaRPr lang="zh-CN" altLang="en-US" sz="1400">
              <a:ea typeface="楷体_GB2312" pitchFamily="49" charset="-122"/>
              <a:cs typeface="Times New Roman" panose="02020503050405090304" pitchFamily="18" charset="0"/>
            </a:endParaRPr>
          </a:p>
        </p:txBody>
      </p:sp>
    </p:spTree>
  </p:cSld>
  <p:clrMapOvr>
    <a:masterClrMapping/>
  </p:clrMapOvr>
  <p:transition spd="slow">
    <p:pull dir="ru"/>
  </p:transition>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p>
            <a:pPr>
              <a:defRPr/>
            </a:pPr>
            <a:r>
              <a:rPr lang="en-US" altLang="zh-CN"/>
              <a:t>Computer Network</a:t>
            </a:r>
          </a:p>
        </p:txBody>
      </p:sp>
      <p:sp>
        <p:nvSpPr>
          <p:cNvPr id="112643" name="灯片编号占位符 2"/>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9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9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9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9pPr>
          </a:lstStyle>
          <a:p>
            <a:pPr>
              <a:spcBef>
                <a:spcPct val="0"/>
              </a:spcBef>
              <a:buClrTx/>
              <a:buSzTx/>
              <a:buFontTx/>
              <a:buNone/>
            </a:pPr>
            <a:fld id="{1BB693D3-9778-4972-B660-9A17E1D1501B}" type="slidenum">
              <a:rPr lang="en-US" altLang="zh-CN" sz="1200">
                <a:latin typeface="Arial Black" panose="020B0A04020102020204" pitchFamily="34" charset="0"/>
              </a:rPr>
              <a:t>133</a:t>
            </a:fld>
            <a:endParaRPr lang="en-US" altLang="zh-CN" sz="1200">
              <a:latin typeface="Arial Black" panose="020B0A04020102020204" pitchFamily="34" charset="0"/>
            </a:endParaRPr>
          </a:p>
        </p:txBody>
      </p:sp>
      <p:sp>
        <p:nvSpPr>
          <p:cNvPr id="4" name="日期占位符 3"/>
          <p:cNvSpPr>
            <a:spLocks noGrp="1"/>
          </p:cNvSpPr>
          <p:nvPr>
            <p:ph type="dt" sz="quarter" idx="12"/>
          </p:nvPr>
        </p:nvSpPr>
        <p:spPr/>
        <p:txBody>
          <a:bodyPr/>
          <a:lstStyle/>
          <a:p>
            <a:pPr>
              <a:defRPr/>
            </a:pPr>
            <a:fld id="{AFA6053B-3606-483C-BE4F-44223FDB060A}" type="datetime1">
              <a:rPr lang="zh-CN" altLang="en-US" smtClean="0"/>
              <a:t>2024/10/18</a:t>
            </a:fld>
            <a:endParaRPr lang="en-US" altLang="zh-CN"/>
          </a:p>
        </p:txBody>
      </p:sp>
      <p:sp>
        <p:nvSpPr>
          <p:cNvPr id="10" name="矩形 9"/>
          <p:cNvSpPr/>
          <p:nvPr/>
        </p:nvSpPr>
        <p:spPr>
          <a:xfrm>
            <a:off x="2130425" y="822326"/>
            <a:ext cx="7931150" cy="1728165"/>
          </a:xfrm>
          <a:prstGeom prst="rect">
            <a:avLst/>
          </a:prstGeom>
        </p:spPr>
        <p:txBody>
          <a:bodyPr>
            <a:spAutoFit/>
          </a:bodyPr>
          <a:lstStyle/>
          <a:p>
            <a:pPr>
              <a:lnSpc>
                <a:spcPct val="120000"/>
              </a:lnSpc>
              <a:defRPr/>
            </a:pPr>
            <a:r>
              <a:rPr lang="en-US" altLang="zh-CN" kern="100" dirty="0">
                <a:latin typeface="Times New Roman" panose="02020503050405090304" pitchFamily="18" charset="0"/>
                <a:ea typeface="宋体" panose="02010600030101010101" pitchFamily="2" charset="-122"/>
                <a:cs typeface="Times New Roman" panose="02020503050405090304" pitchFamily="18" charset="0"/>
              </a:rPr>
              <a:t>9</a:t>
            </a:r>
            <a:r>
              <a:rPr lang="zh-CN" altLang="en-US" kern="100" dirty="0">
                <a:latin typeface="Times New Roman" panose="02020503050405090304" pitchFamily="18" charset="0"/>
                <a:ea typeface="宋体" panose="02010600030101010101" pitchFamily="2" charset="-122"/>
                <a:cs typeface="Times New Roman" panose="02020503050405090304" pitchFamily="18" charset="0"/>
              </a:rPr>
              <a:t>、</a:t>
            </a:r>
            <a:r>
              <a:rPr lang="zh-CN" altLang="zh-CN" kern="100" dirty="0">
                <a:latin typeface="Times New Roman" panose="02020503050405090304" pitchFamily="18" charset="0"/>
                <a:ea typeface="宋体" panose="02010600030101010101" pitchFamily="2" charset="-122"/>
                <a:cs typeface="Times New Roman" panose="02020503050405090304" pitchFamily="18" charset="0"/>
              </a:rPr>
              <a:t>有五个站分别连接在三个局域网上，且用两个透明网桥连接起来，如下图所示。每一个网桥的两个端口号都标明在图上。在一开始，两个网桥中的转发表都是空的。以后有以下各站向其他的站发送了数据帧，即</a:t>
            </a:r>
            <a:r>
              <a:rPr lang="en-US" altLang="zh-CN" kern="100" dirty="0">
                <a:latin typeface="Times New Roman" panose="02020503050405090304" pitchFamily="18" charset="0"/>
                <a:ea typeface="宋体" panose="02010600030101010101" pitchFamily="2" charset="-122"/>
              </a:rPr>
              <a:t>H1</a:t>
            </a:r>
            <a:r>
              <a:rPr lang="zh-CN" altLang="zh-CN" kern="100" dirty="0">
                <a:latin typeface="Times New Roman" panose="02020503050405090304" pitchFamily="18" charset="0"/>
                <a:ea typeface="宋体" panose="02010600030101010101" pitchFamily="2" charset="-122"/>
                <a:cs typeface="Times New Roman" panose="02020503050405090304" pitchFamily="18" charset="0"/>
              </a:rPr>
              <a:t>发送给</a:t>
            </a:r>
            <a:r>
              <a:rPr lang="en-US" altLang="zh-CN" kern="100" dirty="0">
                <a:latin typeface="Times New Roman" panose="02020503050405090304" pitchFamily="18" charset="0"/>
                <a:ea typeface="宋体" panose="02010600030101010101" pitchFamily="2" charset="-122"/>
              </a:rPr>
              <a:t>H5</a:t>
            </a:r>
            <a:r>
              <a:rPr lang="zh-CN" altLang="zh-CN" kern="100" dirty="0">
                <a:latin typeface="Times New Roman" panose="02020503050405090304" pitchFamily="18" charset="0"/>
                <a:ea typeface="宋体" panose="02010600030101010101" pitchFamily="2" charset="-122"/>
                <a:cs typeface="Times New Roman" panose="02020503050405090304" pitchFamily="18" charset="0"/>
              </a:rPr>
              <a:t>，</a:t>
            </a:r>
            <a:r>
              <a:rPr lang="en-US" altLang="zh-CN" kern="100" dirty="0">
                <a:latin typeface="Times New Roman" panose="02020503050405090304" pitchFamily="18" charset="0"/>
                <a:ea typeface="宋体" panose="02010600030101010101" pitchFamily="2" charset="-122"/>
              </a:rPr>
              <a:t>H3</a:t>
            </a:r>
            <a:r>
              <a:rPr lang="zh-CN" altLang="zh-CN" kern="100" dirty="0">
                <a:latin typeface="Times New Roman" panose="02020503050405090304" pitchFamily="18" charset="0"/>
                <a:ea typeface="宋体" panose="02010600030101010101" pitchFamily="2" charset="-122"/>
                <a:cs typeface="Times New Roman" panose="02020503050405090304" pitchFamily="18" charset="0"/>
              </a:rPr>
              <a:t>发送给</a:t>
            </a:r>
            <a:r>
              <a:rPr lang="en-US" altLang="zh-CN" kern="100" dirty="0">
                <a:latin typeface="Times New Roman" panose="02020503050405090304" pitchFamily="18" charset="0"/>
                <a:ea typeface="宋体" panose="02010600030101010101" pitchFamily="2" charset="-122"/>
              </a:rPr>
              <a:t>H2</a:t>
            </a:r>
            <a:r>
              <a:rPr lang="zh-CN" altLang="zh-CN" kern="100" dirty="0">
                <a:latin typeface="Times New Roman" panose="02020503050405090304" pitchFamily="18" charset="0"/>
                <a:ea typeface="宋体" panose="02010600030101010101" pitchFamily="2" charset="-122"/>
                <a:cs typeface="Times New Roman" panose="02020503050405090304" pitchFamily="18" charset="0"/>
              </a:rPr>
              <a:t>，</a:t>
            </a:r>
            <a:r>
              <a:rPr lang="en-US" altLang="zh-CN" kern="100" dirty="0">
                <a:latin typeface="Times New Roman" panose="02020503050405090304" pitchFamily="18" charset="0"/>
                <a:ea typeface="宋体" panose="02010600030101010101" pitchFamily="2" charset="-122"/>
              </a:rPr>
              <a:t>H4</a:t>
            </a:r>
            <a:r>
              <a:rPr lang="zh-CN" altLang="zh-CN" kern="100" dirty="0">
                <a:latin typeface="Times New Roman" panose="02020503050405090304" pitchFamily="18" charset="0"/>
                <a:ea typeface="宋体" panose="02010600030101010101" pitchFamily="2" charset="-122"/>
                <a:cs typeface="Times New Roman" panose="02020503050405090304" pitchFamily="18" charset="0"/>
              </a:rPr>
              <a:t>发送给</a:t>
            </a:r>
            <a:r>
              <a:rPr lang="en-US" altLang="zh-CN" kern="100" dirty="0">
                <a:latin typeface="Times New Roman" panose="02020503050405090304" pitchFamily="18" charset="0"/>
                <a:ea typeface="宋体" panose="02010600030101010101" pitchFamily="2" charset="-122"/>
              </a:rPr>
              <a:t>H3</a:t>
            </a:r>
            <a:r>
              <a:rPr lang="zh-CN" altLang="zh-CN" kern="100" dirty="0">
                <a:latin typeface="Times New Roman" panose="02020503050405090304" pitchFamily="18" charset="0"/>
                <a:ea typeface="宋体" panose="02010600030101010101" pitchFamily="2" charset="-122"/>
                <a:cs typeface="Times New Roman" panose="02020503050405090304" pitchFamily="18" charset="0"/>
              </a:rPr>
              <a:t>，</a:t>
            </a:r>
            <a:r>
              <a:rPr lang="en-US" altLang="zh-CN" kern="100" dirty="0">
                <a:latin typeface="Times New Roman" panose="02020503050405090304" pitchFamily="18" charset="0"/>
                <a:ea typeface="宋体" panose="02010600030101010101" pitchFamily="2" charset="-122"/>
              </a:rPr>
              <a:t>H2</a:t>
            </a:r>
            <a:r>
              <a:rPr lang="zh-CN" altLang="zh-CN" kern="100" dirty="0">
                <a:latin typeface="Times New Roman" panose="02020503050405090304" pitchFamily="18" charset="0"/>
                <a:ea typeface="宋体" panose="02010600030101010101" pitchFamily="2" charset="-122"/>
                <a:cs typeface="Times New Roman" panose="02020503050405090304" pitchFamily="18" charset="0"/>
              </a:rPr>
              <a:t>发送给</a:t>
            </a:r>
            <a:r>
              <a:rPr lang="en-US" altLang="zh-CN" kern="100" dirty="0">
                <a:latin typeface="Times New Roman" panose="02020503050405090304" pitchFamily="18" charset="0"/>
                <a:ea typeface="宋体" panose="02010600030101010101" pitchFamily="2" charset="-122"/>
              </a:rPr>
              <a:t>H1</a:t>
            </a:r>
            <a:r>
              <a:rPr lang="zh-CN" altLang="zh-CN" kern="100" dirty="0">
                <a:latin typeface="Times New Roman" panose="02020503050405090304" pitchFamily="18" charset="0"/>
                <a:ea typeface="宋体" panose="02010600030101010101" pitchFamily="2" charset="-122"/>
                <a:cs typeface="Times New Roman" panose="02020503050405090304" pitchFamily="18" charset="0"/>
              </a:rPr>
              <a:t>。试将有关数据填写在下表中</a:t>
            </a:r>
            <a:r>
              <a:rPr lang="zh-CN" altLang="en-US" kern="100" dirty="0">
                <a:latin typeface="Times New Roman" panose="02020503050405090304" pitchFamily="18" charset="0"/>
                <a:ea typeface="宋体" panose="02010600030101010101" pitchFamily="2" charset="-122"/>
                <a:cs typeface="Times New Roman" panose="02020503050405090304" pitchFamily="18" charset="0"/>
              </a:rPr>
              <a:t>。</a:t>
            </a:r>
            <a:r>
              <a:rPr lang="zh-CN" altLang="en-US" kern="100" dirty="0">
                <a:solidFill>
                  <a:srgbClr val="FF0000"/>
                </a:solidFill>
                <a:effectLst>
                  <a:outerShdw blurRad="38100" dist="38100" dir="2700000" algn="tl">
                    <a:srgbClr val="000000">
                      <a:alpha val="43137"/>
                    </a:srgbClr>
                  </a:outerShdw>
                </a:effectLst>
                <a:latin typeface="Times New Roman" panose="02020503050405090304" pitchFamily="18" charset="0"/>
                <a:ea typeface="宋体" panose="02010600030101010101" pitchFamily="2" charset="-122"/>
                <a:cs typeface="Times New Roman" panose="02020503050405090304" pitchFamily="18" charset="0"/>
              </a:rPr>
              <a:t>（</a:t>
            </a:r>
            <a:r>
              <a:rPr lang="en-US" altLang="zh-CN" kern="100" dirty="0">
                <a:solidFill>
                  <a:srgbClr val="FF0000"/>
                </a:solidFill>
                <a:effectLst>
                  <a:outerShdw blurRad="38100" dist="38100" dir="2700000" algn="tl">
                    <a:srgbClr val="000000">
                      <a:alpha val="43137"/>
                    </a:srgbClr>
                  </a:outerShdw>
                </a:effectLst>
                <a:latin typeface="Times New Roman" panose="02020503050405090304" pitchFamily="18" charset="0"/>
                <a:ea typeface="宋体" panose="02010600030101010101" pitchFamily="2" charset="-122"/>
                <a:cs typeface="Times New Roman" panose="02020503050405090304" pitchFamily="18" charset="0"/>
              </a:rPr>
              <a:t>4-23</a:t>
            </a:r>
            <a:r>
              <a:rPr lang="zh-CN" altLang="en-US" kern="100" dirty="0">
                <a:solidFill>
                  <a:srgbClr val="FF0000"/>
                </a:solidFill>
                <a:effectLst>
                  <a:outerShdw blurRad="38100" dist="38100" dir="2700000" algn="tl">
                    <a:srgbClr val="000000">
                      <a:alpha val="43137"/>
                    </a:srgbClr>
                  </a:outerShdw>
                </a:effectLst>
                <a:latin typeface="Times New Roman" panose="02020503050405090304" pitchFamily="18" charset="0"/>
                <a:ea typeface="宋体" panose="02010600030101010101" pitchFamily="2" charset="-122"/>
                <a:cs typeface="Times New Roman" panose="02020503050405090304" pitchFamily="18" charset="0"/>
              </a:rPr>
              <a:t>）</a:t>
            </a:r>
            <a:endParaRPr lang="zh-CN" altLang="en-US" dirty="0">
              <a:solidFill>
                <a:srgbClr val="FF0000"/>
              </a:solidFill>
              <a:effectLst>
                <a:outerShdw blurRad="38100" dist="38100" dir="2700000" algn="tl">
                  <a:srgbClr val="000000">
                    <a:alpha val="43137"/>
                  </a:srgbClr>
                </a:outerShdw>
              </a:effectLst>
            </a:endParaRPr>
          </a:p>
        </p:txBody>
      </p:sp>
      <p:sp>
        <p:nvSpPr>
          <p:cNvPr id="112646" name="Rectangle 5"/>
          <p:cNvSpPr>
            <a:spLocks noChangeArrowheads="1"/>
          </p:cNvSpPr>
          <p:nvPr/>
        </p:nvSpPr>
        <p:spPr bwMode="auto">
          <a:xfrm>
            <a:off x="3216276" y="2627413"/>
            <a:ext cx="65"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9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9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9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90204" pitchFamily="34" charset="0"/>
                <a:ea typeface="宋体" panose="02010600030101010101" pitchFamily="2" charset="-122"/>
              </a:defRPr>
            </a:lvl9pPr>
          </a:lstStyle>
          <a:p>
            <a:pPr>
              <a:spcBef>
                <a:spcPct val="0"/>
              </a:spcBef>
              <a:buClrTx/>
              <a:buSzTx/>
              <a:buFontTx/>
              <a:buNone/>
            </a:pPr>
            <a:endParaRPr lang="zh-CN" altLang="en-US" sz="2000">
              <a:ea typeface="楷体_GB2312" pitchFamily="49" charset="-122"/>
            </a:endParaRPr>
          </a:p>
        </p:txBody>
      </p:sp>
      <p:graphicFrame>
        <p:nvGraphicFramePr>
          <p:cNvPr id="112647" name="对象 11"/>
          <p:cNvGraphicFramePr>
            <a:graphicFrameLocks noChangeAspect="1"/>
          </p:cNvGraphicFramePr>
          <p:nvPr/>
        </p:nvGraphicFramePr>
        <p:xfrm>
          <a:off x="3575051" y="2924175"/>
          <a:ext cx="4733925" cy="1714500"/>
        </p:xfrm>
        <a:graphic>
          <a:graphicData uri="http://schemas.openxmlformats.org/presentationml/2006/ole">
            <mc:AlternateContent xmlns:mc="http://schemas.openxmlformats.org/markup-compatibility/2006">
              <mc:Choice xmlns:v="urn:schemas-microsoft-com:vml" Requires="v">
                <p:oleObj name="Visio" r:id="rId2" imgW="5444490" imgH="1772920" progId="Visio.Drawing.11">
                  <p:embed/>
                </p:oleObj>
              </mc:Choice>
              <mc:Fallback>
                <p:oleObj name="Visio" r:id="rId2" imgW="5444490" imgH="1772920" progId="Visio.Drawing.11">
                  <p:embed/>
                  <p:pic>
                    <p:nvPicPr>
                      <p:cNvPr id="0" name="对象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75051" y="2924175"/>
                        <a:ext cx="4733925" cy="171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 name="表格 12"/>
          <p:cNvGraphicFramePr>
            <a:graphicFrameLocks noGrp="1"/>
          </p:cNvGraphicFramePr>
          <p:nvPr/>
        </p:nvGraphicFramePr>
        <p:xfrm>
          <a:off x="3354388" y="4884738"/>
          <a:ext cx="5283200" cy="1119188"/>
        </p:xfrm>
        <a:graphic>
          <a:graphicData uri="http://schemas.openxmlformats.org/drawingml/2006/table">
            <a:tbl>
              <a:tblPr/>
              <a:tblGrid>
                <a:gridCol w="757646">
                  <a:extLst>
                    <a:ext uri="{9D8B030D-6E8A-4147-A177-3AD203B41FA5}">
                      <a16:colId xmlns:a16="http://schemas.microsoft.com/office/drawing/2014/main" val="20000"/>
                    </a:ext>
                  </a:extLst>
                </a:gridCol>
                <a:gridCol w="753201">
                  <a:extLst>
                    <a:ext uri="{9D8B030D-6E8A-4147-A177-3AD203B41FA5}">
                      <a16:colId xmlns:a16="http://schemas.microsoft.com/office/drawing/2014/main" val="20001"/>
                    </a:ext>
                  </a:extLst>
                </a:gridCol>
                <a:gridCol w="582693">
                  <a:extLst>
                    <a:ext uri="{9D8B030D-6E8A-4147-A177-3AD203B41FA5}">
                      <a16:colId xmlns:a16="http://schemas.microsoft.com/office/drawing/2014/main" val="20002"/>
                    </a:ext>
                  </a:extLst>
                </a:gridCol>
                <a:gridCol w="789071">
                  <a:extLst>
                    <a:ext uri="{9D8B030D-6E8A-4147-A177-3AD203B41FA5}">
                      <a16:colId xmlns:a16="http://schemas.microsoft.com/office/drawing/2014/main" val="20003"/>
                    </a:ext>
                  </a:extLst>
                </a:gridCol>
                <a:gridCol w="457255">
                  <a:extLst>
                    <a:ext uri="{9D8B030D-6E8A-4147-A177-3AD203B41FA5}">
                      <a16:colId xmlns:a16="http://schemas.microsoft.com/office/drawing/2014/main" val="20004"/>
                    </a:ext>
                  </a:extLst>
                </a:gridCol>
                <a:gridCol w="1028824">
                  <a:extLst>
                    <a:ext uri="{9D8B030D-6E8A-4147-A177-3AD203B41FA5}">
                      <a16:colId xmlns:a16="http://schemas.microsoft.com/office/drawing/2014/main" val="20005"/>
                    </a:ext>
                  </a:extLst>
                </a:gridCol>
                <a:gridCol w="914510">
                  <a:extLst>
                    <a:ext uri="{9D8B030D-6E8A-4147-A177-3AD203B41FA5}">
                      <a16:colId xmlns:a16="http://schemas.microsoft.com/office/drawing/2014/main" val="20006"/>
                    </a:ext>
                  </a:extLst>
                </a:gridCol>
              </a:tblGrid>
              <a:tr h="159884">
                <a:tc rowSpan="2">
                  <a:txBody>
                    <a:bodyPr/>
                    <a:lstStyle/>
                    <a:p>
                      <a:pPr algn="ctr">
                        <a:spcAft>
                          <a:spcPts val="0"/>
                        </a:spcAft>
                      </a:pPr>
                      <a:r>
                        <a:rPr lang="zh-CN" sz="1000" kern="100" dirty="0">
                          <a:effectLst/>
                          <a:latin typeface="Times New Roman" panose="02020503050405090304" pitchFamily="18" charset="0"/>
                          <a:ea typeface="宋体" panose="02010600030101010101" pitchFamily="2" charset="-122"/>
                        </a:rPr>
                        <a:t>发送的帧</a:t>
                      </a:r>
                    </a:p>
                  </a:txBody>
                  <a:tcPr marL="68588" marR="6858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algn="ctr">
                        <a:spcAft>
                          <a:spcPts val="0"/>
                        </a:spcAft>
                      </a:pPr>
                      <a:r>
                        <a:rPr lang="zh-CN" sz="1000" kern="100" dirty="0">
                          <a:effectLst/>
                          <a:latin typeface="Times New Roman" panose="02020503050405090304" pitchFamily="18" charset="0"/>
                          <a:ea typeface="宋体" panose="02010600030101010101" pitchFamily="2" charset="-122"/>
                        </a:rPr>
                        <a:t>网桥</a:t>
                      </a:r>
                      <a:r>
                        <a:rPr lang="en-US" sz="1000" kern="100" dirty="0">
                          <a:effectLst/>
                          <a:latin typeface="Times New Roman" panose="02020503050405090304" pitchFamily="18" charset="0"/>
                          <a:ea typeface="宋体" panose="02010600030101010101" pitchFamily="2" charset="-122"/>
                        </a:rPr>
                        <a:t>1</a:t>
                      </a:r>
                      <a:r>
                        <a:rPr lang="zh-CN" sz="1000" kern="100" dirty="0">
                          <a:effectLst/>
                          <a:latin typeface="Times New Roman" panose="02020503050405090304" pitchFamily="18" charset="0"/>
                          <a:ea typeface="宋体" panose="02010600030101010101" pitchFamily="2" charset="-122"/>
                        </a:rPr>
                        <a:t>的转发表</a:t>
                      </a:r>
                      <a:r>
                        <a:rPr lang="zh-CN" altLang="en-US" sz="1000" kern="100" dirty="0">
                          <a:effectLst/>
                          <a:latin typeface="Times New Roman" panose="02020503050405090304" pitchFamily="18" charset="0"/>
                          <a:ea typeface="宋体" panose="02010600030101010101" pitchFamily="2" charset="-122"/>
                        </a:rPr>
                        <a:t>（</a:t>
                      </a:r>
                      <a:r>
                        <a:rPr lang="en-US" altLang="zh-CN" sz="1000" kern="100" dirty="0">
                          <a:effectLst/>
                          <a:latin typeface="Times New Roman" panose="02020503050405090304" pitchFamily="18" charset="0"/>
                          <a:ea typeface="宋体" panose="02010600030101010101" pitchFamily="2" charset="-122"/>
                        </a:rPr>
                        <a:t>B1</a:t>
                      </a:r>
                      <a:r>
                        <a:rPr lang="zh-CN" altLang="en-US" sz="1000" kern="100" dirty="0">
                          <a:effectLst/>
                          <a:latin typeface="Times New Roman" panose="02020503050405090304" pitchFamily="18" charset="0"/>
                          <a:ea typeface="宋体" panose="02010600030101010101" pitchFamily="2" charset="-122"/>
                        </a:rPr>
                        <a:t>）</a:t>
                      </a:r>
                      <a:endParaRPr lang="zh-CN" sz="1000" kern="100" dirty="0">
                        <a:effectLst/>
                        <a:latin typeface="Times New Roman" panose="02020503050405090304" pitchFamily="18" charset="0"/>
                        <a:ea typeface="宋体" panose="02010600030101010101" pitchFamily="2" charset="-122"/>
                      </a:endParaRPr>
                    </a:p>
                  </a:txBody>
                  <a:tcPr marL="68588" marR="6858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p>
                  </a:txBody>
                  <a:tcPr/>
                </a:tc>
                <a:tc gridSpan="2">
                  <a:txBody>
                    <a:bodyPr/>
                    <a:lstStyle/>
                    <a:p>
                      <a:pPr algn="ctr">
                        <a:spcAft>
                          <a:spcPts val="0"/>
                        </a:spcAft>
                      </a:pPr>
                      <a:r>
                        <a:rPr lang="zh-CN" sz="1000" kern="100" dirty="0">
                          <a:effectLst/>
                          <a:latin typeface="Times New Roman" panose="02020503050405090304" pitchFamily="18" charset="0"/>
                          <a:ea typeface="宋体" panose="02010600030101010101" pitchFamily="2" charset="-122"/>
                        </a:rPr>
                        <a:t>网桥</a:t>
                      </a:r>
                      <a:r>
                        <a:rPr lang="en-US" sz="1000" kern="100" dirty="0">
                          <a:effectLst/>
                          <a:latin typeface="Times New Roman" panose="02020503050405090304" pitchFamily="18" charset="0"/>
                          <a:ea typeface="宋体" panose="02010600030101010101" pitchFamily="2" charset="-122"/>
                        </a:rPr>
                        <a:t>2</a:t>
                      </a:r>
                      <a:r>
                        <a:rPr lang="zh-CN" sz="1000" kern="100" dirty="0">
                          <a:effectLst/>
                          <a:latin typeface="Times New Roman" panose="02020503050405090304" pitchFamily="18" charset="0"/>
                          <a:ea typeface="宋体" panose="02010600030101010101" pitchFamily="2" charset="-122"/>
                        </a:rPr>
                        <a:t>的转发表</a:t>
                      </a:r>
                      <a:r>
                        <a:rPr lang="zh-CN" altLang="en-US" sz="1000" kern="100" dirty="0">
                          <a:effectLst/>
                          <a:latin typeface="Times New Roman" panose="02020503050405090304" pitchFamily="18" charset="0"/>
                          <a:ea typeface="宋体" panose="02010600030101010101" pitchFamily="2" charset="-122"/>
                        </a:rPr>
                        <a:t>（</a:t>
                      </a:r>
                      <a:r>
                        <a:rPr lang="en-US" altLang="zh-CN" sz="1000" kern="100" dirty="0">
                          <a:effectLst/>
                          <a:latin typeface="Times New Roman" panose="02020503050405090304" pitchFamily="18" charset="0"/>
                          <a:ea typeface="宋体" panose="02010600030101010101" pitchFamily="2" charset="-122"/>
                        </a:rPr>
                        <a:t>B2</a:t>
                      </a:r>
                      <a:r>
                        <a:rPr lang="zh-CN" altLang="en-US" sz="1000" kern="100" dirty="0">
                          <a:effectLst/>
                          <a:latin typeface="Times New Roman" panose="02020503050405090304" pitchFamily="18" charset="0"/>
                          <a:ea typeface="宋体" panose="02010600030101010101" pitchFamily="2" charset="-122"/>
                        </a:rPr>
                        <a:t>）</a:t>
                      </a:r>
                      <a:endParaRPr lang="zh-CN" sz="1000" kern="100" dirty="0">
                        <a:effectLst/>
                        <a:latin typeface="Times New Roman" panose="02020503050405090304" pitchFamily="18" charset="0"/>
                        <a:ea typeface="宋体" panose="02010600030101010101" pitchFamily="2" charset="-122"/>
                      </a:endParaRPr>
                    </a:p>
                  </a:txBody>
                  <a:tcPr marL="68588" marR="6858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p>
                  </a:txBody>
                  <a:tcPr/>
                </a:tc>
                <a:tc rowSpan="2">
                  <a:txBody>
                    <a:bodyPr/>
                    <a:lstStyle/>
                    <a:p>
                      <a:pPr marL="92075" indent="-160020" algn="ctr">
                        <a:spcAft>
                          <a:spcPts val="0"/>
                        </a:spcAft>
                      </a:pPr>
                      <a:r>
                        <a:rPr lang="zh-CN" sz="1000" kern="100" dirty="0">
                          <a:effectLst/>
                          <a:latin typeface="Times New Roman" panose="02020503050405090304" pitchFamily="18" charset="0"/>
                          <a:ea typeface="宋体" panose="02010600030101010101" pitchFamily="2" charset="-122"/>
                        </a:rPr>
                        <a:t>网桥</a:t>
                      </a:r>
                      <a:r>
                        <a:rPr lang="en-US" sz="1000" kern="100" dirty="0">
                          <a:effectLst/>
                          <a:latin typeface="Times New Roman" panose="02020503050405090304" pitchFamily="18" charset="0"/>
                          <a:ea typeface="宋体" panose="02010600030101010101" pitchFamily="2" charset="-122"/>
                        </a:rPr>
                        <a:t>1</a:t>
                      </a:r>
                      <a:r>
                        <a:rPr lang="zh-CN" sz="1000" kern="100" dirty="0">
                          <a:effectLst/>
                          <a:latin typeface="Times New Roman" panose="02020503050405090304" pitchFamily="18" charset="0"/>
                          <a:ea typeface="宋体" panose="02010600030101010101" pitchFamily="2" charset="-122"/>
                        </a:rPr>
                        <a:t>的处理</a:t>
                      </a:r>
                    </a:p>
                    <a:p>
                      <a:pPr marL="92075" indent="-160020" algn="ctr">
                        <a:spcAft>
                          <a:spcPts val="0"/>
                        </a:spcAft>
                      </a:pPr>
                      <a:r>
                        <a:rPr lang="zh-CN" sz="1000" kern="100" dirty="0">
                          <a:effectLst/>
                          <a:latin typeface="Times New Roman" panose="02020503050405090304" pitchFamily="18" charset="0"/>
                          <a:ea typeface="宋体" panose="02010600030101010101" pitchFamily="2" charset="-122"/>
                        </a:rPr>
                        <a:t>（转发？丢弃？登记？）</a:t>
                      </a:r>
                    </a:p>
                  </a:txBody>
                  <a:tcPr marL="68588" marR="6858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a:txBody>
                    <a:bodyPr/>
                    <a:lstStyle/>
                    <a:p>
                      <a:pPr algn="ctr">
                        <a:spcAft>
                          <a:spcPts val="0"/>
                        </a:spcAft>
                      </a:pPr>
                      <a:r>
                        <a:rPr lang="zh-CN" sz="1000" kern="100">
                          <a:effectLst/>
                          <a:latin typeface="Times New Roman" panose="02020503050405090304" pitchFamily="18" charset="0"/>
                          <a:ea typeface="宋体" panose="02010600030101010101" pitchFamily="2" charset="-122"/>
                        </a:rPr>
                        <a:t>网桥</a:t>
                      </a:r>
                      <a:r>
                        <a:rPr lang="en-US" sz="1000" kern="100">
                          <a:effectLst/>
                          <a:latin typeface="Times New Roman" panose="02020503050405090304" pitchFamily="18" charset="0"/>
                          <a:ea typeface="宋体" panose="02010600030101010101" pitchFamily="2" charset="-122"/>
                        </a:rPr>
                        <a:t>2</a:t>
                      </a:r>
                      <a:r>
                        <a:rPr lang="zh-CN" sz="1000" kern="100">
                          <a:effectLst/>
                          <a:latin typeface="Times New Roman" panose="02020503050405090304" pitchFamily="18" charset="0"/>
                          <a:ea typeface="宋体" panose="02010600030101010101" pitchFamily="2" charset="-122"/>
                        </a:rPr>
                        <a:t>的处理</a:t>
                      </a:r>
                    </a:p>
                    <a:p>
                      <a:pPr algn="just">
                        <a:spcAft>
                          <a:spcPts val="0"/>
                        </a:spcAft>
                      </a:pPr>
                      <a:r>
                        <a:rPr lang="zh-CN" sz="1000" kern="100">
                          <a:effectLst/>
                          <a:latin typeface="Times New Roman" panose="02020503050405090304" pitchFamily="18" charset="0"/>
                          <a:ea typeface="宋体" panose="02010600030101010101" pitchFamily="2" charset="-122"/>
                        </a:rPr>
                        <a:t>（转发？丢弃？登记？）</a:t>
                      </a:r>
                    </a:p>
                  </a:txBody>
                  <a:tcPr marL="68588" marR="6858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19768">
                <a:tc vMerge="1">
                  <a:txBody>
                    <a:bodyPr/>
                    <a:lstStyle/>
                    <a:p>
                      <a:endParaRPr lang="zh-CN"/>
                    </a:p>
                  </a:txBody>
                  <a:tcPr/>
                </a:tc>
                <a:tc>
                  <a:txBody>
                    <a:bodyPr/>
                    <a:lstStyle/>
                    <a:p>
                      <a:pPr algn="ctr">
                        <a:spcAft>
                          <a:spcPts val="0"/>
                        </a:spcAft>
                      </a:pPr>
                      <a:r>
                        <a:rPr lang="zh-CN" sz="1000" kern="100">
                          <a:effectLst/>
                          <a:latin typeface="Times New Roman" panose="02020503050405090304" pitchFamily="18" charset="0"/>
                          <a:ea typeface="宋体" panose="02010600030101010101" pitchFamily="2" charset="-122"/>
                        </a:rPr>
                        <a:t>站地址</a:t>
                      </a:r>
                    </a:p>
                  </a:txBody>
                  <a:tcPr marL="68588" marR="6858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000" kern="100">
                          <a:effectLst/>
                          <a:latin typeface="Times New Roman" panose="02020503050405090304" pitchFamily="18" charset="0"/>
                          <a:ea typeface="宋体" panose="02010600030101010101" pitchFamily="2" charset="-122"/>
                        </a:rPr>
                        <a:t>端口</a:t>
                      </a:r>
                    </a:p>
                  </a:txBody>
                  <a:tcPr marL="68588" marR="6858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000" kern="100">
                          <a:effectLst/>
                          <a:latin typeface="Times New Roman" panose="02020503050405090304" pitchFamily="18" charset="0"/>
                          <a:ea typeface="宋体" panose="02010600030101010101" pitchFamily="2" charset="-122"/>
                        </a:rPr>
                        <a:t>站地址</a:t>
                      </a:r>
                    </a:p>
                  </a:txBody>
                  <a:tcPr marL="68588" marR="6858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000" kern="100">
                          <a:effectLst/>
                          <a:latin typeface="Times New Roman" panose="02020503050405090304" pitchFamily="18" charset="0"/>
                          <a:ea typeface="宋体" panose="02010600030101010101" pitchFamily="2" charset="-122"/>
                        </a:rPr>
                        <a:t>端口</a:t>
                      </a:r>
                    </a:p>
                  </a:txBody>
                  <a:tcPr marL="68588" marR="6858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zh-CN"/>
                    </a:p>
                  </a:txBody>
                  <a:tcPr/>
                </a:tc>
                <a:tc vMerge="1">
                  <a:txBody>
                    <a:bodyPr/>
                    <a:lstStyle/>
                    <a:p>
                      <a:endParaRPr lang="zh-CN"/>
                    </a:p>
                  </a:txBody>
                  <a:tcPr/>
                </a:tc>
                <a:extLst>
                  <a:ext uri="{0D108BD9-81ED-4DB2-BD59-A6C34878D82A}">
                    <a16:rowId xmlns:a16="http://schemas.microsoft.com/office/drawing/2014/main" val="10001"/>
                  </a:ext>
                </a:extLst>
              </a:tr>
              <a:tr h="159884">
                <a:tc>
                  <a:txBody>
                    <a:bodyPr/>
                    <a:lstStyle/>
                    <a:p>
                      <a:pPr algn="ctr">
                        <a:spcAft>
                          <a:spcPts val="0"/>
                        </a:spcAft>
                      </a:pPr>
                      <a:r>
                        <a:rPr lang="en-US" sz="1000" kern="100">
                          <a:effectLst/>
                          <a:latin typeface="Times New Roman" panose="02020503050405090304" pitchFamily="18" charset="0"/>
                          <a:ea typeface="宋体" panose="02010600030101010101" pitchFamily="2" charset="-122"/>
                        </a:rPr>
                        <a:t>H1</a:t>
                      </a:r>
                      <a:r>
                        <a:rPr lang="en-US" sz="1000" kern="100">
                          <a:effectLst/>
                          <a:latin typeface="Times New Roman" panose="02020503050405090304" pitchFamily="18" charset="0"/>
                          <a:ea typeface="宋体" panose="02010600030101010101" pitchFamily="2" charset="-122"/>
                          <a:sym typeface="Wingdings" panose="05000000000000000000" pitchFamily="2" charset="2"/>
                        </a:rPr>
                        <a:t></a:t>
                      </a:r>
                      <a:r>
                        <a:rPr lang="en-US" sz="1000" kern="100">
                          <a:effectLst/>
                          <a:latin typeface="Times New Roman" panose="02020503050405090304" pitchFamily="18" charset="0"/>
                          <a:ea typeface="宋体" panose="02010600030101010101" pitchFamily="2" charset="-122"/>
                        </a:rPr>
                        <a:t>H5</a:t>
                      </a:r>
                      <a:endParaRPr lang="zh-CN" sz="1000" kern="100">
                        <a:effectLst/>
                        <a:latin typeface="Times New Roman" panose="02020503050405090304" pitchFamily="18" charset="0"/>
                        <a:ea typeface="宋体" panose="02010600030101010101" pitchFamily="2" charset="-122"/>
                      </a:endParaRPr>
                    </a:p>
                  </a:txBody>
                  <a:tcPr marL="68588" marR="6858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zh-CN" sz="1000" kern="100" dirty="0">
                        <a:effectLst/>
                        <a:latin typeface="Times New Roman" panose="02020503050405090304" pitchFamily="18" charset="0"/>
                        <a:ea typeface="宋体" panose="02010600030101010101" pitchFamily="2" charset="-122"/>
                      </a:endParaRPr>
                    </a:p>
                  </a:txBody>
                  <a:tcPr marL="68588" marR="6858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zh-CN" sz="1000" kern="100" dirty="0">
                        <a:effectLst/>
                        <a:latin typeface="Times New Roman" panose="02020503050405090304" pitchFamily="18" charset="0"/>
                        <a:ea typeface="宋体" panose="02010600030101010101" pitchFamily="2" charset="-122"/>
                      </a:endParaRPr>
                    </a:p>
                  </a:txBody>
                  <a:tcPr marL="68588" marR="6858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zh-CN" sz="1000" kern="100" dirty="0">
                        <a:effectLst/>
                        <a:latin typeface="Times New Roman" panose="02020503050405090304" pitchFamily="18" charset="0"/>
                        <a:ea typeface="宋体" panose="02010600030101010101" pitchFamily="2" charset="-122"/>
                      </a:endParaRPr>
                    </a:p>
                  </a:txBody>
                  <a:tcPr marL="68588" marR="6858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zh-CN" sz="1000" kern="100" dirty="0">
                        <a:effectLst/>
                        <a:latin typeface="Times New Roman" panose="02020503050405090304" pitchFamily="18" charset="0"/>
                        <a:ea typeface="宋体" panose="02010600030101010101" pitchFamily="2" charset="-122"/>
                      </a:endParaRPr>
                    </a:p>
                  </a:txBody>
                  <a:tcPr marL="68588" marR="6858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zh-CN" sz="1000" kern="100" dirty="0">
                        <a:effectLst/>
                        <a:latin typeface="Times New Roman" panose="02020503050405090304" pitchFamily="18" charset="0"/>
                        <a:ea typeface="宋体" panose="02010600030101010101" pitchFamily="2" charset="-122"/>
                      </a:endParaRPr>
                    </a:p>
                  </a:txBody>
                  <a:tcPr marL="68588" marR="6858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zh-CN" sz="1000" kern="100" dirty="0">
                        <a:effectLst/>
                        <a:latin typeface="Times New Roman" panose="02020503050405090304" pitchFamily="18" charset="0"/>
                        <a:ea typeface="宋体" panose="02010600030101010101" pitchFamily="2" charset="-122"/>
                      </a:endParaRPr>
                    </a:p>
                  </a:txBody>
                  <a:tcPr marL="68588" marR="6858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59884">
                <a:tc>
                  <a:txBody>
                    <a:bodyPr/>
                    <a:lstStyle/>
                    <a:p>
                      <a:pPr algn="ctr">
                        <a:spcAft>
                          <a:spcPts val="0"/>
                        </a:spcAft>
                      </a:pPr>
                      <a:r>
                        <a:rPr lang="en-US" sz="1000" kern="100">
                          <a:effectLst/>
                          <a:latin typeface="Times New Roman" panose="02020503050405090304" pitchFamily="18" charset="0"/>
                          <a:ea typeface="宋体" panose="02010600030101010101" pitchFamily="2" charset="-122"/>
                        </a:rPr>
                        <a:t>H3</a:t>
                      </a:r>
                      <a:r>
                        <a:rPr lang="en-US" sz="1000" kern="100">
                          <a:effectLst/>
                          <a:latin typeface="Times New Roman" panose="02020503050405090304" pitchFamily="18" charset="0"/>
                          <a:ea typeface="宋体" panose="02010600030101010101" pitchFamily="2" charset="-122"/>
                          <a:sym typeface="Wingdings" panose="05000000000000000000" pitchFamily="2" charset="2"/>
                        </a:rPr>
                        <a:t></a:t>
                      </a:r>
                      <a:r>
                        <a:rPr lang="en-US" sz="1000" kern="100">
                          <a:effectLst/>
                          <a:latin typeface="Times New Roman" panose="02020503050405090304" pitchFamily="18" charset="0"/>
                          <a:ea typeface="宋体" panose="02010600030101010101" pitchFamily="2" charset="-122"/>
                        </a:rPr>
                        <a:t>H2</a:t>
                      </a:r>
                      <a:endParaRPr lang="zh-CN" sz="1000" kern="100">
                        <a:effectLst/>
                        <a:latin typeface="Times New Roman" panose="02020503050405090304" pitchFamily="18" charset="0"/>
                        <a:ea typeface="宋体" panose="02010600030101010101" pitchFamily="2" charset="-122"/>
                      </a:endParaRPr>
                    </a:p>
                  </a:txBody>
                  <a:tcPr marL="68588" marR="6858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zh-CN" sz="1000" kern="100">
                        <a:effectLst/>
                        <a:latin typeface="Times New Roman" panose="02020503050405090304" pitchFamily="18" charset="0"/>
                        <a:ea typeface="宋体" panose="02010600030101010101" pitchFamily="2" charset="-122"/>
                      </a:endParaRPr>
                    </a:p>
                  </a:txBody>
                  <a:tcPr marL="68588" marR="6858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zh-CN" sz="1000" kern="100">
                        <a:effectLst/>
                        <a:latin typeface="Times New Roman" panose="02020503050405090304" pitchFamily="18" charset="0"/>
                        <a:ea typeface="宋体" panose="02010600030101010101" pitchFamily="2" charset="-122"/>
                      </a:endParaRPr>
                    </a:p>
                  </a:txBody>
                  <a:tcPr marL="68588" marR="6858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zh-CN" sz="1000" kern="100" dirty="0">
                        <a:effectLst/>
                        <a:latin typeface="Times New Roman" panose="02020503050405090304" pitchFamily="18" charset="0"/>
                        <a:ea typeface="宋体" panose="02010600030101010101" pitchFamily="2" charset="-122"/>
                      </a:endParaRPr>
                    </a:p>
                  </a:txBody>
                  <a:tcPr marL="68588" marR="6858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zh-CN" sz="1000" kern="100">
                        <a:effectLst/>
                        <a:latin typeface="Times New Roman" panose="02020503050405090304" pitchFamily="18" charset="0"/>
                        <a:ea typeface="宋体" panose="02010600030101010101" pitchFamily="2" charset="-122"/>
                      </a:endParaRPr>
                    </a:p>
                  </a:txBody>
                  <a:tcPr marL="68588" marR="6858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zh-CN" sz="1000" kern="100">
                        <a:effectLst/>
                        <a:latin typeface="Times New Roman" panose="02020503050405090304" pitchFamily="18" charset="0"/>
                        <a:ea typeface="宋体" panose="02010600030101010101" pitchFamily="2" charset="-122"/>
                      </a:endParaRPr>
                    </a:p>
                  </a:txBody>
                  <a:tcPr marL="68588" marR="6858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zh-CN" sz="1000" kern="100" dirty="0">
                        <a:effectLst/>
                        <a:latin typeface="Times New Roman" panose="02020503050405090304" pitchFamily="18" charset="0"/>
                        <a:ea typeface="宋体" panose="02010600030101010101" pitchFamily="2" charset="-122"/>
                      </a:endParaRPr>
                    </a:p>
                  </a:txBody>
                  <a:tcPr marL="68588" marR="6858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159884">
                <a:tc>
                  <a:txBody>
                    <a:bodyPr/>
                    <a:lstStyle/>
                    <a:p>
                      <a:pPr algn="ctr">
                        <a:spcAft>
                          <a:spcPts val="0"/>
                        </a:spcAft>
                      </a:pPr>
                      <a:r>
                        <a:rPr lang="en-US" sz="1000" kern="100">
                          <a:effectLst/>
                          <a:latin typeface="Times New Roman" panose="02020503050405090304" pitchFamily="18" charset="0"/>
                          <a:ea typeface="宋体" panose="02010600030101010101" pitchFamily="2" charset="-122"/>
                        </a:rPr>
                        <a:t>H4</a:t>
                      </a:r>
                      <a:r>
                        <a:rPr lang="en-US" sz="1000" kern="100">
                          <a:effectLst/>
                          <a:latin typeface="Times New Roman" panose="02020503050405090304" pitchFamily="18" charset="0"/>
                          <a:ea typeface="宋体" panose="02010600030101010101" pitchFamily="2" charset="-122"/>
                          <a:sym typeface="Wingdings" panose="05000000000000000000" pitchFamily="2" charset="2"/>
                        </a:rPr>
                        <a:t></a:t>
                      </a:r>
                      <a:r>
                        <a:rPr lang="en-US" sz="1000" kern="100">
                          <a:effectLst/>
                          <a:latin typeface="Times New Roman" panose="02020503050405090304" pitchFamily="18" charset="0"/>
                          <a:ea typeface="宋体" panose="02010600030101010101" pitchFamily="2" charset="-122"/>
                        </a:rPr>
                        <a:t>H3</a:t>
                      </a:r>
                      <a:endParaRPr lang="zh-CN" sz="1000" kern="100">
                        <a:effectLst/>
                        <a:latin typeface="Times New Roman" panose="02020503050405090304" pitchFamily="18" charset="0"/>
                        <a:ea typeface="宋体" panose="02010600030101010101" pitchFamily="2" charset="-122"/>
                      </a:endParaRPr>
                    </a:p>
                  </a:txBody>
                  <a:tcPr marL="68588" marR="6858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zh-CN" sz="1000" kern="100">
                        <a:effectLst/>
                        <a:latin typeface="Times New Roman" panose="02020503050405090304" pitchFamily="18" charset="0"/>
                        <a:ea typeface="宋体" panose="02010600030101010101" pitchFamily="2" charset="-122"/>
                      </a:endParaRPr>
                    </a:p>
                  </a:txBody>
                  <a:tcPr marL="68588" marR="6858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zh-CN" sz="1000" kern="100">
                        <a:effectLst/>
                        <a:latin typeface="Times New Roman" panose="02020503050405090304" pitchFamily="18" charset="0"/>
                        <a:ea typeface="宋体" panose="02010600030101010101" pitchFamily="2" charset="-122"/>
                      </a:endParaRPr>
                    </a:p>
                  </a:txBody>
                  <a:tcPr marL="68588" marR="6858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zh-CN" sz="1000" kern="100">
                        <a:effectLst/>
                        <a:latin typeface="Times New Roman" panose="02020503050405090304" pitchFamily="18" charset="0"/>
                        <a:ea typeface="宋体" panose="02010600030101010101" pitchFamily="2" charset="-122"/>
                      </a:endParaRPr>
                    </a:p>
                  </a:txBody>
                  <a:tcPr marL="68588" marR="6858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zh-CN" sz="1000" kern="100">
                        <a:effectLst/>
                        <a:latin typeface="Times New Roman" panose="02020503050405090304" pitchFamily="18" charset="0"/>
                        <a:ea typeface="宋体" panose="02010600030101010101" pitchFamily="2" charset="-122"/>
                      </a:endParaRPr>
                    </a:p>
                  </a:txBody>
                  <a:tcPr marL="68588" marR="6858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zh-CN" sz="1000" kern="100">
                        <a:effectLst/>
                        <a:latin typeface="Times New Roman" panose="02020503050405090304" pitchFamily="18" charset="0"/>
                        <a:ea typeface="宋体" panose="02010600030101010101" pitchFamily="2" charset="-122"/>
                      </a:endParaRPr>
                    </a:p>
                  </a:txBody>
                  <a:tcPr marL="68588" marR="6858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zh-CN" sz="1000" kern="100" dirty="0">
                        <a:effectLst/>
                        <a:latin typeface="Times New Roman" panose="02020503050405090304" pitchFamily="18" charset="0"/>
                        <a:ea typeface="宋体" panose="02010600030101010101" pitchFamily="2" charset="-122"/>
                      </a:endParaRPr>
                    </a:p>
                  </a:txBody>
                  <a:tcPr marL="68588" marR="6858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159884">
                <a:tc>
                  <a:txBody>
                    <a:bodyPr/>
                    <a:lstStyle/>
                    <a:p>
                      <a:pPr algn="ctr">
                        <a:spcAft>
                          <a:spcPts val="0"/>
                        </a:spcAft>
                      </a:pPr>
                      <a:r>
                        <a:rPr lang="en-US" sz="1000" kern="100">
                          <a:effectLst/>
                          <a:latin typeface="Times New Roman" panose="02020503050405090304" pitchFamily="18" charset="0"/>
                          <a:ea typeface="宋体" panose="02010600030101010101" pitchFamily="2" charset="-122"/>
                        </a:rPr>
                        <a:t>H2</a:t>
                      </a:r>
                      <a:r>
                        <a:rPr lang="en-US" sz="1000" kern="100">
                          <a:effectLst/>
                          <a:latin typeface="Times New Roman" panose="02020503050405090304" pitchFamily="18" charset="0"/>
                          <a:ea typeface="宋体" panose="02010600030101010101" pitchFamily="2" charset="-122"/>
                          <a:sym typeface="Wingdings" panose="05000000000000000000" pitchFamily="2" charset="2"/>
                        </a:rPr>
                        <a:t></a:t>
                      </a:r>
                      <a:r>
                        <a:rPr lang="en-US" sz="1000" kern="100">
                          <a:effectLst/>
                          <a:latin typeface="Times New Roman" panose="02020503050405090304" pitchFamily="18" charset="0"/>
                          <a:ea typeface="宋体" panose="02010600030101010101" pitchFamily="2" charset="-122"/>
                        </a:rPr>
                        <a:t>H1</a:t>
                      </a:r>
                      <a:endParaRPr lang="zh-CN" sz="1000" kern="100">
                        <a:effectLst/>
                        <a:latin typeface="Times New Roman" panose="02020503050405090304" pitchFamily="18" charset="0"/>
                        <a:ea typeface="宋体" panose="02010600030101010101" pitchFamily="2" charset="-122"/>
                      </a:endParaRPr>
                    </a:p>
                  </a:txBody>
                  <a:tcPr marL="68588" marR="6858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zh-CN" sz="1000" kern="100">
                        <a:effectLst/>
                        <a:latin typeface="Times New Roman" panose="02020503050405090304" pitchFamily="18" charset="0"/>
                        <a:ea typeface="宋体" panose="02010600030101010101" pitchFamily="2" charset="-122"/>
                      </a:endParaRPr>
                    </a:p>
                  </a:txBody>
                  <a:tcPr marL="68588" marR="6858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zh-CN" sz="1000" kern="100">
                        <a:effectLst/>
                        <a:latin typeface="Times New Roman" panose="02020503050405090304" pitchFamily="18" charset="0"/>
                        <a:ea typeface="宋体" panose="02010600030101010101" pitchFamily="2" charset="-122"/>
                      </a:endParaRPr>
                    </a:p>
                  </a:txBody>
                  <a:tcPr marL="68588" marR="6858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zh-CN" sz="1000" kern="100">
                        <a:effectLst/>
                        <a:latin typeface="Times New Roman" panose="02020503050405090304" pitchFamily="18" charset="0"/>
                        <a:ea typeface="宋体" panose="02010600030101010101" pitchFamily="2" charset="-122"/>
                      </a:endParaRPr>
                    </a:p>
                  </a:txBody>
                  <a:tcPr marL="68588" marR="6858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zh-CN" sz="1000" kern="100" dirty="0">
                        <a:effectLst/>
                        <a:latin typeface="Times New Roman" panose="02020503050405090304" pitchFamily="18" charset="0"/>
                        <a:ea typeface="宋体" panose="02010600030101010101" pitchFamily="2" charset="-122"/>
                      </a:endParaRPr>
                    </a:p>
                  </a:txBody>
                  <a:tcPr marL="68588" marR="6858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zh-CN" sz="1000" kern="100">
                        <a:effectLst/>
                        <a:latin typeface="Times New Roman" panose="02020503050405090304" pitchFamily="18" charset="0"/>
                        <a:ea typeface="宋体" panose="02010600030101010101" pitchFamily="2" charset="-122"/>
                      </a:endParaRPr>
                    </a:p>
                  </a:txBody>
                  <a:tcPr marL="68588" marR="6858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zh-CN" sz="1000" kern="100" dirty="0">
                        <a:effectLst/>
                        <a:latin typeface="Times New Roman" panose="02020503050405090304" pitchFamily="18" charset="0"/>
                        <a:ea typeface="宋体" panose="02010600030101010101" pitchFamily="2" charset="-122"/>
                      </a:endParaRPr>
                    </a:p>
                  </a:txBody>
                  <a:tcPr marL="68588" marR="6858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p:transition spd="slow">
    <p:pull dir="ru"/>
  </p:transition>
</p:sld>
</file>

<file path=ppt/tags/tag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15139</Words>
  <Application>Microsoft Office PowerPoint</Application>
  <PresentationFormat>宽屏</PresentationFormat>
  <Paragraphs>2483</Paragraphs>
  <Slides>133</Slides>
  <Notes>122</Notes>
  <HiddenSlides>0</HiddenSlides>
  <MMClips>0</MMClips>
  <ScaleCrop>false</ScaleCrop>
  <HeadingPairs>
    <vt:vector size="8" baseType="variant">
      <vt:variant>
        <vt:lpstr>已用的字体</vt:lpstr>
      </vt:variant>
      <vt:variant>
        <vt:i4>20</vt:i4>
      </vt:variant>
      <vt:variant>
        <vt:lpstr>主题</vt:lpstr>
      </vt:variant>
      <vt:variant>
        <vt:i4>1</vt:i4>
      </vt:variant>
      <vt:variant>
        <vt:lpstr>嵌入 OLE 服务器</vt:lpstr>
      </vt:variant>
      <vt:variant>
        <vt:i4>5</vt:i4>
      </vt:variant>
      <vt:variant>
        <vt:lpstr>幻灯片标题</vt:lpstr>
      </vt:variant>
      <vt:variant>
        <vt:i4>133</vt:i4>
      </vt:variant>
    </vt:vector>
  </HeadingPairs>
  <TitlesOfParts>
    <vt:vector size="159" baseType="lpstr">
      <vt:lpstr>PingFang SC</vt:lpstr>
      <vt:lpstr>等线</vt:lpstr>
      <vt:lpstr>黑体</vt:lpstr>
      <vt:lpstr>华文细黑</vt:lpstr>
      <vt:lpstr>楷体_GB2312</vt:lpstr>
      <vt:lpstr>宋体</vt:lpstr>
      <vt:lpstr>微软雅黑</vt:lpstr>
      <vt:lpstr>Algerian</vt:lpstr>
      <vt:lpstr>Arial</vt:lpstr>
      <vt:lpstr>Arial Black</vt:lpstr>
      <vt:lpstr>Arial Narrow</vt:lpstr>
      <vt:lpstr>Cambria Math</vt:lpstr>
      <vt:lpstr>lato</vt:lpstr>
      <vt:lpstr>Montserrat</vt:lpstr>
      <vt:lpstr>Open Sans</vt:lpstr>
      <vt:lpstr>Roboto</vt:lpstr>
      <vt:lpstr>Tahoma</vt:lpstr>
      <vt:lpstr>Times New Roman</vt:lpstr>
      <vt:lpstr>Verdana</vt:lpstr>
      <vt:lpstr>Wingdings</vt:lpstr>
      <vt:lpstr>Office 主题​​</vt:lpstr>
      <vt:lpstr>Visio</vt:lpstr>
      <vt:lpstr>Bitmap Image</vt:lpstr>
      <vt:lpstr>文档</vt:lpstr>
      <vt:lpstr>Microsoft Visio 2000/2002 Drawing</vt:lpstr>
      <vt:lpstr>FLW3Drawing</vt:lpstr>
      <vt:lpstr>第四章 介质访问子层</vt:lpstr>
      <vt:lpstr>本章目标</vt:lpstr>
      <vt:lpstr>MAC子层在哪里？</vt:lpstr>
      <vt:lpstr>本章内容</vt:lpstr>
      <vt:lpstr>常见的接入情形</vt:lpstr>
      <vt:lpstr>常见的局域网拓扑</vt:lpstr>
      <vt:lpstr>某时由谁来访问共享信道呢？</vt:lpstr>
      <vt:lpstr>本章内容</vt:lpstr>
      <vt:lpstr>三大类多路访问协议及小分类</vt:lpstr>
      <vt:lpstr>ALOHA协议的由来</vt:lpstr>
      <vt:lpstr>纯ALOHA协议工作原理：任性！</vt:lpstr>
      <vt:lpstr>分隙ALOHA (Slotted ALOHA)工作原理</vt:lpstr>
      <vt:lpstr>载波侦听多路访问协议 </vt:lpstr>
      <vt:lpstr> 非持续式CSMA</vt:lpstr>
      <vt:lpstr>持续式(指1-持续式)CSMA</vt:lpstr>
      <vt:lpstr>p-持续式CSMA</vt:lpstr>
      <vt:lpstr>问题：先听再发，避免了冲突吗？</vt:lpstr>
      <vt:lpstr>传播延迟对载波侦听的影响</vt:lpstr>
      <vt:lpstr>冲突窗口</vt:lpstr>
      <vt:lpstr>CSMA/CD  （1-持续）</vt:lpstr>
      <vt:lpstr>CSMA/CD（续）</vt:lpstr>
      <vt:lpstr>怎么能侦听到冲突？</vt:lpstr>
      <vt:lpstr>CSMA/CD概念模型</vt:lpstr>
      <vt:lpstr>各种CSMA的性能比较</vt:lpstr>
      <vt:lpstr>受控访问协议【了解】</vt:lpstr>
      <vt:lpstr>令牌传递</vt:lpstr>
      <vt:lpstr>目  录</vt:lpstr>
      <vt:lpstr>以太网的前世今生</vt:lpstr>
      <vt:lpstr>以太网的前世今生</vt:lpstr>
      <vt:lpstr>以太网的前世今生</vt:lpstr>
      <vt:lpstr>以太网的前世今生</vt:lpstr>
      <vt:lpstr>以太网的前世今生</vt:lpstr>
      <vt:lpstr>经典以太网 - 经典以太网的物理层</vt:lpstr>
      <vt:lpstr>经典以太网 - MAC子层协议</vt:lpstr>
      <vt:lpstr>经典以太网 - MAC子层协议</vt:lpstr>
      <vt:lpstr>经典以太网 - MAC子层协议</vt:lpstr>
      <vt:lpstr>经典以太网 - MAC子层协议</vt:lpstr>
      <vt:lpstr>经典以太网 - MAC子层协议</vt:lpstr>
      <vt:lpstr>经典以太网 - MAC子层协议</vt:lpstr>
      <vt:lpstr>经典以太网 - MAC子层协议</vt:lpstr>
      <vt:lpstr>经典以太网 - MAC子层协议</vt:lpstr>
      <vt:lpstr>经典以太网 - MAC子层协议</vt:lpstr>
      <vt:lpstr>以太网性能</vt:lpstr>
      <vt:lpstr>交换式以太网 </vt:lpstr>
      <vt:lpstr>交换式以太网</vt:lpstr>
      <vt:lpstr>交换式以太网</vt:lpstr>
      <vt:lpstr>快速以太网</vt:lpstr>
      <vt:lpstr>千兆以太网</vt:lpstr>
      <vt:lpstr>万兆以太网</vt:lpstr>
      <vt:lpstr>40G-100G以太网</vt:lpstr>
      <vt:lpstr>40G-100G以太网</vt:lpstr>
      <vt:lpstr>以太网的未来</vt:lpstr>
      <vt:lpstr>以太网的未来</vt:lpstr>
      <vt:lpstr>以太网的未来</vt:lpstr>
      <vt:lpstr>以太网的未来</vt:lpstr>
      <vt:lpstr>本章内容</vt:lpstr>
      <vt:lpstr> 数据链路层交换原理</vt:lpstr>
      <vt:lpstr> 数据链路层交换原理</vt:lpstr>
      <vt:lpstr> 数据链路层交换原理</vt:lpstr>
      <vt:lpstr> 数据链路层交换原理</vt:lpstr>
      <vt:lpstr> 数据链路层交换原理</vt:lpstr>
      <vt:lpstr> 数据链路层交换原理</vt:lpstr>
      <vt:lpstr> 数据链路层交换原理</vt:lpstr>
      <vt:lpstr> 数据链路层交换原理</vt:lpstr>
      <vt:lpstr> 数据链路层交换原理</vt:lpstr>
      <vt:lpstr> 数据链路层交换原理</vt:lpstr>
      <vt:lpstr> 数据链路层交换原理</vt:lpstr>
      <vt:lpstr> 数据链路层交换原理</vt:lpstr>
      <vt:lpstr> 数据链路层交换原理</vt:lpstr>
      <vt:lpstr> 数据链路层交换原理</vt:lpstr>
      <vt:lpstr> 数据链路层交换原理</vt:lpstr>
      <vt:lpstr> 链路层交换机</vt:lpstr>
      <vt:lpstr> 链路层交换机</vt:lpstr>
      <vt:lpstr> 链路层交换机</vt:lpstr>
      <vt:lpstr> 链路层交换机</vt:lpstr>
      <vt:lpstr> 链路层交换机</vt:lpstr>
      <vt:lpstr> 链路层交换机</vt:lpstr>
      <vt:lpstr> 链路层交换机</vt:lpstr>
      <vt:lpstr> 链路层交换机</vt:lpstr>
      <vt:lpstr> 链路层交换机</vt:lpstr>
      <vt:lpstr> 生成树协议</vt:lpstr>
      <vt:lpstr> 生成树协议</vt:lpstr>
      <vt:lpstr> 生成树协议</vt:lpstr>
      <vt:lpstr> 生成树协议</vt:lpstr>
      <vt:lpstr> 生成树协议</vt:lpstr>
      <vt:lpstr> 生成树协议</vt:lpstr>
      <vt:lpstr> 生成树协议</vt:lpstr>
      <vt:lpstr> 生成树协议</vt:lpstr>
      <vt:lpstr> 生成树协议</vt:lpstr>
      <vt:lpstr> 生成树协议</vt:lpstr>
      <vt:lpstr> 生成树协议</vt:lpstr>
      <vt:lpstr> 生成树协议</vt:lpstr>
      <vt:lpstr> 生成树协议</vt:lpstr>
      <vt:lpstr> 生成树协议</vt:lpstr>
      <vt:lpstr> 生成树协议</vt:lpstr>
      <vt:lpstr> 生成树协议</vt:lpstr>
      <vt:lpstr> 生成树协议</vt:lpstr>
      <vt:lpstr> 生成树协议</vt:lpstr>
      <vt:lpstr> 生成树协议</vt:lpstr>
      <vt:lpstr> 生成树协议</vt:lpstr>
      <vt:lpstr> 生成树协议</vt:lpstr>
      <vt:lpstr> 虚拟局域网</vt:lpstr>
      <vt:lpstr> 虚拟局域网</vt:lpstr>
      <vt:lpstr> 虚拟局域网</vt:lpstr>
      <vt:lpstr> 虚拟局域网</vt:lpstr>
      <vt:lpstr> 虚拟局域网</vt:lpstr>
      <vt:lpstr> 虚拟局域网</vt:lpstr>
      <vt:lpstr> 虚拟局域网</vt:lpstr>
      <vt:lpstr> 虚拟局域网</vt:lpstr>
      <vt:lpstr> 虚拟局域网</vt:lpstr>
      <vt:lpstr> 虚拟局域网</vt:lpstr>
      <vt:lpstr> 虚拟局域网</vt:lpstr>
      <vt:lpstr> 虚拟局域网</vt:lpstr>
      <vt:lpstr> 虚拟局域网</vt:lpstr>
      <vt:lpstr> 虚拟局域网</vt:lpstr>
      <vt:lpstr>本章内容</vt:lpstr>
      <vt:lpstr>无线局域网概述</vt:lpstr>
      <vt:lpstr>无线局域网概述</vt:lpstr>
      <vt:lpstr>无线局域网组网模式</vt:lpstr>
      <vt:lpstr>无线局域网组网模式</vt:lpstr>
      <vt:lpstr>无线局域网体系结构</vt:lpstr>
      <vt:lpstr>无线局域网体系结构</vt:lpstr>
      <vt:lpstr>IEEE 802.11物理层</vt:lpstr>
      <vt:lpstr>IEEE 802.11介质访问控制</vt:lpstr>
      <vt:lpstr>IEEE 802.11介质访问控制</vt:lpstr>
      <vt:lpstr>IEEE 802.11介质访问控制</vt:lpstr>
      <vt:lpstr>IEEE 802.11介质访问控制</vt:lpstr>
      <vt:lpstr>IEEE 802.11帧格式</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Yong Cui</dc:creator>
  <cp:lastModifiedBy>戴元顺</cp:lastModifiedBy>
  <cp:revision>854</cp:revision>
  <dcterms:created xsi:type="dcterms:W3CDTF">2024-10-11T05:09:12Z</dcterms:created>
  <dcterms:modified xsi:type="dcterms:W3CDTF">2024-10-18T00:55:49Z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719CE68DBE62FF78727D08671040A537_42</vt:lpwstr>
  </property>
  <property fmtid="{D5CDD505-2E9C-101B-9397-08002B2CF9AE}" pid="3" name="KSOProductBuildVer">
    <vt:lpwstr>1033-6.7.1.8828</vt:lpwstr>
  </property>
</Properties>
</file>