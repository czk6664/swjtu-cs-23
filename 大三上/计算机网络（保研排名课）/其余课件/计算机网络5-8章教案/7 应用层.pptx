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7" r:id="rId1"/>
  </p:sldMasterIdLst>
  <p:notesMasterIdLst>
    <p:notesMasterId r:id="rId42"/>
  </p:notesMasterIdLst>
  <p:handoutMasterIdLst>
    <p:handoutMasterId r:id="rId43"/>
  </p:handoutMasterIdLst>
  <p:sldIdLst>
    <p:sldId id="495" r:id="rId2"/>
    <p:sldId id="559" r:id="rId3"/>
    <p:sldId id="560" r:id="rId4"/>
    <p:sldId id="561" r:id="rId5"/>
    <p:sldId id="788" r:id="rId6"/>
    <p:sldId id="497" r:id="rId7"/>
    <p:sldId id="498" r:id="rId8"/>
    <p:sldId id="499" r:id="rId9"/>
    <p:sldId id="503" r:id="rId10"/>
    <p:sldId id="505" r:id="rId11"/>
    <p:sldId id="562" r:id="rId12"/>
    <p:sldId id="711" r:id="rId13"/>
    <p:sldId id="713" r:id="rId14"/>
    <p:sldId id="725" r:id="rId15"/>
    <p:sldId id="785" r:id="rId16"/>
    <p:sldId id="737" r:id="rId17"/>
    <p:sldId id="738" r:id="rId18"/>
    <p:sldId id="739" r:id="rId19"/>
    <p:sldId id="748" r:id="rId20"/>
    <p:sldId id="749" r:id="rId21"/>
    <p:sldId id="727" r:id="rId22"/>
    <p:sldId id="728" r:id="rId23"/>
    <p:sldId id="755" r:id="rId24"/>
    <p:sldId id="756" r:id="rId25"/>
    <p:sldId id="757" r:id="rId26"/>
    <p:sldId id="722" r:id="rId27"/>
    <p:sldId id="723" r:id="rId28"/>
    <p:sldId id="724" r:id="rId29"/>
    <p:sldId id="496" r:id="rId30"/>
    <p:sldId id="789" r:id="rId31"/>
    <p:sldId id="790" r:id="rId32"/>
    <p:sldId id="513" r:id="rId33"/>
    <p:sldId id="514" r:id="rId34"/>
    <p:sldId id="520" r:id="rId35"/>
    <p:sldId id="521" r:id="rId36"/>
    <p:sldId id="522" r:id="rId37"/>
    <p:sldId id="531" r:id="rId38"/>
    <p:sldId id="524" r:id="rId39"/>
    <p:sldId id="525" r:id="rId40"/>
    <p:sldId id="536" r:id="rId4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FF33"/>
    <a:srgbClr val="DDDDDD"/>
    <a:srgbClr val="808080"/>
    <a:srgbClr val="B2B2B2"/>
    <a:srgbClr val="CC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6582" autoAdjust="0"/>
    <p:restoredTop sz="94660" autoAdjust="0"/>
  </p:normalViewPr>
  <p:slideViewPr>
    <p:cSldViewPr snapToGrid="0">
      <p:cViewPr varScale="1">
        <p:scale>
          <a:sx n="112" d="100"/>
          <a:sy n="112" d="100"/>
        </p:scale>
        <p:origin x="954" y="9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  <p:sld r:id="rId2" collapse="1"/>
      <p:sld r:id="rId3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13668"/>
    </p:cViewPr>
  </p:sorterViewPr>
  <p:notesViewPr>
    <p:cSldViewPr snapToGrid="0">
      <p:cViewPr varScale="1">
        <p:scale>
          <a:sx n="38" d="100"/>
          <a:sy n="38" d="100"/>
        </p:scale>
        <p:origin x="-1368" y="-7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_rels/viewProps.xml.rels><?xml version="1.0" encoding="UTF-8" standalone="yes"?>
<Relationships xmlns="http://schemas.openxmlformats.org/package/2006/relationships"><Relationship Id="rId3" Type="http://schemas.openxmlformats.org/officeDocument/2006/relationships/slide" Target="slides/slide34.xml"/><Relationship Id="rId2" Type="http://schemas.openxmlformats.org/officeDocument/2006/relationships/slide" Target="slides/slide7.xml"/><Relationship Id="rId1" Type="http://schemas.openxmlformats.org/officeDocument/2006/relationships/slide" Target="slides/slide6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image" Target="../media/image5.wmf"/><Relationship Id="rId1" Type="http://schemas.openxmlformats.org/officeDocument/2006/relationships/image" Target="../media/image4.wmf"/><Relationship Id="rId5" Type="http://schemas.openxmlformats.org/officeDocument/2006/relationships/image" Target="../media/image8.wmf"/><Relationship Id="rId4" Type="http://schemas.openxmlformats.org/officeDocument/2006/relationships/image" Target="../media/image7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image" Target="../media/image5.wmf"/><Relationship Id="rId1" Type="http://schemas.openxmlformats.org/officeDocument/2006/relationships/image" Target="../media/image4.wmf"/><Relationship Id="rId5" Type="http://schemas.openxmlformats.org/officeDocument/2006/relationships/image" Target="../media/image8.wmf"/><Relationship Id="rId4" Type="http://schemas.openxmlformats.org/officeDocument/2006/relationships/image" Target="../media/image7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DB60EEC8-65D9-4DC5-A6A3-8E0A9F479287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Tahoma" panose="020B060403050404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id="{7E8401B3-143B-4DBA-BA82-BAA23D3E5E73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Tahoma" panose="020B060403050404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5604" name="Rectangle 4">
            <a:extLst>
              <a:ext uri="{FF2B5EF4-FFF2-40B4-BE49-F238E27FC236}">
                <a16:creationId xmlns:a16="http://schemas.microsoft.com/office/drawing/2014/main" id="{6156B10F-5791-4DD1-9DBE-FC454A61712B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Tahoma" panose="020B060403050404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5605" name="Rectangle 5">
            <a:extLst>
              <a:ext uri="{FF2B5EF4-FFF2-40B4-BE49-F238E27FC236}">
                <a16:creationId xmlns:a16="http://schemas.microsoft.com/office/drawing/2014/main" id="{8CE3D5E8-7486-437B-928E-24C666B17222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Tahoma" panose="020B0604030504040204" pitchFamily="34" charset="0"/>
              </a:defRPr>
            </a:lvl1pPr>
          </a:lstStyle>
          <a:p>
            <a:pPr>
              <a:defRPr/>
            </a:pPr>
            <a:fld id="{E8F8BC05-CBFD-4332-B158-DC198BAE06C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31FA0A1B-89DA-40D5-8179-373677592A13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Tahoma" panose="020B060403050404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8E51FC62-297A-4018-B365-3C621435A4A3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Tahoma" panose="020B060403050404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C20ADC2C-1D7B-41FE-84C0-6DF069A356AA}"/>
              </a:ext>
            </a:extLst>
          </p:cNvPr>
          <p:cNvSpPr>
            <a:spLocks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8197" name="Rectangle 5">
            <a:extLst>
              <a:ext uri="{FF2B5EF4-FFF2-40B4-BE49-F238E27FC236}">
                <a16:creationId xmlns:a16="http://schemas.microsoft.com/office/drawing/2014/main" id="{3635A612-6532-42D1-A963-A1F33A9868CF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8198" name="Rectangle 6">
            <a:extLst>
              <a:ext uri="{FF2B5EF4-FFF2-40B4-BE49-F238E27FC236}">
                <a16:creationId xmlns:a16="http://schemas.microsoft.com/office/drawing/2014/main" id="{9E4DAF0D-A1B8-41FA-A90C-EEA67AB88ADA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Tahoma" panose="020B060403050404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199" name="Rectangle 7">
            <a:extLst>
              <a:ext uri="{FF2B5EF4-FFF2-40B4-BE49-F238E27FC236}">
                <a16:creationId xmlns:a16="http://schemas.microsoft.com/office/drawing/2014/main" id="{CBD2A7DB-5F53-4218-A8BA-2BA493378E2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Tahoma" panose="020B0604030504040204" pitchFamily="34" charset="0"/>
              </a:defRPr>
            </a:lvl1pPr>
          </a:lstStyle>
          <a:p>
            <a:pPr>
              <a:defRPr/>
            </a:pPr>
            <a:fld id="{5512F4D5-4D1D-42CE-9D03-C4A76A8C86C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7">
            <a:extLst>
              <a:ext uri="{FF2B5EF4-FFF2-40B4-BE49-F238E27FC236}">
                <a16:creationId xmlns:a16="http://schemas.microsoft.com/office/drawing/2014/main" id="{E701C7A5-0CA9-46C1-92BB-AB3C6DA13B6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E48D97C0-548A-402F-9346-1B2A9D8163B8}" type="slidenum">
              <a:rPr lang="en-US" altLang="zh-CN" sz="1200" smtClean="0">
                <a:latin typeface="Tahoma" panose="020B0604030504040204" pitchFamily="34" charset="0"/>
              </a:rPr>
              <a:pPr/>
              <a:t>4</a:t>
            </a:fld>
            <a:endParaRPr lang="en-US" altLang="zh-CN" sz="1200">
              <a:latin typeface="Tahoma" panose="020B0604030504040204" pitchFamily="34" charset="0"/>
            </a:endParaRPr>
          </a:p>
        </p:txBody>
      </p:sp>
      <p:sp>
        <p:nvSpPr>
          <p:cNvPr id="9219" name="Rectangle 2">
            <a:extLst>
              <a:ext uri="{FF2B5EF4-FFF2-40B4-BE49-F238E27FC236}">
                <a16:creationId xmlns:a16="http://schemas.microsoft.com/office/drawing/2014/main" id="{C874D5E2-F190-4790-830A-38FD58E8C6C7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solidFill>
            <a:srgbClr val="FFFFFF"/>
          </a:solidFill>
          <a:ln/>
        </p:spPr>
      </p:sp>
      <p:sp>
        <p:nvSpPr>
          <p:cNvPr id="9220" name="Rectangle 3">
            <a:extLst>
              <a:ext uri="{FF2B5EF4-FFF2-40B4-BE49-F238E27FC236}">
                <a16:creationId xmlns:a16="http://schemas.microsoft.com/office/drawing/2014/main" id="{B3DC31E5-CF71-4B4B-AE03-FF84804889E7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r>
              <a:rPr lang="en-US" altLang="zh-CN"/>
              <a:t>Peers exchange units meaningful to each end; communicate </a:t>
            </a:r>
          </a:p>
          <a:p>
            <a:pPr eaLnBrk="1" hangingPunct="1"/>
            <a:r>
              <a:rPr lang="zh-CN" altLang="en-US"/>
              <a:t>每一终端就是同等交换单元，利用低层服务进行通信使之简单</a:t>
            </a:r>
          </a:p>
          <a:p>
            <a:pPr eaLnBrk="1" hangingPunct="1"/>
            <a:r>
              <a:rPr lang="en-US" altLang="zh-CN"/>
              <a:t>Uses services of lower layer to avoid complexity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7">
            <a:extLst>
              <a:ext uri="{FF2B5EF4-FFF2-40B4-BE49-F238E27FC236}">
                <a16:creationId xmlns:a16="http://schemas.microsoft.com/office/drawing/2014/main" id="{B7CF65A1-91B5-48FB-8171-ACF4111175C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37C8359F-4E8C-4116-B224-18B26E874E0F}" type="slidenum">
              <a:rPr lang="en-US" altLang="zh-CN" sz="1200" smtClean="0">
                <a:latin typeface="Tahoma" panose="020B0604030504040204" pitchFamily="34" charset="0"/>
              </a:rPr>
              <a:pPr/>
              <a:t>36</a:t>
            </a:fld>
            <a:endParaRPr lang="en-US" altLang="zh-CN" sz="1200">
              <a:latin typeface="Tahoma" panose="020B0604030504040204" pitchFamily="34" charset="0"/>
            </a:endParaRPr>
          </a:p>
        </p:txBody>
      </p:sp>
      <p:sp>
        <p:nvSpPr>
          <p:cNvPr id="14339" name="Rectangle 2">
            <a:extLst>
              <a:ext uri="{FF2B5EF4-FFF2-40B4-BE49-F238E27FC236}">
                <a16:creationId xmlns:a16="http://schemas.microsoft.com/office/drawing/2014/main" id="{4C910D25-399F-4FD7-BB45-3D7F8C8D21E8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solidFill>
            <a:srgbClr val="FFFFFF"/>
          </a:solidFill>
          <a:ln/>
        </p:spPr>
      </p:sp>
      <p:sp>
        <p:nvSpPr>
          <p:cNvPr id="14340" name="Rectangle 3">
            <a:extLst>
              <a:ext uri="{FF2B5EF4-FFF2-40B4-BE49-F238E27FC236}">
                <a16:creationId xmlns:a16="http://schemas.microsoft.com/office/drawing/2014/main" id="{7FDCD28A-F90C-4704-BCEA-76E79D8A7F6B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r>
              <a:rPr lang="en-US" altLang="zh-CN"/>
              <a:t>ASCII vs Binary mode for FTP</a:t>
            </a:r>
          </a:p>
          <a:p>
            <a:pPr eaLnBrk="1" hangingPunct="1"/>
            <a:r>
              <a:rPr lang="en-US" altLang="zh-CN"/>
              <a:t>Different platform define end of line characters different</a:t>
            </a:r>
          </a:p>
          <a:p>
            <a:pPr eaLnBrk="1" hangingPunct="1"/>
            <a:r>
              <a:rPr lang="en-US" altLang="zh-CN"/>
              <a:t>ASCII will send the type expected by the receiver</a:t>
            </a:r>
          </a:p>
          <a:p>
            <a:pPr eaLnBrk="1" hangingPunct="1"/>
            <a:r>
              <a:rPr lang="en-US" altLang="zh-CN"/>
              <a:t>Binary will send the type on the sender</a:t>
            </a:r>
          </a:p>
          <a:p>
            <a:pPr eaLnBrk="1" hangingPunct="1"/>
            <a:endParaRPr lang="en-US" alt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>
            <a:extLst>
              <a:ext uri="{FF2B5EF4-FFF2-40B4-BE49-F238E27FC236}">
                <a16:creationId xmlns:a16="http://schemas.microsoft.com/office/drawing/2014/main" id="{DF9FF997-8CB2-4621-AC78-DBC1799F1CD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405ACFF1-315C-48A0-8415-6F5E45B703FE}" type="slidenum">
              <a:rPr lang="en-US" altLang="zh-CN" sz="1200" smtClean="0">
                <a:latin typeface="Tahoma" panose="020B0604030504040204" pitchFamily="34" charset="0"/>
              </a:rPr>
              <a:pPr/>
              <a:t>39</a:t>
            </a:fld>
            <a:endParaRPr lang="en-US" altLang="zh-CN" sz="1200">
              <a:latin typeface="Tahoma" panose="020B0604030504040204" pitchFamily="34" charset="0"/>
            </a:endParaRPr>
          </a:p>
        </p:txBody>
      </p:sp>
      <p:sp>
        <p:nvSpPr>
          <p:cNvPr id="18435" name="Rectangle 2">
            <a:extLst>
              <a:ext uri="{FF2B5EF4-FFF2-40B4-BE49-F238E27FC236}">
                <a16:creationId xmlns:a16="http://schemas.microsoft.com/office/drawing/2014/main" id="{60CAD45B-0FB8-4935-8FB9-A9B323DF660F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solidFill>
            <a:srgbClr val="FFFFFF"/>
          </a:solidFill>
          <a:ln/>
        </p:spPr>
      </p:sp>
      <p:sp>
        <p:nvSpPr>
          <p:cNvPr id="18436" name="Rectangle 3">
            <a:extLst>
              <a:ext uri="{FF2B5EF4-FFF2-40B4-BE49-F238E27FC236}">
                <a16:creationId xmlns:a16="http://schemas.microsoft.com/office/drawing/2014/main" id="{21E4ED33-6D54-4FEC-80CF-D5F00D7CEB36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r>
              <a:rPr lang="en-US" altLang="zh-CN"/>
              <a:t>Client connects to 21 to establish control channel</a:t>
            </a:r>
          </a:p>
          <a:p>
            <a:pPr eaLnBrk="1" hangingPunct="1"/>
            <a:r>
              <a:rPr lang="en-US" altLang="zh-CN"/>
              <a:t>Control channel actually follow the telnet protocol</a:t>
            </a:r>
          </a:p>
          <a:p>
            <a:pPr eaLnBrk="1" hangingPunct="1"/>
            <a:r>
              <a:rPr lang="en-US" altLang="zh-CN"/>
              <a:t>Over control channel specify port</a:t>
            </a:r>
          </a:p>
          <a:p>
            <a:pPr eaLnBrk="1" hangingPunct="1"/>
            <a:r>
              <a:rPr lang="en-US" altLang="zh-CN"/>
              <a:t>Who initiates the connection for the data channel?</a:t>
            </a:r>
          </a:p>
          <a:p>
            <a:pPr eaLnBrk="1" hangingPunct="1"/>
            <a:r>
              <a:rPr lang="en-US" altLang="zh-CN">
                <a:latin typeface="Arial Unicode MS" pitchFamily="34" charset="-122"/>
              </a:rPr>
              <a:t>The FTP commands specify the parameters for the data connection (data port, transfer mode, representation type, and structure) and the nature of file system operation (store, retrieve, append, delete, etc.). </a:t>
            </a:r>
          </a:p>
          <a:p>
            <a:pPr eaLnBrk="1" hangingPunct="1"/>
            <a:r>
              <a:rPr lang="en-US" altLang="zh-CN">
                <a:latin typeface="Arial Unicode MS" pitchFamily="34" charset="-122"/>
              </a:rPr>
              <a:t>The user-DTP or its designate should "listen" on the specified data port, and the server initiate the data connection and data transfer in accordance with the specified parameters</a:t>
            </a:r>
          </a:p>
          <a:p>
            <a:pPr eaLnBrk="1" hangingPunct="1"/>
            <a:endParaRPr lang="en-US" altLang="zh-CN">
              <a:latin typeface="Arial Unicode MS" pitchFamily="34" charset="-122"/>
            </a:endParaRPr>
          </a:p>
          <a:p>
            <a:pPr eaLnBrk="1" hangingPunct="1"/>
            <a:r>
              <a:rPr lang="en-US" altLang="zh-CN">
                <a:latin typeface="Arial Unicode MS" pitchFamily="34" charset="-122"/>
              </a:rPr>
              <a:t>. It should be noted that the data port need not be in the same host that initiates the FTP commands via the control connection, but the user or the user-FTP process must ensure a "listen" on the specified data port. It ought to also be noted that the data connection may be used for simultaneous sending and receiving. </a:t>
            </a:r>
            <a:endParaRPr lang="en-US" altLang="zh-CN"/>
          </a:p>
          <a:p>
            <a:pPr eaLnBrk="1" hangingPunct="1"/>
            <a:endParaRPr lang="en-US" altLang="zh-CN"/>
          </a:p>
          <a:p>
            <a:pPr eaLnBrk="1" hangingPunct="1"/>
            <a:endParaRPr lang="en-US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72CF9AB-8DB8-4A2D-96AC-535BFA49FD7A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82618750"/>
      </p:ext>
    </p:extLst>
  </p:cSld>
  <p:clrMapOvr>
    <a:masterClrMapping/>
  </p:clrMapOvr>
  <p:transition spd="med">
    <p:random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9/25/2020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6524290"/>
      </p:ext>
    </p:extLst>
  </p:cSld>
  <p:clrMapOvr>
    <a:masterClrMapping/>
  </p:clrMapOvr>
  <p:transition spd="med">
    <p:random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9/25/2020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7749519"/>
      </p:ext>
    </p:extLst>
  </p:cSld>
  <p:clrMapOvr>
    <a:masterClrMapping/>
  </p:clrMapOvr>
  <p:transition spd="med">
    <p:random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9/25/2020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9068329"/>
      </p:ext>
    </p:extLst>
  </p:cSld>
  <p:clrMapOvr>
    <a:masterClrMapping/>
  </p:clrMapOvr>
  <p:transition spd="med">
    <p:random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9/25/2020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9196112"/>
      </p:ext>
    </p:extLst>
  </p:cSld>
  <p:clrMapOvr>
    <a:masterClrMapping/>
  </p:clrMapOvr>
  <p:transition spd="med">
    <p:random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9/25/2020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1415894"/>
      </p:ext>
    </p:extLst>
  </p:cSld>
  <p:clrMapOvr>
    <a:masterClrMapping/>
  </p:clrMapOvr>
  <p:transition spd="med">
    <p:random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9/25/2020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348733"/>
      </p:ext>
    </p:extLst>
  </p:cSld>
  <p:clrMapOvr>
    <a:masterClrMapping/>
  </p:clrMapOvr>
  <p:transition spd="med">
    <p:random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9/25/2020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9371486"/>
      </p:ext>
    </p:extLst>
  </p:cSld>
  <p:clrMapOvr>
    <a:masterClrMapping/>
  </p:clrMapOvr>
  <p:transition spd="med">
    <p:random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9/25/2020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7770114"/>
      </p:ext>
    </p:extLst>
  </p:cSld>
  <p:clrMapOvr>
    <a:masterClrMapping/>
  </p:clrMapOvr>
  <p:transition spd="med">
    <p:random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9/25/2020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6672539"/>
      </p:ext>
    </p:extLst>
  </p:cSld>
  <p:clrMapOvr>
    <a:masterClrMapping/>
  </p:clrMapOvr>
  <p:transition spd="med">
    <p:random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9/25/2020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7537702"/>
      </p:ext>
    </p:extLst>
  </p:cSld>
  <p:clrMapOvr>
    <a:masterClrMapping/>
  </p:clrMapOvr>
  <p:transition spd="med">
    <p:random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9/25/2020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  <p:sp>
        <p:nvSpPr>
          <p:cNvPr id="7" name="AutoShape 22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0D5BD690-D3D4-4752-92EC-6C19A5EA4E6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1887200" y="1"/>
            <a:ext cx="304800" cy="339725"/>
          </a:xfrm>
          <a:prstGeom prst="actionButtonForwardNext">
            <a:avLst/>
          </a:prstGeom>
          <a:solidFill>
            <a:srgbClr val="CCFFFF"/>
          </a:solidFill>
          <a:ln w="9525">
            <a:solidFill>
              <a:srgbClr val="000099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 sz="2800"/>
          </a:p>
        </p:txBody>
      </p:sp>
      <p:sp>
        <p:nvSpPr>
          <p:cNvPr id="8" name="AutoShape 23">
            <a:hlinkClick r:id="" action="ppaction://hlinkshowjump?jump=previousslide" highlightClick="1"/>
            <a:extLst>
              <a:ext uri="{FF2B5EF4-FFF2-40B4-BE49-F238E27FC236}">
                <a16:creationId xmlns:a16="http://schemas.microsoft.com/office/drawing/2014/main" id="{F7D3E1A0-7E2D-4F1B-943C-397E1A562F4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1582400" y="1"/>
            <a:ext cx="304800" cy="339725"/>
          </a:xfrm>
          <a:prstGeom prst="actionButtonBackPrevious">
            <a:avLst/>
          </a:prstGeom>
          <a:solidFill>
            <a:srgbClr val="CCFFFF"/>
          </a:solidFill>
          <a:ln w="9525">
            <a:solidFill>
              <a:srgbClr val="000099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 sz="2800"/>
          </a:p>
        </p:txBody>
      </p:sp>
      <p:sp>
        <p:nvSpPr>
          <p:cNvPr id="9" name="AutoShape 24">
            <a:hlinkClick r:id="" action="ppaction://hlinkshowjump?jump=firstslide" highlightClick="1"/>
            <a:extLst>
              <a:ext uri="{FF2B5EF4-FFF2-40B4-BE49-F238E27FC236}">
                <a16:creationId xmlns:a16="http://schemas.microsoft.com/office/drawing/2014/main" id="{B025ADAF-E888-4FF4-9520-433C397D5B1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1277600" y="1"/>
            <a:ext cx="304800" cy="339725"/>
          </a:xfrm>
          <a:prstGeom prst="actionButtonHome">
            <a:avLst/>
          </a:prstGeom>
          <a:solidFill>
            <a:srgbClr val="CCFFFF"/>
          </a:solidFill>
          <a:ln w="9525">
            <a:solidFill>
              <a:srgbClr val="000099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 sz="2800"/>
          </a:p>
        </p:txBody>
      </p:sp>
      <p:pic>
        <p:nvPicPr>
          <p:cNvPr id="10" name="Picture 25" descr="RED">
            <a:extLst>
              <a:ext uri="{FF2B5EF4-FFF2-40B4-BE49-F238E27FC236}">
                <a16:creationId xmlns:a16="http://schemas.microsoft.com/office/drawing/2014/main" id="{D5B63619-E483-4342-AF4F-DDEBBCFC1C1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0"/>
            <a:ext cx="2148417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122045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8" r:id="rId1"/>
    <p:sldLayoutId id="2147483759" r:id="rId2"/>
    <p:sldLayoutId id="2147483760" r:id="rId3"/>
    <p:sldLayoutId id="2147483761" r:id="rId4"/>
    <p:sldLayoutId id="2147483762" r:id="rId5"/>
    <p:sldLayoutId id="2147483763" r:id="rId6"/>
    <p:sldLayoutId id="2147483764" r:id="rId7"/>
    <p:sldLayoutId id="2147483765" r:id="rId8"/>
    <p:sldLayoutId id="2147483766" r:id="rId9"/>
    <p:sldLayoutId id="2147483767" r:id="rId10"/>
    <p:sldLayoutId id="2147483768" r:id="rId11"/>
  </p:sldLayoutIdLst>
  <p:transition spd="med">
    <p:random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2.wmf"/><Relationship Id="rId5" Type="http://schemas.openxmlformats.org/officeDocument/2006/relationships/oleObject" Target="../embeddings/oleObject1.bin"/><Relationship Id="rId4" Type="http://schemas.openxmlformats.org/officeDocument/2006/relationships/image" Target="http://www.swjtu.edu.cn/images02/head1.jpg" TargetMode="Externa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" Target="slide1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" Target="slide1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.bin"/><Relationship Id="rId13" Type="http://schemas.openxmlformats.org/officeDocument/2006/relationships/oleObject" Target="../embeddings/oleObject10.bin"/><Relationship Id="rId18" Type="http://schemas.openxmlformats.org/officeDocument/2006/relationships/oleObject" Target="../embeddings/oleObject13.bin"/><Relationship Id="rId3" Type="http://schemas.openxmlformats.org/officeDocument/2006/relationships/oleObject" Target="../embeddings/oleObject2.bin"/><Relationship Id="rId21" Type="http://schemas.openxmlformats.org/officeDocument/2006/relationships/oleObject" Target="../embeddings/oleObject15.bin"/><Relationship Id="rId7" Type="http://schemas.openxmlformats.org/officeDocument/2006/relationships/oleObject" Target="../embeddings/oleObject4.bin"/><Relationship Id="rId12" Type="http://schemas.openxmlformats.org/officeDocument/2006/relationships/oleObject" Target="../embeddings/oleObject9.bin"/><Relationship Id="rId17" Type="http://schemas.openxmlformats.org/officeDocument/2006/relationships/image" Target="../media/image7.wmf"/><Relationship Id="rId2" Type="http://schemas.openxmlformats.org/officeDocument/2006/relationships/slideLayout" Target="../slideLayouts/slideLayout4.xml"/><Relationship Id="rId16" Type="http://schemas.openxmlformats.org/officeDocument/2006/relationships/oleObject" Target="../embeddings/oleObject12.bin"/><Relationship Id="rId20" Type="http://schemas.openxmlformats.org/officeDocument/2006/relationships/oleObject" Target="../embeddings/oleObject14.bin"/><Relationship Id="rId1" Type="http://schemas.openxmlformats.org/officeDocument/2006/relationships/vmlDrawing" Target="../drawings/vmlDrawing2.vml"/><Relationship Id="rId6" Type="http://schemas.openxmlformats.org/officeDocument/2006/relationships/image" Target="../media/image5.wmf"/><Relationship Id="rId11" Type="http://schemas.openxmlformats.org/officeDocument/2006/relationships/oleObject" Target="../embeddings/oleObject8.bin"/><Relationship Id="rId5" Type="http://schemas.openxmlformats.org/officeDocument/2006/relationships/oleObject" Target="../embeddings/oleObject3.bin"/><Relationship Id="rId15" Type="http://schemas.openxmlformats.org/officeDocument/2006/relationships/oleObject" Target="../embeddings/oleObject11.bin"/><Relationship Id="rId10" Type="http://schemas.openxmlformats.org/officeDocument/2006/relationships/oleObject" Target="../embeddings/oleObject7.bin"/><Relationship Id="rId19" Type="http://schemas.openxmlformats.org/officeDocument/2006/relationships/image" Target="../media/image8.wmf"/><Relationship Id="rId4" Type="http://schemas.openxmlformats.org/officeDocument/2006/relationships/image" Target="../media/image4.wmf"/><Relationship Id="rId9" Type="http://schemas.openxmlformats.org/officeDocument/2006/relationships/oleObject" Target="../embeddings/oleObject6.bin"/><Relationship Id="rId14" Type="http://schemas.openxmlformats.org/officeDocument/2006/relationships/image" Target="../media/image6.wmf"/><Relationship Id="rId22" Type="http://schemas.openxmlformats.org/officeDocument/2006/relationships/oleObject" Target="../embeddings/oleObject16.bin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0.bin"/><Relationship Id="rId13" Type="http://schemas.openxmlformats.org/officeDocument/2006/relationships/oleObject" Target="../embeddings/oleObject25.bin"/><Relationship Id="rId18" Type="http://schemas.openxmlformats.org/officeDocument/2006/relationships/oleObject" Target="../embeddings/oleObject28.bin"/><Relationship Id="rId3" Type="http://schemas.openxmlformats.org/officeDocument/2006/relationships/oleObject" Target="../embeddings/oleObject17.bin"/><Relationship Id="rId21" Type="http://schemas.openxmlformats.org/officeDocument/2006/relationships/oleObject" Target="../embeddings/oleObject30.bin"/><Relationship Id="rId7" Type="http://schemas.openxmlformats.org/officeDocument/2006/relationships/oleObject" Target="../embeddings/oleObject19.bin"/><Relationship Id="rId12" Type="http://schemas.openxmlformats.org/officeDocument/2006/relationships/oleObject" Target="../embeddings/oleObject24.bin"/><Relationship Id="rId17" Type="http://schemas.openxmlformats.org/officeDocument/2006/relationships/image" Target="../media/image7.wmf"/><Relationship Id="rId2" Type="http://schemas.openxmlformats.org/officeDocument/2006/relationships/slideLayout" Target="../slideLayouts/slideLayout4.xml"/><Relationship Id="rId16" Type="http://schemas.openxmlformats.org/officeDocument/2006/relationships/oleObject" Target="../embeddings/oleObject27.bin"/><Relationship Id="rId20" Type="http://schemas.openxmlformats.org/officeDocument/2006/relationships/oleObject" Target="../embeddings/oleObject29.bin"/><Relationship Id="rId1" Type="http://schemas.openxmlformats.org/officeDocument/2006/relationships/vmlDrawing" Target="../drawings/vmlDrawing3.vml"/><Relationship Id="rId6" Type="http://schemas.openxmlformats.org/officeDocument/2006/relationships/image" Target="../media/image5.wmf"/><Relationship Id="rId11" Type="http://schemas.openxmlformats.org/officeDocument/2006/relationships/oleObject" Target="../embeddings/oleObject23.bin"/><Relationship Id="rId5" Type="http://schemas.openxmlformats.org/officeDocument/2006/relationships/oleObject" Target="../embeddings/oleObject18.bin"/><Relationship Id="rId15" Type="http://schemas.openxmlformats.org/officeDocument/2006/relationships/oleObject" Target="../embeddings/oleObject26.bin"/><Relationship Id="rId10" Type="http://schemas.openxmlformats.org/officeDocument/2006/relationships/oleObject" Target="../embeddings/oleObject22.bin"/><Relationship Id="rId19" Type="http://schemas.openxmlformats.org/officeDocument/2006/relationships/image" Target="../media/image8.wmf"/><Relationship Id="rId4" Type="http://schemas.openxmlformats.org/officeDocument/2006/relationships/image" Target="../media/image4.wmf"/><Relationship Id="rId9" Type="http://schemas.openxmlformats.org/officeDocument/2006/relationships/oleObject" Target="../embeddings/oleObject21.bin"/><Relationship Id="rId14" Type="http://schemas.openxmlformats.org/officeDocument/2006/relationships/image" Target="../media/image6.wmf"/><Relationship Id="rId22" Type="http://schemas.openxmlformats.org/officeDocument/2006/relationships/oleObject" Target="../embeddings/oleObject31.bin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2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4.vml"/><Relationship Id="rId5" Type="http://schemas.openxmlformats.org/officeDocument/2006/relationships/oleObject" Target="../embeddings/oleObject33.bin"/><Relationship Id="rId4" Type="http://schemas.openxmlformats.org/officeDocument/2006/relationships/image" Target="../media/image4.wmf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8.bin"/><Relationship Id="rId3" Type="http://schemas.openxmlformats.org/officeDocument/2006/relationships/oleObject" Target="../embeddings/oleObject34.bin"/><Relationship Id="rId7" Type="http://schemas.openxmlformats.org/officeDocument/2006/relationships/oleObject" Target="../embeddings/oleObject37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5.vml"/><Relationship Id="rId6" Type="http://schemas.openxmlformats.org/officeDocument/2006/relationships/oleObject" Target="../embeddings/oleObject36.bin"/><Relationship Id="rId5" Type="http://schemas.openxmlformats.org/officeDocument/2006/relationships/oleObject" Target="../embeddings/oleObject35.bin"/><Relationship Id="rId4" Type="http://schemas.openxmlformats.org/officeDocument/2006/relationships/image" Target="../media/image4.wmf"/><Relationship Id="rId9" Type="http://schemas.openxmlformats.org/officeDocument/2006/relationships/oleObject" Target="../embeddings/oleObject39.bin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4.bin"/><Relationship Id="rId3" Type="http://schemas.openxmlformats.org/officeDocument/2006/relationships/oleObject" Target="../embeddings/oleObject40.bin"/><Relationship Id="rId7" Type="http://schemas.openxmlformats.org/officeDocument/2006/relationships/oleObject" Target="../embeddings/oleObject43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6.vml"/><Relationship Id="rId6" Type="http://schemas.openxmlformats.org/officeDocument/2006/relationships/oleObject" Target="../embeddings/oleObject42.bin"/><Relationship Id="rId5" Type="http://schemas.openxmlformats.org/officeDocument/2006/relationships/oleObject" Target="../embeddings/oleObject41.bin"/><Relationship Id="rId4" Type="http://schemas.openxmlformats.org/officeDocument/2006/relationships/image" Target="../media/image4.wmf"/><Relationship Id="rId9" Type="http://schemas.openxmlformats.org/officeDocument/2006/relationships/oleObject" Target="../embeddings/oleObject45.bin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9.bin"/><Relationship Id="rId3" Type="http://schemas.openxmlformats.org/officeDocument/2006/relationships/oleObject" Target="../embeddings/oleObject46.bin"/><Relationship Id="rId7" Type="http://schemas.openxmlformats.org/officeDocument/2006/relationships/oleObject" Target="../embeddings/oleObject48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9.png"/><Relationship Id="rId5" Type="http://schemas.openxmlformats.org/officeDocument/2006/relationships/oleObject" Target="../embeddings/oleObject47.bin"/><Relationship Id="rId4" Type="http://schemas.openxmlformats.org/officeDocument/2006/relationships/image" Target="../media/image4.wmf"/><Relationship Id="rId9" Type="http://schemas.openxmlformats.org/officeDocument/2006/relationships/image" Target="../media/image10.pn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0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9.png"/><Relationship Id="rId5" Type="http://schemas.openxmlformats.org/officeDocument/2006/relationships/image" Target="../media/image4.wmf"/><Relationship Id="rId4" Type="http://schemas.openxmlformats.org/officeDocument/2006/relationships/oleObject" Target="../embeddings/oleObject51.bin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9.vml"/><Relationship Id="rId5" Type="http://schemas.openxmlformats.org/officeDocument/2006/relationships/image" Target="../media/image4.wmf"/><Relationship Id="rId4" Type="http://schemas.openxmlformats.org/officeDocument/2006/relationships/oleObject" Target="../embeddings/oleObject52.bin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3" descr="http://www.swjtu.edu.cn/images02/head1.jpg">
            <a:extLst>
              <a:ext uri="{FF2B5EF4-FFF2-40B4-BE49-F238E27FC236}">
                <a16:creationId xmlns:a16="http://schemas.microsoft.com/office/drawing/2014/main" id="{A4219AEF-1300-4C17-9016-C139F3F316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r:link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65475" y="422276"/>
            <a:ext cx="5062538" cy="639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23" name="WordArt 4">
            <a:extLst>
              <a:ext uri="{FF2B5EF4-FFF2-40B4-BE49-F238E27FC236}">
                <a16:creationId xmlns:a16="http://schemas.microsoft.com/office/drawing/2014/main" id="{2C2665E5-9F37-43FF-99E2-9D6542A13C1F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3160713" y="1406525"/>
            <a:ext cx="6248400" cy="11430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zh-CN" altLang="en-US" sz="6600" b="1" kern="10">
                <a:ln w="12700">
                  <a:solidFill>
                    <a:srgbClr val="EAEAEA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A603AB"/>
                    </a:gs>
                    <a:gs pos="12000">
                      <a:srgbClr val="E81766"/>
                    </a:gs>
                    <a:gs pos="27000">
                      <a:srgbClr val="EE3F17"/>
                    </a:gs>
                    <a:gs pos="48000">
                      <a:srgbClr val="FFFF00"/>
                    </a:gs>
                    <a:gs pos="64999">
                      <a:srgbClr val="1A8D48"/>
                    </a:gs>
                    <a:gs pos="78999">
                      <a:srgbClr val="0819FB"/>
                    </a:gs>
                    <a:gs pos="100000">
                      <a:srgbClr val="A603AB"/>
                    </a:gs>
                  </a:gsLst>
                  <a:lin ang="0" scaled="1"/>
                </a:gradFill>
                <a:effectLst>
                  <a:outerShdw dist="35921" dir="2700000" sy="50000" kx="2115830" algn="bl" rotWithShape="0">
                    <a:srgbClr val="C0C0C0"/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</a:rPr>
              <a:t>第 </a:t>
            </a:r>
            <a:r>
              <a:rPr lang="en-US" altLang="zh-CN" sz="6600" b="1" kern="10">
                <a:ln w="12700">
                  <a:solidFill>
                    <a:srgbClr val="EAEAEA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A603AB"/>
                    </a:gs>
                    <a:gs pos="12000">
                      <a:srgbClr val="E81766"/>
                    </a:gs>
                    <a:gs pos="27000">
                      <a:srgbClr val="EE3F17"/>
                    </a:gs>
                    <a:gs pos="48000">
                      <a:srgbClr val="FFFF00"/>
                    </a:gs>
                    <a:gs pos="64999">
                      <a:srgbClr val="1A8D48"/>
                    </a:gs>
                    <a:gs pos="78999">
                      <a:srgbClr val="0819FB"/>
                    </a:gs>
                    <a:gs pos="100000">
                      <a:srgbClr val="A603AB"/>
                    </a:gs>
                  </a:gsLst>
                  <a:lin ang="0" scaled="1"/>
                </a:gradFill>
                <a:effectLst>
                  <a:outerShdw dist="35921" dir="2700000" sy="50000" kx="2115830" algn="bl" rotWithShape="0">
                    <a:srgbClr val="C0C0C0"/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</a:rPr>
              <a:t>7 </a:t>
            </a:r>
            <a:r>
              <a:rPr lang="zh-CN" altLang="en-US" sz="6600" b="1" kern="10">
                <a:ln w="12700">
                  <a:solidFill>
                    <a:srgbClr val="EAEAEA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A603AB"/>
                    </a:gs>
                    <a:gs pos="12000">
                      <a:srgbClr val="E81766"/>
                    </a:gs>
                    <a:gs pos="27000">
                      <a:srgbClr val="EE3F17"/>
                    </a:gs>
                    <a:gs pos="48000">
                      <a:srgbClr val="FFFF00"/>
                    </a:gs>
                    <a:gs pos="64999">
                      <a:srgbClr val="1A8D48"/>
                    </a:gs>
                    <a:gs pos="78999">
                      <a:srgbClr val="0819FB"/>
                    </a:gs>
                    <a:gs pos="100000">
                      <a:srgbClr val="A603AB"/>
                    </a:gs>
                  </a:gsLst>
                  <a:lin ang="0" scaled="1"/>
                </a:gradFill>
                <a:effectLst>
                  <a:outerShdw dist="35921" dir="2700000" sy="50000" kx="2115830" algn="bl" rotWithShape="0">
                    <a:srgbClr val="C0C0C0"/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</a:rPr>
              <a:t>章 应用层</a:t>
            </a:r>
          </a:p>
        </p:txBody>
      </p:sp>
      <p:graphicFrame>
        <p:nvGraphicFramePr>
          <p:cNvPr id="504838" name="Object 6">
            <a:extLst>
              <a:ext uri="{FF2B5EF4-FFF2-40B4-BE49-F238E27FC236}">
                <a16:creationId xmlns:a16="http://schemas.microsoft.com/office/drawing/2014/main" id="{5BC3805B-4DA9-436A-B05C-4901F3D8DBC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65650" y="3175000"/>
          <a:ext cx="3113088" cy="1530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8" name="文档" r:id="rId5" imgW="2209800" imgH="1409700" progId="Word.Document.8">
                  <p:embed/>
                </p:oleObj>
              </mc:Choice>
              <mc:Fallback>
                <p:oleObj name="文档" r:id="rId5" imgW="2209800" imgH="1409700" progId="Word.Document.8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65650" y="3175000"/>
                        <a:ext cx="3113088" cy="1530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25" name="Rectangle 8">
            <a:extLst>
              <a:ext uri="{FF2B5EF4-FFF2-40B4-BE49-F238E27FC236}">
                <a16:creationId xmlns:a16="http://schemas.microsoft.com/office/drawing/2014/main" id="{0F849DC1-C55A-4BBD-AB10-F1259D85B764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0" y="609600"/>
            <a:ext cx="7772400" cy="114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r>
              <a:rPr lang="en-US" altLang="zh-CN"/>
              <a:t>   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99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048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048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46" name="Group 46">
            <a:extLst>
              <a:ext uri="{FF2B5EF4-FFF2-40B4-BE49-F238E27FC236}">
                <a16:creationId xmlns:a16="http://schemas.microsoft.com/office/drawing/2014/main" id="{45F9E283-7EFF-4722-BDEC-695B696A86C9}"/>
              </a:ext>
            </a:extLst>
          </p:cNvPr>
          <p:cNvGrpSpPr>
            <a:grpSpLocks/>
          </p:cNvGrpSpPr>
          <p:nvPr/>
        </p:nvGrpSpPr>
        <p:grpSpPr bwMode="auto">
          <a:xfrm>
            <a:off x="4084639" y="365126"/>
            <a:ext cx="4416425" cy="1643063"/>
            <a:chOff x="1278" y="591"/>
            <a:chExt cx="2782" cy="905"/>
          </a:xfrm>
        </p:grpSpPr>
        <p:grpSp>
          <p:nvGrpSpPr>
            <p:cNvPr id="6148" name="Group 2">
              <a:extLst>
                <a:ext uri="{FF2B5EF4-FFF2-40B4-BE49-F238E27FC236}">
                  <a16:creationId xmlns:a16="http://schemas.microsoft.com/office/drawing/2014/main" id="{BA08AF13-F60A-46F1-A6BC-8A9EE90F1D0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78" y="591"/>
              <a:ext cx="2603" cy="905"/>
              <a:chOff x="1200" y="194"/>
              <a:chExt cx="3121" cy="1439"/>
            </a:xfrm>
          </p:grpSpPr>
          <p:sp>
            <p:nvSpPr>
              <p:cNvPr id="6150" name="Freeform 3">
                <a:extLst>
                  <a:ext uri="{FF2B5EF4-FFF2-40B4-BE49-F238E27FC236}">
                    <a16:creationId xmlns:a16="http://schemas.microsoft.com/office/drawing/2014/main" id="{84658393-C954-45B9-B190-7CA1A5EE400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19" y="486"/>
                <a:ext cx="1802" cy="1141"/>
              </a:xfrm>
              <a:custGeom>
                <a:avLst/>
                <a:gdLst>
                  <a:gd name="T0" fmla="*/ 22 w 1802"/>
                  <a:gd name="T1" fmla="*/ 88 h 1141"/>
                  <a:gd name="T2" fmla="*/ 0 w 1802"/>
                  <a:gd name="T3" fmla="*/ 119 h 1141"/>
                  <a:gd name="T4" fmla="*/ 25 w 1802"/>
                  <a:gd name="T5" fmla="*/ 176 h 1141"/>
                  <a:gd name="T6" fmla="*/ 45 w 1802"/>
                  <a:gd name="T7" fmla="*/ 384 h 1141"/>
                  <a:gd name="T8" fmla="*/ 45 w 1802"/>
                  <a:gd name="T9" fmla="*/ 537 h 1141"/>
                  <a:gd name="T10" fmla="*/ 40 w 1802"/>
                  <a:gd name="T11" fmla="*/ 734 h 1141"/>
                  <a:gd name="T12" fmla="*/ 22 w 1802"/>
                  <a:gd name="T13" fmla="*/ 975 h 1141"/>
                  <a:gd name="T14" fmla="*/ 0 w 1802"/>
                  <a:gd name="T15" fmla="*/ 1113 h 1141"/>
                  <a:gd name="T16" fmla="*/ 412 w 1802"/>
                  <a:gd name="T17" fmla="*/ 1133 h 1141"/>
                  <a:gd name="T18" fmla="*/ 616 w 1802"/>
                  <a:gd name="T19" fmla="*/ 1140 h 1141"/>
                  <a:gd name="T20" fmla="*/ 1063 w 1802"/>
                  <a:gd name="T21" fmla="*/ 1140 h 1141"/>
                  <a:gd name="T22" fmla="*/ 1403 w 1802"/>
                  <a:gd name="T23" fmla="*/ 1133 h 1141"/>
                  <a:gd name="T24" fmla="*/ 1680 w 1802"/>
                  <a:gd name="T25" fmla="*/ 1120 h 1141"/>
                  <a:gd name="T26" fmla="*/ 1801 w 1802"/>
                  <a:gd name="T27" fmla="*/ 1113 h 1141"/>
                  <a:gd name="T28" fmla="*/ 1758 w 1802"/>
                  <a:gd name="T29" fmla="*/ 941 h 1141"/>
                  <a:gd name="T30" fmla="*/ 1733 w 1802"/>
                  <a:gd name="T31" fmla="*/ 759 h 1141"/>
                  <a:gd name="T32" fmla="*/ 1718 w 1802"/>
                  <a:gd name="T33" fmla="*/ 530 h 1141"/>
                  <a:gd name="T34" fmla="*/ 1724 w 1802"/>
                  <a:gd name="T35" fmla="*/ 389 h 1141"/>
                  <a:gd name="T36" fmla="*/ 1751 w 1802"/>
                  <a:gd name="T37" fmla="*/ 276 h 1141"/>
                  <a:gd name="T38" fmla="*/ 1769 w 1802"/>
                  <a:gd name="T39" fmla="*/ 168 h 1141"/>
                  <a:gd name="T40" fmla="*/ 1769 w 1802"/>
                  <a:gd name="T41" fmla="*/ 131 h 1141"/>
                  <a:gd name="T42" fmla="*/ 1751 w 1802"/>
                  <a:gd name="T43" fmla="*/ 116 h 1141"/>
                  <a:gd name="T44" fmla="*/ 1421 w 1802"/>
                  <a:gd name="T45" fmla="*/ 46 h 1141"/>
                  <a:gd name="T46" fmla="*/ 1228 w 1802"/>
                  <a:gd name="T47" fmla="*/ 15 h 1141"/>
                  <a:gd name="T48" fmla="*/ 1126 w 1802"/>
                  <a:gd name="T49" fmla="*/ 3 h 1141"/>
                  <a:gd name="T50" fmla="*/ 1023 w 1802"/>
                  <a:gd name="T51" fmla="*/ 0 h 1141"/>
                  <a:gd name="T52" fmla="*/ 702 w 1802"/>
                  <a:gd name="T53" fmla="*/ 3 h 1141"/>
                  <a:gd name="T54" fmla="*/ 522 w 1802"/>
                  <a:gd name="T55" fmla="*/ 23 h 1141"/>
                  <a:gd name="T56" fmla="*/ 328 w 1802"/>
                  <a:gd name="T57" fmla="*/ 42 h 1141"/>
                  <a:gd name="T58" fmla="*/ 97 w 1802"/>
                  <a:gd name="T59" fmla="*/ 77 h 1141"/>
                  <a:gd name="T60" fmla="*/ 22 w 1802"/>
                  <a:gd name="T61" fmla="*/ 88 h 1141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</a:gdLst>
                <a:ahLst/>
                <a:cxnLst>
                  <a:cxn ang="T62">
                    <a:pos x="T0" y="T1"/>
                  </a:cxn>
                  <a:cxn ang="T63">
                    <a:pos x="T2" y="T3"/>
                  </a:cxn>
                  <a:cxn ang="T64">
                    <a:pos x="T4" y="T5"/>
                  </a:cxn>
                  <a:cxn ang="T65">
                    <a:pos x="T6" y="T7"/>
                  </a:cxn>
                  <a:cxn ang="T66">
                    <a:pos x="T8" y="T9"/>
                  </a:cxn>
                  <a:cxn ang="T67">
                    <a:pos x="T10" y="T11"/>
                  </a:cxn>
                  <a:cxn ang="T68">
                    <a:pos x="T12" y="T13"/>
                  </a:cxn>
                  <a:cxn ang="T69">
                    <a:pos x="T14" y="T15"/>
                  </a:cxn>
                  <a:cxn ang="T70">
                    <a:pos x="T16" y="T17"/>
                  </a:cxn>
                  <a:cxn ang="T71">
                    <a:pos x="T18" y="T19"/>
                  </a:cxn>
                  <a:cxn ang="T72">
                    <a:pos x="T20" y="T21"/>
                  </a:cxn>
                  <a:cxn ang="T73">
                    <a:pos x="T22" y="T23"/>
                  </a:cxn>
                  <a:cxn ang="T74">
                    <a:pos x="T24" y="T25"/>
                  </a:cxn>
                  <a:cxn ang="T75">
                    <a:pos x="T26" y="T27"/>
                  </a:cxn>
                  <a:cxn ang="T76">
                    <a:pos x="T28" y="T29"/>
                  </a:cxn>
                  <a:cxn ang="T77">
                    <a:pos x="T30" y="T31"/>
                  </a:cxn>
                  <a:cxn ang="T78">
                    <a:pos x="T32" y="T33"/>
                  </a:cxn>
                  <a:cxn ang="T79">
                    <a:pos x="T34" y="T35"/>
                  </a:cxn>
                  <a:cxn ang="T80">
                    <a:pos x="T36" y="T37"/>
                  </a:cxn>
                  <a:cxn ang="T81">
                    <a:pos x="T38" y="T39"/>
                  </a:cxn>
                  <a:cxn ang="T82">
                    <a:pos x="T40" y="T41"/>
                  </a:cxn>
                  <a:cxn ang="T83">
                    <a:pos x="T42" y="T43"/>
                  </a:cxn>
                  <a:cxn ang="T84">
                    <a:pos x="T44" y="T45"/>
                  </a:cxn>
                  <a:cxn ang="T85">
                    <a:pos x="T46" y="T47"/>
                  </a:cxn>
                  <a:cxn ang="T86">
                    <a:pos x="T48" y="T49"/>
                  </a:cxn>
                  <a:cxn ang="T87">
                    <a:pos x="T50" y="T51"/>
                  </a:cxn>
                  <a:cxn ang="T88">
                    <a:pos x="T52" y="T53"/>
                  </a:cxn>
                  <a:cxn ang="T89">
                    <a:pos x="T54" y="T55"/>
                  </a:cxn>
                  <a:cxn ang="T90">
                    <a:pos x="T56" y="T57"/>
                  </a:cxn>
                  <a:cxn ang="T91">
                    <a:pos x="T58" y="T59"/>
                  </a:cxn>
                  <a:cxn ang="T92">
                    <a:pos x="T60" y="T61"/>
                  </a:cxn>
                </a:cxnLst>
                <a:rect l="0" t="0" r="r" b="b"/>
                <a:pathLst>
                  <a:path w="1802" h="1141">
                    <a:moveTo>
                      <a:pt x="22" y="88"/>
                    </a:moveTo>
                    <a:lnTo>
                      <a:pt x="0" y="119"/>
                    </a:lnTo>
                    <a:lnTo>
                      <a:pt x="25" y="176"/>
                    </a:lnTo>
                    <a:lnTo>
                      <a:pt x="45" y="384"/>
                    </a:lnTo>
                    <a:lnTo>
                      <a:pt x="45" y="537"/>
                    </a:lnTo>
                    <a:lnTo>
                      <a:pt x="40" y="734"/>
                    </a:lnTo>
                    <a:lnTo>
                      <a:pt x="22" y="975"/>
                    </a:lnTo>
                    <a:lnTo>
                      <a:pt x="0" y="1113"/>
                    </a:lnTo>
                    <a:lnTo>
                      <a:pt x="412" y="1133"/>
                    </a:lnTo>
                    <a:lnTo>
                      <a:pt x="616" y="1140"/>
                    </a:lnTo>
                    <a:lnTo>
                      <a:pt x="1063" y="1140"/>
                    </a:lnTo>
                    <a:lnTo>
                      <a:pt x="1403" y="1133"/>
                    </a:lnTo>
                    <a:lnTo>
                      <a:pt x="1680" y="1120"/>
                    </a:lnTo>
                    <a:lnTo>
                      <a:pt x="1801" y="1113"/>
                    </a:lnTo>
                    <a:lnTo>
                      <a:pt x="1758" y="941"/>
                    </a:lnTo>
                    <a:lnTo>
                      <a:pt x="1733" y="759"/>
                    </a:lnTo>
                    <a:lnTo>
                      <a:pt x="1718" y="530"/>
                    </a:lnTo>
                    <a:lnTo>
                      <a:pt x="1724" y="389"/>
                    </a:lnTo>
                    <a:lnTo>
                      <a:pt x="1751" y="276"/>
                    </a:lnTo>
                    <a:lnTo>
                      <a:pt x="1769" y="168"/>
                    </a:lnTo>
                    <a:lnTo>
                      <a:pt x="1769" y="131"/>
                    </a:lnTo>
                    <a:lnTo>
                      <a:pt x="1751" y="116"/>
                    </a:lnTo>
                    <a:lnTo>
                      <a:pt x="1421" y="46"/>
                    </a:lnTo>
                    <a:lnTo>
                      <a:pt x="1228" y="15"/>
                    </a:lnTo>
                    <a:lnTo>
                      <a:pt x="1126" y="3"/>
                    </a:lnTo>
                    <a:lnTo>
                      <a:pt x="1023" y="0"/>
                    </a:lnTo>
                    <a:lnTo>
                      <a:pt x="702" y="3"/>
                    </a:lnTo>
                    <a:lnTo>
                      <a:pt x="522" y="23"/>
                    </a:lnTo>
                    <a:lnTo>
                      <a:pt x="328" y="42"/>
                    </a:lnTo>
                    <a:lnTo>
                      <a:pt x="97" y="77"/>
                    </a:lnTo>
                    <a:lnTo>
                      <a:pt x="22" y="88"/>
                    </a:lnTo>
                  </a:path>
                </a:pathLst>
              </a:custGeom>
              <a:solidFill>
                <a:srgbClr val="FFFFFF"/>
              </a:solidFill>
              <a:ln w="12700" cap="rnd" cmpd="sng">
                <a:solidFill>
                  <a:srgbClr val="FFFFFF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151" name="Freeform 4">
                <a:extLst>
                  <a:ext uri="{FF2B5EF4-FFF2-40B4-BE49-F238E27FC236}">
                    <a16:creationId xmlns:a16="http://schemas.microsoft.com/office/drawing/2014/main" id="{FCB3A3E9-FEF2-4E00-A685-60A49D53660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16" y="598"/>
                <a:ext cx="1797" cy="1032"/>
              </a:xfrm>
              <a:custGeom>
                <a:avLst/>
                <a:gdLst>
                  <a:gd name="T0" fmla="*/ 1256 w 1797"/>
                  <a:gd name="T1" fmla="*/ 0 h 1032"/>
                  <a:gd name="T2" fmla="*/ 1308 w 1797"/>
                  <a:gd name="T3" fmla="*/ 4 h 1032"/>
                  <a:gd name="T4" fmla="*/ 1338 w 1797"/>
                  <a:gd name="T5" fmla="*/ 55 h 1032"/>
                  <a:gd name="T6" fmla="*/ 1349 w 1797"/>
                  <a:gd name="T7" fmla="*/ 195 h 1032"/>
                  <a:gd name="T8" fmla="*/ 1356 w 1797"/>
                  <a:gd name="T9" fmla="*/ 397 h 1032"/>
                  <a:gd name="T10" fmla="*/ 1344 w 1797"/>
                  <a:gd name="T11" fmla="*/ 581 h 1032"/>
                  <a:gd name="T12" fmla="*/ 1338 w 1797"/>
                  <a:gd name="T13" fmla="*/ 811 h 1032"/>
                  <a:gd name="T14" fmla="*/ 1315 w 1797"/>
                  <a:gd name="T15" fmla="*/ 943 h 1032"/>
                  <a:gd name="T16" fmla="*/ 1308 w 1797"/>
                  <a:gd name="T17" fmla="*/ 1008 h 1032"/>
                  <a:gd name="T18" fmla="*/ 1796 w 1797"/>
                  <a:gd name="T19" fmla="*/ 1031 h 1032"/>
                  <a:gd name="T20" fmla="*/ 647 w 1797"/>
                  <a:gd name="T21" fmla="*/ 1031 h 1032"/>
                  <a:gd name="T22" fmla="*/ 670 w 1797"/>
                  <a:gd name="T23" fmla="*/ 984 h 1032"/>
                  <a:gd name="T24" fmla="*/ 681 w 1797"/>
                  <a:gd name="T25" fmla="*/ 923 h 1032"/>
                  <a:gd name="T26" fmla="*/ 495 w 1797"/>
                  <a:gd name="T27" fmla="*/ 908 h 1032"/>
                  <a:gd name="T28" fmla="*/ 434 w 1797"/>
                  <a:gd name="T29" fmla="*/ 864 h 1032"/>
                  <a:gd name="T30" fmla="*/ 495 w 1797"/>
                  <a:gd name="T31" fmla="*/ 793 h 1032"/>
                  <a:gd name="T32" fmla="*/ 499 w 1797"/>
                  <a:gd name="T33" fmla="*/ 722 h 1032"/>
                  <a:gd name="T34" fmla="*/ 121 w 1797"/>
                  <a:gd name="T35" fmla="*/ 674 h 1032"/>
                  <a:gd name="T36" fmla="*/ 0 w 1797"/>
                  <a:gd name="T37" fmla="*/ 573 h 1032"/>
                  <a:gd name="T38" fmla="*/ 0 w 1797"/>
                  <a:gd name="T39" fmla="*/ 516 h 1032"/>
                  <a:gd name="T40" fmla="*/ 49 w 1797"/>
                  <a:gd name="T41" fmla="*/ 491 h 1032"/>
                  <a:gd name="T42" fmla="*/ 29 w 1797"/>
                  <a:gd name="T43" fmla="*/ 473 h 1032"/>
                  <a:gd name="T44" fmla="*/ 128 w 1797"/>
                  <a:gd name="T45" fmla="*/ 375 h 1032"/>
                  <a:gd name="T46" fmla="*/ 72 w 1797"/>
                  <a:gd name="T47" fmla="*/ 277 h 1032"/>
                  <a:gd name="T48" fmla="*/ 113 w 1797"/>
                  <a:gd name="T49" fmla="*/ 205 h 1032"/>
                  <a:gd name="T50" fmla="*/ 168 w 1797"/>
                  <a:gd name="T51" fmla="*/ 192 h 1032"/>
                  <a:gd name="T52" fmla="*/ 193 w 1797"/>
                  <a:gd name="T53" fmla="*/ 156 h 1032"/>
                  <a:gd name="T54" fmla="*/ 308 w 1797"/>
                  <a:gd name="T55" fmla="*/ 138 h 1032"/>
                  <a:gd name="T56" fmla="*/ 488 w 1797"/>
                  <a:gd name="T57" fmla="*/ 68 h 1032"/>
                  <a:gd name="T58" fmla="*/ 712 w 1797"/>
                  <a:gd name="T59" fmla="*/ 30 h 1032"/>
                  <a:gd name="T60" fmla="*/ 1256 w 1797"/>
                  <a:gd name="T61" fmla="*/ 0 h 1032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</a:gdLst>
                <a:ahLst/>
                <a:cxnLst>
                  <a:cxn ang="T62">
                    <a:pos x="T0" y="T1"/>
                  </a:cxn>
                  <a:cxn ang="T63">
                    <a:pos x="T2" y="T3"/>
                  </a:cxn>
                  <a:cxn ang="T64">
                    <a:pos x="T4" y="T5"/>
                  </a:cxn>
                  <a:cxn ang="T65">
                    <a:pos x="T6" y="T7"/>
                  </a:cxn>
                  <a:cxn ang="T66">
                    <a:pos x="T8" y="T9"/>
                  </a:cxn>
                  <a:cxn ang="T67">
                    <a:pos x="T10" y="T11"/>
                  </a:cxn>
                  <a:cxn ang="T68">
                    <a:pos x="T12" y="T13"/>
                  </a:cxn>
                  <a:cxn ang="T69">
                    <a:pos x="T14" y="T15"/>
                  </a:cxn>
                  <a:cxn ang="T70">
                    <a:pos x="T16" y="T17"/>
                  </a:cxn>
                  <a:cxn ang="T71">
                    <a:pos x="T18" y="T19"/>
                  </a:cxn>
                  <a:cxn ang="T72">
                    <a:pos x="T20" y="T21"/>
                  </a:cxn>
                  <a:cxn ang="T73">
                    <a:pos x="T22" y="T23"/>
                  </a:cxn>
                  <a:cxn ang="T74">
                    <a:pos x="T24" y="T25"/>
                  </a:cxn>
                  <a:cxn ang="T75">
                    <a:pos x="T26" y="T27"/>
                  </a:cxn>
                  <a:cxn ang="T76">
                    <a:pos x="T28" y="T29"/>
                  </a:cxn>
                  <a:cxn ang="T77">
                    <a:pos x="T30" y="T31"/>
                  </a:cxn>
                  <a:cxn ang="T78">
                    <a:pos x="T32" y="T33"/>
                  </a:cxn>
                  <a:cxn ang="T79">
                    <a:pos x="T34" y="T35"/>
                  </a:cxn>
                  <a:cxn ang="T80">
                    <a:pos x="T36" y="T37"/>
                  </a:cxn>
                  <a:cxn ang="T81">
                    <a:pos x="T38" y="T39"/>
                  </a:cxn>
                  <a:cxn ang="T82">
                    <a:pos x="T40" y="T41"/>
                  </a:cxn>
                  <a:cxn ang="T83">
                    <a:pos x="T42" y="T43"/>
                  </a:cxn>
                  <a:cxn ang="T84">
                    <a:pos x="T44" y="T45"/>
                  </a:cxn>
                  <a:cxn ang="T85">
                    <a:pos x="T46" y="T47"/>
                  </a:cxn>
                  <a:cxn ang="T86">
                    <a:pos x="T48" y="T49"/>
                  </a:cxn>
                  <a:cxn ang="T87">
                    <a:pos x="T50" y="T51"/>
                  </a:cxn>
                  <a:cxn ang="T88">
                    <a:pos x="T52" y="T53"/>
                  </a:cxn>
                  <a:cxn ang="T89">
                    <a:pos x="T54" y="T55"/>
                  </a:cxn>
                  <a:cxn ang="T90">
                    <a:pos x="T56" y="T57"/>
                  </a:cxn>
                  <a:cxn ang="T91">
                    <a:pos x="T58" y="T59"/>
                  </a:cxn>
                  <a:cxn ang="T92">
                    <a:pos x="T60" y="T61"/>
                  </a:cxn>
                </a:cxnLst>
                <a:rect l="0" t="0" r="r" b="b"/>
                <a:pathLst>
                  <a:path w="1797" h="1032">
                    <a:moveTo>
                      <a:pt x="1256" y="0"/>
                    </a:moveTo>
                    <a:lnTo>
                      <a:pt x="1308" y="4"/>
                    </a:lnTo>
                    <a:lnTo>
                      <a:pt x="1338" y="55"/>
                    </a:lnTo>
                    <a:lnTo>
                      <a:pt x="1349" y="195"/>
                    </a:lnTo>
                    <a:lnTo>
                      <a:pt x="1356" y="397"/>
                    </a:lnTo>
                    <a:lnTo>
                      <a:pt x="1344" y="581"/>
                    </a:lnTo>
                    <a:lnTo>
                      <a:pt x="1338" y="811"/>
                    </a:lnTo>
                    <a:lnTo>
                      <a:pt x="1315" y="943"/>
                    </a:lnTo>
                    <a:lnTo>
                      <a:pt x="1308" y="1008"/>
                    </a:lnTo>
                    <a:lnTo>
                      <a:pt x="1796" y="1031"/>
                    </a:lnTo>
                    <a:lnTo>
                      <a:pt x="647" y="1031"/>
                    </a:lnTo>
                    <a:lnTo>
                      <a:pt x="670" y="984"/>
                    </a:lnTo>
                    <a:lnTo>
                      <a:pt x="681" y="923"/>
                    </a:lnTo>
                    <a:lnTo>
                      <a:pt x="495" y="908"/>
                    </a:lnTo>
                    <a:lnTo>
                      <a:pt x="434" y="864"/>
                    </a:lnTo>
                    <a:lnTo>
                      <a:pt x="495" y="793"/>
                    </a:lnTo>
                    <a:lnTo>
                      <a:pt x="499" y="722"/>
                    </a:lnTo>
                    <a:lnTo>
                      <a:pt x="121" y="674"/>
                    </a:lnTo>
                    <a:lnTo>
                      <a:pt x="0" y="573"/>
                    </a:lnTo>
                    <a:lnTo>
                      <a:pt x="0" y="516"/>
                    </a:lnTo>
                    <a:lnTo>
                      <a:pt x="49" y="491"/>
                    </a:lnTo>
                    <a:lnTo>
                      <a:pt x="29" y="473"/>
                    </a:lnTo>
                    <a:lnTo>
                      <a:pt x="128" y="375"/>
                    </a:lnTo>
                    <a:lnTo>
                      <a:pt x="72" y="277"/>
                    </a:lnTo>
                    <a:lnTo>
                      <a:pt x="113" y="205"/>
                    </a:lnTo>
                    <a:lnTo>
                      <a:pt x="168" y="192"/>
                    </a:lnTo>
                    <a:lnTo>
                      <a:pt x="193" y="156"/>
                    </a:lnTo>
                    <a:lnTo>
                      <a:pt x="308" y="138"/>
                    </a:lnTo>
                    <a:lnTo>
                      <a:pt x="488" y="68"/>
                    </a:lnTo>
                    <a:lnTo>
                      <a:pt x="712" y="30"/>
                    </a:lnTo>
                    <a:lnTo>
                      <a:pt x="1256" y="0"/>
                    </a:lnTo>
                  </a:path>
                </a:pathLst>
              </a:custGeom>
              <a:solidFill>
                <a:srgbClr val="4C4C4C"/>
              </a:solidFill>
              <a:ln w="12700" cap="rnd" cmpd="sng">
                <a:solidFill>
                  <a:srgbClr val="4C4C4C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152" name="Freeform 5">
                <a:extLst>
                  <a:ext uri="{FF2B5EF4-FFF2-40B4-BE49-F238E27FC236}">
                    <a16:creationId xmlns:a16="http://schemas.microsoft.com/office/drawing/2014/main" id="{7F03C58A-A0E7-41C2-929D-234CBDC84CD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53" y="665"/>
                <a:ext cx="607" cy="364"/>
              </a:xfrm>
              <a:custGeom>
                <a:avLst/>
                <a:gdLst>
                  <a:gd name="T0" fmla="*/ 523 w 607"/>
                  <a:gd name="T1" fmla="*/ 0 h 364"/>
                  <a:gd name="T2" fmla="*/ 563 w 607"/>
                  <a:gd name="T3" fmla="*/ 32 h 364"/>
                  <a:gd name="T4" fmla="*/ 599 w 607"/>
                  <a:gd name="T5" fmla="*/ 87 h 364"/>
                  <a:gd name="T6" fmla="*/ 606 w 607"/>
                  <a:gd name="T7" fmla="*/ 243 h 364"/>
                  <a:gd name="T8" fmla="*/ 577 w 607"/>
                  <a:gd name="T9" fmla="*/ 281 h 364"/>
                  <a:gd name="T10" fmla="*/ 478 w 607"/>
                  <a:gd name="T11" fmla="*/ 363 h 364"/>
                  <a:gd name="T12" fmla="*/ 310 w 607"/>
                  <a:gd name="T13" fmla="*/ 320 h 364"/>
                  <a:gd name="T14" fmla="*/ 195 w 607"/>
                  <a:gd name="T15" fmla="*/ 271 h 364"/>
                  <a:gd name="T16" fmla="*/ 105 w 607"/>
                  <a:gd name="T17" fmla="*/ 197 h 364"/>
                  <a:gd name="T18" fmla="*/ 52 w 607"/>
                  <a:gd name="T19" fmla="*/ 146 h 364"/>
                  <a:gd name="T20" fmla="*/ 11 w 607"/>
                  <a:gd name="T21" fmla="*/ 77 h 364"/>
                  <a:gd name="T22" fmla="*/ 0 w 607"/>
                  <a:gd name="T23" fmla="*/ 37 h 364"/>
                  <a:gd name="T24" fmla="*/ 523 w 607"/>
                  <a:gd name="T25" fmla="*/ 0 h 364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0" t="0" r="r" b="b"/>
                <a:pathLst>
                  <a:path w="607" h="364">
                    <a:moveTo>
                      <a:pt x="523" y="0"/>
                    </a:moveTo>
                    <a:lnTo>
                      <a:pt x="563" y="32"/>
                    </a:lnTo>
                    <a:lnTo>
                      <a:pt x="599" y="87"/>
                    </a:lnTo>
                    <a:lnTo>
                      <a:pt x="606" y="243"/>
                    </a:lnTo>
                    <a:lnTo>
                      <a:pt x="577" y="281"/>
                    </a:lnTo>
                    <a:lnTo>
                      <a:pt x="478" y="363"/>
                    </a:lnTo>
                    <a:lnTo>
                      <a:pt x="310" y="320"/>
                    </a:lnTo>
                    <a:lnTo>
                      <a:pt x="195" y="271"/>
                    </a:lnTo>
                    <a:lnTo>
                      <a:pt x="105" y="197"/>
                    </a:lnTo>
                    <a:lnTo>
                      <a:pt x="52" y="146"/>
                    </a:lnTo>
                    <a:lnTo>
                      <a:pt x="11" y="77"/>
                    </a:lnTo>
                    <a:lnTo>
                      <a:pt x="0" y="37"/>
                    </a:lnTo>
                    <a:lnTo>
                      <a:pt x="523" y="0"/>
                    </a:lnTo>
                  </a:path>
                </a:pathLst>
              </a:custGeom>
              <a:solidFill>
                <a:srgbClr val="FFFFFF"/>
              </a:solidFill>
              <a:ln w="12700" cap="rnd" cmpd="sng">
                <a:solidFill>
                  <a:srgbClr val="FFFFFF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153" name="Freeform 6">
                <a:extLst>
                  <a:ext uri="{FF2B5EF4-FFF2-40B4-BE49-F238E27FC236}">
                    <a16:creationId xmlns:a16="http://schemas.microsoft.com/office/drawing/2014/main" id="{FE9998AB-D31F-4E0E-8317-70F0EC5046A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95" y="750"/>
                <a:ext cx="303" cy="284"/>
              </a:xfrm>
              <a:custGeom>
                <a:avLst/>
                <a:gdLst>
                  <a:gd name="T0" fmla="*/ 0 w 303"/>
                  <a:gd name="T1" fmla="*/ 16 h 284"/>
                  <a:gd name="T2" fmla="*/ 67 w 303"/>
                  <a:gd name="T3" fmla="*/ 0 h 284"/>
                  <a:gd name="T4" fmla="*/ 153 w 303"/>
                  <a:gd name="T5" fmla="*/ 5 h 284"/>
                  <a:gd name="T6" fmla="*/ 144 w 303"/>
                  <a:gd name="T7" fmla="*/ 81 h 284"/>
                  <a:gd name="T8" fmla="*/ 302 w 303"/>
                  <a:gd name="T9" fmla="*/ 233 h 284"/>
                  <a:gd name="T10" fmla="*/ 230 w 303"/>
                  <a:gd name="T11" fmla="*/ 283 h 284"/>
                  <a:gd name="T12" fmla="*/ 124 w 303"/>
                  <a:gd name="T13" fmla="*/ 238 h 284"/>
                  <a:gd name="T14" fmla="*/ 108 w 303"/>
                  <a:gd name="T15" fmla="*/ 80 h 284"/>
                  <a:gd name="T16" fmla="*/ 83 w 303"/>
                  <a:gd name="T17" fmla="*/ 80 h 284"/>
                  <a:gd name="T18" fmla="*/ 16 w 303"/>
                  <a:gd name="T19" fmla="*/ 30 h 284"/>
                  <a:gd name="T20" fmla="*/ 0 w 303"/>
                  <a:gd name="T21" fmla="*/ 16 h 284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303" h="284">
                    <a:moveTo>
                      <a:pt x="0" y="16"/>
                    </a:moveTo>
                    <a:lnTo>
                      <a:pt x="67" y="0"/>
                    </a:lnTo>
                    <a:lnTo>
                      <a:pt x="153" y="5"/>
                    </a:lnTo>
                    <a:lnTo>
                      <a:pt x="144" y="81"/>
                    </a:lnTo>
                    <a:lnTo>
                      <a:pt x="302" y="233"/>
                    </a:lnTo>
                    <a:lnTo>
                      <a:pt x="230" y="283"/>
                    </a:lnTo>
                    <a:lnTo>
                      <a:pt x="124" y="238"/>
                    </a:lnTo>
                    <a:lnTo>
                      <a:pt x="108" y="80"/>
                    </a:lnTo>
                    <a:lnTo>
                      <a:pt x="83" y="80"/>
                    </a:lnTo>
                    <a:lnTo>
                      <a:pt x="16" y="30"/>
                    </a:lnTo>
                    <a:lnTo>
                      <a:pt x="0" y="16"/>
                    </a:lnTo>
                  </a:path>
                </a:pathLst>
              </a:custGeom>
              <a:solidFill>
                <a:srgbClr val="FFFF00"/>
              </a:solidFill>
              <a:ln w="12700" cap="rnd" cmpd="sng">
                <a:solidFill>
                  <a:srgbClr val="FFFF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154" name="Freeform 7">
                <a:extLst>
                  <a:ext uri="{FF2B5EF4-FFF2-40B4-BE49-F238E27FC236}">
                    <a16:creationId xmlns:a16="http://schemas.microsoft.com/office/drawing/2014/main" id="{B1D55B95-C049-4E6E-A871-575AE6DA523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33" y="962"/>
                <a:ext cx="700" cy="344"/>
              </a:xfrm>
              <a:custGeom>
                <a:avLst/>
                <a:gdLst>
                  <a:gd name="T0" fmla="*/ 213 w 700"/>
                  <a:gd name="T1" fmla="*/ 0 h 344"/>
                  <a:gd name="T2" fmla="*/ 247 w 700"/>
                  <a:gd name="T3" fmla="*/ 0 h 344"/>
                  <a:gd name="T4" fmla="*/ 304 w 700"/>
                  <a:gd name="T5" fmla="*/ 26 h 344"/>
                  <a:gd name="T6" fmla="*/ 315 w 700"/>
                  <a:gd name="T7" fmla="*/ 68 h 344"/>
                  <a:gd name="T8" fmla="*/ 286 w 700"/>
                  <a:gd name="T9" fmla="*/ 113 h 344"/>
                  <a:gd name="T10" fmla="*/ 286 w 700"/>
                  <a:gd name="T11" fmla="*/ 130 h 344"/>
                  <a:gd name="T12" fmla="*/ 315 w 700"/>
                  <a:gd name="T13" fmla="*/ 139 h 344"/>
                  <a:gd name="T14" fmla="*/ 636 w 700"/>
                  <a:gd name="T15" fmla="*/ 130 h 344"/>
                  <a:gd name="T16" fmla="*/ 699 w 700"/>
                  <a:gd name="T17" fmla="*/ 144 h 344"/>
                  <a:gd name="T18" fmla="*/ 699 w 700"/>
                  <a:gd name="T19" fmla="*/ 180 h 344"/>
                  <a:gd name="T20" fmla="*/ 670 w 700"/>
                  <a:gd name="T21" fmla="*/ 193 h 344"/>
                  <a:gd name="T22" fmla="*/ 490 w 700"/>
                  <a:gd name="T23" fmla="*/ 196 h 344"/>
                  <a:gd name="T24" fmla="*/ 382 w 700"/>
                  <a:gd name="T25" fmla="*/ 211 h 344"/>
                  <a:gd name="T26" fmla="*/ 359 w 700"/>
                  <a:gd name="T27" fmla="*/ 300 h 344"/>
                  <a:gd name="T28" fmla="*/ 312 w 700"/>
                  <a:gd name="T29" fmla="*/ 318 h 344"/>
                  <a:gd name="T30" fmla="*/ 301 w 700"/>
                  <a:gd name="T31" fmla="*/ 334 h 344"/>
                  <a:gd name="T32" fmla="*/ 256 w 700"/>
                  <a:gd name="T33" fmla="*/ 343 h 344"/>
                  <a:gd name="T34" fmla="*/ 139 w 700"/>
                  <a:gd name="T35" fmla="*/ 343 h 344"/>
                  <a:gd name="T36" fmla="*/ 20 w 700"/>
                  <a:gd name="T37" fmla="*/ 327 h 344"/>
                  <a:gd name="T38" fmla="*/ 0 w 700"/>
                  <a:gd name="T39" fmla="*/ 276 h 344"/>
                  <a:gd name="T40" fmla="*/ 16 w 700"/>
                  <a:gd name="T41" fmla="*/ 213 h 344"/>
                  <a:gd name="T42" fmla="*/ 68 w 700"/>
                  <a:gd name="T43" fmla="*/ 153 h 344"/>
                  <a:gd name="T44" fmla="*/ 121 w 700"/>
                  <a:gd name="T45" fmla="*/ 114 h 344"/>
                  <a:gd name="T46" fmla="*/ 198 w 700"/>
                  <a:gd name="T47" fmla="*/ 79 h 344"/>
                  <a:gd name="T48" fmla="*/ 213 w 700"/>
                  <a:gd name="T49" fmla="*/ 0 h 344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</a:gdLst>
                <a:ahLst/>
                <a:cxnLst>
                  <a:cxn ang="T50">
                    <a:pos x="T0" y="T1"/>
                  </a:cxn>
                  <a:cxn ang="T51">
                    <a:pos x="T2" y="T3"/>
                  </a:cxn>
                  <a:cxn ang="T52">
                    <a:pos x="T4" y="T5"/>
                  </a:cxn>
                  <a:cxn ang="T53">
                    <a:pos x="T6" y="T7"/>
                  </a:cxn>
                  <a:cxn ang="T54">
                    <a:pos x="T8" y="T9"/>
                  </a:cxn>
                  <a:cxn ang="T55">
                    <a:pos x="T10" y="T11"/>
                  </a:cxn>
                  <a:cxn ang="T56">
                    <a:pos x="T12" y="T13"/>
                  </a:cxn>
                  <a:cxn ang="T57">
                    <a:pos x="T14" y="T15"/>
                  </a:cxn>
                  <a:cxn ang="T58">
                    <a:pos x="T16" y="T17"/>
                  </a:cxn>
                  <a:cxn ang="T59">
                    <a:pos x="T18" y="T19"/>
                  </a:cxn>
                  <a:cxn ang="T60">
                    <a:pos x="T20" y="T21"/>
                  </a:cxn>
                  <a:cxn ang="T61">
                    <a:pos x="T22" y="T23"/>
                  </a:cxn>
                  <a:cxn ang="T62">
                    <a:pos x="T24" y="T25"/>
                  </a:cxn>
                  <a:cxn ang="T63">
                    <a:pos x="T26" y="T27"/>
                  </a:cxn>
                  <a:cxn ang="T64">
                    <a:pos x="T28" y="T29"/>
                  </a:cxn>
                  <a:cxn ang="T65">
                    <a:pos x="T30" y="T31"/>
                  </a:cxn>
                  <a:cxn ang="T66">
                    <a:pos x="T32" y="T33"/>
                  </a:cxn>
                  <a:cxn ang="T67">
                    <a:pos x="T34" y="T35"/>
                  </a:cxn>
                  <a:cxn ang="T68">
                    <a:pos x="T36" y="T37"/>
                  </a:cxn>
                  <a:cxn ang="T69">
                    <a:pos x="T38" y="T39"/>
                  </a:cxn>
                  <a:cxn ang="T70">
                    <a:pos x="T40" y="T41"/>
                  </a:cxn>
                  <a:cxn ang="T71">
                    <a:pos x="T42" y="T43"/>
                  </a:cxn>
                  <a:cxn ang="T72">
                    <a:pos x="T44" y="T45"/>
                  </a:cxn>
                  <a:cxn ang="T73">
                    <a:pos x="T46" y="T47"/>
                  </a:cxn>
                  <a:cxn ang="T74">
                    <a:pos x="T48" y="T49"/>
                  </a:cxn>
                </a:cxnLst>
                <a:rect l="0" t="0" r="r" b="b"/>
                <a:pathLst>
                  <a:path w="700" h="344">
                    <a:moveTo>
                      <a:pt x="213" y="0"/>
                    </a:moveTo>
                    <a:lnTo>
                      <a:pt x="247" y="0"/>
                    </a:lnTo>
                    <a:lnTo>
                      <a:pt x="304" y="26"/>
                    </a:lnTo>
                    <a:lnTo>
                      <a:pt x="315" y="68"/>
                    </a:lnTo>
                    <a:lnTo>
                      <a:pt x="286" y="113"/>
                    </a:lnTo>
                    <a:lnTo>
                      <a:pt x="286" y="130"/>
                    </a:lnTo>
                    <a:lnTo>
                      <a:pt x="315" y="139"/>
                    </a:lnTo>
                    <a:lnTo>
                      <a:pt x="636" y="130"/>
                    </a:lnTo>
                    <a:lnTo>
                      <a:pt x="699" y="144"/>
                    </a:lnTo>
                    <a:lnTo>
                      <a:pt x="699" y="180"/>
                    </a:lnTo>
                    <a:lnTo>
                      <a:pt x="670" y="193"/>
                    </a:lnTo>
                    <a:lnTo>
                      <a:pt x="490" y="196"/>
                    </a:lnTo>
                    <a:lnTo>
                      <a:pt x="382" y="211"/>
                    </a:lnTo>
                    <a:lnTo>
                      <a:pt x="359" y="300"/>
                    </a:lnTo>
                    <a:lnTo>
                      <a:pt x="312" y="318"/>
                    </a:lnTo>
                    <a:lnTo>
                      <a:pt x="301" y="334"/>
                    </a:lnTo>
                    <a:lnTo>
                      <a:pt x="256" y="343"/>
                    </a:lnTo>
                    <a:lnTo>
                      <a:pt x="139" y="343"/>
                    </a:lnTo>
                    <a:lnTo>
                      <a:pt x="20" y="327"/>
                    </a:lnTo>
                    <a:lnTo>
                      <a:pt x="0" y="276"/>
                    </a:lnTo>
                    <a:lnTo>
                      <a:pt x="16" y="213"/>
                    </a:lnTo>
                    <a:lnTo>
                      <a:pt x="68" y="153"/>
                    </a:lnTo>
                    <a:lnTo>
                      <a:pt x="121" y="114"/>
                    </a:lnTo>
                    <a:lnTo>
                      <a:pt x="198" y="79"/>
                    </a:lnTo>
                    <a:lnTo>
                      <a:pt x="213" y="0"/>
                    </a:lnTo>
                  </a:path>
                </a:pathLst>
              </a:custGeom>
              <a:solidFill>
                <a:srgbClr val="FFC17F"/>
              </a:solidFill>
              <a:ln w="12700" cap="rnd" cmpd="sng">
                <a:solidFill>
                  <a:srgbClr val="FFC17F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155" name="Freeform 8">
                <a:extLst>
                  <a:ext uri="{FF2B5EF4-FFF2-40B4-BE49-F238E27FC236}">
                    <a16:creationId xmlns:a16="http://schemas.microsoft.com/office/drawing/2014/main" id="{E1F5DE94-9B8F-4E38-A6CB-A00539C35B1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3" y="446"/>
                <a:ext cx="520" cy="151"/>
              </a:xfrm>
              <a:custGeom>
                <a:avLst/>
                <a:gdLst>
                  <a:gd name="T0" fmla="*/ 16 w 520"/>
                  <a:gd name="T1" fmla="*/ 57 h 151"/>
                  <a:gd name="T2" fmla="*/ 101 w 520"/>
                  <a:gd name="T3" fmla="*/ 47 h 151"/>
                  <a:gd name="T4" fmla="*/ 193 w 520"/>
                  <a:gd name="T5" fmla="*/ 43 h 151"/>
                  <a:gd name="T6" fmla="*/ 187 w 520"/>
                  <a:gd name="T7" fmla="*/ 66 h 151"/>
                  <a:gd name="T8" fmla="*/ 171 w 520"/>
                  <a:gd name="T9" fmla="*/ 113 h 151"/>
                  <a:gd name="T10" fmla="*/ 200 w 520"/>
                  <a:gd name="T11" fmla="*/ 141 h 151"/>
                  <a:gd name="T12" fmla="*/ 252 w 520"/>
                  <a:gd name="T13" fmla="*/ 150 h 151"/>
                  <a:gd name="T14" fmla="*/ 317 w 520"/>
                  <a:gd name="T15" fmla="*/ 133 h 151"/>
                  <a:gd name="T16" fmla="*/ 342 w 520"/>
                  <a:gd name="T17" fmla="*/ 120 h 151"/>
                  <a:gd name="T18" fmla="*/ 405 w 520"/>
                  <a:gd name="T19" fmla="*/ 124 h 151"/>
                  <a:gd name="T20" fmla="*/ 434 w 520"/>
                  <a:gd name="T21" fmla="*/ 115 h 151"/>
                  <a:gd name="T22" fmla="*/ 452 w 520"/>
                  <a:gd name="T23" fmla="*/ 93 h 151"/>
                  <a:gd name="T24" fmla="*/ 463 w 520"/>
                  <a:gd name="T25" fmla="*/ 86 h 151"/>
                  <a:gd name="T26" fmla="*/ 519 w 520"/>
                  <a:gd name="T27" fmla="*/ 61 h 151"/>
                  <a:gd name="T28" fmla="*/ 478 w 520"/>
                  <a:gd name="T29" fmla="*/ 12 h 151"/>
                  <a:gd name="T30" fmla="*/ 335 w 520"/>
                  <a:gd name="T31" fmla="*/ 0 h 151"/>
                  <a:gd name="T32" fmla="*/ 269 w 520"/>
                  <a:gd name="T33" fmla="*/ 7 h 151"/>
                  <a:gd name="T34" fmla="*/ 245 w 520"/>
                  <a:gd name="T35" fmla="*/ 0 h 151"/>
                  <a:gd name="T36" fmla="*/ 175 w 520"/>
                  <a:gd name="T37" fmla="*/ 7 h 151"/>
                  <a:gd name="T38" fmla="*/ 139 w 520"/>
                  <a:gd name="T39" fmla="*/ 26 h 151"/>
                  <a:gd name="T40" fmla="*/ 88 w 520"/>
                  <a:gd name="T41" fmla="*/ 7 h 151"/>
                  <a:gd name="T42" fmla="*/ 25 w 520"/>
                  <a:gd name="T43" fmla="*/ 6 h 151"/>
                  <a:gd name="T44" fmla="*/ 0 w 520"/>
                  <a:gd name="T45" fmla="*/ 13 h 151"/>
                  <a:gd name="T46" fmla="*/ 16 w 520"/>
                  <a:gd name="T47" fmla="*/ 57 h 151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</a:gdLst>
                <a:ahLst/>
                <a:cxnLst>
                  <a:cxn ang="T48">
                    <a:pos x="T0" y="T1"/>
                  </a:cxn>
                  <a:cxn ang="T49">
                    <a:pos x="T2" y="T3"/>
                  </a:cxn>
                  <a:cxn ang="T50">
                    <a:pos x="T4" y="T5"/>
                  </a:cxn>
                  <a:cxn ang="T51">
                    <a:pos x="T6" y="T7"/>
                  </a:cxn>
                  <a:cxn ang="T52">
                    <a:pos x="T8" y="T9"/>
                  </a:cxn>
                  <a:cxn ang="T53">
                    <a:pos x="T10" y="T11"/>
                  </a:cxn>
                  <a:cxn ang="T54">
                    <a:pos x="T12" y="T13"/>
                  </a:cxn>
                  <a:cxn ang="T55">
                    <a:pos x="T14" y="T15"/>
                  </a:cxn>
                  <a:cxn ang="T56">
                    <a:pos x="T16" y="T17"/>
                  </a:cxn>
                  <a:cxn ang="T57">
                    <a:pos x="T18" y="T19"/>
                  </a:cxn>
                  <a:cxn ang="T58">
                    <a:pos x="T20" y="T21"/>
                  </a:cxn>
                  <a:cxn ang="T59">
                    <a:pos x="T22" y="T23"/>
                  </a:cxn>
                  <a:cxn ang="T60">
                    <a:pos x="T24" y="T25"/>
                  </a:cxn>
                  <a:cxn ang="T61">
                    <a:pos x="T26" y="T27"/>
                  </a:cxn>
                  <a:cxn ang="T62">
                    <a:pos x="T28" y="T29"/>
                  </a:cxn>
                  <a:cxn ang="T63">
                    <a:pos x="T30" y="T31"/>
                  </a:cxn>
                  <a:cxn ang="T64">
                    <a:pos x="T32" y="T33"/>
                  </a:cxn>
                  <a:cxn ang="T65">
                    <a:pos x="T34" y="T35"/>
                  </a:cxn>
                  <a:cxn ang="T66">
                    <a:pos x="T36" y="T37"/>
                  </a:cxn>
                  <a:cxn ang="T67">
                    <a:pos x="T38" y="T39"/>
                  </a:cxn>
                  <a:cxn ang="T68">
                    <a:pos x="T40" y="T41"/>
                  </a:cxn>
                  <a:cxn ang="T69">
                    <a:pos x="T42" y="T43"/>
                  </a:cxn>
                  <a:cxn ang="T70">
                    <a:pos x="T44" y="T45"/>
                  </a:cxn>
                  <a:cxn ang="T71">
                    <a:pos x="T46" y="T47"/>
                  </a:cxn>
                </a:cxnLst>
                <a:rect l="0" t="0" r="r" b="b"/>
                <a:pathLst>
                  <a:path w="520" h="151">
                    <a:moveTo>
                      <a:pt x="16" y="57"/>
                    </a:moveTo>
                    <a:lnTo>
                      <a:pt x="101" y="47"/>
                    </a:lnTo>
                    <a:lnTo>
                      <a:pt x="193" y="43"/>
                    </a:lnTo>
                    <a:lnTo>
                      <a:pt x="187" y="66"/>
                    </a:lnTo>
                    <a:lnTo>
                      <a:pt x="171" y="113"/>
                    </a:lnTo>
                    <a:lnTo>
                      <a:pt x="200" y="141"/>
                    </a:lnTo>
                    <a:lnTo>
                      <a:pt x="252" y="150"/>
                    </a:lnTo>
                    <a:lnTo>
                      <a:pt x="317" y="133"/>
                    </a:lnTo>
                    <a:lnTo>
                      <a:pt x="342" y="120"/>
                    </a:lnTo>
                    <a:lnTo>
                      <a:pt x="405" y="124"/>
                    </a:lnTo>
                    <a:lnTo>
                      <a:pt x="434" y="115"/>
                    </a:lnTo>
                    <a:lnTo>
                      <a:pt x="452" y="93"/>
                    </a:lnTo>
                    <a:lnTo>
                      <a:pt x="463" y="86"/>
                    </a:lnTo>
                    <a:lnTo>
                      <a:pt x="519" y="61"/>
                    </a:lnTo>
                    <a:lnTo>
                      <a:pt x="478" y="12"/>
                    </a:lnTo>
                    <a:lnTo>
                      <a:pt x="335" y="0"/>
                    </a:lnTo>
                    <a:lnTo>
                      <a:pt x="269" y="7"/>
                    </a:lnTo>
                    <a:lnTo>
                      <a:pt x="245" y="0"/>
                    </a:lnTo>
                    <a:lnTo>
                      <a:pt x="175" y="7"/>
                    </a:lnTo>
                    <a:lnTo>
                      <a:pt x="139" y="26"/>
                    </a:lnTo>
                    <a:lnTo>
                      <a:pt x="88" y="7"/>
                    </a:lnTo>
                    <a:lnTo>
                      <a:pt x="25" y="6"/>
                    </a:lnTo>
                    <a:lnTo>
                      <a:pt x="0" y="13"/>
                    </a:lnTo>
                    <a:lnTo>
                      <a:pt x="16" y="57"/>
                    </a:lnTo>
                  </a:path>
                </a:pathLst>
              </a:custGeom>
              <a:solidFill>
                <a:srgbClr val="FFC17F"/>
              </a:solidFill>
              <a:ln w="12700" cap="rnd" cmpd="sng">
                <a:solidFill>
                  <a:srgbClr val="FFC17F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156" name="Freeform 9">
                <a:extLst>
                  <a:ext uri="{FF2B5EF4-FFF2-40B4-BE49-F238E27FC236}">
                    <a16:creationId xmlns:a16="http://schemas.microsoft.com/office/drawing/2014/main" id="{2FE5DCD7-A396-473D-BDDE-5C6379B4FB3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99" y="249"/>
                <a:ext cx="856" cy="508"/>
              </a:xfrm>
              <a:custGeom>
                <a:avLst/>
                <a:gdLst>
                  <a:gd name="T0" fmla="*/ 7 w 856"/>
                  <a:gd name="T1" fmla="*/ 183 h 508"/>
                  <a:gd name="T2" fmla="*/ 49 w 856"/>
                  <a:gd name="T3" fmla="*/ 167 h 508"/>
                  <a:gd name="T4" fmla="*/ 95 w 856"/>
                  <a:gd name="T5" fmla="*/ 52 h 508"/>
                  <a:gd name="T6" fmla="*/ 128 w 856"/>
                  <a:gd name="T7" fmla="*/ 32 h 508"/>
                  <a:gd name="T8" fmla="*/ 583 w 856"/>
                  <a:gd name="T9" fmla="*/ 0 h 508"/>
                  <a:gd name="T10" fmla="*/ 722 w 856"/>
                  <a:gd name="T11" fmla="*/ 127 h 508"/>
                  <a:gd name="T12" fmla="*/ 733 w 856"/>
                  <a:gd name="T13" fmla="*/ 159 h 508"/>
                  <a:gd name="T14" fmla="*/ 810 w 856"/>
                  <a:gd name="T15" fmla="*/ 162 h 508"/>
                  <a:gd name="T16" fmla="*/ 850 w 856"/>
                  <a:gd name="T17" fmla="*/ 187 h 508"/>
                  <a:gd name="T18" fmla="*/ 855 w 856"/>
                  <a:gd name="T19" fmla="*/ 223 h 508"/>
                  <a:gd name="T20" fmla="*/ 774 w 856"/>
                  <a:gd name="T21" fmla="*/ 264 h 508"/>
                  <a:gd name="T22" fmla="*/ 778 w 856"/>
                  <a:gd name="T23" fmla="*/ 384 h 508"/>
                  <a:gd name="T24" fmla="*/ 736 w 856"/>
                  <a:gd name="T25" fmla="*/ 446 h 508"/>
                  <a:gd name="T26" fmla="*/ 626 w 856"/>
                  <a:gd name="T27" fmla="*/ 480 h 508"/>
                  <a:gd name="T28" fmla="*/ 592 w 856"/>
                  <a:gd name="T29" fmla="*/ 499 h 508"/>
                  <a:gd name="T30" fmla="*/ 520 w 856"/>
                  <a:gd name="T31" fmla="*/ 507 h 508"/>
                  <a:gd name="T32" fmla="*/ 499 w 856"/>
                  <a:gd name="T33" fmla="*/ 499 h 508"/>
                  <a:gd name="T34" fmla="*/ 473 w 856"/>
                  <a:gd name="T35" fmla="*/ 507 h 508"/>
                  <a:gd name="T36" fmla="*/ 412 w 856"/>
                  <a:gd name="T37" fmla="*/ 493 h 508"/>
                  <a:gd name="T38" fmla="*/ 376 w 856"/>
                  <a:gd name="T39" fmla="*/ 480 h 508"/>
                  <a:gd name="T40" fmla="*/ 320 w 856"/>
                  <a:gd name="T41" fmla="*/ 474 h 508"/>
                  <a:gd name="T42" fmla="*/ 243 w 856"/>
                  <a:gd name="T43" fmla="*/ 447 h 508"/>
                  <a:gd name="T44" fmla="*/ 207 w 856"/>
                  <a:gd name="T45" fmla="*/ 426 h 508"/>
                  <a:gd name="T46" fmla="*/ 175 w 856"/>
                  <a:gd name="T47" fmla="*/ 370 h 508"/>
                  <a:gd name="T48" fmla="*/ 144 w 856"/>
                  <a:gd name="T49" fmla="*/ 266 h 508"/>
                  <a:gd name="T50" fmla="*/ 86 w 856"/>
                  <a:gd name="T51" fmla="*/ 276 h 508"/>
                  <a:gd name="T52" fmla="*/ 43 w 856"/>
                  <a:gd name="T53" fmla="*/ 264 h 508"/>
                  <a:gd name="T54" fmla="*/ 0 w 856"/>
                  <a:gd name="T55" fmla="*/ 210 h 508"/>
                  <a:gd name="T56" fmla="*/ 7 w 856"/>
                  <a:gd name="T57" fmla="*/ 183 h 508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</a:gdLst>
                <a:ahLst/>
                <a:cxnLst>
                  <a:cxn ang="T58">
                    <a:pos x="T0" y="T1"/>
                  </a:cxn>
                  <a:cxn ang="T59">
                    <a:pos x="T2" y="T3"/>
                  </a:cxn>
                  <a:cxn ang="T60">
                    <a:pos x="T4" y="T5"/>
                  </a:cxn>
                  <a:cxn ang="T61">
                    <a:pos x="T6" y="T7"/>
                  </a:cxn>
                  <a:cxn ang="T62">
                    <a:pos x="T8" y="T9"/>
                  </a:cxn>
                  <a:cxn ang="T63">
                    <a:pos x="T10" y="T11"/>
                  </a:cxn>
                  <a:cxn ang="T64">
                    <a:pos x="T12" y="T13"/>
                  </a:cxn>
                  <a:cxn ang="T65">
                    <a:pos x="T14" y="T15"/>
                  </a:cxn>
                  <a:cxn ang="T66">
                    <a:pos x="T16" y="T17"/>
                  </a:cxn>
                  <a:cxn ang="T67">
                    <a:pos x="T18" y="T19"/>
                  </a:cxn>
                  <a:cxn ang="T68">
                    <a:pos x="T20" y="T21"/>
                  </a:cxn>
                  <a:cxn ang="T69">
                    <a:pos x="T22" y="T23"/>
                  </a:cxn>
                  <a:cxn ang="T70">
                    <a:pos x="T24" y="T25"/>
                  </a:cxn>
                  <a:cxn ang="T71">
                    <a:pos x="T26" y="T27"/>
                  </a:cxn>
                  <a:cxn ang="T72">
                    <a:pos x="T28" y="T29"/>
                  </a:cxn>
                  <a:cxn ang="T73">
                    <a:pos x="T30" y="T31"/>
                  </a:cxn>
                  <a:cxn ang="T74">
                    <a:pos x="T32" y="T33"/>
                  </a:cxn>
                  <a:cxn ang="T75">
                    <a:pos x="T34" y="T35"/>
                  </a:cxn>
                  <a:cxn ang="T76">
                    <a:pos x="T36" y="T37"/>
                  </a:cxn>
                  <a:cxn ang="T77">
                    <a:pos x="T38" y="T39"/>
                  </a:cxn>
                  <a:cxn ang="T78">
                    <a:pos x="T40" y="T41"/>
                  </a:cxn>
                  <a:cxn ang="T79">
                    <a:pos x="T42" y="T43"/>
                  </a:cxn>
                  <a:cxn ang="T80">
                    <a:pos x="T44" y="T45"/>
                  </a:cxn>
                  <a:cxn ang="T81">
                    <a:pos x="T46" y="T47"/>
                  </a:cxn>
                  <a:cxn ang="T82">
                    <a:pos x="T48" y="T49"/>
                  </a:cxn>
                  <a:cxn ang="T83">
                    <a:pos x="T50" y="T51"/>
                  </a:cxn>
                  <a:cxn ang="T84">
                    <a:pos x="T52" y="T53"/>
                  </a:cxn>
                  <a:cxn ang="T85">
                    <a:pos x="T54" y="T55"/>
                  </a:cxn>
                  <a:cxn ang="T86">
                    <a:pos x="T56" y="T57"/>
                  </a:cxn>
                </a:cxnLst>
                <a:rect l="0" t="0" r="r" b="b"/>
                <a:pathLst>
                  <a:path w="856" h="508">
                    <a:moveTo>
                      <a:pt x="7" y="183"/>
                    </a:moveTo>
                    <a:lnTo>
                      <a:pt x="49" y="167"/>
                    </a:lnTo>
                    <a:lnTo>
                      <a:pt x="95" y="52"/>
                    </a:lnTo>
                    <a:lnTo>
                      <a:pt x="128" y="32"/>
                    </a:lnTo>
                    <a:lnTo>
                      <a:pt x="583" y="0"/>
                    </a:lnTo>
                    <a:lnTo>
                      <a:pt x="722" y="127"/>
                    </a:lnTo>
                    <a:lnTo>
                      <a:pt x="733" y="159"/>
                    </a:lnTo>
                    <a:lnTo>
                      <a:pt x="810" y="162"/>
                    </a:lnTo>
                    <a:lnTo>
                      <a:pt x="850" y="187"/>
                    </a:lnTo>
                    <a:lnTo>
                      <a:pt x="855" y="223"/>
                    </a:lnTo>
                    <a:lnTo>
                      <a:pt x="774" y="264"/>
                    </a:lnTo>
                    <a:lnTo>
                      <a:pt x="778" y="384"/>
                    </a:lnTo>
                    <a:lnTo>
                      <a:pt x="736" y="446"/>
                    </a:lnTo>
                    <a:lnTo>
                      <a:pt x="626" y="480"/>
                    </a:lnTo>
                    <a:lnTo>
                      <a:pt x="592" y="499"/>
                    </a:lnTo>
                    <a:lnTo>
                      <a:pt x="520" y="507"/>
                    </a:lnTo>
                    <a:lnTo>
                      <a:pt x="499" y="499"/>
                    </a:lnTo>
                    <a:lnTo>
                      <a:pt x="473" y="507"/>
                    </a:lnTo>
                    <a:lnTo>
                      <a:pt x="412" y="493"/>
                    </a:lnTo>
                    <a:lnTo>
                      <a:pt x="376" y="480"/>
                    </a:lnTo>
                    <a:lnTo>
                      <a:pt x="320" y="474"/>
                    </a:lnTo>
                    <a:lnTo>
                      <a:pt x="243" y="447"/>
                    </a:lnTo>
                    <a:lnTo>
                      <a:pt x="207" y="426"/>
                    </a:lnTo>
                    <a:lnTo>
                      <a:pt x="175" y="370"/>
                    </a:lnTo>
                    <a:lnTo>
                      <a:pt x="144" y="266"/>
                    </a:lnTo>
                    <a:lnTo>
                      <a:pt x="86" y="276"/>
                    </a:lnTo>
                    <a:lnTo>
                      <a:pt x="43" y="264"/>
                    </a:lnTo>
                    <a:lnTo>
                      <a:pt x="0" y="210"/>
                    </a:lnTo>
                    <a:lnTo>
                      <a:pt x="7" y="183"/>
                    </a:lnTo>
                  </a:path>
                </a:pathLst>
              </a:custGeom>
              <a:solidFill>
                <a:srgbClr val="FFC17F"/>
              </a:solidFill>
              <a:ln w="12700" cap="rnd" cmpd="sng">
                <a:solidFill>
                  <a:srgbClr val="FFC17F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157" name="Freeform 10">
                <a:extLst>
                  <a:ext uri="{FF2B5EF4-FFF2-40B4-BE49-F238E27FC236}">
                    <a16:creationId xmlns:a16="http://schemas.microsoft.com/office/drawing/2014/main" id="{5B5315B0-6192-4E67-9DAA-E898F852D66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81" y="255"/>
                <a:ext cx="156" cy="122"/>
              </a:xfrm>
              <a:custGeom>
                <a:avLst/>
                <a:gdLst>
                  <a:gd name="T0" fmla="*/ 7 w 156"/>
                  <a:gd name="T1" fmla="*/ 0 h 122"/>
                  <a:gd name="T2" fmla="*/ 0 w 156"/>
                  <a:gd name="T3" fmla="*/ 43 h 122"/>
                  <a:gd name="T4" fmla="*/ 16 w 156"/>
                  <a:gd name="T5" fmla="*/ 78 h 122"/>
                  <a:gd name="T6" fmla="*/ 155 w 156"/>
                  <a:gd name="T7" fmla="*/ 121 h 122"/>
                  <a:gd name="T8" fmla="*/ 133 w 156"/>
                  <a:gd name="T9" fmla="*/ 49 h 122"/>
                  <a:gd name="T10" fmla="*/ 96 w 156"/>
                  <a:gd name="T11" fmla="*/ 20 h 122"/>
                  <a:gd name="T12" fmla="*/ 7 w 156"/>
                  <a:gd name="T13" fmla="*/ 0 h 12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56" h="122">
                    <a:moveTo>
                      <a:pt x="7" y="0"/>
                    </a:moveTo>
                    <a:lnTo>
                      <a:pt x="0" y="43"/>
                    </a:lnTo>
                    <a:lnTo>
                      <a:pt x="16" y="78"/>
                    </a:lnTo>
                    <a:lnTo>
                      <a:pt x="155" y="121"/>
                    </a:lnTo>
                    <a:lnTo>
                      <a:pt x="133" y="49"/>
                    </a:lnTo>
                    <a:lnTo>
                      <a:pt x="96" y="20"/>
                    </a:lnTo>
                    <a:lnTo>
                      <a:pt x="7" y="0"/>
                    </a:lnTo>
                  </a:path>
                </a:pathLst>
              </a:custGeom>
              <a:solidFill>
                <a:srgbClr val="601E00"/>
              </a:solidFill>
              <a:ln w="12700" cap="rnd" cmpd="sng">
                <a:solidFill>
                  <a:srgbClr val="601E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158" name="Freeform 11">
                <a:extLst>
                  <a:ext uri="{FF2B5EF4-FFF2-40B4-BE49-F238E27FC236}">
                    <a16:creationId xmlns:a16="http://schemas.microsoft.com/office/drawing/2014/main" id="{64506A3B-E37C-4435-A341-142549A97DC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30" y="199"/>
                <a:ext cx="454" cy="80"/>
              </a:xfrm>
              <a:custGeom>
                <a:avLst/>
                <a:gdLst>
                  <a:gd name="T0" fmla="*/ 0 w 454"/>
                  <a:gd name="T1" fmla="*/ 79 h 80"/>
                  <a:gd name="T2" fmla="*/ 70 w 454"/>
                  <a:gd name="T3" fmla="*/ 13 h 80"/>
                  <a:gd name="T4" fmla="*/ 146 w 454"/>
                  <a:gd name="T5" fmla="*/ 0 h 80"/>
                  <a:gd name="T6" fmla="*/ 325 w 454"/>
                  <a:gd name="T7" fmla="*/ 0 h 80"/>
                  <a:gd name="T8" fmla="*/ 408 w 454"/>
                  <a:gd name="T9" fmla="*/ 10 h 80"/>
                  <a:gd name="T10" fmla="*/ 453 w 454"/>
                  <a:gd name="T11" fmla="*/ 35 h 80"/>
                  <a:gd name="T12" fmla="*/ 101 w 454"/>
                  <a:gd name="T13" fmla="*/ 79 h 80"/>
                  <a:gd name="T14" fmla="*/ 0 w 454"/>
                  <a:gd name="T15" fmla="*/ 79 h 8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454" h="80">
                    <a:moveTo>
                      <a:pt x="0" y="79"/>
                    </a:moveTo>
                    <a:lnTo>
                      <a:pt x="70" y="13"/>
                    </a:lnTo>
                    <a:lnTo>
                      <a:pt x="146" y="0"/>
                    </a:lnTo>
                    <a:lnTo>
                      <a:pt x="325" y="0"/>
                    </a:lnTo>
                    <a:lnTo>
                      <a:pt x="408" y="10"/>
                    </a:lnTo>
                    <a:lnTo>
                      <a:pt x="453" y="35"/>
                    </a:lnTo>
                    <a:lnTo>
                      <a:pt x="101" y="79"/>
                    </a:lnTo>
                    <a:lnTo>
                      <a:pt x="0" y="79"/>
                    </a:lnTo>
                  </a:path>
                </a:pathLst>
              </a:custGeom>
              <a:solidFill>
                <a:srgbClr val="601E00"/>
              </a:solidFill>
              <a:ln w="12700" cap="rnd" cmpd="sng">
                <a:solidFill>
                  <a:srgbClr val="601E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159" name="Freeform 12">
                <a:extLst>
                  <a:ext uri="{FF2B5EF4-FFF2-40B4-BE49-F238E27FC236}">
                    <a16:creationId xmlns:a16="http://schemas.microsoft.com/office/drawing/2014/main" id="{0B24F7D2-25F4-44FF-9A0C-58F1B321F54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31" y="566"/>
                <a:ext cx="253" cy="57"/>
              </a:xfrm>
              <a:custGeom>
                <a:avLst/>
                <a:gdLst>
                  <a:gd name="T0" fmla="*/ 0 w 253"/>
                  <a:gd name="T1" fmla="*/ 2 h 57"/>
                  <a:gd name="T2" fmla="*/ 23 w 253"/>
                  <a:gd name="T3" fmla="*/ 22 h 57"/>
                  <a:gd name="T4" fmla="*/ 49 w 253"/>
                  <a:gd name="T5" fmla="*/ 49 h 57"/>
                  <a:gd name="T6" fmla="*/ 85 w 253"/>
                  <a:gd name="T7" fmla="*/ 56 h 57"/>
                  <a:gd name="T8" fmla="*/ 173 w 253"/>
                  <a:gd name="T9" fmla="*/ 56 h 57"/>
                  <a:gd name="T10" fmla="*/ 189 w 253"/>
                  <a:gd name="T11" fmla="*/ 49 h 57"/>
                  <a:gd name="T12" fmla="*/ 252 w 253"/>
                  <a:gd name="T13" fmla="*/ 0 h 57"/>
                  <a:gd name="T14" fmla="*/ 119 w 253"/>
                  <a:gd name="T15" fmla="*/ 17 h 57"/>
                  <a:gd name="T16" fmla="*/ 58 w 253"/>
                  <a:gd name="T17" fmla="*/ 17 h 57"/>
                  <a:gd name="T18" fmla="*/ 23 w 253"/>
                  <a:gd name="T19" fmla="*/ 8 h 57"/>
                  <a:gd name="T20" fmla="*/ 0 w 253"/>
                  <a:gd name="T21" fmla="*/ 2 h 57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253" h="57">
                    <a:moveTo>
                      <a:pt x="0" y="2"/>
                    </a:moveTo>
                    <a:lnTo>
                      <a:pt x="23" y="22"/>
                    </a:lnTo>
                    <a:lnTo>
                      <a:pt x="49" y="49"/>
                    </a:lnTo>
                    <a:lnTo>
                      <a:pt x="85" y="56"/>
                    </a:lnTo>
                    <a:lnTo>
                      <a:pt x="173" y="56"/>
                    </a:lnTo>
                    <a:lnTo>
                      <a:pt x="189" y="49"/>
                    </a:lnTo>
                    <a:lnTo>
                      <a:pt x="252" y="0"/>
                    </a:lnTo>
                    <a:lnTo>
                      <a:pt x="119" y="17"/>
                    </a:lnTo>
                    <a:lnTo>
                      <a:pt x="58" y="17"/>
                    </a:lnTo>
                    <a:lnTo>
                      <a:pt x="23" y="8"/>
                    </a:lnTo>
                    <a:lnTo>
                      <a:pt x="0" y="2"/>
                    </a:lnTo>
                  </a:path>
                </a:pathLst>
              </a:custGeom>
              <a:solidFill>
                <a:srgbClr val="FFFFFF"/>
              </a:solidFill>
              <a:ln w="12700" cap="rnd" cmpd="sng">
                <a:solidFill>
                  <a:srgbClr val="FFFFFF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160" name="Freeform 13">
                <a:extLst>
                  <a:ext uri="{FF2B5EF4-FFF2-40B4-BE49-F238E27FC236}">
                    <a16:creationId xmlns:a16="http://schemas.microsoft.com/office/drawing/2014/main" id="{189EC524-9DD8-40F8-A654-62E435FA588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98" y="194"/>
                <a:ext cx="744" cy="276"/>
              </a:xfrm>
              <a:custGeom>
                <a:avLst/>
                <a:gdLst>
                  <a:gd name="T0" fmla="*/ 131 w 744"/>
                  <a:gd name="T1" fmla="*/ 92 h 276"/>
                  <a:gd name="T2" fmla="*/ 252 w 744"/>
                  <a:gd name="T3" fmla="*/ 95 h 276"/>
                  <a:gd name="T4" fmla="*/ 392 w 744"/>
                  <a:gd name="T5" fmla="*/ 89 h 276"/>
                  <a:gd name="T6" fmla="*/ 498 w 744"/>
                  <a:gd name="T7" fmla="*/ 78 h 276"/>
                  <a:gd name="T8" fmla="*/ 572 w 744"/>
                  <a:gd name="T9" fmla="*/ 63 h 276"/>
                  <a:gd name="T10" fmla="*/ 565 w 744"/>
                  <a:gd name="T11" fmla="*/ 98 h 276"/>
                  <a:gd name="T12" fmla="*/ 576 w 744"/>
                  <a:gd name="T13" fmla="*/ 128 h 276"/>
                  <a:gd name="T14" fmla="*/ 608 w 744"/>
                  <a:gd name="T15" fmla="*/ 148 h 276"/>
                  <a:gd name="T16" fmla="*/ 662 w 744"/>
                  <a:gd name="T17" fmla="*/ 162 h 276"/>
                  <a:gd name="T18" fmla="*/ 702 w 744"/>
                  <a:gd name="T19" fmla="*/ 188 h 276"/>
                  <a:gd name="T20" fmla="*/ 716 w 744"/>
                  <a:gd name="T21" fmla="*/ 232 h 276"/>
                  <a:gd name="T22" fmla="*/ 743 w 744"/>
                  <a:gd name="T23" fmla="*/ 232 h 276"/>
                  <a:gd name="T24" fmla="*/ 736 w 744"/>
                  <a:gd name="T25" fmla="*/ 208 h 276"/>
                  <a:gd name="T26" fmla="*/ 729 w 744"/>
                  <a:gd name="T27" fmla="*/ 162 h 276"/>
                  <a:gd name="T28" fmla="*/ 707 w 744"/>
                  <a:gd name="T29" fmla="*/ 112 h 276"/>
                  <a:gd name="T30" fmla="*/ 716 w 744"/>
                  <a:gd name="T31" fmla="*/ 167 h 276"/>
                  <a:gd name="T32" fmla="*/ 644 w 744"/>
                  <a:gd name="T33" fmla="*/ 147 h 276"/>
                  <a:gd name="T34" fmla="*/ 599 w 744"/>
                  <a:gd name="T35" fmla="*/ 127 h 276"/>
                  <a:gd name="T36" fmla="*/ 585 w 744"/>
                  <a:gd name="T37" fmla="*/ 107 h 276"/>
                  <a:gd name="T38" fmla="*/ 579 w 744"/>
                  <a:gd name="T39" fmla="*/ 88 h 276"/>
                  <a:gd name="T40" fmla="*/ 624 w 744"/>
                  <a:gd name="T41" fmla="*/ 112 h 276"/>
                  <a:gd name="T42" fmla="*/ 579 w 744"/>
                  <a:gd name="T43" fmla="*/ 68 h 276"/>
                  <a:gd name="T44" fmla="*/ 613 w 744"/>
                  <a:gd name="T45" fmla="*/ 72 h 276"/>
                  <a:gd name="T46" fmla="*/ 673 w 744"/>
                  <a:gd name="T47" fmla="*/ 84 h 276"/>
                  <a:gd name="T48" fmla="*/ 702 w 744"/>
                  <a:gd name="T49" fmla="*/ 102 h 276"/>
                  <a:gd name="T50" fmla="*/ 673 w 744"/>
                  <a:gd name="T51" fmla="*/ 75 h 276"/>
                  <a:gd name="T52" fmla="*/ 594 w 744"/>
                  <a:gd name="T53" fmla="*/ 41 h 276"/>
                  <a:gd name="T54" fmla="*/ 549 w 744"/>
                  <a:gd name="T55" fmla="*/ 13 h 276"/>
                  <a:gd name="T56" fmla="*/ 446 w 744"/>
                  <a:gd name="T57" fmla="*/ 0 h 276"/>
                  <a:gd name="T58" fmla="*/ 335 w 744"/>
                  <a:gd name="T59" fmla="*/ 3 h 276"/>
                  <a:gd name="T60" fmla="*/ 419 w 744"/>
                  <a:gd name="T61" fmla="*/ 4 h 276"/>
                  <a:gd name="T62" fmla="*/ 507 w 744"/>
                  <a:gd name="T63" fmla="*/ 13 h 276"/>
                  <a:gd name="T64" fmla="*/ 552 w 744"/>
                  <a:gd name="T65" fmla="*/ 27 h 276"/>
                  <a:gd name="T66" fmla="*/ 461 w 744"/>
                  <a:gd name="T67" fmla="*/ 23 h 276"/>
                  <a:gd name="T68" fmla="*/ 353 w 744"/>
                  <a:gd name="T69" fmla="*/ 33 h 276"/>
                  <a:gd name="T70" fmla="*/ 255 w 744"/>
                  <a:gd name="T71" fmla="*/ 53 h 276"/>
                  <a:gd name="T72" fmla="*/ 270 w 744"/>
                  <a:gd name="T73" fmla="*/ 33 h 276"/>
                  <a:gd name="T74" fmla="*/ 219 w 744"/>
                  <a:gd name="T75" fmla="*/ 43 h 276"/>
                  <a:gd name="T76" fmla="*/ 178 w 744"/>
                  <a:gd name="T77" fmla="*/ 65 h 276"/>
                  <a:gd name="T78" fmla="*/ 184 w 744"/>
                  <a:gd name="T79" fmla="*/ 43 h 276"/>
                  <a:gd name="T80" fmla="*/ 203 w 744"/>
                  <a:gd name="T81" fmla="*/ 18 h 276"/>
                  <a:gd name="T82" fmla="*/ 270 w 744"/>
                  <a:gd name="T83" fmla="*/ 3 h 276"/>
                  <a:gd name="T84" fmla="*/ 184 w 744"/>
                  <a:gd name="T85" fmla="*/ 18 h 276"/>
                  <a:gd name="T86" fmla="*/ 131 w 744"/>
                  <a:gd name="T87" fmla="*/ 52 h 276"/>
                  <a:gd name="T88" fmla="*/ 104 w 744"/>
                  <a:gd name="T89" fmla="*/ 89 h 276"/>
                  <a:gd name="T90" fmla="*/ 22 w 744"/>
                  <a:gd name="T91" fmla="*/ 124 h 276"/>
                  <a:gd name="T92" fmla="*/ 0 w 744"/>
                  <a:gd name="T93" fmla="*/ 155 h 276"/>
                  <a:gd name="T94" fmla="*/ 2 w 744"/>
                  <a:gd name="T95" fmla="*/ 198 h 276"/>
                  <a:gd name="T96" fmla="*/ 32 w 744"/>
                  <a:gd name="T97" fmla="*/ 226 h 276"/>
                  <a:gd name="T98" fmla="*/ 77 w 744"/>
                  <a:gd name="T99" fmla="*/ 237 h 276"/>
                  <a:gd name="T100" fmla="*/ 117 w 744"/>
                  <a:gd name="T101" fmla="*/ 275 h 276"/>
                  <a:gd name="T102" fmla="*/ 117 w 744"/>
                  <a:gd name="T103" fmla="*/ 256 h 276"/>
                  <a:gd name="T104" fmla="*/ 108 w 744"/>
                  <a:gd name="T105" fmla="*/ 209 h 276"/>
                  <a:gd name="T106" fmla="*/ 101 w 744"/>
                  <a:gd name="T107" fmla="*/ 112 h 276"/>
                  <a:gd name="T108" fmla="*/ 117 w 744"/>
                  <a:gd name="T109" fmla="*/ 94 h 276"/>
                  <a:gd name="T110" fmla="*/ 131 w 744"/>
                  <a:gd name="T111" fmla="*/ 92 h 27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</a:gdLst>
                <a:ahLst/>
                <a:cxnLst>
                  <a:cxn ang="T112">
                    <a:pos x="T0" y="T1"/>
                  </a:cxn>
                  <a:cxn ang="T113">
                    <a:pos x="T2" y="T3"/>
                  </a:cxn>
                  <a:cxn ang="T114">
                    <a:pos x="T4" y="T5"/>
                  </a:cxn>
                  <a:cxn ang="T115">
                    <a:pos x="T6" y="T7"/>
                  </a:cxn>
                  <a:cxn ang="T116">
                    <a:pos x="T8" y="T9"/>
                  </a:cxn>
                  <a:cxn ang="T117">
                    <a:pos x="T10" y="T11"/>
                  </a:cxn>
                  <a:cxn ang="T118">
                    <a:pos x="T12" y="T13"/>
                  </a:cxn>
                  <a:cxn ang="T119">
                    <a:pos x="T14" y="T15"/>
                  </a:cxn>
                  <a:cxn ang="T120">
                    <a:pos x="T16" y="T17"/>
                  </a:cxn>
                  <a:cxn ang="T121">
                    <a:pos x="T18" y="T19"/>
                  </a:cxn>
                  <a:cxn ang="T122">
                    <a:pos x="T20" y="T21"/>
                  </a:cxn>
                  <a:cxn ang="T123">
                    <a:pos x="T22" y="T23"/>
                  </a:cxn>
                  <a:cxn ang="T124">
                    <a:pos x="T24" y="T25"/>
                  </a:cxn>
                  <a:cxn ang="T125">
                    <a:pos x="T26" y="T27"/>
                  </a:cxn>
                  <a:cxn ang="T126">
                    <a:pos x="T28" y="T29"/>
                  </a:cxn>
                  <a:cxn ang="T127">
                    <a:pos x="T30" y="T31"/>
                  </a:cxn>
                  <a:cxn ang="T128">
                    <a:pos x="T32" y="T33"/>
                  </a:cxn>
                  <a:cxn ang="T129">
                    <a:pos x="T34" y="T35"/>
                  </a:cxn>
                  <a:cxn ang="T130">
                    <a:pos x="T36" y="T37"/>
                  </a:cxn>
                  <a:cxn ang="T131">
                    <a:pos x="T38" y="T39"/>
                  </a:cxn>
                  <a:cxn ang="T132">
                    <a:pos x="T40" y="T41"/>
                  </a:cxn>
                  <a:cxn ang="T133">
                    <a:pos x="T42" y="T43"/>
                  </a:cxn>
                  <a:cxn ang="T134">
                    <a:pos x="T44" y="T45"/>
                  </a:cxn>
                  <a:cxn ang="T135">
                    <a:pos x="T46" y="T47"/>
                  </a:cxn>
                  <a:cxn ang="T136">
                    <a:pos x="T48" y="T49"/>
                  </a:cxn>
                  <a:cxn ang="T137">
                    <a:pos x="T50" y="T51"/>
                  </a:cxn>
                  <a:cxn ang="T138">
                    <a:pos x="T52" y="T53"/>
                  </a:cxn>
                  <a:cxn ang="T139">
                    <a:pos x="T54" y="T55"/>
                  </a:cxn>
                  <a:cxn ang="T140">
                    <a:pos x="T56" y="T57"/>
                  </a:cxn>
                  <a:cxn ang="T141">
                    <a:pos x="T58" y="T59"/>
                  </a:cxn>
                  <a:cxn ang="T142">
                    <a:pos x="T60" y="T61"/>
                  </a:cxn>
                  <a:cxn ang="T143">
                    <a:pos x="T62" y="T63"/>
                  </a:cxn>
                  <a:cxn ang="T144">
                    <a:pos x="T64" y="T65"/>
                  </a:cxn>
                  <a:cxn ang="T145">
                    <a:pos x="T66" y="T67"/>
                  </a:cxn>
                  <a:cxn ang="T146">
                    <a:pos x="T68" y="T69"/>
                  </a:cxn>
                  <a:cxn ang="T147">
                    <a:pos x="T70" y="T71"/>
                  </a:cxn>
                  <a:cxn ang="T148">
                    <a:pos x="T72" y="T73"/>
                  </a:cxn>
                  <a:cxn ang="T149">
                    <a:pos x="T74" y="T75"/>
                  </a:cxn>
                  <a:cxn ang="T150">
                    <a:pos x="T76" y="T77"/>
                  </a:cxn>
                  <a:cxn ang="T151">
                    <a:pos x="T78" y="T79"/>
                  </a:cxn>
                  <a:cxn ang="T152">
                    <a:pos x="T80" y="T81"/>
                  </a:cxn>
                  <a:cxn ang="T153">
                    <a:pos x="T82" y="T83"/>
                  </a:cxn>
                  <a:cxn ang="T154">
                    <a:pos x="T84" y="T85"/>
                  </a:cxn>
                  <a:cxn ang="T155">
                    <a:pos x="T86" y="T87"/>
                  </a:cxn>
                  <a:cxn ang="T156">
                    <a:pos x="T88" y="T89"/>
                  </a:cxn>
                  <a:cxn ang="T157">
                    <a:pos x="T90" y="T91"/>
                  </a:cxn>
                  <a:cxn ang="T158">
                    <a:pos x="T92" y="T93"/>
                  </a:cxn>
                  <a:cxn ang="T159">
                    <a:pos x="T94" y="T95"/>
                  </a:cxn>
                  <a:cxn ang="T160">
                    <a:pos x="T96" y="T97"/>
                  </a:cxn>
                  <a:cxn ang="T161">
                    <a:pos x="T98" y="T99"/>
                  </a:cxn>
                  <a:cxn ang="T162">
                    <a:pos x="T100" y="T101"/>
                  </a:cxn>
                  <a:cxn ang="T163">
                    <a:pos x="T102" y="T103"/>
                  </a:cxn>
                  <a:cxn ang="T164">
                    <a:pos x="T104" y="T105"/>
                  </a:cxn>
                  <a:cxn ang="T165">
                    <a:pos x="T106" y="T107"/>
                  </a:cxn>
                  <a:cxn ang="T166">
                    <a:pos x="T108" y="T109"/>
                  </a:cxn>
                  <a:cxn ang="T167">
                    <a:pos x="T110" y="T111"/>
                  </a:cxn>
                </a:cxnLst>
                <a:rect l="0" t="0" r="r" b="b"/>
                <a:pathLst>
                  <a:path w="744" h="276">
                    <a:moveTo>
                      <a:pt x="131" y="92"/>
                    </a:moveTo>
                    <a:lnTo>
                      <a:pt x="252" y="95"/>
                    </a:lnTo>
                    <a:lnTo>
                      <a:pt x="392" y="89"/>
                    </a:lnTo>
                    <a:lnTo>
                      <a:pt x="498" y="78"/>
                    </a:lnTo>
                    <a:lnTo>
                      <a:pt x="572" y="63"/>
                    </a:lnTo>
                    <a:lnTo>
                      <a:pt x="565" y="98"/>
                    </a:lnTo>
                    <a:lnTo>
                      <a:pt x="576" y="128"/>
                    </a:lnTo>
                    <a:lnTo>
                      <a:pt x="608" y="148"/>
                    </a:lnTo>
                    <a:lnTo>
                      <a:pt x="662" y="162"/>
                    </a:lnTo>
                    <a:lnTo>
                      <a:pt x="702" y="188"/>
                    </a:lnTo>
                    <a:lnTo>
                      <a:pt x="716" y="232"/>
                    </a:lnTo>
                    <a:lnTo>
                      <a:pt x="743" y="232"/>
                    </a:lnTo>
                    <a:lnTo>
                      <a:pt x="736" y="208"/>
                    </a:lnTo>
                    <a:lnTo>
                      <a:pt x="729" y="162"/>
                    </a:lnTo>
                    <a:lnTo>
                      <a:pt x="707" y="112"/>
                    </a:lnTo>
                    <a:lnTo>
                      <a:pt x="716" y="167"/>
                    </a:lnTo>
                    <a:lnTo>
                      <a:pt x="644" y="147"/>
                    </a:lnTo>
                    <a:lnTo>
                      <a:pt x="599" y="127"/>
                    </a:lnTo>
                    <a:lnTo>
                      <a:pt x="585" y="107"/>
                    </a:lnTo>
                    <a:lnTo>
                      <a:pt x="579" y="88"/>
                    </a:lnTo>
                    <a:lnTo>
                      <a:pt x="624" y="112"/>
                    </a:lnTo>
                    <a:lnTo>
                      <a:pt x="579" y="68"/>
                    </a:lnTo>
                    <a:lnTo>
                      <a:pt x="613" y="72"/>
                    </a:lnTo>
                    <a:lnTo>
                      <a:pt x="673" y="84"/>
                    </a:lnTo>
                    <a:lnTo>
                      <a:pt x="702" y="102"/>
                    </a:lnTo>
                    <a:lnTo>
                      <a:pt x="673" y="75"/>
                    </a:lnTo>
                    <a:lnTo>
                      <a:pt x="594" y="41"/>
                    </a:lnTo>
                    <a:lnTo>
                      <a:pt x="549" y="13"/>
                    </a:lnTo>
                    <a:lnTo>
                      <a:pt x="446" y="0"/>
                    </a:lnTo>
                    <a:lnTo>
                      <a:pt x="335" y="3"/>
                    </a:lnTo>
                    <a:lnTo>
                      <a:pt x="419" y="4"/>
                    </a:lnTo>
                    <a:lnTo>
                      <a:pt x="507" y="13"/>
                    </a:lnTo>
                    <a:lnTo>
                      <a:pt x="552" y="27"/>
                    </a:lnTo>
                    <a:lnTo>
                      <a:pt x="461" y="23"/>
                    </a:lnTo>
                    <a:lnTo>
                      <a:pt x="353" y="33"/>
                    </a:lnTo>
                    <a:lnTo>
                      <a:pt x="255" y="53"/>
                    </a:lnTo>
                    <a:lnTo>
                      <a:pt x="270" y="33"/>
                    </a:lnTo>
                    <a:lnTo>
                      <a:pt x="219" y="43"/>
                    </a:lnTo>
                    <a:lnTo>
                      <a:pt x="178" y="65"/>
                    </a:lnTo>
                    <a:lnTo>
                      <a:pt x="184" y="43"/>
                    </a:lnTo>
                    <a:lnTo>
                      <a:pt x="203" y="18"/>
                    </a:lnTo>
                    <a:lnTo>
                      <a:pt x="270" y="3"/>
                    </a:lnTo>
                    <a:lnTo>
                      <a:pt x="184" y="18"/>
                    </a:lnTo>
                    <a:lnTo>
                      <a:pt x="131" y="52"/>
                    </a:lnTo>
                    <a:lnTo>
                      <a:pt x="104" y="89"/>
                    </a:lnTo>
                    <a:lnTo>
                      <a:pt x="22" y="124"/>
                    </a:lnTo>
                    <a:lnTo>
                      <a:pt x="0" y="155"/>
                    </a:lnTo>
                    <a:lnTo>
                      <a:pt x="2" y="198"/>
                    </a:lnTo>
                    <a:lnTo>
                      <a:pt x="32" y="226"/>
                    </a:lnTo>
                    <a:lnTo>
                      <a:pt x="77" y="237"/>
                    </a:lnTo>
                    <a:lnTo>
                      <a:pt x="117" y="275"/>
                    </a:lnTo>
                    <a:lnTo>
                      <a:pt x="117" y="256"/>
                    </a:lnTo>
                    <a:lnTo>
                      <a:pt x="108" y="209"/>
                    </a:lnTo>
                    <a:lnTo>
                      <a:pt x="101" y="112"/>
                    </a:lnTo>
                    <a:lnTo>
                      <a:pt x="117" y="94"/>
                    </a:lnTo>
                    <a:lnTo>
                      <a:pt x="131" y="92"/>
                    </a:lnTo>
                  </a:path>
                </a:pathLst>
              </a:custGeom>
              <a:solidFill>
                <a:srgbClr val="000000"/>
              </a:solidFill>
              <a:ln w="12700" cap="rnd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161" name="Freeform 14">
                <a:extLst>
                  <a:ext uri="{FF2B5EF4-FFF2-40B4-BE49-F238E27FC236}">
                    <a16:creationId xmlns:a16="http://schemas.microsoft.com/office/drawing/2014/main" id="{AAF0E6FA-E77C-4054-910B-A2D4619B83D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20" y="335"/>
                <a:ext cx="125" cy="42"/>
              </a:xfrm>
              <a:custGeom>
                <a:avLst/>
                <a:gdLst>
                  <a:gd name="T0" fmla="*/ 15 w 125"/>
                  <a:gd name="T1" fmla="*/ 41 h 42"/>
                  <a:gd name="T2" fmla="*/ 73 w 125"/>
                  <a:gd name="T3" fmla="*/ 32 h 42"/>
                  <a:gd name="T4" fmla="*/ 119 w 125"/>
                  <a:gd name="T5" fmla="*/ 21 h 42"/>
                  <a:gd name="T6" fmla="*/ 124 w 125"/>
                  <a:gd name="T7" fmla="*/ 6 h 42"/>
                  <a:gd name="T8" fmla="*/ 106 w 125"/>
                  <a:gd name="T9" fmla="*/ 0 h 42"/>
                  <a:gd name="T10" fmla="*/ 84 w 125"/>
                  <a:gd name="T11" fmla="*/ 3 h 42"/>
                  <a:gd name="T12" fmla="*/ 55 w 125"/>
                  <a:gd name="T13" fmla="*/ 21 h 42"/>
                  <a:gd name="T14" fmla="*/ 4 w 125"/>
                  <a:gd name="T15" fmla="*/ 32 h 42"/>
                  <a:gd name="T16" fmla="*/ 0 w 125"/>
                  <a:gd name="T17" fmla="*/ 41 h 42"/>
                  <a:gd name="T18" fmla="*/ 15 w 125"/>
                  <a:gd name="T19" fmla="*/ 41 h 42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125" h="42">
                    <a:moveTo>
                      <a:pt x="15" y="41"/>
                    </a:moveTo>
                    <a:lnTo>
                      <a:pt x="73" y="32"/>
                    </a:lnTo>
                    <a:lnTo>
                      <a:pt x="119" y="21"/>
                    </a:lnTo>
                    <a:lnTo>
                      <a:pt x="124" y="6"/>
                    </a:lnTo>
                    <a:lnTo>
                      <a:pt x="106" y="0"/>
                    </a:lnTo>
                    <a:lnTo>
                      <a:pt x="84" y="3"/>
                    </a:lnTo>
                    <a:lnTo>
                      <a:pt x="55" y="21"/>
                    </a:lnTo>
                    <a:lnTo>
                      <a:pt x="4" y="32"/>
                    </a:lnTo>
                    <a:lnTo>
                      <a:pt x="0" y="41"/>
                    </a:lnTo>
                    <a:lnTo>
                      <a:pt x="15" y="41"/>
                    </a:lnTo>
                  </a:path>
                </a:pathLst>
              </a:custGeom>
              <a:solidFill>
                <a:srgbClr val="000000"/>
              </a:solidFill>
              <a:ln w="12700" cap="rnd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162" name="Freeform 15">
                <a:extLst>
                  <a:ext uri="{FF2B5EF4-FFF2-40B4-BE49-F238E27FC236}">
                    <a16:creationId xmlns:a16="http://schemas.microsoft.com/office/drawing/2014/main" id="{6A3795DE-B849-4B04-97A3-FA9A0E98615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85" y="326"/>
                <a:ext cx="119" cy="39"/>
              </a:xfrm>
              <a:custGeom>
                <a:avLst/>
                <a:gdLst>
                  <a:gd name="T0" fmla="*/ 20 w 119"/>
                  <a:gd name="T1" fmla="*/ 0 h 39"/>
                  <a:gd name="T2" fmla="*/ 0 w 119"/>
                  <a:gd name="T3" fmla="*/ 3 h 39"/>
                  <a:gd name="T4" fmla="*/ 0 w 119"/>
                  <a:gd name="T5" fmla="*/ 16 h 39"/>
                  <a:gd name="T6" fmla="*/ 30 w 119"/>
                  <a:gd name="T7" fmla="*/ 24 h 39"/>
                  <a:gd name="T8" fmla="*/ 77 w 119"/>
                  <a:gd name="T9" fmla="*/ 30 h 39"/>
                  <a:gd name="T10" fmla="*/ 107 w 119"/>
                  <a:gd name="T11" fmla="*/ 38 h 39"/>
                  <a:gd name="T12" fmla="*/ 118 w 119"/>
                  <a:gd name="T13" fmla="*/ 32 h 39"/>
                  <a:gd name="T14" fmla="*/ 113 w 119"/>
                  <a:gd name="T15" fmla="*/ 26 h 39"/>
                  <a:gd name="T16" fmla="*/ 89 w 119"/>
                  <a:gd name="T17" fmla="*/ 12 h 39"/>
                  <a:gd name="T18" fmla="*/ 52 w 119"/>
                  <a:gd name="T19" fmla="*/ 9 h 39"/>
                  <a:gd name="T20" fmla="*/ 36 w 119"/>
                  <a:gd name="T21" fmla="*/ 4 h 39"/>
                  <a:gd name="T22" fmla="*/ 20 w 119"/>
                  <a:gd name="T23" fmla="*/ 0 h 39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0" t="0" r="r" b="b"/>
                <a:pathLst>
                  <a:path w="119" h="39">
                    <a:moveTo>
                      <a:pt x="20" y="0"/>
                    </a:moveTo>
                    <a:lnTo>
                      <a:pt x="0" y="3"/>
                    </a:lnTo>
                    <a:lnTo>
                      <a:pt x="0" y="16"/>
                    </a:lnTo>
                    <a:lnTo>
                      <a:pt x="30" y="24"/>
                    </a:lnTo>
                    <a:lnTo>
                      <a:pt x="77" y="30"/>
                    </a:lnTo>
                    <a:lnTo>
                      <a:pt x="107" y="38"/>
                    </a:lnTo>
                    <a:lnTo>
                      <a:pt x="118" y="32"/>
                    </a:lnTo>
                    <a:lnTo>
                      <a:pt x="113" y="26"/>
                    </a:lnTo>
                    <a:lnTo>
                      <a:pt x="89" y="12"/>
                    </a:lnTo>
                    <a:lnTo>
                      <a:pt x="52" y="9"/>
                    </a:lnTo>
                    <a:lnTo>
                      <a:pt x="36" y="4"/>
                    </a:lnTo>
                    <a:lnTo>
                      <a:pt x="20" y="0"/>
                    </a:lnTo>
                  </a:path>
                </a:pathLst>
              </a:custGeom>
              <a:solidFill>
                <a:srgbClr val="000000"/>
              </a:solidFill>
              <a:ln w="12700" cap="rnd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163" name="Freeform 16">
                <a:extLst>
                  <a:ext uri="{FF2B5EF4-FFF2-40B4-BE49-F238E27FC236}">
                    <a16:creationId xmlns:a16="http://schemas.microsoft.com/office/drawing/2014/main" id="{5D62305E-F834-4563-81E5-61740712E5F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05" y="385"/>
                <a:ext cx="28" cy="16"/>
              </a:xfrm>
              <a:custGeom>
                <a:avLst/>
                <a:gdLst>
                  <a:gd name="T0" fmla="*/ 27 w 28"/>
                  <a:gd name="T1" fmla="*/ 4 h 16"/>
                  <a:gd name="T2" fmla="*/ 13 w 28"/>
                  <a:gd name="T3" fmla="*/ 0 h 16"/>
                  <a:gd name="T4" fmla="*/ 0 w 28"/>
                  <a:gd name="T5" fmla="*/ 8 h 16"/>
                  <a:gd name="T6" fmla="*/ 11 w 28"/>
                  <a:gd name="T7" fmla="*/ 15 h 16"/>
                  <a:gd name="T8" fmla="*/ 25 w 28"/>
                  <a:gd name="T9" fmla="*/ 15 h 16"/>
                  <a:gd name="T10" fmla="*/ 27 w 28"/>
                  <a:gd name="T11" fmla="*/ 4 h 16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28" h="16">
                    <a:moveTo>
                      <a:pt x="27" y="4"/>
                    </a:moveTo>
                    <a:lnTo>
                      <a:pt x="13" y="0"/>
                    </a:lnTo>
                    <a:lnTo>
                      <a:pt x="0" y="8"/>
                    </a:lnTo>
                    <a:lnTo>
                      <a:pt x="11" y="15"/>
                    </a:lnTo>
                    <a:lnTo>
                      <a:pt x="25" y="15"/>
                    </a:lnTo>
                    <a:lnTo>
                      <a:pt x="27" y="4"/>
                    </a:lnTo>
                  </a:path>
                </a:pathLst>
              </a:custGeom>
              <a:solidFill>
                <a:srgbClr val="000000"/>
              </a:solidFill>
              <a:ln w="12700" cap="rnd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164" name="Freeform 17">
                <a:extLst>
                  <a:ext uri="{FF2B5EF4-FFF2-40B4-BE49-F238E27FC236}">
                    <a16:creationId xmlns:a16="http://schemas.microsoft.com/office/drawing/2014/main" id="{13F14855-8490-49F7-BDB5-D8235B004D9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07" y="380"/>
                <a:ext cx="26" cy="13"/>
              </a:xfrm>
              <a:custGeom>
                <a:avLst/>
                <a:gdLst>
                  <a:gd name="T0" fmla="*/ 13 w 26"/>
                  <a:gd name="T1" fmla="*/ 0 h 13"/>
                  <a:gd name="T2" fmla="*/ 0 w 26"/>
                  <a:gd name="T3" fmla="*/ 7 h 13"/>
                  <a:gd name="T4" fmla="*/ 9 w 26"/>
                  <a:gd name="T5" fmla="*/ 12 h 13"/>
                  <a:gd name="T6" fmla="*/ 25 w 26"/>
                  <a:gd name="T7" fmla="*/ 12 h 13"/>
                  <a:gd name="T8" fmla="*/ 25 w 26"/>
                  <a:gd name="T9" fmla="*/ 2 h 13"/>
                  <a:gd name="T10" fmla="*/ 13 w 26"/>
                  <a:gd name="T11" fmla="*/ 0 h 1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26" h="13">
                    <a:moveTo>
                      <a:pt x="13" y="0"/>
                    </a:moveTo>
                    <a:lnTo>
                      <a:pt x="0" y="7"/>
                    </a:lnTo>
                    <a:lnTo>
                      <a:pt x="9" y="12"/>
                    </a:lnTo>
                    <a:lnTo>
                      <a:pt x="25" y="12"/>
                    </a:lnTo>
                    <a:lnTo>
                      <a:pt x="25" y="2"/>
                    </a:lnTo>
                    <a:lnTo>
                      <a:pt x="13" y="0"/>
                    </a:lnTo>
                  </a:path>
                </a:pathLst>
              </a:custGeom>
              <a:solidFill>
                <a:srgbClr val="000000"/>
              </a:solidFill>
              <a:ln w="12700" cap="rnd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165" name="Freeform 18">
                <a:extLst>
                  <a:ext uri="{FF2B5EF4-FFF2-40B4-BE49-F238E27FC236}">
                    <a16:creationId xmlns:a16="http://schemas.microsoft.com/office/drawing/2014/main" id="{85C76092-2128-44DE-9F09-4A8A3A819E0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32" y="410"/>
                <a:ext cx="166" cy="147"/>
              </a:xfrm>
              <a:custGeom>
                <a:avLst/>
                <a:gdLst>
                  <a:gd name="T0" fmla="*/ 22 w 166"/>
                  <a:gd name="T1" fmla="*/ 3 h 147"/>
                  <a:gd name="T2" fmla="*/ 5 w 166"/>
                  <a:gd name="T3" fmla="*/ 49 h 147"/>
                  <a:gd name="T4" fmla="*/ 0 w 166"/>
                  <a:gd name="T5" fmla="*/ 92 h 147"/>
                  <a:gd name="T6" fmla="*/ 18 w 166"/>
                  <a:gd name="T7" fmla="*/ 120 h 147"/>
                  <a:gd name="T8" fmla="*/ 48 w 166"/>
                  <a:gd name="T9" fmla="*/ 140 h 147"/>
                  <a:gd name="T10" fmla="*/ 95 w 166"/>
                  <a:gd name="T11" fmla="*/ 146 h 147"/>
                  <a:gd name="T12" fmla="*/ 145 w 166"/>
                  <a:gd name="T13" fmla="*/ 136 h 147"/>
                  <a:gd name="T14" fmla="*/ 163 w 166"/>
                  <a:gd name="T15" fmla="*/ 113 h 147"/>
                  <a:gd name="T16" fmla="*/ 165 w 166"/>
                  <a:gd name="T17" fmla="*/ 84 h 147"/>
                  <a:gd name="T18" fmla="*/ 151 w 166"/>
                  <a:gd name="T19" fmla="*/ 55 h 147"/>
                  <a:gd name="T20" fmla="*/ 83 w 166"/>
                  <a:gd name="T21" fmla="*/ 0 h 147"/>
                  <a:gd name="T22" fmla="*/ 140 w 166"/>
                  <a:gd name="T23" fmla="*/ 53 h 147"/>
                  <a:gd name="T24" fmla="*/ 152 w 166"/>
                  <a:gd name="T25" fmla="*/ 92 h 147"/>
                  <a:gd name="T26" fmla="*/ 151 w 166"/>
                  <a:gd name="T27" fmla="*/ 113 h 147"/>
                  <a:gd name="T28" fmla="*/ 133 w 166"/>
                  <a:gd name="T29" fmla="*/ 132 h 147"/>
                  <a:gd name="T30" fmla="*/ 95 w 166"/>
                  <a:gd name="T31" fmla="*/ 136 h 147"/>
                  <a:gd name="T32" fmla="*/ 52 w 166"/>
                  <a:gd name="T33" fmla="*/ 132 h 147"/>
                  <a:gd name="T34" fmla="*/ 25 w 166"/>
                  <a:gd name="T35" fmla="*/ 113 h 147"/>
                  <a:gd name="T36" fmla="*/ 11 w 166"/>
                  <a:gd name="T37" fmla="*/ 93 h 147"/>
                  <a:gd name="T38" fmla="*/ 11 w 166"/>
                  <a:gd name="T39" fmla="*/ 55 h 147"/>
                  <a:gd name="T40" fmla="*/ 18 w 166"/>
                  <a:gd name="T41" fmla="*/ 26 h 147"/>
                  <a:gd name="T42" fmla="*/ 22 w 166"/>
                  <a:gd name="T43" fmla="*/ 3 h 147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</a:gdLst>
                <a:ahLst/>
                <a:cxnLst>
                  <a:cxn ang="T44">
                    <a:pos x="T0" y="T1"/>
                  </a:cxn>
                  <a:cxn ang="T45">
                    <a:pos x="T2" y="T3"/>
                  </a:cxn>
                  <a:cxn ang="T46">
                    <a:pos x="T4" y="T5"/>
                  </a:cxn>
                  <a:cxn ang="T47">
                    <a:pos x="T6" y="T7"/>
                  </a:cxn>
                  <a:cxn ang="T48">
                    <a:pos x="T8" y="T9"/>
                  </a:cxn>
                  <a:cxn ang="T49">
                    <a:pos x="T10" y="T11"/>
                  </a:cxn>
                  <a:cxn ang="T50">
                    <a:pos x="T12" y="T13"/>
                  </a:cxn>
                  <a:cxn ang="T51">
                    <a:pos x="T14" y="T15"/>
                  </a:cxn>
                  <a:cxn ang="T52">
                    <a:pos x="T16" y="T17"/>
                  </a:cxn>
                  <a:cxn ang="T53">
                    <a:pos x="T18" y="T19"/>
                  </a:cxn>
                  <a:cxn ang="T54">
                    <a:pos x="T20" y="T21"/>
                  </a:cxn>
                  <a:cxn ang="T55">
                    <a:pos x="T22" y="T23"/>
                  </a:cxn>
                  <a:cxn ang="T56">
                    <a:pos x="T24" y="T25"/>
                  </a:cxn>
                  <a:cxn ang="T57">
                    <a:pos x="T26" y="T27"/>
                  </a:cxn>
                  <a:cxn ang="T58">
                    <a:pos x="T28" y="T29"/>
                  </a:cxn>
                  <a:cxn ang="T59">
                    <a:pos x="T30" y="T31"/>
                  </a:cxn>
                  <a:cxn ang="T60">
                    <a:pos x="T32" y="T33"/>
                  </a:cxn>
                  <a:cxn ang="T61">
                    <a:pos x="T34" y="T35"/>
                  </a:cxn>
                  <a:cxn ang="T62">
                    <a:pos x="T36" y="T37"/>
                  </a:cxn>
                  <a:cxn ang="T63">
                    <a:pos x="T38" y="T39"/>
                  </a:cxn>
                  <a:cxn ang="T64">
                    <a:pos x="T40" y="T41"/>
                  </a:cxn>
                  <a:cxn ang="T65">
                    <a:pos x="T42" y="T43"/>
                  </a:cxn>
                </a:cxnLst>
                <a:rect l="0" t="0" r="r" b="b"/>
                <a:pathLst>
                  <a:path w="166" h="147">
                    <a:moveTo>
                      <a:pt x="22" y="3"/>
                    </a:moveTo>
                    <a:lnTo>
                      <a:pt x="5" y="49"/>
                    </a:lnTo>
                    <a:lnTo>
                      <a:pt x="0" y="92"/>
                    </a:lnTo>
                    <a:lnTo>
                      <a:pt x="18" y="120"/>
                    </a:lnTo>
                    <a:lnTo>
                      <a:pt x="48" y="140"/>
                    </a:lnTo>
                    <a:lnTo>
                      <a:pt x="95" y="146"/>
                    </a:lnTo>
                    <a:lnTo>
                      <a:pt x="145" y="136"/>
                    </a:lnTo>
                    <a:lnTo>
                      <a:pt x="163" y="113"/>
                    </a:lnTo>
                    <a:lnTo>
                      <a:pt x="165" y="84"/>
                    </a:lnTo>
                    <a:lnTo>
                      <a:pt x="151" y="55"/>
                    </a:lnTo>
                    <a:lnTo>
                      <a:pt x="83" y="0"/>
                    </a:lnTo>
                    <a:lnTo>
                      <a:pt x="140" y="53"/>
                    </a:lnTo>
                    <a:lnTo>
                      <a:pt x="152" y="92"/>
                    </a:lnTo>
                    <a:lnTo>
                      <a:pt x="151" y="113"/>
                    </a:lnTo>
                    <a:lnTo>
                      <a:pt x="133" y="132"/>
                    </a:lnTo>
                    <a:lnTo>
                      <a:pt x="95" y="136"/>
                    </a:lnTo>
                    <a:lnTo>
                      <a:pt x="52" y="132"/>
                    </a:lnTo>
                    <a:lnTo>
                      <a:pt x="25" y="113"/>
                    </a:lnTo>
                    <a:lnTo>
                      <a:pt x="11" y="93"/>
                    </a:lnTo>
                    <a:lnTo>
                      <a:pt x="11" y="55"/>
                    </a:lnTo>
                    <a:lnTo>
                      <a:pt x="18" y="26"/>
                    </a:lnTo>
                    <a:lnTo>
                      <a:pt x="22" y="3"/>
                    </a:lnTo>
                  </a:path>
                </a:pathLst>
              </a:custGeom>
              <a:solidFill>
                <a:srgbClr val="000000"/>
              </a:solidFill>
              <a:ln w="12700" cap="rnd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166" name="Freeform 19">
                <a:extLst>
                  <a:ext uri="{FF2B5EF4-FFF2-40B4-BE49-F238E27FC236}">
                    <a16:creationId xmlns:a16="http://schemas.microsoft.com/office/drawing/2014/main" id="{44AE7CC6-879A-47A7-B266-FF322B51B2B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81" y="543"/>
                <a:ext cx="331" cy="44"/>
              </a:xfrm>
              <a:custGeom>
                <a:avLst/>
                <a:gdLst>
                  <a:gd name="T0" fmla="*/ 0 w 331"/>
                  <a:gd name="T1" fmla="*/ 11 h 44"/>
                  <a:gd name="T2" fmla="*/ 23 w 331"/>
                  <a:gd name="T3" fmla="*/ 0 h 44"/>
                  <a:gd name="T4" fmla="*/ 41 w 331"/>
                  <a:gd name="T5" fmla="*/ 5 h 44"/>
                  <a:gd name="T6" fmla="*/ 27 w 331"/>
                  <a:gd name="T7" fmla="*/ 17 h 44"/>
                  <a:gd name="T8" fmla="*/ 69 w 331"/>
                  <a:gd name="T9" fmla="*/ 27 h 44"/>
                  <a:gd name="T10" fmla="*/ 108 w 331"/>
                  <a:gd name="T11" fmla="*/ 40 h 44"/>
                  <a:gd name="T12" fmla="*/ 151 w 331"/>
                  <a:gd name="T13" fmla="*/ 40 h 44"/>
                  <a:gd name="T14" fmla="*/ 206 w 331"/>
                  <a:gd name="T15" fmla="*/ 31 h 44"/>
                  <a:gd name="T16" fmla="*/ 303 w 331"/>
                  <a:gd name="T17" fmla="*/ 17 h 44"/>
                  <a:gd name="T18" fmla="*/ 303 w 331"/>
                  <a:gd name="T19" fmla="*/ 5 h 44"/>
                  <a:gd name="T20" fmla="*/ 330 w 331"/>
                  <a:gd name="T21" fmla="*/ 7 h 44"/>
                  <a:gd name="T22" fmla="*/ 330 w 331"/>
                  <a:gd name="T23" fmla="*/ 25 h 44"/>
                  <a:gd name="T24" fmla="*/ 310 w 331"/>
                  <a:gd name="T25" fmla="*/ 27 h 44"/>
                  <a:gd name="T26" fmla="*/ 296 w 331"/>
                  <a:gd name="T27" fmla="*/ 23 h 44"/>
                  <a:gd name="T28" fmla="*/ 162 w 331"/>
                  <a:gd name="T29" fmla="*/ 43 h 44"/>
                  <a:gd name="T30" fmla="*/ 105 w 331"/>
                  <a:gd name="T31" fmla="*/ 43 h 44"/>
                  <a:gd name="T32" fmla="*/ 41 w 331"/>
                  <a:gd name="T33" fmla="*/ 25 h 44"/>
                  <a:gd name="T34" fmla="*/ 27 w 331"/>
                  <a:gd name="T35" fmla="*/ 23 h 44"/>
                  <a:gd name="T36" fmla="*/ 13 w 331"/>
                  <a:gd name="T37" fmla="*/ 27 h 44"/>
                  <a:gd name="T38" fmla="*/ 0 w 331"/>
                  <a:gd name="T39" fmla="*/ 23 h 44"/>
                  <a:gd name="T40" fmla="*/ 0 w 331"/>
                  <a:gd name="T41" fmla="*/ 11 h 44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0" t="0" r="r" b="b"/>
                <a:pathLst>
                  <a:path w="331" h="44">
                    <a:moveTo>
                      <a:pt x="0" y="11"/>
                    </a:moveTo>
                    <a:lnTo>
                      <a:pt x="23" y="0"/>
                    </a:lnTo>
                    <a:lnTo>
                      <a:pt x="41" y="5"/>
                    </a:lnTo>
                    <a:lnTo>
                      <a:pt x="27" y="17"/>
                    </a:lnTo>
                    <a:lnTo>
                      <a:pt x="69" y="27"/>
                    </a:lnTo>
                    <a:lnTo>
                      <a:pt x="108" y="40"/>
                    </a:lnTo>
                    <a:lnTo>
                      <a:pt x="151" y="40"/>
                    </a:lnTo>
                    <a:lnTo>
                      <a:pt x="206" y="31"/>
                    </a:lnTo>
                    <a:lnTo>
                      <a:pt x="303" y="17"/>
                    </a:lnTo>
                    <a:lnTo>
                      <a:pt x="303" y="5"/>
                    </a:lnTo>
                    <a:lnTo>
                      <a:pt x="330" y="7"/>
                    </a:lnTo>
                    <a:lnTo>
                      <a:pt x="330" y="25"/>
                    </a:lnTo>
                    <a:lnTo>
                      <a:pt x="310" y="27"/>
                    </a:lnTo>
                    <a:lnTo>
                      <a:pt x="296" y="23"/>
                    </a:lnTo>
                    <a:lnTo>
                      <a:pt x="162" y="43"/>
                    </a:lnTo>
                    <a:lnTo>
                      <a:pt x="105" y="43"/>
                    </a:lnTo>
                    <a:lnTo>
                      <a:pt x="41" y="25"/>
                    </a:lnTo>
                    <a:lnTo>
                      <a:pt x="27" y="23"/>
                    </a:lnTo>
                    <a:lnTo>
                      <a:pt x="13" y="27"/>
                    </a:lnTo>
                    <a:lnTo>
                      <a:pt x="0" y="23"/>
                    </a:lnTo>
                    <a:lnTo>
                      <a:pt x="0" y="11"/>
                    </a:lnTo>
                  </a:path>
                </a:pathLst>
              </a:custGeom>
              <a:solidFill>
                <a:srgbClr val="000000"/>
              </a:solidFill>
              <a:ln w="12700" cap="rnd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167" name="Freeform 20">
                <a:extLst>
                  <a:ext uri="{FF2B5EF4-FFF2-40B4-BE49-F238E27FC236}">
                    <a16:creationId xmlns:a16="http://schemas.microsoft.com/office/drawing/2014/main" id="{05A34331-3586-4643-BB4C-90B57A6A9D4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31" y="566"/>
                <a:ext cx="253" cy="60"/>
              </a:xfrm>
              <a:custGeom>
                <a:avLst/>
                <a:gdLst>
                  <a:gd name="T0" fmla="*/ 0 w 253"/>
                  <a:gd name="T1" fmla="*/ 8 h 60"/>
                  <a:gd name="T2" fmla="*/ 16 w 253"/>
                  <a:gd name="T3" fmla="*/ 22 h 60"/>
                  <a:gd name="T4" fmla="*/ 34 w 253"/>
                  <a:gd name="T5" fmla="*/ 49 h 60"/>
                  <a:gd name="T6" fmla="*/ 70 w 253"/>
                  <a:gd name="T7" fmla="*/ 59 h 60"/>
                  <a:gd name="T8" fmla="*/ 157 w 253"/>
                  <a:gd name="T9" fmla="*/ 59 h 60"/>
                  <a:gd name="T10" fmla="*/ 180 w 253"/>
                  <a:gd name="T11" fmla="*/ 53 h 60"/>
                  <a:gd name="T12" fmla="*/ 252 w 253"/>
                  <a:gd name="T13" fmla="*/ 0 h 60"/>
                  <a:gd name="T14" fmla="*/ 232 w 253"/>
                  <a:gd name="T15" fmla="*/ 2 h 60"/>
                  <a:gd name="T16" fmla="*/ 167 w 253"/>
                  <a:gd name="T17" fmla="*/ 49 h 60"/>
                  <a:gd name="T18" fmla="*/ 148 w 253"/>
                  <a:gd name="T19" fmla="*/ 51 h 60"/>
                  <a:gd name="T20" fmla="*/ 81 w 253"/>
                  <a:gd name="T21" fmla="*/ 53 h 60"/>
                  <a:gd name="T22" fmla="*/ 49 w 253"/>
                  <a:gd name="T23" fmla="*/ 47 h 60"/>
                  <a:gd name="T24" fmla="*/ 36 w 253"/>
                  <a:gd name="T25" fmla="*/ 39 h 60"/>
                  <a:gd name="T26" fmla="*/ 23 w 253"/>
                  <a:gd name="T27" fmla="*/ 20 h 60"/>
                  <a:gd name="T28" fmla="*/ 0 w 253"/>
                  <a:gd name="T29" fmla="*/ 8 h 60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0" t="0" r="r" b="b"/>
                <a:pathLst>
                  <a:path w="253" h="60">
                    <a:moveTo>
                      <a:pt x="0" y="8"/>
                    </a:moveTo>
                    <a:lnTo>
                      <a:pt x="16" y="22"/>
                    </a:lnTo>
                    <a:lnTo>
                      <a:pt x="34" y="49"/>
                    </a:lnTo>
                    <a:lnTo>
                      <a:pt x="70" y="59"/>
                    </a:lnTo>
                    <a:lnTo>
                      <a:pt x="157" y="59"/>
                    </a:lnTo>
                    <a:lnTo>
                      <a:pt x="180" y="53"/>
                    </a:lnTo>
                    <a:lnTo>
                      <a:pt x="252" y="0"/>
                    </a:lnTo>
                    <a:lnTo>
                      <a:pt x="232" y="2"/>
                    </a:lnTo>
                    <a:lnTo>
                      <a:pt x="167" y="49"/>
                    </a:lnTo>
                    <a:lnTo>
                      <a:pt x="148" y="51"/>
                    </a:lnTo>
                    <a:lnTo>
                      <a:pt x="81" y="53"/>
                    </a:lnTo>
                    <a:lnTo>
                      <a:pt x="49" y="47"/>
                    </a:lnTo>
                    <a:lnTo>
                      <a:pt x="36" y="39"/>
                    </a:lnTo>
                    <a:lnTo>
                      <a:pt x="23" y="20"/>
                    </a:lnTo>
                    <a:lnTo>
                      <a:pt x="0" y="8"/>
                    </a:lnTo>
                  </a:path>
                </a:pathLst>
              </a:custGeom>
              <a:solidFill>
                <a:srgbClr val="000000"/>
              </a:solidFill>
              <a:ln w="12700" cap="rnd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168" name="Freeform 21">
                <a:extLst>
                  <a:ext uri="{FF2B5EF4-FFF2-40B4-BE49-F238E27FC236}">
                    <a16:creationId xmlns:a16="http://schemas.microsoft.com/office/drawing/2014/main" id="{95C1E24D-EDE4-4E5F-B148-79147C7DAF6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79" y="401"/>
                <a:ext cx="879" cy="366"/>
              </a:xfrm>
              <a:custGeom>
                <a:avLst/>
                <a:gdLst>
                  <a:gd name="T0" fmla="*/ 150 w 879"/>
                  <a:gd name="T1" fmla="*/ 84 h 366"/>
                  <a:gd name="T2" fmla="*/ 169 w 879"/>
                  <a:gd name="T3" fmla="*/ 130 h 366"/>
                  <a:gd name="T4" fmla="*/ 197 w 879"/>
                  <a:gd name="T5" fmla="*/ 218 h 366"/>
                  <a:gd name="T6" fmla="*/ 224 w 879"/>
                  <a:gd name="T7" fmla="*/ 269 h 366"/>
                  <a:gd name="T8" fmla="*/ 261 w 879"/>
                  <a:gd name="T9" fmla="*/ 289 h 366"/>
                  <a:gd name="T10" fmla="*/ 346 w 879"/>
                  <a:gd name="T11" fmla="*/ 314 h 366"/>
                  <a:gd name="T12" fmla="*/ 406 w 879"/>
                  <a:gd name="T13" fmla="*/ 324 h 366"/>
                  <a:gd name="T14" fmla="*/ 438 w 879"/>
                  <a:gd name="T15" fmla="*/ 341 h 366"/>
                  <a:gd name="T16" fmla="*/ 487 w 879"/>
                  <a:gd name="T17" fmla="*/ 347 h 366"/>
                  <a:gd name="T18" fmla="*/ 508 w 879"/>
                  <a:gd name="T19" fmla="*/ 330 h 366"/>
                  <a:gd name="T20" fmla="*/ 546 w 879"/>
                  <a:gd name="T21" fmla="*/ 341 h 366"/>
                  <a:gd name="T22" fmla="*/ 604 w 879"/>
                  <a:gd name="T23" fmla="*/ 338 h 366"/>
                  <a:gd name="T24" fmla="*/ 624 w 879"/>
                  <a:gd name="T25" fmla="*/ 324 h 366"/>
                  <a:gd name="T26" fmla="*/ 669 w 879"/>
                  <a:gd name="T27" fmla="*/ 307 h 366"/>
                  <a:gd name="T28" fmla="*/ 736 w 879"/>
                  <a:gd name="T29" fmla="*/ 285 h 366"/>
                  <a:gd name="T30" fmla="*/ 770 w 879"/>
                  <a:gd name="T31" fmla="*/ 257 h 366"/>
                  <a:gd name="T32" fmla="*/ 782 w 879"/>
                  <a:gd name="T33" fmla="*/ 222 h 366"/>
                  <a:gd name="T34" fmla="*/ 775 w 879"/>
                  <a:gd name="T35" fmla="*/ 54 h 366"/>
                  <a:gd name="T36" fmla="*/ 800 w 879"/>
                  <a:gd name="T37" fmla="*/ 80 h 366"/>
                  <a:gd name="T38" fmla="*/ 865 w 879"/>
                  <a:gd name="T39" fmla="*/ 68 h 366"/>
                  <a:gd name="T40" fmla="*/ 826 w 879"/>
                  <a:gd name="T41" fmla="*/ 11 h 366"/>
                  <a:gd name="T42" fmla="*/ 755 w 879"/>
                  <a:gd name="T43" fmla="*/ 4 h 366"/>
                  <a:gd name="T44" fmla="*/ 833 w 879"/>
                  <a:gd name="T45" fmla="*/ 0 h 366"/>
                  <a:gd name="T46" fmla="*/ 878 w 879"/>
                  <a:gd name="T47" fmla="*/ 34 h 366"/>
                  <a:gd name="T48" fmla="*/ 876 w 879"/>
                  <a:gd name="T49" fmla="*/ 74 h 366"/>
                  <a:gd name="T50" fmla="*/ 800 w 879"/>
                  <a:gd name="T51" fmla="*/ 113 h 366"/>
                  <a:gd name="T52" fmla="*/ 793 w 879"/>
                  <a:gd name="T53" fmla="*/ 252 h 366"/>
                  <a:gd name="T54" fmla="*/ 748 w 879"/>
                  <a:gd name="T55" fmla="*/ 306 h 366"/>
                  <a:gd name="T56" fmla="*/ 613 w 879"/>
                  <a:gd name="T57" fmla="*/ 347 h 366"/>
                  <a:gd name="T58" fmla="*/ 508 w 879"/>
                  <a:gd name="T59" fmla="*/ 365 h 366"/>
                  <a:gd name="T60" fmla="*/ 425 w 879"/>
                  <a:gd name="T61" fmla="*/ 341 h 366"/>
                  <a:gd name="T62" fmla="*/ 344 w 879"/>
                  <a:gd name="T63" fmla="*/ 334 h 366"/>
                  <a:gd name="T64" fmla="*/ 265 w 879"/>
                  <a:gd name="T65" fmla="*/ 307 h 366"/>
                  <a:gd name="T66" fmla="*/ 224 w 879"/>
                  <a:gd name="T67" fmla="*/ 279 h 366"/>
                  <a:gd name="T68" fmla="*/ 182 w 879"/>
                  <a:gd name="T69" fmla="*/ 222 h 366"/>
                  <a:gd name="T70" fmla="*/ 150 w 879"/>
                  <a:gd name="T71" fmla="*/ 116 h 366"/>
                  <a:gd name="T72" fmla="*/ 101 w 879"/>
                  <a:gd name="T73" fmla="*/ 129 h 366"/>
                  <a:gd name="T74" fmla="*/ 47 w 879"/>
                  <a:gd name="T75" fmla="*/ 110 h 366"/>
                  <a:gd name="T76" fmla="*/ 0 w 879"/>
                  <a:gd name="T77" fmla="*/ 58 h 366"/>
                  <a:gd name="T78" fmla="*/ 13 w 879"/>
                  <a:gd name="T79" fmla="*/ 27 h 366"/>
                  <a:gd name="T80" fmla="*/ 47 w 879"/>
                  <a:gd name="T81" fmla="*/ 14 h 366"/>
                  <a:gd name="T82" fmla="*/ 52 w 879"/>
                  <a:gd name="T83" fmla="*/ 20 h 366"/>
                  <a:gd name="T84" fmla="*/ 22 w 879"/>
                  <a:gd name="T85" fmla="*/ 31 h 366"/>
                  <a:gd name="T86" fmla="*/ 13 w 879"/>
                  <a:gd name="T87" fmla="*/ 54 h 366"/>
                  <a:gd name="T88" fmla="*/ 61 w 879"/>
                  <a:gd name="T89" fmla="*/ 108 h 366"/>
                  <a:gd name="T90" fmla="*/ 144 w 879"/>
                  <a:gd name="T91" fmla="*/ 108 h 366"/>
                  <a:gd name="T92" fmla="*/ 130 w 879"/>
                  <a:gd name="T93" fmla="*/ 54 h 366"/>
                  <a:gd name="T94" fmla="*/ 150 w 879"/>
                  <a:gd name="T95" fmla="*/ 84 h 36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0" t="0" r="r" b="b"/>
                <a:pathLst>
                  <a:path w="879" h="366">
                    <a:moveTo>
                      <a:pt x="150" y="84"/>
                    </a:moveTo>
                    <a:lnTo>
                      <a:pt x="169" y="130"/>
                    </a:lnTo>
                    <a:lnTo>
                      <a:pt x="197" y="218"/>
                    </a:lnTo>
                    <a:lnTo>
                      <a:pt x="224" y="269"/>
                    </a:lnTo>
                    <a:lnTo>
                      <a:pt x="261" y="289"/>
                    </a:lnTo>
                    <a:lnTo>
                      <a:pt x="346" y="314"/>
                    </a:lnTo>
                    <a:lnTo>
                      <a:pt x="406" y="324"/>
                    </a:lnTo>
                    <a:lnTo>
                      <a:pt x="438" y="341"/>
                    </a:lnTo>
                    <a:lnTo>
                      <a:pt x="487" y="347"/>
                    </a:lnTo>
                    <a:lnTo>
                      <a:pt x="508" y="330"/>
                    </a:lnTo>
                    <a:lnTo>
                      <a:pt x="546" y="341"/>
                    </a:lnTo>
                    <a:lnTo>
                      <a:pt x="604" y="338"/>
                    </a:lnTo>
                    <a:lnTo>
                      <a:pt x="624" y="324"/>
                    </a:lnTo>
                    <a:lnTo>
                      <a:pt x="669" y="307"/>
                    </a:lnTo>
                    <a:lnTo>
                      <a:pt x="736" y="285"/>
                    </a:lnTo>
                    <a:lnTo>
                      <a:pt x="770" y="257"/>
                    </a:lnTo>
                    <a:lnTo>
                      <a:pt x="782" y="222"/>
                    </a:lnTo>
                    <a:lnTo>
                      <a:pt x="775" y="54"/>
                    </a:lnTo>
                    <a:lnTo>
                      <a:pt x="800" y="80"/>
                    </a:lnTo>
                    <a:lnTo>
                      <a:pt x="865" y="68"/>
                    </a:lnTo>
                    <a:lnTo>
                      <a:pt x="826" y="11"/>
                    </a:lnTo>
                    <a:lnTo>
                      <a:pt x="755" y="4"/>
                    </a:lnTo>
                    <a:lnTo>
                      <a:pt x="833" y="0"/>
                    </a:lnTo>
                    <a:lnTo>
                      <a:pt x="878" y="34"/>
                    </a:lnTo>
                    <a:lnTo>
                      <a:pt x="876" y="74"/>
                    </a:lnTo>
                    <a:lnTo>
                      <a:pt x="800" y="113"/>
                    </a:lnTo>
                    <a:lnTo>
                      <a:pt x="793" y="252"/>
                    </a:lnTo>
                    <a:lnTo>
                      <a:pt x="748" y="306"/>
                    </a:lnTo>
                    <a:lnTo>
                      <a:pt x="613" y="347"/>
                    </a:lnTo>
                    <a:lnTo>
                      <a:pt x="508" y="365"/>
                    </a:lnTo>
                    <a:lnTo>
                      <a:pt x="425" y="341"/>
                    </a:lnTo>
                    <a:lnTo>
                      <a:pt x="344" y="334"/>
                    </a:lnTo>
                    <a:lnTo>
                      <a:pt x="265" y="307"/>
                    </a:lnTo>
                    <a:lnTo>
                      <a:pt x="224" y="279"/>
                    </a:lnTo>
                    <a:lnTo>
                      <a:pt x="182" y="222"/>
                    </a:lnTo>
                    <a:lnTo>
                      <a:pt x="150" y="116"/>
                    </a:lnTo>
                    <a:lnTo>
                      <a:pt x="101" y="129"/>
                    </a:lnTo>
                    <a:lnTo>
                      <a:pt x="47" y="110"/>
                    </a:lnTo>
                    <a:lnTo>
                      <a:pt x="0" y="58"/>
                    </a:lnTo>
                    <a:lnTo>
                      <a:pt x="13" y="27"/>
                    </a:lnTo>
                    <a:lnTo>
                      <a:pt x="47" y="14"/>
                    </a:lnTo>
                    <a:lnTo>
                      <a:pt x="52" y="20"/>
                    </a:lnTo>
                    <a:lnTo>
                      <a:pt x="22" y="31"/>
                    </a:lnTo>
                    <a:lnTo>
                      <a:pt x="13" y="54"/>
                    </a:lnTo>
                    <a:lnTo>
                      <a:pt x="61" y="108"/>
                    </a:lnTo>
                    <a:lnTo>
                      <a:pt x="144" y="108"/>
                    </a:lnTo>
                    <a:lnTo>
                      <a:pt x="130" y="54"/>
                    </a:lnTo>
                    <a:lnTo>
                      <a:pt x="150" y="84"/>
                    </a:lnTo>
                  </a:path>
                </a:pathLst>
              </a:custGeom>
              <a:solidFill>
                <a:srgbClr val="000000"/>
              </a:solidFill>
              <a:ln w="12700" cap="rnd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169" name="Freeform 22">
                <a:extLst>
                  <a:ext uri="{FF2B5EF4-FFF2-40B4-BE49-F238E27FC236}">
                    <a16:creationId xmlns:a16="http://schemas.microsoft.com/office/drawing/2014/main" id="{BEC40948-ADD9-4426-805C-7A38FCD97EF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66" y="651"/>
                <a:ext cx="147" cy="18"/>
              </a:xfrm>
              <a:custGeom>
                <a:avLst/>
                <a:gdLst>
                  <a:gd name="T0" fmla="*/ 9 w 147"/>
                  <a:gd name="T1" fmla="*/ 0 h 18"/>
                  <a:gd name="T2" fmla="*/ 29 w 147"/>
                  <a:gd name="T3" fmla="*/ 7 h 18"/>
                  <a:gd name="T4" fmla="*/ 67 w 147"/>
                  <a:gd name="T5" fmla="*/ 10 h 18"/>
                  <a:gd name="T6" fmla="*/ 99 w 147"/>
                  <a:gd name="T7" fmla="*/ 10 h 18"/>
                  <a:gd name="T8" fmla="*/ 139 w 147"/>
                  <a:gd name="T9" fmla="*/ 7 h 18"/>
                  <a:gd name="T10" fmla="*/ 146 w 147"/>
                  <a:gd name="T11" fmla="*/ 14 h 18"/>
                  <a:gd name="T12" fmla="*/ 119 w 147"/>
                  <a:gd name="T13" fmla="*/ 17 h 18"/>
                  <a:gd name="T14" fmla="*/ 67 w 147"/>
                  <a:gd name="T15" fmla="*/ 17 h 18"/>
                  <a:gd name="T16" fmla="*/ 29 w 147"/>
                  <a:gd name="T17" fmla="*/ 14 h 18"/>
                  <a:gd name="T18" fmla="*/ 0 w 147"/>
                  <a:gd name="T19" fmla="*/ 3 h 18"/>
                  <a:gd name="T20" fmla="*/ 9 w 147"/>
                  <a:gd name="T21" fmla="*/ 0 h 18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147" h="18">
                    <a:moveTo>
                      <a:pt x="9" y="0"/>
                    </a:moveTo>
                    <a:lnTo>
                      <a:pt x="29" y="7"/>
                    </a:lnTo>
                    <a:lnTo>
                      <a:pt x="67" y="10"/>
                    </a:lnTo>
                    <a:lnTo>
                      <a:pt x="99" y="10"/>
                    </a:lnTo>
                    <a:lnTo>
                      <a:pt x="139" y="7"/>
                    </a:lnTo>
                    <a:lnTo>
                      <a:pt x="146" y="14"/>
                    </a:lnTo>
                    <a:lnTo>
                      <a:pt x="119" y="17"/>
                    </a:lnTo>
                    <a:lnTo>
                      <a:pt x="67" y="17"/>
                    </a:lnTo>
                    <a:lnTo>
                      <a:pt x="29" y="14"/>
                    </a:lnTo>
                    <a:lnTo>
                      <a:pt x="0" y="3"/>
                    </a:lnTo>
                    <a:lnTo>
                      <a:pt x="9" y="0"/>
                    </a:lnTo>
                  </a:path>
                </a:pathLst>
              </a:custGeom>
              <a:solidFill>
                <a:srgbClr val="000000"/>
              </a:solidFill>
              <a:ln w="12700" cap="rnd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170" name="Freeform 23">
                <a:extLst>
                  <a:ext uri="{FF2B5EF4-FFF2-40B4-BE49-F238E27FC236}">
                    <a16:creationId xmlns:a16="http://schemas.microsoft.com/office/drawing/2014/main" id="{B7292AB7-2355-4C3B-BAAC-D4C921536D4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90" y="447"/>
                <a:ext cx="126" cy="26"/>
              </a:xfrm>
              <a:custGeom>
                <a:avLst/>
                <a:gdLst>
                  <a:gd name="T0" fmla="*/ 123 w 126"/>
                  <a:gd name="T1" fmla="*/ 15 h 26"/>
                  <a:gd name="T2" fmla="*/ 84 w 126"/>
                  <a:gd name="T3" fmla="*/ 3 h 26"/>
                  <a:gd name="T4" fmla="*/ 39 w 126"/>
                  <a:gd name="T5" fmla="*/ 0 h 26"/>
                  <a:gd name="T6" fmla="*/ 2 w 126"/>
                  <a:gd name="T7" fmla="*/ 0 h 26"/>
                  <a:gd name="T8" fmla="*/ 0 w 126"/>
                  <a:gd name="T9" fmla="*/ 8 h 26"/>
                  <a:gd name="T10" fmla="*/ 46 w 126"/>
                  <a:gd name="T11" fmla="*/ 8 h 26"/>
                  <a:gd name="T12" fmla="*/ 89 w 126"/>
                  <a:gd name="T13" fmla="*/ 13 h 26"/>
                  <a:gd name="T14" fmla="*/ 125 w 126"/>
                  <a:gd name="T15" fmla="*/ 25 h 26"/>
                  <a:gd name="T16" fmla="*/ 123 w 126"/>
                  <a:gd name="T17" fmla="*/ 15 h 2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126" h="26">
                    <a:moveTo>
                      <a:pt x="123" y="15"/>
                    </a:moveTo>
                    <a:lnTo>
                      <a:pt x="84" y="3"/>
                    </a:lnTo>
                    <a:lnTo>
                      <a:pt x="39" y="0"/>
                    </a:lnTo>
                    <a:lnTo>
                      <a:pt x="2" y="0"/>
                    </a:lnTo>
                    <a:lnTo>
                      <a:pt x="0" y="8"/>
                    </a:lnTo>
                    <a:lnTo>
                      <a:pt x="46" y="8"/>
                    </a:lnTo>
                    <a:lnTo>
                      <a:pt x="89" y="13"/>
                    </a:lnTo>
                    <a:lnTo>
                      <a:pt x="125" y="25"/>
                    </a:lnTo>
                    <a:lnTo>
                      <a:pt x="123" y="15"/>
                    </a:lnTo>
                  </a:path>
                </a:pathLst>
              </a:custGeom>
              <a:solidFill>
                <a:srgbClr val="000000"/>
              </a:solidFill>
              <a:ln w="12700" cap="rnd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171" name="Freeform 24">
                <a:extLst>
                  <a:ext uri="{FF2B5EF4-FFF2-40B4-BE49-F238E27FC236}">
                    <a16:creationId xmlns:a16="http://schemas.microsoft.com/office/drawing/2014/main" id="{C2275A2A-19F0-478D-9AC6-D0F22E806D1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54" y="416"/>
                <a:ext cx="66" cy="44"/>
              </a:xfrm>
              <a:custGeom>
                <a:avLst/>
                <a:gdLst>
                  <a:gd name="T0" fmla="*/ 0 w 66"/>
                  <a:gd name="T1" fmla="*/ 33 h 44"/>
                  <a:gd name="T2" fmla="*/ 22 w 66"/>
                  <a:gd name="T3" fmla="*/ 17 h 44"/>
                  <a:gd name="T4" fmla="*/ 61 w 66"/>
                  <a:gd name="T5" fmla="*/ 0 h 44"/>
                  <a:gd name="T6" fmla="*/ 65 w 66"/>
                  <a:gd name="T7" fmla="*/ 8 h 44"/>
                  <a:gd name="T8" fmla="*/ 33 w 66"/>
                  <a:gd name="T9" fmla="*/ 20 h 44"/>
                  <a:gd name="T10" fmla="*/ 0 w 66"/>
                  <a:gd name="T11" fmla="*/ 43 h 44"/>
                  <a:gd name="T12" fmla="*/ 0 w 66"/>
                  <a:gd name="T13" fmla="*/ 33 h 44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66" h="44">
                    <a:moveTo>
                      <a:pt x="0" y="33"/>
                    </a:moveTo>
                    <a:lnTo>
                      <a:pt x="22" y="17"/>
                    </a:lnTo>
                    <a:lnTo>
                      <a:pt x="61" y="0"/>
                    </a:lnTo>
                    <a:lnTo>
                      <a:pt x="65" y="8"/>
                    </a:lnTo>
                    <a:lnTo>
                      <a:pt x="33" y="20"/>
                    </a:lnTo>
                    <a:lnTo>
                      <a:pt x="0" y="43"/>
                    </a:lnTo>
                    <a:lnTo>
                      <a:pt x="0" y="33"/>
                    </a:lnTo>
                  </a:path>
                </a:pathLst>
              </a:custGeom>
              <a:solidFill>
                <a:srgbClr val="000000"/>
              </a:solidFill>
              <a:ln w="12700" cap="rnd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172" name="Freeform 25">
                <a:extLst>
                  <a:ext uri="{FF2B5EF4-FFF2-40B4-BE49-F238E27FC236}">
                    <a16:creationId xmlns:a16="http://schemas.microsoft.com/office/drawing/2014/main" id="{9C4A84FB-97D4-45B1-9CD8-49836841D41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21" y="633"/>
                <a:ext cx="660" cy="477"/>
              </a:xfrm>
              <a:custGeom>
                <a:avLst/>
                <a:gdLst>
                  <a:gd name="T0" fmla="*/ 645 w 660"/>
                  <a:gd name="T1" fmla="*/ 0 h 477"/>
                  <a:gd name="T2" fmla="*/ 468 w 660"/>
                  <a:gd name="T3" fmla="*/ 32 h 477"/>
                  <a:gd name="T4" fmla="*/ 274 w 660"/>
                  <a:gd name="T5" fmla="*/ 101 h 477"/>
                  <a:gd name="T6" fmla="*/ 158 w 660"/>
                  <a:gd name="T7" fmla="*/ 119 h 477"/>
                  <a:gd name="T8" fmla="*/ 139 w 660"/>
                  <a:gd name="T9" fmla="*/ 158 h 477"/>
                  <a:gd name="T10" fmla="*/ 97 w 660"/>
                  <a:gd name="T11" fmla="*/ 166 h 477"/>
                  <a:gd name="T12" fmla="*/ 47 w 660"/>
                  <a:gd name="T13" fmla="*/ 239 h 477"/>
                  <a:gd name="T14" fmla="*/ 81 w 660"/>
                  <a:gd name="T15" fmla="*/ 303 h 477"/>
                  <a:gd name="T16" fmla="*/ 50 w 660"/>
                  <a:gd name="T17" fmla="*/ 342 h 477"/>
                  <a:gd name="T18" fmla="*/ 74 w 660"/>
                  <a:gd name="T19" fmla="*/ 366 h 477"/>
                  <a:gd name="T20" fmla="*/ 0 w 660"/>
                  <a:gd name="T21" fmla="*/ 443 h 477"/>
                  <a:gd name="T22" fmla="*/ 18 w 660"/>
                  <a:gd name="T23" fmla="*/ 457 h 477"/>
                  <a:gd name="T24" fmla="*/ 43 w 660"/>
                  <a:gd name="T25" fmla="*/ 450 h 477"/>
                  <a:gd name="T26" fmla="*/ 31 w 660"/>
                  <a:gd name="T27" fmla="*/ 438 h 477"/>
                  <a:gd name="T28" fmla="*/ 104 w 660"/>
                  <a:gd name="T29" fmla="*/ 358 h 477"/>
                  <a:gd name="T30" fmla="*/ 277 w 660"/>
                  <a:gd name="T31" fmla="*/ 362 h 477"/>
                  <a:gd name="T32" fmla="*/ 463 w 660"/>
                  <a:gd name="T33" fmla="*/ 453 h 477"/>
                  <a:gd name="T34" fmla="*/ 202 w 660"/>
                  <a:gd name="T35" fmla="*/ 445 h 477"/>
                  <a:gd name="T36" fmla="*/ 279 w 660"/>
                  <a:gd name="T37" fmla="*/ 450 h 477"/>
                  <a:gd name="T38" fmla="*/ 355 w 660"/>
                  <a:gd name="T39" fmla="*/ 476 h 477"/>
                  <a:gd name="T40" fmla="*/ 547 w 660"/>
                  <a:gd name="T41" fmla="*/ 466 h 477"/>
                  <a:gd name="T42" fmla="*/ 659 w 660"/>
                  <a:gd name="T43" fmla="*/ 466 h 477"/>
                  <a:gd name="T44" fmla="*/ 544 w 660"/>
                  <a:gd name="T45" fmla="*/ 457 h 477"/>
                  <a:gd name="T46" fmla="*/ 544 w 660"/>
                  <a:gd name="T47" fmla="*/ 406 h 477"/>
                  <a:gd name="T48" fmla="*/ 412 w 660"/>
                  <a:gd name="T49" fmla="*/ 261 h 477"/>
                  <a:gd name="T50" fmla="*/ 297 w 660"/>
                  <a:gd name="T51" fmla="*/ 209 h 477"/>
                  <a:gd name="T52" fmla="*/ 407 w 660"/>
                  <a:gd name="T53" fmla="*/ 270 h 477"/>
                  <a:gd name="T54" fmla="*/ 477 w 660"/>
                  <a:gd name="T55" fmla="*/ 371 h 477"/>
                  <a:gd name="T56" fmla="*/ 477 w 660"/>
                  <a:gd name="T57" fmla="*/ 443 h 477"/>
                  <a:gd name="T58" fmla="*/ 277 w 660"/>
                  <a:gd name="T59" fmla="*/ 350 h 477"/>
                  <a:gd name="T60" fmla="*/ 191 w 660"/>
                  <a:gd name="T61" fmla="*/ 335 h 477"/>
                  <a:gd name="T62" fmla="*/ 94 w 660"/>
                  <a:gd name="T63" fmla="*/ 298 h 477"/>
                  <a:gd name="T64" fmla="*/ 67 w 660"/>
                  <a:gd name="T65" fmla="*/ 247 h 477"/>
                  <a:gd name="T66" fmla="*/ 97 w 660"/>
                  <a:gd name="T67" fmla="*/ 218 h 477"/>
                  <a:gd name="T68" fmla="*/ 97 w 660"/>
                  <a:gd name="T69" fmla="*/ 178 h 477"/>
                  <a:gd name="T70" fmla="*/ 144 w 660"/>
                  <a:gd name="T71" fmla="*/ 164 h 477"/>
                  <a:gd name="T72" fmla="*/ 202 w 660"/>
                  <a:gd name="T73" fmla="*/ 178 h 477"/>
                  <a:gd name="T74" fmla="*/ 171 w 660"/>
                  <a:gd name="T75" fmla="*/ 145 h 477"/>
                  <a:gd name="T76" fmla="*/ 191 w 660"/>
                  <a:gd name="T77" fmla="*/ 118 h 477"/>
                  <a:gd name="T78" fmla="*/ 279 w 660"/>
                  <a:gd name="T79" fmla="*/ 106 h 477"/>
                  <a:gd name="T80" fmla="*/ 479 w 660"/>
                  <a:gd name="T81" fmla="*/ 32 h 477"/>
                  <a:gd name="T82" fmla="*/ 645 w 660"/>
                  <a:gd name="T83" fmla="*/ 0 h 477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</a:gdLst>
                <a:ahLst/>
                <a:cxnLst>
                  <a:cxn ang="T84">
                    <a:pos x="T0" y="T1"/>
                  </a:cxn>
                  <a:cxn ang="T85">
                    <a:pos x="T2" y="T3"/>
                  </a:cxn>
                  <a:cxn ang="T86">
                    <a:pos x="T4" y="T5"/>
                  </a:cxn>
                  <a:cxn ang="T87">
                    <a:pos x="T6" y="T7"/>
                  </a:cxn>
                  <a:cxn ang="T88">
                    <a:pos x="T8" y="T9"/>
                  </a:cxn>
                  <a:cxn ang="T89">
                    <a:pos x="T10" y="T11"/>
                  </a:cxn>
                  <a:cxn ang="T90">
                    <a:pos x="T12" y="T13"/>
                  </a:cxn>
                  <a:cxn ang="T91">
                    <a:pos x="T14" y="T15"/>
                  </a:cxn>
                  <a:cxn ang="T92">
                    <a:pos x="T16" y="T17"/>
                  </a:cxn>
                  <a:cxn ang="T93">
                    <a:pos x="T18" y="T19"/>
                  </a:cxn>
                  <a:cxn ang="T94">
                    <a:pos x="T20" y="T21"/>
                  </a:cxn>
                  <a:cxn ang="T95">
                    <a:pos x="T22" y="T23"/>
                  </a:cxn>
                  <a:cxn ang="T96">
                    <a:pos x="T24" y="T25"/>
                  </a:cxn>
                  <a:cxn ang="T97">
                    <a:pos x="T26" y="T27"/>
                  </a:cxn>
                  <a:cxn ang="T98">
                    <a:pos x="T28" y="T29"/>
                  </a:cxn>
                  <a:cxn ang="T99">
                    <a:pos x="T30" y="T31"/>
                  </a:cxn>
                  <a:cxn ang="T100">
                    <a:pos x="T32" y="T33"/>
                  </a:cxn>
                  <a:cxn ang="T101">
                    <a:pos x="T34" y="T35"/>
                  </a:cxn>
                  <a:cxn ang="T102">
                    <a:pos x="T36" y="T37"/>
                  </a:cxn>
                  <a:cxn ang="T103">
                    <a:pos x="T38" y="T39"/>
                  </a:cxn>
                  <a:cxn ang="T104">
                    <a:pos x="T40" y="T41"/>
                  </a:cxn>
                  <a:cxn ang="T105">
                    <a:pos x="T42" y="T43"/>
                  </a:cxn>
                  <a:cxn ang="T106">
                    <a:pos x="T44" y="T45"/>
                  </a:cxn>
                  <a:cxn ang="T107">
                    <a:pos x="T46" y="T47"/>
                  </a:cxn>
                  <a:cxn ang="T108">
                    <a:pos x="T48" y="T49"/>
                  </a:cxn>
                  <a:cxn ang="T109">
                    <a:pos x="T50" y="T51"/>
                  </a:cxn>
                  <a:cxn ang="T110">
                    <a:pos x="T52" y="T53"/>
                  </a:cxn>
                  <a:cxn ang="T111">
                    <a:pos x="T54" y="T55"/>
                  </a:cxn>
                  <a:cxn ang="T112">
                    <a:pos x="T56" y="T57"/>
                  </a:cxn>
                  <a:cxn ang="T113">
                    <a:pos x="T58" y="T59"/>
                  </a:cxn>
                  <a:cxn ang="T114">
                    <a:pos x="T60" y="T61"/>
                  </a:cxn>
                  <a:cxn ang="T115">
                    <a:pos x="T62" y="T63"/>
                  </a:cxn>
                  <a:cxn ang="T116">
                    <a:pos x="T64" y="T65"/>
                  </a:cxn>
                  <a:cxn ang="T117">
                    <a:pos x="T66" y="T67"/>
                  </a:cxn>
                  <a:cxn ang="T118">
                    <a:pos x="T68" y="T69"/>
                  </a:cxn>
                  <a:cxn ang="T119">
                    <a:pos x="T70" y="T71"/>
                  </a:cxn>
                  <a:cxn ang="T120">
                    <a:pos x="T72" y="T73"/>
                  </a:cxn>
                  <a:cxn ang="T121">
                    <a:pos x="T74" y="T75"/>
                  </a:cxn>
                  <a:cxn ang="T122">
                    <a:pos x="T76" y="T77"/>
                  </a:cxn>
                  <a:cxn ang="T123">
                    <a:pos x="T78" y="T79"/>
                  </a:cxn>
                  <a:cxn ang="T124">
                    <a:pos x="T80" y="T81"/>
                  </a:cxn>
                  <a:cxn ang="T125">
                    <a:pos x="T82" y="T83"/>
                  </a:cxn>
                </a:cxnLst>
                <a:rect l="0" t="0" r="r" b="b"/>
                <a:pathLst>
                  <a:path w="660" h="477">
                    <a:moveTo>
                      <a:pt x="645" y="0"/>
                    </a:moveTo>
                    <a:lnTo>
                      <a:pt x="468" y="32"/>
                    </a:lnTo>
                    <a:lnTo>
                      <a:pt x="274" y="101"/>
                    </a:lnTo>
                    <a:lnTo>
                      <a:pt x="158" y="119"/>
                    </a:lnTo>
                    <a:lnTo>
                      <a:pt x="139" y="158"/>
                    </a:lnTo>
                    <a:lnTo>
                      <a:pt x="97" y="166"/>
                    </a:lnTo>
                    <a:lnTo>
                      <a:pt x="47" y="239"/>
                    </a:lnTo>
                    <a:lnTo>
                      <a:pt x="81" y="303"/>
                    </a:lnTo>
                    <a:lnTo>
                      <a:pt x="50" y="342"/>
                    </a:lnTo>
                    <a:lnTo>
                      <a:pt x="74" y="366"/>
                    </a:lnTo>
                    <a:lnTo>
                      <a:pt x="0" y="443"/>
                    </a:lnTo>
                    <a:lnTo>
                      <a:pt x="18" y="457"/>
                    </a:lnTo>
                    <a:lnTo>
                      <a:pt x="43" y="450"/>
                    </a:lnTo>
                    <a:lnTo>
                      <a:pt x="31" y="438"/>
                    </a:lnTo>
                    <a:lnTo>
                      <a:pt x="104" y="358"/>
                    </a:lnTo>
                    <a:lnTo>
                      <a:pt x="277" y="362"/>
                    </a:lnTo>
                    <a:lnTo>
                      <a:pt x="463" y="453"/>
                    </a:lnTo>
                    <a:lnTo>
                      <a:pt x="202" y="445"/>
                    </a:lnTo>
                    <a:lnTo>
                      <a:pt x="279" y="450"/>
                    </a:lnTo>
                    <a:lnTo>
                      <a:pt x="355" y="476"/>
                    </a:lnTo>
                    <a:lnTo>
                      <a:pt x="547" y="466"/>
                    </a:lnTo>
                    <a:lnTo>
                      <a:pt x="659" y="466"/>
                    </a:lnTo>
                    <a:lnTo>
                      <a:pt x="544" y="457"/>
                    </a:lnTo>
                    <a:lnTo>
                      <a:pt x="544" y="406"/>
                    </a:lnTo>
                    <a:lnTo>
                      <a:pt x="412" y="261"/>
                    </a:lnTo>
                    <a:lnTo>
                      <a:pt x="297" y="209"/>
                    </a:lnTo>
                    <a:lnTo>
                      <a:pt x="407" y="270"/>
                    </a:lnTo>
                    <a:lnTo>
                      <a:pt x="477" y="371"/>
                    </a:lnTo>
                    <a:lnTo>
                      <a:pt x="477" y="443"/>
                    </a:lnTo>
                    <a:lnTo>
                      <a:pt x="277" y="350"/>
                    </a:lnTo>
                    <a:lnTo>
                      <a:pt x="191" y="335"/>
                    </a:lnTo>
                    <a:lnTo>
                      <a:pt x="94" y="298"/>
                    </a:lnTo>
                    <a:lnTo>
                      <a:pt x="67" y="247"/>
                    </a:lnTo>
                    <a:lnTo>
                      <a:pt x="97" y="218"/>
                    </a:lnTo>
                    <a:lnTo>
                      <a:pt x="97" y="178"/>
                    </a:lnTo>
                    <a:lnTo>
                      <a:pt x="144" y="164"/>
                    </a:lnTo>
                    <a:lnTo>
                      <a:pt x="202" y="178"/>
                    </a:lnTo>
                    <a:lnTo>
                      <a:pt x="171" y="145"/>
                    </a:lnTo>
                    <a:lnTo>
                      <a:pt x="191" y="118"/>
                    </a:lnTo>
                    <a:lnTo>
                      <a:pt x="279" y="106"/>
                    </a:lnTo>
                    <a:lnTo>
                      <a:pt x="479" y="32"/>
                    </a:lnTo>
                    <a:lnTo>
                      <a:pt x="645" y="0"/>
                    </a:lnTo>
                  </a:path>
                </a:pathLst>
              </a:custGeom>
              <a:solidFill>
                <a:srgbClr val="000000"/>
              </a:solidFill>
              <a:ln w="12700" cap="rnd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173" name="Freeform 26">
                <a:extLst>
                  <a:ext uri="{FF2B5EF4-FFF2-40B4-BE49-F238E27FC236}">
                    <a16:creationId xmlns:a16="http://schemas.microsoft.com/office/drawing/2014/main" id="{72A33838-9BDF-417C-BF1E-186C126B93C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00" y="1071"/>
                <a:ext cx="696" cy="259"/>
              </a:xfrm>
              <a:custGeom>
                <a:avLst/>
                <a:gdLst>
                  <a:gd name="T0" fmla="*/ 115 w 696"/>
                  <a:gd name="T1" fmla="*/ 0 h 259"/>
                  <a:gd name="T2" fmla="*/ 22 w 696"/>
                  <a:gd name="T3" fmla="*/ 43 h 259"/>
                  <a:gd name="T4" fmla="*/ 22 w 696"/>
                  <a:gd name="T5" fmla="*/ 99 h 259"/>
                  <a:gd name="T6" fmla="*/ 140 w 696"/>
                  <a:gd name="T7" fmla="*/ 192 h 259"/>
                  <a:gd name="T8" fmla="*/ 393 w 696"/>
                  <a:gd name="T9" fmla="*/ 175 h 259"/>
                  <a:gd name="T10" fmla="*/ 506 w 696"/>
                  <a:gd name="T11" fmla="*/ 223 h 259"/>
                  <a:gd name="T12" fmla="*/ 598 w 696"/>
                  <a:gd name="T13" fmla="*/ 220 h 259"/>
                  <a:gd name="T14" fmla="*/ 609 w 696"/>
                  <a:gd name="T15" fmla="*/ 127 h 259"/>
                  <a:gd name="T16" fmla="*/ 695 w 696"/>
                  <a:gd name="T17" fmla="*/ 35 h 259"/>
                  <a:gd name="T18" fmla="*/ 643 w 696"/>
                  <a:gd name="T19" fmla="*/ 114 h 259"/>
                  <a:gd name="T20" fmla="*/ 643 w 696"/>
                  <a:gd name="T21" fmla="*/ 192 h 259"/>
                  <a:gd name="T22" fmla="*/ 672 w 696"/>
                  <a:gd name="T23" fmla="*/ 258 h 259"/>
                  <a:gd name="T24" fmla="*/ 499 w 696"/>
                  <a:gd name="T25" fmla="*/ 251 h 259"/>
                  <a:gd name="T26" fmla="*/ 337 w 696"/>
                  <a:gd name="T27" fmla="*/ 233 h 259"/>
                  <a:gd name="T28" fmla="*/ 158 w 696"/>
                  <a:gd name="T29" fmla="*/ 233 h 259"/>
                  <a:gd name="T30" fmla="*/ 79 w 696"/>
                  <a:gd name="T31" fmla="*/ 183 h 259"/>
                  <a:gd name="T32" fmla="*/ 0 w 696"/>
                  <a:gd name="T33" fmla="*/ 94 h 259"/>
                  <a:gd name="T34" fmla="*/ 4 w 696"/>
                  <a:gd name="T35" fmla="*/ 28 h 259"/>
                  <a:gd name="T36" fmla="*/ 115 w 696"/>
                  <a:gd name="T37" fmla="*/ 0 h 259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0" t="0" r="r" b="b"/>
                <a:pathLst>
                  <a:path w="696" h="259">
                    <a:moveTo>
                      <a:pt x="115" y="0"/>
                    </a:moveTo>
                    <a:lnTo>
                      <a:pt x="22" y="43"/>
                    </a:lnTo>
                    <a:lnTo>
                      <a:pt x="22" y="99"/>
                    </a:lnTo>
                    <a:lnTo>
                      <a:pt x="140" y="192"/>
                    </a:lnTo>
                    <a:lnTo>
                      <a:pt x="393" y="175"/>
                    </a:lnTo>
                    <a:lnTo>
                      <a:pt x="506" y="223"/>
                    </a:lnTo>
                    <a:lnTo>
                      <a:pt x="598" y="220"/>
                    </a:lnTo>
                    <a:lnTo>
                      <a:pt x="609" y="127"/>
                    </a:lnTo>
                    <a:lnTo>
                      <a:pt x="695" y="35"/>
                    </a:lnTo>
                    <a:lnTo>
                      <a:pt x="643" y="114"/>
                    </a:lnTo>
                    <a:lnTo>
                      <a:pt x="643" y="192"/>
                    </a:lnTo>
                    <a:lnTo>
                      <a:pt x="672" y="258"/>
                    </a:lnTo>
                    <a:lnTo>
                      <a:pt x="499" y="251"/>
                    </a:lnTo>
                    <a:lnTo>
                      <a:pt x="337" y="233"/>
                    </a:lnTo>
                    <a:lnTo>
                      <a:pt x="158" y="233"/>
                    </a:lnTo>
                    <a:lnTo>
                      <a:pt x="79" y="183"/>
                    </a:lnTo>
                    <a:lnTo>
                      <a:pt x="0" y="94"/>
                    </a:lnTo>
                    <a:lnTo>
                      <a:pt x="4" y="28"/>
                    </a:lnTo>
                    <a:lnTo>
                      <a:pt x="115" y="0"/>
                    </a:lnTo>
                  </a:path>
                </a:pathLst>
              </a:custGeom>
              <a:solidFill>
                <a:srgbClr val="000000"/>
              </a:solidFill>
              <a:ln w="12700" cap="rnd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174" name="Freeform 27">
                <a:extLst>
                  <a:ext uri="{FF2B5EF4-FFF2-40B4-BE49-F238E27FC236}">
                    <a16:creationId xmlns:a16="http://schemas.microsoft.com/office/drawing/2014/main" id="{72262D42-37AC-4C87-9273-C3678BA7B4F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14" y="905"/>
                <a:ext cx="131" cy="132"/>
              </a:xfrm>
              <a:custGeom>
                <a:avLst/>
                <a:gdLst>
                  <a:gd name="T0" fmla="*/ 0 w 131"/>
                  <a:gd name="T1" fmla="*/ 122 h 132"/>
                  <a:gd name="T2" fmla="*/ 58 w 131"/>
                  <a:gd name="T3" fmla="*/ 75 h 132"/>
                  <a:gd name="T4" fmla="*/ 121 w 131"/>
                  <a:gd name="T5" fmla="*/ 0 h 132"/>
                  <a:gd name="T6" fmla="*/ 130 w 131"/>
                  <a:gd name="T7" fmla="*/ 23 h 132"/>
                  <a:gd name="T8" fmla="*/ 72 w 131"/>
                  <a:gd name="T9" fmla="*/ 85 h 132"/>
                  <a:gd name="T10" fmla="*/ 20 w 131"/>
                  <a:gd name="T11" fmla="*/ 131 h 132"/>
                  <a:gd name="T12" fmla="*/ 0 w 131"/>
                  <a:gd name="T13" fmla="*/ 122 h 13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31" h="132">
                    <a:moveTo>
                      <a:pt x="0" y="122"/>
                    </a:moveTo>
                    <a:lnTo>
                      <a:pt x="58" y="75"/>
                    </a:lnTo>
                    <a:lnTo>
                      <a:pt x="121" y="0"/>
                    </a:lnTo>
                    <a:lnTo>
                      <a:pt x="130" y="23"/>
                    </a:lnTo>
                    <a:lnTo>
                      <a:pt x="72" y="85"/>
                    </a:lnTo>
                    <a:lnTo>
                      <a:pt x="20" y="131"/>
                    </a:lnTo>
                    <a:lnTo>
                      <a:pt x="0" y="122"/>
                    </a:lnTo>
                  </a:path>
                </a:pathLst>
              </a:custGeom>
              <a:solidFill>
                <a:srgbClr val="000000"/>
              </a:solidFill>
              <a:ln w="12700" cap="rnd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175" name="Freeform 28">
                <a:extLst>
                  <a:ext uri="{FF2B5EF4-FFF2-40B4-BE49-F238E27FC236}">
                    <a16:creationId xmlns:a16="http://schemas.microsoft.com/office/drawing/2014/main" id="{437FC38B-965D-438D-B572-86187D25244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59" y="741"/>
                <a:ext cx="534" cy="348"/>
              </a:xfrm>
              <a:custGeom>
                <a:avLst/>
                <a:gdLst>
                  <a:gd name="T0" fmla="*/ 533 w 534"/>
                  <a:gd name="T1" fmla="*/ 347 h 348"/>
                  <a:gd name="T2" fmla="*/ 477 w 534"/>
                  <a:gd name="T3" fmla="*/ 279 h 348"/>
                  <a:gd name="T4" fmla="*/ 261 w 534"/>
                  <a:gd name="T5" fmla="*/ 215 h 348"/>
                  <a:gd name="T6" fmla="*/ 142 w 534"/>
                  <a:gd name="T7" fmla="*/ 150 h 348"/>
                  <a:gd name="T8" fmla="*/ 38 w 534"/>
                  <a:gd name="T9" fmla="*/ 61 h 348"/>
                  <a:gd name="T10" fmla="*/ 0 w 534"/>
                  <a:gd name="T11" fmla="*/ 0 h 348"/>
                  <a:gd name="T12" fmla="*/ 47 w 534"/>
                  <a:gd name="T13" fmla="*/ 93 h 348"/>
                  <a:gd name="T14" fmla="*/ 180 w 534"/>
                  <a:gd name="T15" fmla="*/ 199 h 348"/>
                  <a:gd name="T16" fmla="*/ 353 w 534"/>
                  <a:gd name="T17" fmla="*/ 272 h 348"/>
                  <a:gd name="T18" fmla="*/ 470 w 534"/>
                  <a:gd name="T19" fmla="*/ 312 h 348"/>
                  <a:gd name="T20" fmla="*/ 499 w 534"/>
                  <a:gd name="T21" fmla="*/ 342 h 348"/>
                  <a:gd name="T22" fmla="*/ 533 w 534"/>
                  <a:gd name="T23" fmla="*/ 347 h 348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0" t="0" r="r" b="b"/>
                <a:pathLst>
                  <a:path w="534" h="348">
                    <a:moveTo>
                      <a:pt x="533" y="347"/>
                    </a:moveTo>
                    <a:lnTo>
                      <a:pt x="477" y="279"/>
                    </a:lnTo>
                    <a:lnTo>
                      <a:pt x="261" y="215"/>
                    </a:lnTo>
                    <a:lnTo>
                      <a:pt x="142" y="150"/>
                    </a:lnTo>
                    <a:lnTo>
                      <a:pt x="38" y="61"/>
                    </a:lnTo>
                    <a:lnTo>
                      <a:pt x="0" y="0"/>
                    </a:lnTo>
                    <a:lnTo>
                      <a:pt x="47" y="93"/>
                    </a:lnTo>
                    <a:lnTo>
                      <a:pt x="180" y="199"/>
                    </a:lnTo>
                    <a:lnTo>
                      <a:pt x="353" y="272"/>
                    </a:lnTo>
                    <a:lnTo>
                      <a:pt x="470" y="312"/>
                    </a:lnTo>
                    <a:lnTo>
                      <a:pt x="499" y="342"/>
                    </a:lnTo>
                    <a:lnTo>
                      <a:pt x="533" y="347"/>
                    </a:lnTo>
                  </a:path>
                </a:pathLst>
              </a:custGeom>
              <a:solidFill>
                <a:srgbClr val="000000"/>
              </a:solidFill>
              <a:ln w="12700" cap="rnd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176" name="Freeform 29">
                <a:extLst>
                  <a:ext uri="{FF2B5EF4-FFF2-40B4-BE49-F238E27FC236}">
                    <a16:creationId xmlns:a16="http://schemas.microsoft.com/office/drawing/2014/main" id="{D264AAB0-DF59-422E-876B-9127F7659DD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88" y="961"/>
                <a:ext cx="169" cy="156"/>
              </a:xfrm>
              <a:custGeom>
                <a:avLst/>
                <a:gdLst>
                  <a:gd name="T0" fmla="*/ 7 w 169"/>
                  <a:gd name="T1" fmla="*/ 140 h 156"/>
                  <a:gd name="T2" fmla="*/ 43 w 169"/>
                  <a:gd name="T3" fmla="*/ 103 h 156"/>
                  <a:gd name="T4" fmla="*/ 121 w 169"/>
                  <a:gd name="T5" fmla="*/ 78 h 156"/>
                  <a:gd name="T6" fmla="*/ 150 w 169"/>
                  <a:gd name="T7" fmla="*/ 0 h 156"/>
                  <a:gd name="T8" fmla="*/ 168 w 169"/>
                  <a:gd name="T9" fmla="*/ 26 h 156"/>
                  <a:gd name="T10" fmla="*/ 159 w 169"/>
                  <a:gd name="T11" fmla="*/ 66 h 156"/>
                  <a:gd name="T12" fmla="*/ 126 w 169"/>
                  <a:gd name="T13" fmla="*/ 103 h 156"/>
                  <a:gd name="T14" fmla="*/ 58 w 169"/>
                  <a:gd name="T15" fmla="*/ 117 h 156"/>
                  <a:gd name="T16" fmla="*/ 0 w 169"/>
                  <a:gd name="T17" fmla="*/ 155 h 156"/>
                  <a:gd name="T18" fmla="*/ 7 w 169"/>
                  <a:gd name="T19" fmla="*/ 140 h 15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169" h="156">
                    <a:moveTo>
                      <a:pt x="7" y="140"/>
                    </a:moveTo>
                    <a:lnTo>
                      <a:pt x="43" y="103"/>
                    </a:lnTo>
                    <a:lnTo>
                      <a:pt x="121" y="78"/>
                    </a:lnTo>
                    <a:lnTo>
                      <a:pt x="150" y="0"/>
                    </a:lnTo>
                    <a:lnTo>
                      <a:pt x="168" y="26"/>
                    </a:lnTo>
                    <a:lnTo>
                      <a:pt x="159" y="66"/>
                    </a:lnTo>
                    <a:lnTo>
                      <a:pt x="126" y="103"/>
                    </a:lnTo>
                    <a:lnTo>
                      <a:pt x="58" y="117"/>
                    </a:lnTo>
                    <a:lnTo>
                      <a:pt x="0" y="155"/>
                    </a:lnTo>
                    <a:lnTo>
                      <a:pt x="7" y="140"/>
                    </a:lnTo>
                  </a:path>
                </a:pathLst>
              </a:custGeom>
              <a:solidFill>
                <a:srgbClr val="000000"/>
              </a:solidFill>
              <a:ln w="12700" cap="rnd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177" name="Freeform 30">
                <a:extLst>
                  <a:ext uri="{FF2B5EF4-FFF2-40B4-BE49-F238E27FC236}">
                    <a16:creationId xmlns:a16="http://schemas.microsoft.com/office/drawing/2014/main" id="{BBC2F0E1-1D5C-4FB2-9CFC-99CC5A43278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38" y="961"/>
                <a:ext cx="703" cy="348"/>
              </a:xfrm>
              <a:custGeom>
                <a:avLst/>
                <a:gdLst>
                  <a:gd name="T0" fmla="*/ 234 w 703"/>
                  <a:gd name="T1" fmla="*/ 0 h 348"/>
                  <a:gd name="T2" fmla="*/ 301 w 703"/>
                  <a:gd name="T3" fmla="*/ 23 h 348"/>
                  <a:gd name="T4" fmla="*/ 311 w 703"/>
                  <a:gd name="T5" fmla="*/ 58 h 348"/>
                  <a:gd name="T6" fmla="*/ 304 w 703"/>
                  <a:gd name="T7" fmla="*/ 82 h 348"/>
                  <a:gd name="T8" fmla="*/ 277 w 703"/>
                  <a:gd name="T9" fmla="*/ 108 h 348"/>
                  <a:gd name="T10" fmla="*/ 277 w 703"/>
                  <a:gd name="T11" fmla="*/ 127 h 348"/>
                  <a:gd name="T12" fmla="*/ 311 w 703"/>
                  <a:gd name="T13" fmla="*/ 133 h 348"/>
                  <a:gd name="T14" fmla="*/ 396 w 703"/>
                  <a:gd name="T15" fmla="*/ 133 h 348"/>
                  <a:gd name="T16" fmla="*/ 596 w 703"/>
                  <a:gd name="T17" fmla="*/ 124 h 348"/>
                  <a:gd name="T18" fmla="*/ 625 w 703"/>
                  <a:gd name="T19" fmla="*/ 122 h 348"/>
                  <a:gd name="T20" fmla="*/ 680 w 703"/>
                  <a:gd name="T21" fmla="*/ 131 h 348"/>
                  <a:gd name="T22" fmla="*/ 702 w 703"/>
                  <a:gd name="T23" fmla="*/ 153 h 348"/>
                  <a:gd name="T24" fmla="*/ 702 w 703"/>
                  <a:gd name="T25" fmla="*/ 185 h 348"/>
                  <a:gd name="T26" fmla="*/ 659 w 703"/>
                  <a:gd name="T27" fmla="*/ 199 h 348"/>
                  <a:gd name="T28" fmla="*/ 500 w 703"/>
                  <a:gd name="T29" fmla="*/ 199 h 348"/>
                  <a:gd name="T30" fmla="*/ 396 w 703"/>
                  <a:gd name="T31" fmla="*/ 209 h 348"/>
                  <a:gd name="T32" fmla="*/ 410 w 703"/>
                  <a:gd name="T33" fmla="*/ 232 h 348"/>
                  <a:gd name="T34" fmla="*/ 396 w 703"/>
                  <a:gd name="T35" fmla="*/ 258 h 348"/>
                  <a:gd name="T36" fmla="*/ 382 w 703"/>
                  <a:gd name="T37" fmla="*/ 267 h 348"/>
                  <a:gd name="T38" fmla="*/ 382 w 703"/>
                  <a:gd name="T39" fmla="*/ 297 h 348"/>
                  <a:gd name="T40" fmla="*/ 335 w 703"/>
                  <a:gd name="T41" fmla="*/ 312 h 348"/>
                  <a:gd name="T42" fmla="*/ 324 w 703"/>
                  <a:gd name="T43" fmla="*/ 330 h 348"/>
                  <a:gd name="T44" fmla="*/ 247 w 703"/>
                  <a:gd name="T45" fmla="*/ 344 h 348"/>
                  <a:gd name="T46" fmla="*/ 115 w 703"/>
                  <a:gd name="T47" fmla="*/ 347 h 348"/>
                  <a:gd name="T48" fmla="*/ 0 w 703"/>
                  <a:gd name="T49" fmla="*/ 324 h 348"/>
                  <a:gd name="T50" fmla="*/ 133 w 703"/>
                  <a:gd name="T51" fmla="*/ 335 h 348"/>
                  <a:gd name="T52" fmla="*/ 243 w 703"/>
                  <a:gd name="T53" fmla="*/ 335 h 348"/>
                  <a:gd name="T54" fmla="*/ 284 w 703"/>
                  <a:gd name="T55" fmla="*/ 324 h 348"/>
                  <a:gd name="T56" fmla="*/ 293 w 703"/>
                  <a:gd name="T57" fmla="*/ 302 h 348"/>
                  <a:gd name="T58" fmla="*/ 328 w 703"/>
                  <a:gd name="T59" fmla="*/ 293 h 348"/>
                  <a:gd name="T60" fmla="*/ 331 w 703"/>
                  <a:gd name="T61" fmla="*/ 258 h 348"/>
                  <a:gd name="T62" fmla="*/ 346 w 703"/>
                  <a:gd name="T63" fmla="*/ 234 h 348"/>
                  <a:gd name="T64" fmla="*/ 338 w 703"/>
                  <a:gd name="T65" fmla="*/ 209 h 348"/>
                  <a:gd name="T66" fmla="*/ 475 w 703"/>
                  <a:gd name="T67" fmla="*/ 192 h 348"/>
                  <a:gd name="T68" fmla="*/ 648 w 703"/>
                  <a:gd name="T69" fmla="*/ 190 h 348"/>
                  <a:gd name="T70" fmla="*/ 673 w 703"/>
                  <a:gd name="T71" fmla="*/ 176 h 348"/>
                  <a:gd name="T72" fmla="*/ 670 w 703"/>
                  <a:gd name="T73" fmla="*/ 142 h 348"/>
                  <a:gd name="T74" fmla="*/ 634 w 703"/>
                  <a:gd name="T75" fmla="*/ 135 h 348"/>
                  <a:gd name="T76" fmla="*/ 576 w 703"/>
                  <a:gd name="T77" fmla="*/ 133 h 348"/>
                  <a:gd name="T78" fmla="*/ 396 w 703"/>
                  <a:gd name="T79" fmla="*/ 140 h 348"/>
                  <a:gd name="T80" fmla="*/ 301 w 703"/>
                  <a:gd name="T81" fmla="*/ 140 h 348"/>
                  <a:gd name="T82" fmla="*/ 248 w 703"/>
                  <a:gd name="T83" fmla="*/ 131 h 348"/>
                  <a:gd name="T84" fmla="*/ 274 w 703"/>
                  <a:gd name="T85" fmla="*/ 103 h 348"/>
                  <a:gd name="T86" fmla="*/ 293 w 703"/>
                  <a:gd name="T87" fmla="*/ 58 h 348"/>
                  <a:gd name="T88" fmla="*/ 284 w 703"/>
                  <a:gd name="T89" fmla="*/ 26 h 348"/>
                  <a:gd name="T90" fmla="*/ 234 w 703"/>
                  <a:gd name="T91" fmla="*/ 0 h 348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</a:gdLst>
                <a:ahLst/>
                <a:cxnLst>
                  <a:cxn ang="T92">
                    <a:pos x="T0" y="T1"/>
                  </a:cxn>
                  <a:cxn ang="T93">
                    <a:pos x="T2" y="T3"/>
                  </a:cxn>
                  <a:cxn ang="T94">
                    <a:pos x="T4" y="T5"/>
                  </a:cxn>
                  <a:cxn ang="T95">
                    <a:pos x="T6" y="T7"/>
                  </a:cxn>
                  <a:cxn ang="T96">
                    <a:pos x="T8" y="T9"/>
                  </a:cxn>
                  <a:cxn ang="T97">
                    <a:pos x="T10" y="T11"/>
                  </a:cxn>
                  <a:cxn ang="T98">
                    <a:pos x="T12" y="T13"/>
                  </a:cxn>
                  <a:cxn ang="T99">
                    <a:pos x="T14" y="T15"/>
                  </a:cxn>
                  <a:cxn ang="T100">
                    <a:pos x="T16" y="T17"/>
                  </a:cxn>
                  <a:cxn ang="T101">
                    <a:pos x="T18" y="T19"/>
                  </a:cxn>
                  <a:cxn ang="T102">
                    <a:pos x="T20" y="T21"/>
                  </a:cxn>
                  <a:cxn ang="T103">
                    <a:pos x="T22" y="T23"/>
                  </a:cxn>
                  <a:cxn ang="T104">
                    <a:pos x="T24" y="T25"/>
                  </a:cxn>
                  <a:cxn ang="T105">
                    <a:pos x="T26" y="T27"/>
                  </a:cxn>
                  <a:cxn ang="T106">
                    <a:pos x="T28" y="T29"/>
                  </a:cxn>
                  <a:cxn ang="T107">
                    <a:pos x="T30" y="T31"/>
                  </a:cxn>
                  <a:cxn ang="T108">
                    <a:pos x="T32" y="T33"/>
                  </a:cxn>
                  <a:cxn ang="T109">
                    <a:pos x="T34" y="T35"/>
                  </a:cxn>
                  <a:cxn ang="T110">
                    <a:pos x="T36" y="T37"/>
                  </a:cxn>
                  <a:cxn ang="T111">
                    <a:pos x="T38" y="T39"/>
                  </a:cxn>
                  <a:cxn ang="T112">
                    <a:pos x="T40" y="T41"/>
                  </a:cxn>
                  <a:cxn ang="T113">
                    <a:pos x="T42" y="T43"/>
                  </a:cxn>
                  <a:cxn ang="T114">
                    <a:pos x="T44" y="T45"/>
                  </a:cxn>
                  <a:cxn ang="T115">
                    <a:pos x="T46" y="T47"/>
                  </a:cxn>
                  <a:cxn ang="T116">
                    <a:pos x="T48" y="T49"/>
                  </a:cxn>
                  <a:cxn ang="T117">
                    <a:pos x="T50" y="T51"/>
                  </a:cxn>
                  <a:cxn ang="T118">
                    <a:pos x="T52" y="T53"/>
                  </a:cxn>
                  <a:cxn ang="T119">
                    <a:pos x="T54" y="T55"/>
                  </a:cxn>
                  <a:cxn ang="T120">
                    <a:pos x="T56" y="T57"/>
                  </a:cxn>
                  <a:cxn ang="T121">
                    <a:pos x="T58" y="T59"/>
                  </a:cxn>
                  <a:cxn ang="T122">
                    <a:pos x="T60" y="T61"/>
                  </a:cxn>
                  <a:cxn ang="T123">
                    <a:pos x="T62" y="T63"/>
                  </a:cxn>
                  <a:cxn ang="T124">
                    <a:pos x="T64" y="T65"/>
                  </a:cxn>
                  <a:cxn ang="T125">
                    <a:pos x="T66" y="T67"/>
                  </a:cxn>
                  <a:cxn ang="T126">
                    <a:pos x="T68" y="T69"/>
                  </a:cxn>
                  <a:cxn ang="T127">
                    <a:pos x="T70" y="T71"/>
                  </a:cxn>
                  <a:cxn ang="T128">
                    <a:pos x="T72" y="T73"/>
                  </a:cxn>
                  <a:cxn ang="T129">
                    <a:pos x="T74" y="T75"/>
                  </a:cxn>
                  <a:cxn ang="T130">
                    <a:pos x="T76" y="T77"/>
                  </a:cxn>
                  <a:cxn ang="T131">
                    <a:pos x="T78" y="T79"/>
                  </a:cxn>
                  <a:cxn ang="T132">
                    <a:pos x="T80" y="T81"/>
                  </a:cxn>
                  <a:cxn ang="T133">
                    <a:pos x="T82" y="T83"/>
                  </a:cxn>
                  <a:cxn ang="T134">
                    <a:pos x="T84" y="T85"/>
                  </a:cxn>
                  <a:cxn ang="T135">
                    <a:pos x="T86" y="T87"/>
                  </a:cxn>
                  <a:cxn ang="T136">
                    <a:pos x="T88" y="T89"/>
                  </a:cxn>
                  <a:cxn ang="T137">
                    <a:pos x="T90" y="T91"/>
                  </a:cxn>
                </a:cxnLst>
                <a:rect l="0" t="0" r="r" b="b"/>
                <a:pathLst>
                  <a:path w="703" h="348">
                    <a:moveTo>
                      <a:pt x="234" y="0"/>
                    </a:moveTo>
                    <a:lnTo>
                      <a:pt x="301" y="23"/>
                    </a:lnTo>
                    <a:lnTo>
                      <a:pt x="311" y="58"/>
                    </a:lnTo>
                    <a:lnTo>
                      <a:pt x="304" y="82"/>
                    </a:lnTo>
                    <a:lnTo>
                      <a:pt x="277" y="108"/>
                    </a:lnTo>
                    <a:lnTo>
                      <a:pt x="277" y="127"/>
                    </a:lnTo>
                    <a:lnTo>
                      <a:pt x="311" y="133"/>
                    </a:lnTo>
                    <a:lnTo>
                      <a:pt x="396" y="133"/>
                    </a:lnTo>
                    <a:lnTo>
                      <a:pt x="596" y="124"/>
                    </a:lnTo>
                    <a:lnTo>
                      <a:pt x="625" y="122"/>
                    </a:lnTo>
                    <a:lnTo>
                      <a:pt x="680" y="131"/>
                    </a:lnTo>
                    <a:lnTo>
                      <a:pt x="702" y="153"/>
                    </a:lnTo>
                    <a:lnTo>
                      <a:pt x="702" y="185"/>
                    </a:lnTo>
                    <a:lnTo>
                      <a:pt x="659" y="199"/>
                    </a:lnTo>
                    <a:lnTo>
                      <a:pt x="500" y="199"/>
                    </a:lnTo>
                    <a:lnTo>
                      <a:pt x="396" y="209"/>
                    </a:lnTo>
                    <a:lnTo>
                      <a:pt x="410" y="232"/>
                    </a:lnTo>
                    <a:lnTo>
                      <a:pt x="396" y="258"/>
                    </a:lnTo>
                    <a:lnTo>
                      <a:pt x="382" y="267"/>
                    </a:lnTo>
                    <a:lnTo>
                      <a:pt x="382" y="297"/>
                    </a:lnTo>
                    <a:lnTo>
                      <a:pt x="335" y="312"/>
                    </a:lnTo>
                    <a:lnTo>
                      <a:pt x="324" y="330"/>
                    </a:lnTo>
                    <a:lnTo>
                      <a:pt x="247" y="344"/>
                    </a:lnTo>
                    <a:lnTo>
                      <a:pt x="115" y="347"/>
                    </a:lnTo>
                    <a:lnTo>
                      <a:pt x="0" y="324"/>
                    </a:lnTo>
                    <a:lnTo>
                      <a:pt x="133" y="335"/>
                    </a:lnTo>
                    <a:lnTo>
                      <a:pt x="243" y="335"/>
                    </a:lnTo>
                    <a:lnTo>
                      <a:pt x="284" y="324"/>
                    </a:lnTo>
                    <a:lnTo>
                      <a:pt x="293" y="302"/>
                    </a:lnTo>
                    <a:lnTo>
                      <a:pt x="328" y="293"/>
                    </a:lnTo>
                    <a:lnTo>
                      <a:pt x="331" y="258"/>
                    </a:lnTo>
                    <a:lnTo>
                      <a:pt x="346" y="234"/>
                    </a:lnTo>
                    <a:lnTo>
                      <a:pt x="338" y="209"/>
                    </a:lnTo>
                    <a:lnTo>
                      <a:pt x="475" y="192"/>
                    </a:lnTo>
                    <a:lnTo>
                      <a:pt x="648" y="190"/>
                    </a:lnTo>
                    <a:lnTo>
                      <a:pt x="673" y="176"/>
                    </a:lnTo>
                    <a:lnTo>
                      <a:pt x="670" y="142"/>
                    </a:lnTo>
                    <a:lnTo>
                      <a:pt x="634" y="135"/>
                    </a:lnTo>
                    <a:lnTo>
                      <a:pt x="576" y="133"/>
                    </a:lnTo>
                    <a:lnTo>
                      <a:pt x="396" y="140"/>
                    </a:lnTo>
                    <a:lnTo>
                      <a:pt x="301" y="140"/>
                    </a:lnTo>
                    <a:lnTo>
                      <a:pt x="248" y="131"/>
                    </a:lnTo>
                    <a:lnTo>
                      <a:pt x="274" y="103"/>
                    </a:lnTo>
                    <a:lnTo>
                      <a:pt x="293" y="58"/>
                    </a:lnTo>
                    <a:lnTo>
                      <a:pt x="284" y="26"/>
                    </a:lnTo>
                    <a:lnTo>
                      <a:pt x="234" y="0"/>
                    </a:lnTo>
                  </a:path>
                </a:pathLst>
              </a:custGeom>
              <a:solidFill>
                <a:srgbClr val="000000"/>
              </a:solidFill>
              <a:ln w="12700" cap="rnd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178" name="Freeform 31">
                <a:extLst>
                  <a:ext uri="{FF2B5EF4-FFF2-40B4-BE49-F238E27FC236}">
                    <a16:creationId xmlns:a16="http://schemas.microsoft.com/office/drawing/2014/main" id="{0A516D0B-FBD4-43DA-9198-82DB00CF531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49" y="713"/>
                <a:ext cx="97" cy="106"/>
              </a:xfrm>
              <a:custGeom>
                <a:avLst/>
                <a:gdLst>
                  <a:gd name="T0" fmla="*/ 4 w 97"/>
                  <a:gd name="T1" fmla="*/ 0 h 106"/>
                  <a:gd name="T2" fmla="*/ 0 w 97"/>
                  <a:gd name="T3" fmla="*/ 58 h 106"/>
                  <a:gd name="T4" fmla="*/ 14 w 97"/>
                  <a:gd name="T5" fmla="*/ 92 h 106"/>
                  <a:gd name="T6" fmla="*/ 39 w 97"/>
                  <a:gd name="T7" fmla="*/ 89 h 106"/>
                  <a:gd name="T8" fmla="*/ 41 w 97"/>
                  <a:gd name="T9" fmla="*/ 105 h 106"/>
                  <a:gd name="T10" fmla="*/ 96 w 97"/>
                  <a:gd name="T11" fmla="*/ 83 h 106"/>
                  <a:gd name="T12" fmla="*/ 46 w 97"/>
                  <a:gd name="T13" fmla="*/ 83 h 106"/>
                  <a:gd name="T14" fmla="*/ 18 w 97"/>
                  <a:gd name="T15" fmla="*/ 84 h 106"/>
                  <a:gd name="T16" fmla="*/ 9 w 97"/>
                  <a:gd name="T17" fmla="*/ 63 h 106"/>
                  <a:gd name="T18" fmla="*/ 9 w 97"/>
                  <a:gd name="T19" fmla="*/ 35 h 106"/>
                  <a:gd name="T20" fmla="*/ 4 w 97"/>
                  <a:gd name="T21" fmla="*/ 0 h 10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97" h="106">
                    <a:moveTo>
                      <a:pt x="4" y="0"/>
                    </a:moveTo>
                    <a:lnTo>
                      <a:pt x="0" y="58"/>
                    </a:lnTo>
                    <a:lnTo>
                      <a:pt x="14" y="92"/>
                    </a:lnTo>
                    <a:lnTo>
                      <a:pt x="39" y="89"/>
                    </a:lnTo>
                    <a:lnTo>
                      <a:pt x="41" y="105"/>
                    </a:lnTo>
                    <a:lnTo>
                      <a:pt x="96" y="83"/>
                    </a:lnTo>
                    <a:lnTo>
                      <a:pt x="46" y="83"/>
                    </a:lnTo>
                    <a:lnTo>
                      <a:pt x="18" y="84"/>
                    </a:lnTo>
                    <a:lnTo>
                      <a:pt x="9" y="63"/>
                    </a:lnTo>
                    <a:lnTo>
                      <a:pt x="9" y="35"/>
                    </a:lnTo>
                    <a:lnTo>
                      <a:pt x="4" y="0"/>
                    </a:lnTo>
                  </a:path>
                </a:pathLst>
              </a:custGeom>
              <a:solidFill>
                <a:srgbClr val="000000"/>
              </a:solidFill>
              <a:ln w="12700" cap="rnd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179" name="Freeform 32">
                <a:extLst>
                  <a:ext uri="{FF2B5EF4-FFF2-40B4-BE49-F238E27FC236}">
                    <a16:creationId xmlns:a16="http://schemas.microsoft.com/office/drawing/2014/main" id="{40634176-E34F-4ED6-94D3-7315F26D359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24" y="854"/>
                <a:ext cx="540" cy="230"/>
              </a:xfrm>
              <a:custGeom>
                <a:avLst/>
                <a:gdLst>
                  <a:gd name="T0" fmla="*/ 11 w 540"/>
                  <a:gd name="T1" fmla="*/ 0 h 230"/>
                  <a:gd name="T2" fmla="*/ 0 w 540"/>
                  <a:gd name="T3" fmla="*/ 8 h 230"/>
                  <a:gd name="T4" fmla="*/ 63 w 540"/>
                  <a:gd name="T5" fmla="*/ 61 h 230"/>
                  <a:gd name="T6" fmla="*/ 148 w 540"/>
                  <a:gd name="T7" fmla="*/ 101 h 230"/>
                  <a:gd name="T8" fmla="*/ 252 w 540"/>
                  <a:gd name="T9" fmla="*/ 152 h 230"/>
                  <a:gd name="T10" fmla="*/ 442 w 540"/>
                  <a:gd name="T11" fmla="*/ 197 h 230"/>
                  <a:gd name="T12" fmla="*/ 505 w 540"/>
                  <a:gd name="T13" fmla="*/ 211 h 230"/>
                  <a:gd name="T14" fmla="*/ 539 w 540"/>
                  <a:gd name="T15" fmla="*/ 229 h 230"/>
                  <a:gd name="T16" fmla="*/ 512 w 540"/>
                  <a:gd name="T17" fmla="*/ 206 h 230"/>
                  <a:gd name="T18" fmla="*/ 310 w 540"/>
                  <a:gd name="T19" fmla="*/ 157 h 230"/>
                  <a:gd name="T20" fmla="*/ 209 w 540"/>
                  <a:gd name="T21" fmla="*/ 117 h 230"/>
                  <a:gd name="T22" fmla="*/ 90 w 540"/>
                  <a:gd name="T23" fmla="*/ 54 h 230"/>
                  <a:gd name="T24" fmla="*/ 27 w 540"/>
                  <a:gd name="T25" fmla="*/ 8 h 230"/>
                  <a:gd name="T26" fmla="*/ 11 w 540"/>
                  <a:gd name="T27" fmla="*/ 0 h 230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0" t="0" r="r" b="b"/>
                <a:pathLst>
                  <a:path w="540" h="230">
                    <a:moveTo>
                      <a:pt x="11" y="0"/>
                    </a:moveTo>
                    <a:lnTo>
                      <a:pt x="0" y="8"/>
                    </a:lnTo>
                    <a:lnTo>
                      <a:pt x="63" y="61"/>
                    </a:lnTo>
                    <a:lnTo>
                      <a:pt x="148" y="101"/>
                    </a:lnTo>
                    <a:lnTo>
                      <a:pt x="252" y="152"/>
                    </a:lnTo>
                    <a:lnTo>
                      <a:pt x="442" y="197"/>
                    </a:lnTo>
                    <a:lnTo>
                      <a:pt x="505" y="211"/>
                    </a:lnTo>
                    <a:lnTo>
                      <a:pt x="539" y="229"/>
                    </a:lnTo>
                    <a:lnTo>
                      <a:pt x="512" y="206"/>
                    </a:lnTo>
                    <a:lnTo>
                      <a:pt x="310" y="157"/>
                    </a:lnTo>
                    <a:lnTo>
                      <a:pt x="209" y="117"/>
                    </a:lnTo>
                    <a:lnTo>
                      <a:pt x="90" y="54"/>
                    </a:lnTo>
                    <a:lnTo>
                      <a:pt x="27" y="8"/>
                    </a:lnTo>
                    <a:lnTo>
                      <a:pt x="11" y="0"/>
                    </a:lnTo>
                  </a:path>
                </a:pathLst>
              </a:custGeom>
              <a:solidFill>
                <a:srgbClr val="000000"/>
              </a:solidFill>
              <a:ln w="12700" cap="rnd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180" name="Freeform 33">
                <a:extLst>
                  <a:ext uri="{FF2B5EF4-FFF2-40B4-BE49-F238E27FC236}">
                    <a16:creationId xmlns:a16="http://schemas.microsoft.com/office/drawing/2014/main" id="{6D0EF91B-F9CA-4D01-8390-FD90EB1DB7E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11" y="741"/>
                <a:ext cx="369" cy="108"/>
              </a:xfrm>
              <a:custGeom>
                <a:avLst/>
                <a:gdLst>
                  <a:gd name="T0" fmla="*/ 0 w 369"/>
                  <a:gd name="T1" fmla="*/ 107 h 108"/>
                  <a:gd name="T2" fmla="*/ 54 w 369"/>
                  <a:gd name="T3" fmla="*/ 13 h 108"/>
                  <a:gd name="T4" fmla="*/ 188 w 369"/>
                  <a:gd name="T5" fmla="*/ 0 h 108"/>
                  <a:gd name="T6" fmla="*/ 303 w 369"/>
                  <a:gd name="T7" fmla="*/ 23 h 108"/>
                  <a:gd name="T8" fmla="*/ 368 w 369"/>
                  <a:gd name="T9" fmla="*/ 68 h 108"/>
                  <a:gd name="T10" fmla="*/ 260 w 369"/>
                  <a:gd name="T11" fmla="*/ 23 h 108"/>
                  <a:gd name="T12" fmla="*/ 220 w 369"/>
                  <a:gd name="T13" fmla="*/ 87 h 108"/>
                  <a:gd name="T14" fmla="*/ 220 w 369"/>
                  <a:gd name="T15" fmla="*/ 13 h 108"/>
                  <a:gd name="T16" fmla="*/ 162 w 369"/>
                  <a:gd name="T17" fmla="*/ 11 h 108"/>
                  <a:gd name="T18" fmla="*/ 90 w 369"/>
                  <a:gd name="T19" fmla="*/ 20 h 108"/>
                  <a:gd name="T20" fmla="*/ 157 w 369"/>
                  <a:gd name="T21" fmla="*/ 87 h 108"/>
                  <a:gd name="T22" fmla="*/ 61 w 369"/>
                  <a:gd name="T23" fmla="*/ 33 h 108"/>
                  <a:gd name="T24" fmla="*/ 0 w 369"/>
                  <a:gd name="T25" fmla="*/ 107 h 108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0" t="0" r="r" b="b"/>
                <a:pathLst>
                  <a:path w="369" h="108">
                    <a:moveTo>
                      <a:pt x="0" y="107"/>
                    </a:moveTo>
                    <a:lnTo>
                      <a:pt x="54" y="13"/>
                    </a:lnTo>
                    <a:lnTo>
                      <a:pt x="188" y="0"/>
                    </a:lnTo>
                    <a:lnTo>
                      <a:pt x="303" y="23"/>
                    </a:lnTo>
                    <a:lnTo>
                      <a:pt x="368" y="68"/>
                    </a:lnTo>
                    <a:lnTo>
                      <a:pt x="260" y="23"/>
                    </a:lnTo>
                    <a:lnTo>
                      <a:pt x="220" y="87"/>
                    </a:lnTo>
                    <a:lnTo>
                      <a:pt x="220" y="13"/>
                    </a:lnTo>
                    <a:lnTo>
                      <a:pt x="162" y="11"/>
                    </a:lnTo>
                    <a:lnTo>
                      <a:pt x="90" y="20"/>
                    </a:lnTo>
                    <a:lnTo>
                      <a:pt x="157" y="87"/>
                    </a:lnTo>
                    <a:lnTo>
                      <a:pt x="61" y="33"/>
                    </a:lnTo>
                    <a:lnTo>
                      <a:pt x="0" y="107"/>
                    </a:lnTo>
                  </a:path>
                </a:pathLst>
              </a:custGeom>
              <a:solidFill>
                <a:srgbClr val="000000"/>
              </a:solidFill>
              <a:ln w="12700" cap="rnd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181" name="Freeform 34">
                <a:extLst>
                  <a:ext uri="{FF2B5EF4-FFF2-40B4-BE49-F238E27FC236}">
                    <a16:creationId xmlns:a16="http://schemas.microsoft.com/office/drawing/2014/main" id="{AA768843-F254-4838-B148-16FA13C29A7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92" y="828"/>
                <a:ext cx="196" cy="172"/>
              </a:xfrm>
              <a:custGeom>
                <a:avLst/>
                <a:gdLst>
                  <a:gd name="T0" fmla="*/ 40 w 196"/>
                  <a:gd name="T1" fmla="*/ 0 h 172"/>
                  <a:gd name="T2" fmla="*/ 0 w 196"/>
                  <a:gd name="T3" fmla="*/ 0 h 172"/>
                  <a:gd name="T4" fmla="*/ 0 w 196"/>
                  <a:gd name="T5" fmla="*/ 153 h 172"/>
                  <a:gd name="T6" fmla="*/ 47 w 196"/>
                  <a:gd name="T7" fmla="*/ 171 h 172"/>
                  <a:gd name="T8" fmla="*/ 43 w 196"/>
                  <a:gd name="T9" fmla="*/ 138 h 172"/>
                  <a:gd name="T10" fmla="*/ 16 w 196"/>
                  <a:gd name="T11" fmla="*/ 84 h 172"/>
                  <a:gd name="T12" fmla="*/ 40 w 196"/>
                  <a:gd name="T13" fmla="*/ 11 h 172"/>
                  <a:gd name="T14" fmla="*/ 188 w 196"/>
                  <a:gd name="T15" fmla="*/ 155 h 172"/>
                  <a:gd name="T16" fmla="*/ 195 w 196"/>
                  <a:gd name="T17" fmla="*/ 140 h 172"/>
                  <a:gd name="T18" fmla="*/ 51 w 196"/>
                  <a:gd name="T19" fmla="*/ 4 h 172"/>
                  <a:gd name="T20" fmla="*/ 40 w 196"/>
                  <a:gd name="T21" fmla="*/ 0 h 172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196" h="172">
                    <a:moveTo>
                      <a:pt x="40" y="0"/>
                    </a:moveTo>
                    <a:lnTo>
                      <a:pt x="0" y="0"/>
                    </a:lnTo>
                    <a:lnTo>
                      <a:pt x="0" y="153"/>
                    </a:lnTo>
                    <a:lnTo>
                      <a:pt x="47" y="171"/>
                    </a:lnTo>
                    <a:lnTo>
                      <a:pt x="43" y="138"/>
                    </a:lnTo>
                    <a:lnTo>
                      <a:pt x="16" y="84"/>
                    </a:lnTo>
                    <a:lnTo>
                      <a:pt x="40" y="11"/>
                    </a:lnTo>
                    <a:lnTo>
                      <a:pt x="188" y="155"/>
                    </a:lnTo>
                    <a:lnTo>
                      <a:pt x="195" y="140"/>
                    </a:lnTo>
                    <a:lnTo>
                      <a:pt x="51" y="4"/>
                    </a:lnTo>
                    <a:lnTo>
                      <a:pt x="40" y="0"/>
                    </a:lnTo>
                  </a:path>
                </a:pathLst>
              </a:custGeom>
              <a:solidFill>
                <a:srgbClr val="000000"/>
              </a:solidFill>
              <a:ln w="12700" cap="rnd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182" name="Freeform 35">
                <a:extLst>
                  <a:ext uri="{FF2B5EF4-FFF2-40B4-BE49-F238E27FC236}">
                    <a16:creationId xmlns:a16="http://schemas.microsoft.com/office/drawing/2014/main" id="{2344613A-E407-4B37-80DD-9BA6450A1CB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92" y="1152"/>
                <a:ext cx="53" cy="107"/>
              </a:xfrm>
              <a:custGeom>
                <a:avLst/>
                <a:gdLst>
                  <a:gd name="T0" fmla="*/ 18 w 53"/>
                  <a:gd name="T1" fmla="*/ 0 h 107"/>
                  <a:gd name="T2" fmla="*/ 52 w 53"/>
                  <a:gd name="T3" fmla="*/ 64 h 107"/>
                  <a:gd name="T4" fmla="*/ 52 w 53"/>
                  <a:gd name="T5" fmla="*/ 106 h 107"/>
                  <a:gd name="T6" fmla="*/ 0 w 53"/>
                  <a:gd name="T7" fmla="*/ 6 h 107"/>
                  <a:gd name="T8" fmla="*/ 18 w 53"/>
                  <a:gd name="T9" fmla="*/ 0 h 10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3" h="107">
                    <a:moveTo>
                      <a:pt x="18" y="0"/>
                    </a:moveTo>
                    <a:lnTo>
                      <a:pt x="52" y="64"/>
                    </a:lnTo>
                    <a:lnTo>
                      <a:pt x="52" y="106"/>
                    </a:lnTo>
                    <a:lnTo>
                      <a:pt x="0" y="6"/>
                    </a:lnTo>
                    <a:lnTo>
                      <a:pt x="18" y="0"/>
                    </a:lnTo>
                  </a:path>
                </a:pathLst>
              </a:custGeom>
              <a:solidFill>
                <a:srgbClr val="000000"/>
              </a:solidFill>
              <a:ln w="12700" cap="rnd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183" name="Freeform 36">
                <a:extLst>
                  <a:ext uri="{FF2B5EF4-FFF2-40B4-BE49-F238E27FC236}">
                    <a16:creationId xmlns:a16="http://schemas.microsoft.com/office/drawing/2014/main" id="{6ED4F06C-B1B4-4C96-953C-81D39106D4D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25" y="1307"/>
                <a:ext cx="848" cy="290"/>
              </a:xfrm>
              <a:custGeom>
                <a:avLst/>
                <a:gdLst>
                  <a:gd name="T0" fmla="*/ 74 w 848"/>
                  <a:gd name="T1" fmla="*/ 12 h 290"/>
                  <a:gd name="T2" fmla="*/ 65 w 848"/>
                  <a:gd name="T3" fmla="*/ 82 h 290"/>
                  <a:gd name="T4" fmla="*/ 0 w 848"/>
                  <a:gd name="T5" fmla="*/ 157 h 290"/>
                  <a:gd name="T6" fmla="*/ 74 w 848"/>
                  <a:gd name="T7" fmla="*/ 198 h 290"/>
                  <a:gd name="T8" fmla="*/ 254 w 848"/>
                  <a:gd name="T9" fmla="*/ 219 h 290"/>
                  <a:gd name="T10" fmla="*/ 249 w 848"/>
                  <a:gd name="T11" fmla="*/ 289 h 290"/>
                  <a:gd name="T12" fmla="*/ 278 w 848"/>
                  <a:gd name="T13" fmla="*/ 248 h 290"/>
                  <a:gd name="T14" fmla="*/ 283 w 848"/>
                  <a:gd name="T15" fmla="*/ 216 h 290"/>
                  <a:gd name="T16" fmla="*/ 732 w 848"/>
                  <a:gd name="T17" fmla="*/ 164 h 290"/>
                  <a:gd name="T18" fmla="*/ 847 w 848"/>
                  <a:gd name="T19" fmla="*/ 108 h 290"/>
                  <a:gd name="T20" fmla="*/ 710 w 848"/>
                  <a:gd name="T21" fmla="*/ 161 h 290"/>
                  <a:gd name="T22" fmla="*/ 371 w 848"/>
                  <a:gd name="T23" fmla="*/ 189 h 290"/>
                  <a:gd name="T24" fmla="*/ 97 w 848"/>
                  <a:gd name="T25" fmla="*/ 189 h 290"/>
                  <a:gd name="T26" fmla="*/ 25 w 848"/>
                  <a:gd name="T27" fmla="*/ 155 h 290"/>
                  <a:gd name="T28" fmla="*/ 81 w 848"/>
                  <a:gd name="T29" fmla="*/ 82 h 290"/>
                  <a:gd name="T30" fmla="*/ 92 w 848"/>
                  <a:gd name="T31" fmla="*/ 0 h 290"/>
                  <a:gd name="T32" fmla="*/ 74 w 848"/>
                  <a:gd name="T33" fmla="*/ 12 h 290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0" t="0" r="r" b="b"/>
                <a:pathLst>
                  <a:path w="848" h="290">
                    <a:moveTo>
                      <a:pt x="74" y="12"/>
                    </a:moveTo>
                    <a:lnTo>
                      <a:pt x="65" y="82"/>
                    </a:lnTo>
                    <a:lnTo>
                      <a:pt x="0" y="157"/>
                    </a:lnTo>
                    <a:lnTo>
                      <a:pt x="74" y="198"/>
                    </a:lnTo>
                    <a:lnTo>
                      <a:pt x="254" y="219"/>
                    </a:lnTo>
                    <a:lnTo>
                      <a:pt x="249" y="289"/>
                    </a:lnTo>
                    <a:lnTo>
                      <a:pt x="278" y="248"/>
                    </a:lnTo>
                    <a:lnTo>
                      <a:pt x="283" y="216"/>
                    </a:lnTo>
                    <a:lnTo>
                      <a:pt x="732" y="164"/>
                    </a:lnTo>
                    <a:lnTo>
                      <a:pt x="847" y="108"/>
                    </a:lnTo>
                    <a:lnTo>
                      <a:pt x="710" y="161"/>
                    </a:lnTo>
                    <a:lnTo>
                      <a:pt x="371" y="189"/>
                    </a:lnTo>
                    <a:lnTo>
                      <a:pt x="97" y="189"/>
                    </a:lnTo>
                    <a:lnTo>
                      <a:pt x="25" y="155"/>
                    </a:lnTo>
                    <a:lnTo>
                      <a:pt x="81" y="82"/>
                    </a:lnTo>
                    <a:lnTo>
                      <a:pt x="92" y="0"/>
                    </a:lnTo>
                    <a:lnTo>
                      <a:pt x="74" y="12"/>
                    </a:lnTo>
                  </a:path>
                </a:pathLst>
              </a:custGeom>
              <a:solidFill>
                <a:srgbClr val="000000"/>
              </a:solidFill>
              <a:ln w="12700" cap="rnd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184" name="Freeform 37">
                <a:extLst>
                  <a:ext uri="{FF2B5EF4-FFF2-40B4-BE49-F238E27FC236}">
                    <a16:creationId xmlns:a16="http://schemas.microsoft.com/office/drawing/2014/main" id="{A0087847-78B8-4A56-98CB-DB85769B486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08" y="441"/>
                <a:ext cx="900" cy="198"/>
              </a:xfrm>
              <a:custGeom>
                <a:avLst/>
                <a:gdLst>
                  <a:gd name="T0" fmla="*/ 731 w 900"/>
                  <a:gd name="T1" fmla="*/ 47 h 198"/>
                  <a:gd name="T2" fmla="*/ 584 w 900"/>
                  <a:gd name="T3" fmla="*/ 53 h 198"/>
                  <a:gd name="T4" fmla="*/ 344 w 900"/>
                  <a:gd name="T5" fmla="*/ 82 h 198"/>
                  <a:gd name="T6" fmla="*/ 159 w 900"/>
                  <a:gd name="T7" fmla="*/ 109 h 198"/>
                  <a:gd name="T8" fmla="*/ 72 w 900"/>
                  <a:gd name="T9" fmla="*/ 121 h 198"/>
                  <a:gd name="T10" fmla="*/ 20 w 900"/>
                  <a:gd name="T11" fmla="*/ 126 h 198"/>
                  <a:gd name="T12" fmla="*/ 0 w 900"/>
                  <a:gd name="T13" fmla="*/ 149 h 198"/>
                  <a:gd name="T14" fmla="*/ 4 w 900"/>
                  <a:gd name="T15" fmla="*/ 179 h 198"/>
                  <a:gd name="T16" fmla="*/ 34 w 900"/>
                  <a:gd name="T17" fmla="*/ 197 h 198"/>
                  <a:gd name="T18" fmla="*/ 11 w 900"/>
                  <a:gd name="T19" fmla="*/ 174 h 198"/>
                  <a:gd name="T20" fmla="*/ 20 w 900"/>
                  <a:gd name="T21" fmla="*/ 144 h 198"/>
                  <a:gd name="T22" fmla="*/ 67 w 900"/>
                  <a:gd name="T23" fmla="*/ 129 h 198"/>
                  <a:gd name="T24" fmla="*/ 108 w 900"/>
                  <a:gd name="T25" fmla="*/ 140 h 198"/>
                  <a:gd name="T26" fmla="*/ 128 w 900"/>
                  <a:gd name="T27" fmla="*/ 165 h 198"/>
                  <a:gd name="T28" fmla="*/ 108 w 900"/>
                  <a:gd name="T29" fmla="*/ 185 h 198"/>
                  <a:gd name="T30" fmla="*/ 72 w 900"/>
                  <a:gd name="T31" fmla="*/ 182 h 198"/>
                  <a:gd name="T32" fmla="*/ 49 w 900"/>
                  <a:gd name="T33" fmla="*/ 168 h 198"/>
                  <a:gd name="T34" fmla="*/ 56 w 900"/>
                  <a:gd name="T35" fmla="*/ 190 h 198"/>
                  <a:gd name="T36" fmla="*/ 90 w 900"/>
                  <a:gd name="T37" fmla="*/ 197 h 198"/>
                  <a:gd name="T38" fmla="*/ 148 w 900"/>
                  <a:gd name="T39" fmla="*/ 197 h 198"/>
                  <a:gd name="T40" fmla="*/ 209 w 900"/>
                  <a:gd name="T41" fmla="*/ 194 h 198"/>
                  <a:gd name="T42" fmla="*/ 313 w 900"/>
                  <a:gd name="T43" fmla="*/ 162 h 198"/>
                  <a:gd name="T44" fmla="*/ 447 w 900"/>
                  <a:gd name="T45" fmla="*/ 129 h 198"/>
                  <a:gd name="T46" fmla="*/ 569 w 900"/>
                  <a:gd name="T47" fmla="*/ 105 h 198"/>
                  <a:gd name="T48" fmla="*/ 710 w 900"/>
                  <a:gd name="T49" fmla="*/ 87 h 198"/>
                  <a:gd name="T50" fmla="*/ 699 w 900"/>
                  <a:gd name="T51" fmla="*/ 118 h 198"/>
                  <a:gd name="T52" fmla="*/ 735 w 900"/>
                  <a:gd name="T53" fmla="*/ 147 h 198"/>
                  <a:gd name="T54" fmla="*/ 798 w 900"/>
                  <a:gd name="T55" fmla="*/ 157 h 198"/>
                  <a:gd name="T56" fmla="*/ 872 w 900"/>
                  <a:gd name="T57" fmla="*/ 135 h 198"/>
                  <a:gd name="T58" fmla="*/ 899 w 900"/>
                  <a:gd name="T59" fmla="*/ 80 h 198"/>
                  <a:gd name="T60" fmla="*/ 881 w 900"/>
                  <a:gd name="T61" fmla="*/ 37 h 198"/>
                  <a:gd name="T62" fmla="*/ 791 w 900"/>
                  <a:gd name="T63" fmla="*/ 0 h 198"/>
                  <a:gd name="T64" fmla="*/ 721 w 900"/>
                  <a:gd name="T65" fmla="*/ 5 h 198"/>
                  <a:gd name="T66" fmla="*/ 670 w 900"/>
                  <a:gd name="T67" fmla="*/ 31 h 198"/>
                  <a:gd name="T68" fmla="*/ 731 w 900"/>
                  <a:gd name="T69" fmla="*/ 12 h 198"/>
                  <a:gd name="T70" fmla="*/ 784 w 900"/>
                  <a:gd name="T71" fmla="*/ 7 h 198"/>
                  <a:gd name="T72" fmla="*/ 868 w 900"/>
                  <a:gd name="T73" fmla="*/ 45 h 198"/>
                  <a:gd name="T74" fmla="*/ 885 w 900"/>
                  <a:gd name="T75" fmla="*/ 77 h 198"/>
                  <a:gd name="T76" fmla="*/ 850 w 900"/>
                  <a:gd name="T77" fmla="*/ 133 h 198"/>
                  <a:gd name="T78" fmla="*/ 787 w 900"/>
                  <a:gd name="T79" fmla="*/ 149 h 198"/>
                  <a:gd name="T80" fmla="*/ 739 w 900"/>
                  <a:gd name="T81" fmla="*/ 140 h 198"/>
                  <a:gd name="T82" fmla="*/ 713 w 900"/>
                  <a:gd name="T83" fmla="*/ 116 h 198"/>
                  <a:gd name="T84" fmla="*/ 728 w 900"/>
                  <a:gd name="T85" fmla="*/ 60 h 198"/>
                  <a:gd name="T86" fmla="*/ 704 w 900"/>
                  <a:gd name="T87" fmla="*/ 82 h 198"/>
                  <a:gd name="T88" fmla="*/ 504 w 900"/>
                  <a:gd name="T89" fmla="*/ 107 h 198"/>
                  <a:gd name="T90" fmla="*/ 294 w 900"/>
                  <a:gd name="T91" fmla="*/ 157 h 198"/>
                  <a:gd name="T92" fmla="*/ 180 w 900"/>
                  <a:gd name="T93" fmla="*/ 189 h 198"/>
                  <a:gd name="T94" fmla="*/ 123 w 900"/>
                  <a:gd name="T95" fmla="*/ 189 h 198"/>
                  <a:gd name="T96" fmla="*/ 144 w 900"/>
                  <a:gd name="T97" fmla="*/ 167 h 198"/>
                  <a:gd name="T98" fmla="*/ 137 w 900"/>
                  <a:gd name="T99" fmla="*/ 137 h 198"/>
                  <a:gd name="T100" fmla="*/ 101 w 900"/>
                  <a:gd name="T101" fmla="*/ 125 h 198"/>
                  <a:gd name="T102" fmla="*/ 393 w 900"/>
                  <a:gd name="T103" fmla="*/ 82 h 198"/>
                  <a:gd name="T104" fmla="*/ 613 w 900"/>
                  <a:gd name="T105" fmla="*/ 55 h 198"/>
                  <a:gd name="T106" fmla="*/ 731 w 900"/>
                  <a:gd name="T107" fmla="*/ 47 h 198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</a:gdLst>
                <a:ahLst/>
                <a:cxnLst>
                  <a:cxn ang="T108">
                    <a:pos x="T0" y="T1"/>
                  </a:cxn>
                  <a:cxn ang="T109">
                    <a:pos x="T2" y="T3"/>
                  </a:cxn>
                  <a:cxn ang="T110">
                    <a:pos x="T4" y="T5"/>
                  </a:cxn>
                  <a:cxn ang="T111">
                    <a:pos x="T6" y="T7"/>
                  </a:cxn>
                  <a:cxn ang="T112">
                    <a:pos x="T8" y="T9"/>
                  </a:cxn>
                  <a:cxn ang="T113">
                    <a:pos x="T10" y="T11"/>
                  </a:cxn>
                  <a:cxn ang="T114">
                    <a:pos x="T12" y="T13"/>
                  </a:cxn>
                  <a:cxn ang="T115">
                    <a:pos x="T14" y="T15"/>
                  </a:cxn>
                  <a:cxn ang="T116">
                    <a:pos x="T16" y="T17"/>
                  </a:cxn>
                  <a:cxn ang="T117">
                    <a:pos x="T18" y="T19"/>
                  </a:cxn>
                  <a:cxn ang="T118">
                    <a:pos x="T20" y="T21"/>
                  </a:cxn>
                  <a:cxn ang="T119">
                    <a:pos x="T22" y="T23"/>
                  </a:cxn>
                  <a:cxn ang="T120">
                    <a:pos x="T24" y="T25"/>
                  </a:cxn>
                  <a:cxn ang="T121">
                    <a:pos x="T26" y="T27"/>
                  </a:cxn>
                  <a:cxn ang="T122">
                    <a:pos x="T28" y="T29"/>
                  </a:cxn>
                  <a:cxn ang="T123">
                    <a:pos x="T30" y="T31"/>
                  </a:cxn>
                  <a:cxn ang="T124">
                    <a:pos x="T32" y="T33"/>
                  </a:cxn>
                  <a:cxn ang="T125">
                    <a:pos x="T34" y="T35"/>
                  </a:cxn>
                  <a:cxn ang="T126">
                    <a:pos x="T36" y="T37"/>
                  </a:cxn>
                  <a:cxn ang="T127">
                    <a:pos x="T38" y="T39"/>
                  </a:cxn>
                  <a:cxn ang="T128">
                    <a:pos x="T40" y="T41"/>
                  </a:cxn>
                  <a:cxn ang="T129">
                    <a:pos x="T42" y="T43"/>
                  </a:cxn>
                  <a:cxn ang="T130">
                    <a:pos x="T44" y="T45"/>
                  </a:cxn>
                  <a:cxn ang="T131">
                    <a:pos x="T46" y="T47"/>
                  </a:cxn>
                  <a:cxn ang="T132">
                    <a:pos x="T48" y="T49"/>
                  </a:cxn>
                  <a:cxn ang="T133">
                    <a:pos x="T50" y="T51"/>
                  </a:cxn>
                  <a:cxn ang="T134">
                    <a:pos x="T52" y="T53"/>
                  </a:cxn>
                  <a:cxn ang="T135">
                    <a:pos x="T54" y="T55"/>
                  </a:cxn>
                  <a:cxn ang="T136">
                    <a:pos x="T56" y="T57"/>
                  </a:cxn>
                  <a:cxn ang="T137">
                    <a:pos x="T58" y="T59"/>
                  </a:cxn>
                  <a:cxn ang="T138">
                    <a:pos x="T60" y="T61"/>
                  </a:cxn>
                  <a:cxn ang="T139">
                    <a:pos x="T62" y="T63"/>
                  </a:cxn>
                  <a:cxn ang="T140">
                    <a:pos x="T64" y="T65"/>
                  </a:cxn>
                  <a:cxn ang="T141">
                    <a:pos x="T66" y="T67"/>
                  </a:cxn>
                  <a:cxn ang="T142">
                    <a:pos x="T68" y="T69"/>
                  </a:cxn>
                  <a:cxn ang="T143">
                    <a:pos x="T70" y="T71"/>
                  </a:cxn>
                  <a:cxn ang="T144">
                    <a:pos x="T72" y="T73"/>
                  </a:cxn>
                  <a:cxn ang="T145">
                    <a:pos x="T74" y="T75"/>
                  </a:cxn>
                  <a:cxn ang="T146">
                    <a:pos x="T76" y="T77"/>
                  </a:cxn>
                  <a:cxn ang="T147">
                    <a:pos x="T78" y="T79"/>
                  </a:cxn>
                  <a:cxn ang="T148">
                    <a:pos x="T80" y="T81"/>
                  </a:cxn>
                  <a:cxn ang="T149">
                    <a:pos x="T82" y="T83"/>
                  </a:cxn>
                  <a:cxn ang="T150">
                    <a:pos x="T84" y="T85"/>
                  </a:cxn>
                  <a:cxn ang="T151">
                    <a:pos x="T86" y="T87"/>
                  </a:cxn>
                  <a:cxn ang="T152">
                    <a:pos x="T88" y="T89"/>
                  </a:cxn>
                  <a:cxn ang="T153">
                    <a:pos x="T90" y="T91"/>
                  </a:cxn>
                  <a:cxn ang="T154">
                    <a:pos x="T92" y="T93"/>
                  </a:cxn>
                  <a:cxn ang="T155">
                    <a:pos x="T94" y="T95"/>
                  </a:cxn>
                  <a:cxn ang="T156">
                    <a:pos x="T96" y="T97"/>
                  </a:cxn>
                  <a:cxn ang="T157">
                    <a:pos x="T98" y="T99"/>
                  </a:cxn>
                  <a:cxn ang="T158">
                    <a:pos x="T100" y="T101"/>
                  </a:cxn>
                  <a:cxn ang="T159">
                    <a:pos x="T102" y="T103"/>
                  </a:cxn>
                  <a:cxn ang="T160">
                    <a:pos x="T104" y="T105"/>
                  </a:cxn>
                  <a:cxn ang="T161">
                    <a:pos x="T106" y="T107"/>
                  </a:cxn>
                </a:cxnLst>
                <a:rect l="0" t="0" r="r" b="b"/>
                <a:pathLst>
                  <a:path w="900" h="198">
                    <a:moveTo>
                      <a:pt x="731" y="47"/>
                    </a:moveTo>
                    <a:lnTo>
                      <a:pt x="584" y="53"/>
                    </a:lnTo>
                    <a:lnTo>
                      <a:pt x="344" y="82"/>
                    </a:lnTo>
                    <a:lnTo>
                      <a:pt x="159" y="109"/>
                    </a:lnTo>
                    <a:lnTo>
                      <a:pt x="72" y="121"/>
                    </a:lnTo>
                    <a:lnTo>
                      <a:pt x="20" y="126"/>
                    </a:lnTo>
                    <a:lnTo>
                      <a:pt x="0" y="149"/>
                    </a:lnTo>
                    <a:lnTo>
                      <a:pt x="4" y="179"/>
                    </a:lnTo>
                    <a:lnTo>
                      <a:pt x="34" y="197"/>
                    </a:lnTo>
                    <a:lnTo>
                      <a:pt x="11" y="174"/>
                    </a:lnTo>
                    <a:lnTo>
                      <a:pt x="20" y="144"/>
                    </a:lnTo>
                    <a:lnTo>
                      <a:pt x="67" y="129"/>
                    </a:lnTo>
                    <a:lnTo>
                      <a:pt x="108" y="140"/>
                    </a:lnTo>
                    <a:lnTo>
                      <a:pt x="128" y="165"/>
                    </a:lnTo>
                    <a:lnTo>
                      <a:pt x="108" y="185"/>
                    </a:lnTo>
                    <a:lnTo>
                      <a:pt x="72" y="182"/>
                    </a:lnTo>
                    <a:lnTo>
                      <a:pt x="49" y="168"/>
                    </a:lnTo>
                    <a:lnTo>
                      <a:pt x="56" y="190"/>
                    </a:lnTo>
                    <a:lnTo>
                      <a:pt x="90" y="197"/>
                    </a:lnTo>
                    <a:lnTo>
                      <a:pt x="148" y="197"/>
                    </a:lnTo>
                    <a:lnTo>
                      <a:pt x="209" y="194"/>
                    </a:lnTo>
                    <a:lnTo>
                      <a:pt x="313" y="162"/>
                    </a:lnTo>
                    <a:lnTo>
                      <a:pt x="447" y="129"/>
                    </a:lnTo>
                    <a:lnTo>
                      <a:pt x="569" y="105"/>
                    </a:lnTo>
                    <a:lnTo>
                      <a:pt x="710" y="87"/>
                    </a:lnTo>
                    <a:lnTo>
                      <a:pt x="699" y="118"/>
                    </a:lnTo>
                    <a:lnTo>
                      <a:pt x="735" y="147"/>
                    </a:lnTo>
                    <a:lnTo>
                      <a:pt x="798" y="157"/>
                    </a:lnTo>
                    <a:lnTo>
                      <a:pt x="872" y="135"/>
                    </a:lnTo>
                    <a:lnTo>
                      <a:pt x="899" y="80"/>
                    </a:lnTo>
                    <a:lnTo>
                      <a:pt x="881" y="37"/>
                    </a:lnTo>
                    <a:lnTo>
                      <a:pt x="791" y="0"/>
                    </a:lnTo>
                    <a:lnTo>
                      <a:pt x="721" y="5"/>
                    </a:lnTo>
                    <a:lnTo>
                      <a:pt x="670" y="31"/>
                    </a:lnTo>
                    <a:lnTo>
                      <a:pt x="731" y="12"/>
                    </a:lnTo>
                    <a:lnTo>
                      <a:pt x="784" y="7"/>
                    </a:lnTo>
                    <a:lnTo>
                      <a:pt x="868" y="45"/>
                    </a:lnTo>
                    <a:lnTo>
                      <a:pt x="885" y="77"/>
                    </a:lnTo>
                    <a:lnTo>
                      <a:pt x="850" y="133"/>
                    </a:lnTo>
                    <a:lnTo>
                      <a:pt x="787" y="149"/>
                    </a:lnTo>
                    <a:lnTo>
                      <a:pt x="739" y="140"/>
                    </a:lnTo>
                    <a:lnTo>
                      <a:pt x="713" y="116"/>
                    </a:lnTo>
                    <a:lnTo>
                      <a:pt x="728" y="60"/>
                    </a:lnTo>
                    <a:lnTo>
                      <a:pt x="704" y="82"/>
                    </a:lnTo>
                    <a:lnTo>
                      <a:pt x="504" y="107"/>
                    </a:lnTo>
                    <a:lnTo>
                      <a:pt x="294" y="157"/>
                    </a:lnTo>
                    <a:lnTo>
                      <a:pt x="180" y="189"/>
                    </a:lnTo>
                    <a:lnTo>
                      <a:pt x="123" y="189"/>
                    </a:lnTo>
                    <a:lnTo>
                      <a:pt x="144" y="167"/>
                    </a:lnTo>
                    <a:lnTo>
                      <a:pt x="137" y="137"/>
                    </a:lnTo>
                    <a:lnTo>
                      <a:pt x="101" y="125"/>
                    </a:lnTo>
                    <a:lnTo>
                      <a:pt x="393" y="82"/>
                    </a:lnTo>
                    <a:lnTo>
                      <a:pt x="613" y="55"/>
                    </a:lnTo>
                    <a:lnTo>
                      <a:pt x="731" y="47"/>
                    </a:lnTo>
                  </a:path>
                </a:pathLst>
              </a:custGeom>
              <a:solidFill>
                <a:srgbClr val="000000"/>
              </a:solidFill>
              <a:ln w="12700" cap="rnd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185" name="Freeform 38">
                <a:extLst>
                  <a:ext uri="{FF2B5EF4-FFF2-40B4-BE49-F238E27FC236}">
                    <a16:creationId xmlns:a16="http://schemas.microsoft.com/office/drawing/2014/main" id="{07C7E613-C344-473C-B0E2-0DD30F84E6C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23" y="441"/>
                <a:ext cx="253" cy="95"/>
              </a:xfrm>
              <a:custGeom>
                <a:avLst/>
                <a:gdLst>
                  <a:gd name="T0" fmla="*/ 0 w 253"/>
                  <a:gd name="T1" fmla="*/ 8 h 95"/>
                  <a:gd name="T2" fmla="*/ 63 w 253"/>
                  <a:gd name="T3" fmla="*/ 0 h 95"/>
                  <a:gd name="T4" fmla="*/ 137 w 253"/>
                  <a:gd name="T5" fmla="*/ 7 h 95"/>
                  <a:gd name="T6" fmla="*/ 209 w 253"/>
                  <a:gd name="T7" fmla="*/ 8 h 95"/>
                  <a:gd name="T8" fmla="*/ 252 w 253"/>
                  <a:gd name="T9" fmla="*/ 65 h 95"/>
                  <a:gd name="T10" fmla="*/ 178 w 253"/>
                  <a:gd name="T11" fmla="*/ 94 h 95"/>
                  <a:gd name="T12" fmla="*/ 238 w 253"/>
                  <a:gd name="T13" fmla="*/ 62 h 95"/>
                  <a:gd name="T14" fmla="*/ 194 w 253"/>
                  <a:gd name="T15" fmla="*/ 18 h 95"/>
                  <a:gd name="T16" fmla="*/ 151 w 253"/>
                  <a:gd name="T17" fmla="*/ 18 h 95"/>
                  <a:gd name="T18" fmla="*/ 173 w 253"/>
                  <a:gd name="T19" fmla="*/ 51 h 95"/>
                  <a:gd name="T20" fmla="*/ 99 w 253"/>
                  <a:gd name="T21" fmla="*/ 8 h 95"/>
                  <a:gd name="T22" fmla="*/ 0 w 253"/>
                  <a:gd name="T23" fmla="*/ 8 h 95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0" t="0" r="r" b="b"/>
                <a:pathLst>
                  <a:path w="253" h="95">
                    <a:moveTo>
                      <a:pt x="0" y="8"/>
                    </a:moveTo>
                    <a:lnTo>
                      <a:pt x="63" y="0"/>
                    </a:lnTo>
                    <a:lnTo>
                      <a:pt x="137" y="7"/>
                    </a:lnTo>
                    <a:lnTo>
                      <a:pt x="209" y="8"/>
                    </a:lnTo>
                    <a:lnTo>
                      <a:pt x="252" y="65"/>
                    </a:lnTo>
                    <a:lnTo>
                      <a:pt x="178" y="94"/>
                    </a:lnTo>
                    <a:lnTo>
                      <a:pt x="238" y="62"/>
                    </a:lnTo>
                    <a:lnTo>
                      <a:pt x="194" y="18"/>
                    </a:lnTo>
                    <a:lnTo>
                      <a:pt x="151" y="18"/>
                    </a:lnTo>
                    <a:lnTo>
                      <a:pt x="173" y="51"/>
                    </a:lnTo>
                    <a:lnTo>
                      <a:pt x="99" y="8"/>
                    </a:lnTo>
                    <a:lnTo>
                      <a:pt x="0" y="8"/>
                    </a:lnTo>
                  </a:path>
                </a:pathLst>
              </a:custGeom>
              <a:solidFill>
                <a:srgbClr val="000000"/>
              </a:solidFill>
              <a:ln w="12700" cap="rnd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186" name="Freeform 39">
                <a:extLst>
                  <a:ext uri="{FF2B5EF4-FFF2-40B4-BE49-F238E27FC236}">
                    <a16:creationId xmlns:a16="http://schemas.microsoft.com/office/drawing/2014/main" id="{CEDBC777-D3C3-48F7-930B-6A742D496FA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80" y="506"/>
                <a:ext cx="116" cy="69"/>
              </a:xfrm>
              <a:custGeom>
                <a:avLst/>
                <a:gdLst>
                  <a:gd name="T0" fmla="*/ 115 w 116"/>
                  <a:gd name="T1" fmla="*/ 0 h 69"/>
                  <a:gd name="T2" fmla="*/ 79 w 116"/>
                  <a:gd name="T3" fmla="*/ 57 h 69"/>
                  <a:gd name="T4" fmla="*/ 5 w 116"/>
                  <a:gd name="T5" fmla="*/ 53 h 69"/>
                  <a:gd name="T6" fmla="*/ 0 w 116"/>
                  <a:gd name="T7" fmla="*/ 61 h 69"/>
                  <a:gd name="T8" fmla="*/ 65 w 116"/>
                  <a:gd name="T9" fmla="*/ 68 h 69"/>
                  <a:gd name="T10" fmla="*/ 115 w 116"/>
                  <a:gd name="T11" fmla="*/ 51 h 69"/>
                  <a:gd name="T12" fmla="*/ 115 w 116"/>
                  <a:gd name="T13" fmla="*/ 0 h 69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16" h="69">
                    <a:moveTo>
                      <a:pt x="115" y="0"/>
                    </a:moveTo>
                    <a:lnTo>
                      <a:pt x="79" y="57"/>
                    </a:lnTo>
                    <a:lnTo>
                      <a:pt x="5" y="53"/>
                    </a:lnTo>
                    <a:lnTo>
                      <a:pt x="0" y="61"/>
                    </a:lnTo>
                    <a:lnTo>
                      <a:pt x="65" y="68"/>
                    </a:lnTo>
                    <a:lnTo>
                      <a:pt x="115" y="51"/>
                    </a:lnTo>
                    <a:lnTo>
                      <a:pt x="115" y="0"/>
                    </a:lnTo>
                  </a:path>
                </a:pathLst>
              </a:custGeom>
              <a:solidFill>
                <a:srgbClr val="000000"/>
              </a:solidFill>
              <a:ln w="12700" cap="rnd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187" name="Freeform 40">
                <a:extLst>
                  <a:ext uri="{FF2B5EF4-FFF2-40B4-BE49-F238E27FC236}">
                    <a16:creationId xmlns:a16="http://schemas.microsoft.com/office/drawing/2014/main" id="{2392BEB5-39DA-4A8C-96C6-E3D971F5C40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41" y="446"/>
                <a:ext cx="158" cy="54"/>
              </a:xfrm>
              <a:custGeom>
                <a:avLst/>
                <a:gdLst>
                  <a:gd name="T0" fmla="*/ 13 w 158"/>
                  <a:gd name="T1" fmla="*/ 53 h 54"/>
                  <a:gd name="T2" fmla="*/ 0 w 158"/>
                  <a:gd name="T3" fmla="*/ 7 h 54"/>
                  <a:gd name="T4" fmla="*/ 42 w 158"/>
                  <a:gd name="T5" fmla="*/ 0 h 54"/>
                  <a:gd name="T6" fmla="*/ 112 w 158"/>
                  <a:gd name="T7" fmla="*/ 2 h 54"/>
                  <a:gd name="T8" fmla="*/ 150 w 158"/>
                  <a:gd name="T9" fmla="*/ 25 h 54"/>
                  <a:gd name="T10" fmla="*/ 157 w 158"/>
                  <a:gd name="T11" fmla="*/ 46 h 54"/>
                  <a:gd name="T12" fmla="*/ 128 w 158"/>
                  <a:gd name="T13" fmla="*/ 46 h 54"/>
                  <a:gd name="T14" fmla="*/ 115 w 158"/>
                  <a:gd name="T15" fmla="*/ 20 h 54"/>
                  <a:gd name="T16" fmla="*/ 79 w 158"/>
                  <a:gd name="T17" fmla="*/ 8 h 54"/>
                  <a:gd name="T18" fmla="*/ 32 w 158"/>
                  <a:gd name="T19" fmla="*/ 7 h 54"/>
                  <a:gd name="T20" fmla="*/ 7 w 158"/>
                  <a:gd name="T21" fmla="*/ 10 h 54"/>
                  <a:gd name="T22" fmla="*/ 25 w 158"/>
                  <a:gd name="T23" fmla="*/ 53 h 54"/>
                  <a:gd name="T24" fmla="*/ 13 w 158"/>
                  <a:gd name="T25" fmla="*/ 53 h 54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0" t="0" r="r" b="b"/>
                <a:pathLst>
                  <a:path w="158" h="54">
                    <a:moveTo>
                      <a:pt x="13" y="53"/>
                    </a:moveTo>
                    <a:lnTo>
                      <a:pt x="0" y="7"/>
                    </a:lnTo>
                    <a:lnTo>
                      <a:pt x="42" y="0"/>
                    </a:lnTo>
                    <a:lnTo>
                      <a:pt x="112" y="2"/>
                    </a:lnTo>
                    <a:lnTo>
                      <a:pt x="150" y="25"/>
                    </a:lnTo>
                    <a:lnTo>
                      <a:pt x="157" y="46"/>
                    </a:lnTo>
                    <a:lnTo>
                      <a:pt x="128" y="46"/>
                    </a:lnTo>
                    <a:lnTo>
                      <a:pt x="115" y="20"/>
                    </a:lnTo>
                    <a:lnTo>
                      <a:pt x="79" y="8"/>
                    </a:lnTo>
                    <a:lnTo>
                      <a:pt x="32" y="7"/>
                    </a:lnTo>
                    <a:lnTo>
                      <a:pt x="7" y="10"/>
                    </a:lnTo>
                    <a:lnTo>
                      <a:pt x="25" y="53"/>
                    </a:lnTo>
                    <a:lnTo>
                      <a:pt x="13" y="53"/>
                    </a:lnTo>
                  </a:path>
                </a:pathLst>
              </a:custGeom>
              <a:solidFill>
                <a:srgbClr val="000000"/>
              </a:solidFill>
              <a:ln w="12700" cap="rnd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188" name="Freeform 41">
                <a:extLst>
                  <a:ext uri="{FF2B5EF4-FFF2-40B4-BE49-F238E27FC236}">
                    <a16:creationId xmlns:a16="http://schemas.microsoft.com/office/drawing/2014/main" id="{1B3D490D-E537-4FB5-97F1-8D5D4412FCC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31" y="486"/>
                <a:ext cx="761" cy="291"/>
              </a:xfrm>
              <a:custGeom>
                <a:avLst/>
                <a:gdLst>
                  <a:gd name="T0" fmla="*/ 29 w 761"/>
                  <a:gd name="T1" fmla="*/ 0 h 291"/>
                  <a:gd name="T2" fmla="*/ 169 w 761"/>
                  <a:gd name="T3" fmla="*/ 6 h 291"/>
                  <a:gd name="T4" fmla="*/ 324 w 761"/>
                  <a:gd name="T5" fmla="*/ 28 h 291"/>
                  <a:gd name="T6" fmla="*/ 582 w 761"/>
                  <a:gd name="T7" fmla="*/ 80 h 291"/>
                  <a:gd name="T8" fmla="*/ 753 w 761"/>
                  <a:gd name="T9" fmla="*/ 120 h 291"/>
                  <a:gd name="T10" fmla="*/ 760 w 761"/>
                  <a:gd name="T11" fmla="*/ 140 h 291"/>
                  <a:gd name="T12" fmla="*/ 747 w 761"/>
                  <a:gd name="T13" fmla="*/ 209 h 291"/>
                  <a:gd name="T14" fmla="*/ 724 w 761"/>
                  <a:gd name="T15" fmla="*/ 290 h 291"/>
                  <a:gd name="T16" fmla="*/ 747 w 761"/>
                  <a:gd name="T17" fmla="*/ 145 h 291"/>
                  <a:gd name="T18" fmla="*/ 735 w 761"/>
                  <a:gd name="T19" fmla="*/ 123 h 291"/>
                  <a:gd name="T20" fmla="*/ 692 w 761"/>
                  <a:gd name="T21" fmla="*/ 112 h 291"/>
                  <a:gd name="T22" fmla="*/ 654 w 761"/>
                  <a:gd name="T23" fmla="*/ 125 h 291"/>
                  <a:gd name="T24" fmla="*/ 638 w 761"/>
                  <a:gd name="T25" fmla="*/ 150 h 291"/>
                  <a:gd name="T26" fmla="*/ 648 w 761"/>
                  <a:gd name="T27" fmla="*/ 170 h 291"/>
                  <a:gd name="T28" fmla="*/ 670 w 761"/>
                  <a:gd name="T29" fmla="*/ 170 h 291"/>
                  <a:gd name="T30" fmla="*/ 708 w 761"/>
                  <a:gd name="T31" fmla="*/ 161 h 291"/>
                  <a:gd name="T32" fmla="*/ 713 w 761"/>
                  <a:gd name="T33" fmla="*/ 142 h 291"/>
                  <a:gd name="T34" fmla="*/ 719 w 761"/>
                  <a:gd name="T35" fmla="*/ 161 h 291"/>
                  <a:gd name="T36" fmla="*/ 677 w 761"/>
                  <a:gd name="T37" fmla="*/ 182 h 291"/>
                  <a:gd name="T38" fmla="*/ 625 w 761"/>
                  <a:gd name="T39" fmla="*/ 182 h 291"/>
                  <a:gd name="T40" fmla="*/ 580 w 761"/>
                  <a:gd name="T41" fmla="*/ 170 h 291"/>
                  <a:gd name="T42" fmla="*/ 317 w 761"/>
                  <a:gd name="T43" fmla="*/ 99 h 291"/>
                  <a:gd name="T44" fmla="*/ 137 w 761"/>
                  <a:gd name="T45" fmla="*/ 55 h 291"/>
                  <a:gd name="T46" fmla="*/ 32 w 761"/>
                  <a:gd name="T47" fmla="*/ 37 h 291"/>
                  <a:gd name="T48" fmla="*/ 0 w 761"/>
                  <a:gd name="T49" fmla="*/ 35 h 291"/>
                  <a:gd name="T50" fmla="*/ 22 w 761"/>
                  <a:gd name="T51" fmla="*/ 27 h 291"/>
                  <a:gd name="T52" fmla="*/ 117 w 761"/>
                  <a:gd name="T53" fmla="*/ 39 h 291"/>
                  <a:gd name="T54" fmla="*/ 281 w 761"/>
                  <a:gd name="T55" fmla="*/ 77 h 291"/>
                  <a:gd name="T56" fmla="*/ 463 w 761"/>
                  <a:gd name="T57" fmla="*/ 125 h 291"/>
                  <a:gd name="T58" fmla="*/ 630 w 761"/>
                  <a:gd name="T59" fmla="*/ 172 h 291"/>
                  <a:gd name="T60" fmla="*/ 618 w 761"/>
                  <a:gd name="T61" fmla="*/ 150 h 291"/>
                  <a:gd name="T62" fmla="*/ 627 w 761"/>
                  <a:gd name="T63" fmla="*/ 125 h 291"/>
                  <a:gd name="T64" fmla="*/ 670 w 761"/>
                  <a:gd name="T65" fmla="*/ 108 h 291"/>
                  <a:gd name="T66" fmla="*/ 475 w 761"/>
                  <a:gd name="T67" fmla="*/ 64 h 291"/>
                  <a:gd name="T68" fmla="*/ 288 w 761"/>
                  <a:gd name="T69" fmla="*/ 28 h 291"/>
                  <a:gd name="T70" fmla="*/ 166 w 761"/>
                  <a:gd name="T71" fmla="*/ 10 h 291"/>
                  <a:gd name="T72" fmla="*/ 25 w 761"/>
                  <a:gd name="T73" fmla="*/ 2 h 291"/>
                  <a:gd name="T74" fmla="*/ 29 w 761"/>
                  <a:gd name="T75" fmla="*/ 0 h 291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</a:gdLst>
                <a:ahLst/>
                <a:cxnLst>
                  <a:cxn ang="T76">
                    <a:pos x="T0" y="T1"/>
                  </a:cxn>
                  <a:cxn ang="T77">
                    <a:pos x="T2" y="T3"/>
                  </a:cxn>
                  <a:cxn ang="T78">
                    <a:pos x="T4" y="T5"/>
                  </a:cxn>
                  <a:cxn ang="T79">
                    <a:pos x="T6" y="T7"/>
                  </a:cxn>
                  <a:cxn ang="T80">
                    <a:pos x="T8" y="T9"/>
                  </a:cxn>
                  <a:cxn ang="T81">
                    <a:pos x="T10" y="T11"/>
                  </a:cxn>
                  <a:cxn ang="T82">
                    <a:pos x="T12" y="T13"/>
                  </a:cxn>
                  <a:cxn ang="T83">
                    <a:pos x="T14" y="T15"/>
                  </a:cxn>
                  <a:cxn ang="T84">
                    <a:pos x="T16" y="T17"/>
                  </a:cxn>
                  <a:cxn ang="T85">
                    <a:pos x="T18" y="T19"/>
                  </a:cxn>
                  <a:cxn ang="T86">
                    <a:pos x="T20" y="T21"/>
                  </a:cxn>
                  <a:cxn ang="T87">
                    <a:pos x="T22" y="T23"/>
                  </a:cxn>
                  <a:cxn ang="T88">
                    <a:pos x="T24" y="T25"/>
                  </a:cxn>
                  <a:cxn ang="T89">
                    <a:pos x="T26" y="T27"/>
                  </a:cxn>
                  <a:cxn ang="T90">
                    <a:pos x="T28" y="T29"/>
                  </a:cxn>
                  <a:cxn ang="T91">
                    <a:pos x="T30" y="T31"/>
                  </a:cxn>
                  <a:cxn ang="T92">
                    <a:pos x="T32" y="T33"/>
                  </a:cxn>
                  <a:cxn ang="T93">
                    <a:pos x="T34" y="T35"/>
                  </a:cxn>
                  <a:cxn ang="T94">
                    <a:pos x="T36" y="T37"/>
                  </a:cxn>
                  <a:cxn ang="T95">
                    <a:pos x="T38" y="T39"/>
                  </a:cxn>
                  <a:cxn ang="T96">
                    <a:pos x="T40" y="T41"/>
                  </a:cxn>
                  <a:cxn ang="T97">
                    <a:pos x="T42" y="T43"/>
                  </a:cxn>
                  <a:cxn ang="T98">
                    <a:pos x="T44" y="T45"/>
                  </a:cxn>
                  <a:cxn ang="T99">
                    <a:pos x="T46" y="T47"/>
                  </a:cxn>
                  <a:cxn ang="T100">
                    <a:pos x="T48" y="T49"/>
                  </a:cxn>
                  <a:cxn ang="T101">
                    <a:pos x="T50" y="T51"/>
                  </a:cxn>
                  <a:cxn ang="T102">
                    <a:pos x="T52" y="T53"/>
                  </a:cxn>
                  <a:cxn ang="T103">
                    <a:pos x="T54" y="T55"/>
                  </a:cxn>
                  <a:cxn ang="T104">
                    <a:pos x="T56" y="T57"/>
                  </a:cxn>
                  <a:cxn ang="T105">
                    <a:pos x="T58" y="T59"/>
                  </a:cxn>
                  <a:cxn ang="T106">
                    <a:pos x="T60" y="T61"/>
                  </a:cxn>
                  <a:cxn ang="T107">
                    <a:pos x="T62" y="T63"/>
                  </a:cxn>
                  <a:cxn ang="T108">
                    <a:pos x="T64" y="T65"/>
                  </a:cxn>
                  <a:cxn ang="T109">
                    <a:pos x="T66" y="T67"/>
                  </a:cxn>
                  <a:cxn ang="T110">
                    <a:pos x="T68" y="T69"/>
                  </a:cxn>
                  <a:cxn ang="T111">
                    <a:pos x="T70" y="T71"/>
                  </a:cxn>
                  <a:cxn ang="T112">
                    <a:pos x="T72" y="T73"/>
                  </a:cxn>
                  <a:cxn ang="T113">
                    <a:pos x="T74" y="T75"/>
                  </a:cxn>
                </a:cxnLst>
                <a:rect l="0" t="0" r="r" b="b"/>
                <a:pathLst>
                  <a:path w="761" h="291">
                    <a:moveTo>
                      <a:pt x="29" y="0"/>
                    </a:moveTo>
                    <a:lnTo>
                      <a:pt x="169" y="6"/>
                    </a:lnTo>
                    <a:lnTo>
                      <a:pt x="324" y="28"/>
                    </a:lnTo>
                    <a:lnTo>
                      <a:pt x="582" y="80"/>
                    </a:lnTo>
                    <a:lnTo>
                      <a:pt x="753" y="120"/>
                    </a:lnTo>
                    <a:lnTo>
                      <a:pt x="760" y="140"/>
                    </a:lnTo>
                    <a:lnTo>
                      <a:pt x="747" y="209"/>
                    </a:lnTo>
                    <a:lnTo>
                      <a:pt x="724" y="290"/>
                    </a:lnTo>
                    <a:lnTo>
                      <a:pt x="747" y="145"/>
                    </a:lnTo>
                    <a:lnTo>
                      <a:pt x="735" y="123"/>
                    </a:lnTo>
                    <a:lnTo>
                      <a:pt x="692" y="112"/>
                    </a:lnTo>
                    <a:lnTo>
                      <a:pt x="654" y="125"/>
                    </a:lnTo>
                    <a:lnTo>
                      <a:pt x="638" y="150"/>
                    </a:lnTo>
                    <a:lnTo>
                      <a:pt x="648" y="170"/>
                    </a:lnTo>
                    <a:lnTo>
                      <a:pt x="670" y="170"/>
                    </a:lnTo>
                    <a:lnTo>
                      <a:pt x="708" y="161"/>
                    </a:lnTo>
                    <a:lnTo>
                      <a:pt x="713" y="142"/>
                    </a:lnTo>
                    <a:lnTo>
                      <a:pt x="719" y="161"/>
                    </a:lnTo>
                    <a:lnTo>
                      <a:pt x="677" y="182"/>
                    </a:lnTo>
                    <a:lnTo>
                      <a:pt x="625" y="182"/>
                    </a:lnTo>
                    <a:lnTo>
                      <a:pt x="580" y="170"/>
                    </a:lnTo>
                    <a:lnTo>
                      <a:pt x="317" y="99"/>
                    </a:lnTo>
                    <a:lnTo>
                      <a:pt x="137" y="55"/>
                    </a:lnTo>
                    <a:lnTo>
                      <a:pt x="32" y="37"/>
                    </a:lnTo>
                    <a:lnTo>
                      <a:pt x="0" y="35"/>
                    </a:lnTo>
                    <a:lnTo>
                      <a:pt x="22" y="27"/>
                    </a:lnTo>
                    <a:lnTo>
                      <a:pt x="117" y="39"/>
                    </a:lnTo>
                    <a:lnTo>
                      <a:pt x="281" y="77"/>
                    </a:lnTo>
                    <a:lnTo>
                      <a:pt x="463" y="125"/>
                    </a:lnTo>
                    <a:lnTo>
                      <a:pt x="630" y="172"/>
                    </a:lnTo>
                    <a:lnTo>
                      <a:pt x="618" y="150"/>
                    </a:lnTo>
                    <a:lnTo>
                      <a:pt x="627" y="125"/>
                    </a:lnTo>
                    <a:lnTo>
                      <a:pt x="670" y="108"/>
                    </a:lnTo>
                    <a:lnTo>
                      <a:pt x="475" y="64"/>
                    </a:lnTo>
                    <a:lnTo>
                      <a:pt x="288" y="28"/>
                    </a:lnTo>
                    <a:lnTo>
                      <a:pt x="166" y="10"/>
                    </a:lnTo>
                    <a:lnTo>
                      <a:pt x="25" y="2"/>
                    </a:lnTo>
                    <a:lnTo>
                      <a:pt x="29" y="0"/>
                    </a:lnTo>
                  </a:path>
                </a:pathLst>
              </a:custGeom>
              <a:solidFill>
                <a:srgbClr val="000000"/>
              </a:solidFill>
              <a:ln w="12700" cap="rnd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189" name="Freeform 42">
                <a:extLst>
                  <a:ext uri="{FF2B5EF4-FFF2-40B4-BE49-F238E27FC236}">
                    <a16:creationId xmlns:a16="http://schemas.microsoft.com/office/drawing/2014/main" id="{7CB890DA-4738-4CD2-AB1D-70F38F24879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08" y="603"/>
                <a:ext cx="1807" cy="1030"/>
              </a:xfrm>
              <a:custGeom>
                <a:avLst/>
                <a:gdLst>
                  <a:gd name="T0" fmla="*/ 11 w 1807"/>
                  <a:gd name="T1" fmla="*/ 3 h 1030"/>
                  <a:gd name="T2" fmla="*/ 43 w 1807"/>
                  <a:gd name="T3" fmla="*/ 45 h 1030"/>
                  <a:gd name="T4" fmla="*/ 56 w 1807"/>
                  <a:gd name="T5" fmla="*/ 149 h 1030"/>
                  <a:gd name="T6" fmla="*/ 61 w 1807"/>
                  <a:gd name="T7" fmla="*/ 307 h 1030"/>
                  <a:gd name="T8" fmla="*/ 56 w 1807"/>
                  <a:gd name="T9" fmla="*/ 520 h 1030"/>
                  <a:gd name="T10" fmla="*/ 50 w 1807"/>
                  <a:gd name="T11" fmla="*/ 688 h 1030"/>
                  <a:gd name="T12" fmla="*/ 36 w 1807"/>
                  <a:gd name="T13" fmla="*/ 887 h 1030"/>
                  <a:gd name="T14" fmla="*/ 20 w 1807"/>
                  <a:gd name="T15" fmla="*/ 995 h 1030"/>
                  <a:gd name="T16" fmla="*/ 433 w 1807"/>
                  <a:gd name="T17" fmla="*/ 1012 h 1030"/>
                  <a:gd name="T18" fmla="*/ 685 w 1807"/>
                  <a:gd name="T19" fmla="*/ 1015 h 1030"/>
                  <a:gd name="T20" fmla="*/ 1179 w 1807"/>
                  <a:gd name="T21" fmla="*/ 1012 h 1030"/>
                  <a:gd name="T22" fmla="*/ 1431 w 1807"/>
                  <a:gd name="T23" fmla="*/ 1007 h 1030"/>
                  <a:gd name="T24" fmla="*/ 1806 w 1807"/>
                  <a:gd name="T25" fmla="*/ 992 h 1030"/>
                  <a:gd name="T26" fmla="*/ 1467 w 1807"/>
                  <a:gd name="T27" fmla="*/ 1022 h 1030"/>
                  <a:gd name="T28" fmla="*/ 1161 w 1807"/>
                  <a:gd name="T29" fmla="*/ 1026 h 1030"/>
                  <a:gd name="T30" fmla="*/ 744 w 1807"/>
                  <a:gd name="T31" fmla="*/ 1029 h 1030"/>
                  <a:gd name="T32" fmla="*/ 362 w 1807"/>
                  <a:gd name="T33" fmla="*/ 1018 h 1030"/>
                  <a:gd name="T34" fmla="*/ 0 w 1807"/>
                  <a:gd name="T35" fmla="*/ 1003 h 1030"/>
                  <a:gd name="T36" fmla="*/ 20 w 1807"/>
                  <a:gd name="T37" fmla="*/ 850 h 1030"/>
                  <a:gd name="T38" fmla="*/ 32 w 1807"/>
                  <a:gd name="T39" fmla="*/ 614 h 1030"/>
                  <a:gd name="T40" fmla="*/ 36 w 1807"/>
                  <a:gd name="T41" fmla="*/ 397 h 1030"/>
                  <a:gd name="T42" fmla="*/ 36 w 1807"/>
                  <a:gd name="T43" fmla="*/ 202 h 1030"/>
                  <a:gd name="T44" fmla="*/ 20 w 1807"/>
                  <a:gd name="T45" fmla="*/ 63 h 1030"/>
                  <a:gd name="T46" fmla="*/ 0 w 1807"/>
                  <a:gd name="T47" fmla="*/ 0 h 1030"/>
                  <a:gd name="T48" fmla="*/ 11 w 1807"/>
                  <a:gd name="T49" fmla="*/ 3 h 1030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</a:gdLst>
                <a:ahLst/>
                <a:cxnLst>
                  <a:cxn ang="T50">
                    <a:pos x="T0" y="T1"/>
                  </a:cxn>
                  <a:cxn ang="T51">
                    <a:pos x="T2" y="T3"/>
                  </a:cxn>
                  <a:cxn ang="T52">
                    <a:pos x="T4" y="T5"/>
                  </a:cxn>
                  <a:cxn ang="T53">
                    <a:pos x="T6" y="T7"/>
                  </a:cxn>
                  <a:cxn ang="T54">
                    <a:pos x="T8" y="T9"/>
                  </a:cxn>
                  <a:cxn ang="T55">
                    <a:pos x="T10" y="T11"/>
                  </a:cxn>
                  <a:cxn ang="T56">
                    <a:pos x="T12" y="T13"/>
                  </a:cxn>
                  <a:cxn ang="T57">
                    <a:pos x="T14" y="T15"/>
                  </a:cxn>
                  <a:cxn ang="T58">
                    <a:pos x="T16" y="T17"/>
                  </a:cxn>
                  <a:cxn ang="T59">
                    <a:pos x="T18" y="T19"/>
                  </a:cxn>
                  <a:cxn ang="T60">
                    <a:pos x="T20" y="T21"/>
                  </a:cxn>
                  <a:cxn ang="T61">
                    <a:pos x="T22" y="T23"/>
                  </a:cxn>
                  <a:cxn ang="T62">
                    <a:pos x="T24" y="T25"/>
                  </a:cxn>
                  <a:cxn ang="T63">
                    <a:pos x="T26" y="T27"/>
                  </a:cxn>
                  <a:cxn ang="T64">
                    <a:pos x="T28" y="T29"/>
                  </a:cxn>
                  <a:cxn ang="T65">
                    <a:pos x="T30" y="T31"/>
                  </a:cxn>
                  <a:cxn ang="T66">
                    <a:pos x="T32" y="T33"/>
                  </a:cxn>
                  <a:cxn ang="T67">
                    <a:pos x="T34" y="T35"/>
                  </a:cxn>
                  <a:cxn ang="T68">
                    <a:pos x="T36" y="T37"/>
                  </a:cxn>
                  <a:cxn ang="T69">
                    <a:pos x="T38" y="T39"/>
                  </a:cxn>
                  <a:cxn ang="T70">
                    <a:pos x="T40" y="T41"/>
                  </a:cxn>
                  <a:cxn ang="T71">
                    <a:pos x="T42" y="T43"/>
                  </a:cxn>
                  <a:cxn ang="T72">
                    <a:pos x="T44" y="T45"/>
                  </a:cxn>
                  <a:cxn ang="T73">
                    <a:pos x="T46" y="T47"/>
                  </a:cxn>
                  <a:cxn ang="T74">
                    <a:pos x="T48" y="T49"/>
                  </a:cxn>
                </a:cxnLst>
                <a:rect l="0" t="0" r="r" b="b"/>
                <a:pathLst>
                  <a:path w="1807" h="1030">
                    <a:moveTo>
                      <a:pt x="11" y="3"/>
                    </a:moveTo>
                    <a:lnTo>
                      <a:pt x="43" y="45"/>
                    </a:lnTo>
                    <a:lnTo>
                      <a:pt x="56" y="149"/>
                    </a:lnTo>
                    <a:lnTo>
                      <a:pt x="61" y="307"/>
                    </a:lnTo>
                    <a:lnTo>
                      <a:pt x="56" y="520"/>
                    </a:lnTo>
                    <a:lnTo>
                      <a:pt x="50" y="688"/>
                    </a:lnTo>
                    <a:lnTo>
                      <a:pt x="36" y="887"/>
                    </a:lnTo>
                    <a:lnTo>
                      <a:pt x="20" y="995"/>
                    </a:lnTo>
                    <a:lnTo>
                      <a:pt x="433" y="1012"/>
                    </a:lnTo>
                    <a:lnTo>
                      <a:pt x="685" y="1015"/>
                    </a:lnTo>
                    <a:lnTo>
                      <a:pt x="1179" y="1012"/>
                    </a:lnTo>
                    <a:lnTo>
                      <a:pt x="1431" y="1007"/>
                    </a:lnTo>
                    <a:lnTo>
                      <a:pt x="1806" y="992"/>
                    </a:lnTo>
                    <a:lnTo>
                      <a:pt x="1467" y="1022"/>
                    </a:lnTo>
                    <a:lnTo>
                      <a:pt x="1161" y="1026"/>
                    </a:lnTo>
                    <a:lnTo>
                      <a:pt x="744" y="1029"/>
                    </a:lnTo>
                    <a:lnTo>
                      <a:pt x="362" y="1018"/>
                    </a:lnTo>
                    <a:lnTo>
                      <a:pt x="0" y="1003"/>
                    </a:lnTo>
                    <a:lnTo>
                      <a:pt x="20" y="850"/>
                    </a:lnTo>
                    <a:lnTo>
                      <a:pt x="32" y="614"/>
                    </a:lnTo>
                    <a:lnTo>
                      <a:pt x="36" y="397"/>
                    </a:lnTo>
                    <a:lnTo>
                      <a:pt x="36" y="202"/>
                    </a:lnTo>
                    <a:lnTo>
                      <a:pt x="20" y="63"/>
                    </a:lnTo>
                    <a:lnTo>
                      <a:pt x="0" y="0"/>
                    </a:lnTo>
                    <a:lnTo>
                      <a:pt x="11" y="3"/>
                    </a:lnTo>
                  </a:path>
                </a:pathLst>
              </a:custGeom>
              <a:solidFill>
                <a:srgbClr val="000000"/>
              </a:solidFill>
              <a:ln w="12700" cap="rnd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190" name="Freeform 43">
                <a:extLst>
                  <a:ext uri="{FF2B5EF4-FFF2-40B4-BE49-F238E27FC236}">
                    <a16:creationId xmlns:a16="http://schemas.microsoft.com/office/drawing/2014/main" id="{BE38DCB4-8566-40E4-9AD0-253D41D028A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26" y="768"/>
                <a:ext cx="89" cy="831"/>
              </a:xfrm>
              <a:custGeom>
                <a:avLst/>
                <a:gdLst>
                  <a:gd name="T0" fmla="*/ 26 w 89"/>
                  <a:gd name="T1" fmla="*/ 41 h 831"/>
                  <a:gd name="T2" fmla="*/ 18 w 89"/>
                  <a:gd name="T3" fmla="*/ 158 h 831"/>
                  <a:gd name="T4" fmla="*/ 26 w 89"/>
                  <a:gd name="T5" fmla="*/ 393 h 831"/>
                  <a:gd name="T6" fmla="*/ 51 w 89"/>
                  <a:gd name="T7" fmla="*/ 655 h 831"/>
                  <a:gd name="T8" fmla="*/ 88 w 89"/>
                  <a:gd name="T9" fmla="*/ 830 h 831"/>
                  <a:gd name="T10" fmla="*/ 51 w 89"/>
                  <a:gd name="T11" fmla="*/ 715 h 831"/>
                  <a:gd name="T12" fmla="*/ 18 w 89"/>
                  <a:gd name="T13" fmla="*/ 550 h 831"/>
                  <a:gd name="T14" fmla="*/ 13 w 89"/>
                  <a:gd name="T15" fmla="*/ 348 h 831"/>
                  <a:gd name="T16" fmla="*/ 0 w 89"/>
                  <a:gd name="T17" fmla="*/ 142 h 831"/>
                  <a:gd name="T18" fmla="*/ 26 w 89"/>
                  <a:gd name="T19" fmla="*/ 0 h 831"/>
                  <a:gd name="T20" fmla="*/ 26 w 89"/>
                  <a:gd name="T21" fmla="*/ 41 h 831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89" h="831">
                    <a:moveTo>
                      <a:pt x="26" y="41"/>
                    </a:moveTo>
                    <a:lnTo>
                      <a:pt x="18" y="158"/>
                    </a:lnTo>
                    <a:lnTo>
                      <a:pt x="26" y="393"/>
                    </a:lnTo>
                    <a:lnTo>
                      <a:pt x="51" y="655"/>
                    </a:lnTo>
                    <a:lnTo>
                      <a:pt x="88" y="830"/>
                    </a:lnTo>
                    <a:lnTo>
                      <a:pt x="51" y="715"/>
                    </a:lnTo>
                    <a:lnTo>
                      <a:pt x="18" y="550"/>
                    </a:lnTo>
                    <a:lnTo>
                      <a:pt x="13" y="348"/>
                    </a:lnTo>
                    <a:lnTo>
                      <a:pt x="0" y="142"/>
                    </a:lnTo>
                    <a:lnTo>
                      <a:pt x="26" y="0"/>
                    </a:lnTo>
                    <a:lnTo>
                      <a:pt x="26" y="41"/>
                    </a:lnTo>
                  </a:path>
                </a:pathLst>
              </a:custGeom>
              <a:solidFill>
                <a:srgbClr val="000000"/>
              </a:solidFill>
              <a:ln w="12700" cap="rnd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6149" name="Rectangle 44">
              <a:extLst>
                <a:ext uri="{FF2B5EF4-FFF2-40B4-BE49-F238E27FC236}">
                  <a16:creationId xmlns:a16="http://schemas.microsoft.com/office/drawing/2014/main" id="{8EC708D2-65E5-436E-989A-F7AE92170E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88" y="1001"/>
              <a:ext cx="1872" cy="37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>
              <a:lvl1pPr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4000">
                  <a:solidFill>
                    <a:schemeClr val="tx2"/>
                  </a:solidFill>
                  <a:latin typeface="Tahoma" panose="020B0604030504040204" pitchFamily="34" charset="0"/>
                </a:rPr>
                <a:t>概述</a:t>
              </a:r>
            </a:p>
          </p:txBody>
        </p:sp>
      </p:grpSp>
      <p:sp>
        <p:nvSpPr>
          <p:cNvPr id="573485" name="Text Box 45">
            <a:extLst>
              <a:ext uri="{FF2B5EF4-FFF2-40B4-BE49-F238E27FC236}">
                <a16:creationId xmlns:a16="http://schemas.microsoft.com/office/drawing/2014/main" id="{2526A44E-5264-4FBB-95B3-287A8E5DA6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82901" y="2465388"/>
            <a:ext cx="7464425" cy="16748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195263" indent="-195263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658813" indent="-201613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</a:pPr>
            <a:r>
              <a:rPr kumimoji="0" lang="zh-CN" altLang="en-US" sz="3600">
                <a:solidFill>
                  <a:schemeClr val="accent2"/>
                </a:solidFill>
                <a:latin typeface="Arial" panose="020B0604020202020204" pitchFamily="34" charset="0"/>
              </a:rPr>
              <a:t>应用层主要内容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FontTx/>
              <a:buChar char="•"/>
            </a:pPr>
            <a:r>
              <a:rPr kumimoji="0" lang="zh-CN" altLang="en-US" sz="3600">
                <a:latin typeface="Arial" panose="020B0604020202020204" pitchFamily="34" charset="0"/>
              </a:rPr>
              <a:t>因特网应用协议</a:t>
            </a:r>
          </a:p>
          <a:p>
            <a:pPr lvl="1" eaLnBrk="1" hangingPunct="1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FontTx/>
              <a:buChar char="–"/>
            </a:pPr>
            <a:r>
              <a:rPr kumimoji="0" lang="en-US" altLang="zh-CN">
                <a:latin typeface="Arial" panose="020B0604020202020204" pitchFamily="34" charset="0"/>
              </a:rPr>
              <a:t>http, ftp, telnet, SSH,smtp, pop, dns</a:t>
            </a: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734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734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8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7348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7348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8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7348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7348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3485" grpId="0" build="p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3">
            <a:hlinkClick r:id="rId2" action="ppaction://hlinksldjump"/>
            <a:extLst>
              <a:ext uri="{FF2B5EF4-FFF2-40B4-BE49-F238E27FC236}">
                <a16:creationId xmlns:a16="http://schemas.microsoft.com/office/drawing/2014/main" id="{D73FB732-764E-4F7C-AB41-EAE811BEFC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32125" y="2165350"/>
            <a:ext cx="2362200" cy="419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7171" name="Rectangle 4">
            <a:extLst>
              <a:ext uri="{FF2B5EF4-FFF2-40B4-BE49-F238E27FC236}">
                <a16:creationId xmlns:a16="http://schemas.microsoft.com/office/drawing/2014/main" id="{081B7417-13DB-41D3-AA1D-BDF93D65BF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84525" y="2393950"/>
            <a:ext cx="2819400" cy="838200"/>
          </a:xfrm>
          <a:prstGeom prst="rect">
            <a:avLst/>
          </a:prstGeom>
          <a:solidFill>
            <a:srgbClr val="66FF33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kumimoji="0" lang="zh-CN" altLang="en-US" sz="2400"/>
              <a:t>应用层</a:t>
            </a:r>
          </a:p>
        </p:txBody>
      </p:sp>
      <p:sp>
        <p:nvSpPr>
          <p:cNvPr id="7172" name="Rectangle 5">
            <a:extLst>
              <a:ext uri="{FF2B5EF4-FFF2-40B4-BE49-F238E27FC236}">
                <a16:creationId xmlns:a16="http://schemas.microsoft.com/office/drawing/2014/main" id="{4C9CC585-5C87-4C6E-9D7A-96006083D1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84525" y="3460750"/>
            <a:ext cx="2819400" cy="8382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kumimoji="0" lang="zh-CN" altLang="en-US" sz="2400"/>
              <a:t>主机</a:t>
            </a:r>
            <a:r>
              <a:rPr kumimoji="0" lang="en-US" altLang="zh-CN" sz="2400"/>
              <a:t>—</a:t>
            </a:r>
            <a:r>
              <a:rPr kumimoji="0" lang="zh-CN" altLang="en-US" sz="2400"/>
              <a:t>主机层</a:t>
            </a:r>
          </a:p>
        </p:txBody>
      </p:sp>
      <p:sp>
        <p:nvSpPr>
          <p:cNvPr id="7173" name="Rectangle 6">
            <a:extLst>
              <a:ext uri="{FF2B5EF4-FFF2-40B4-BE49-F238E27FC236}">
                <a16:creationId xmlns:a16="http://schemas.microsoft.com/office/drawing/2014/main" id="{C43FEA8C-AB2E-42ED-AFDB-1533CBF2DA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84525" y="4527550"/>
            <a:ext cx="2819400" cy="838200"/>
          </a:xfrm>
          <a:prstGeom prst="rect">
            <a:avLst/>
          </a:prstGeom>
          <a:solidFill>
            <a:srgbClr val="66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kumimoji="0" lang="zh-CN" altLang="en-US" sz="2400"/>
              <a:t>网络层</a:t>
            </a:r>
          </a:p>
        </p:txBody>
      </p:sp>
      <p:sp>
        <p:nvSpPr>
          <p:cNvPr id="7174" name="Rectangle 7">
            <a:extLst>
              <a:ext uri="{FF2B5EF4-FFF2-40B4-BE49-F238E27FC236}">
                <a16:creationId xmlns:a16="http://schemas.microsoft.com/office/drawing/2014/main" id="{A3BCF91E-CA81-419D-B382-C46C5901EB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84525" y="5594350"/>
            <a:ext cx="2819400" cy="8382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kumimoji="0" lang="zh-CN" altLang="en-US" sz="2400">
                <a:solidFill>
                  <a:schemeClr val="bg1"/>
                </a:solidFill>
              </a:rPr>
              <a:t>网络接口层</a:t>
            </a:r>
          </a:p>
        </p:txBody>
      </p:sp>
      <p:sp>
        <p:nvSpPr>
          <p:cNvPr id="7175" name="Line 8">
            <a:extLst>
              <a:ext uri="{FF2B5EF4-FFF2-40B4-BE49-F238E27FC236}">
                <a16:creationId xmlns:a16="http://schemas.microsoft.com/office/drawing/2014/main" id="{9161A11B-70E5-4343-9735-49319E8FEE3F}"/>
              </a:ext>
            </a:extLst>
          </p:cNvPr>
          <p:cNvSpPr>
            <a:spLocks noChangeShapeType="1"/>
          </p:cNvSpPr>
          <p:nvPr/>
        </p:nvSpPr>
        <p:spPr bwMode="auto">
          <a:xfrm>
            <a:off x="3870325" y="3232150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176" name="Line 9">
            <a:extLst>
              <a:ext uri="{FF2B5EF4-FFF2-40B4-BE49-F238E27FC236}">
                <a16:creationId xmlns:a16="http://schemas.microsoft.com/office/drawing/2014/main" id="{728EFB38-2A95-457E-A0B1-0B79875910A7}"/>
              </a:ext>
            </a:extLst>
          </p:cNvPr>
          <p:cNvSpPr>
            <a:spLocks noChangeShapeType="1"/>
          </p:cNvSpPr>
          <p:nvPr/>
        </p:nvSpPr>
        <p:spPr bwMode="auto">
          <a:xfrm>
            <a:off x="3870325" y="5365750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177" name="Line 10">
            <a:extLst>
              <a:ext uri="{FF2B5EF4-FFF2-40B4-BE49-F238E27FC236}">
                <a16:creationId xmlns:a16="http://schemas.microsoft.com/office/drawing/2014/main" id="{2D5B49D1-1DAA-4B56-B759-67D7285C411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318125" y="5365750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178" name="Line 11">
            <a:extLst>
              <a:ext uri="{FF2B5EF4-FFF2-40B4-BE49-F238E27FC236}">
                <a16:creationId xmlns:a16="http://schemas.microsoft.com/office/drawing/2014/main" id="{428B5889-CE90-42AA-A790-168DF80D20EF}"/>
              </a:ext>
            </a:extLst>
          </p:cNvPr>
          <p:cNvSpPr>
            <a:spLocks noChangeShapeType="1"/>
          </p:cNvSpPr>
          <p:nvPr/>
        </p:nvSpPr>
        <p:spPr bwMode="auto">
          <a:xfrm>
            <a:off x="3870325" y="4298950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179" name="Line 12">
            <a:extLst>
              <a:ext uri="{FF2B5EF4-FFF2-40B4-BE49-F238E27FC236}">
                <a16:creationId xmlns:a16="http://schemas.microsoft.com/office/drawing/2014/main" id="{AC8B8E5D-027C-4F7D-95AB-9B065D506C4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318125" y="3232150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180" name="Line 13">
            <a:extLst>
              <a:ext uri="{FF2B5EF4-FFF2-40B4-BE49-F238E27FC236}">
                <a16:creationId xmlns:a16="http://schemas.microsoft.com/office/drawing/2014/main" id="{0EE061EA-13AF-4D03-B141-E132BF134FB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318125" y="4298950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181" name="Text Box 14">
            <a:extLst>
              <a:ext uri="{FF2B5EF4-FFF2-40B4-BE49-F238E27FC236}">
                <a16:creationId xmlns:a16="http://schemas.microsoft.com/office/drawing/2014/main" id="{3299BF24-15BD-420C-9898-351B2295F9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75125" y="1611313"/>
            <a:ext cx="7937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kumimoji="0" lang="zh-CN" altLang="en-US" sz="2400"/>
              <a:t>用户</a:t>
            </a:r>
          </a:p>
        </p:txBody>
      </p:sp>
      <p:sp>
        <p:nvSpPr>
          <p:cNvPr id="7182" name="Line 15">
            <a:extLst>
              <a:ext uri="{FF2B5EF4-FFF2-40B4-BE49-F238E27FC236}">
                <a16:creationId xmlns:a16="http://schemas.microsoft.com/office/drawing/2014/main" id="{8637331C-6B88-441C-8E8B-888D1E45198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022725" y="2012950"/>
            <a:ext cx="1524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183" name="Line 16">
            <a:extLst>
              <a:ext uri="{FF2B5EF4-FFF2-40B4-BE49-F238E27FC236}">
                <a16:creationId xmlns:a16="http://schemas.microsoft.com/office/drawing/2014/main" id="{09CCC6FC-17B8-4C87-BAAE-6AC3BC081BBD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860925" y="2012950"/>
            <a:ext cx="1524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184" name="Rectangle 17">
            <a:extLst>
              <a:ext uri="{FF2B5EF4-FFF2-40B4-BE49-F238E27FC236}">
                <a16:creationId xmlns:a16="http://schemas.microsoft.com/office/drawing/2014/main" id="{06EA8C6F-3DB0-4FDF-B210-05A34C4029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08325" y="2241550"/>
            <a:ext cx="3048000" cy="4343400"/>
          </a:xfrm>
          <a:prstGeom prst="rect">
            <a:avLst/>
          </a:prstGeom>
          <a:noFill/>
          <a:ln w="9525">
            <a:solidFill>
              <a:schemeClr val="tx1"/>
            </a:solidFill>
            <a:prstDash val="sysDot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7185" name="Text Box 18">
            <a:extLst>
              <a:ext uri="{FF2B5EF4-FFF2-40B4-BE49-F238E27FC236}">
                <a16:creationId xmlns:a16="http://schemas.microsoft.com/office/drawing/2014/main" id="{F1E1F4AE-6D1A-433A-B2B2-BE660BC736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74926" y="1839914"/>
            <a:ext cx="800219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kumimoji="0" lang="zh-CN" altLang="en-US" sz="2400"/>
              <a:t>网络</a:t>
            </a:r>
          </a:p>
        </p:txBody>
      </p:sp>
      <p:sp>
        <p:nvSpPr>
          <p:cNvPr id="7186" name="Text Box 19">
            <a:extLst>
              <a:ext uri="{FF2B5EF4-FFF2-40B4-BE49-F238E27FC236}">
                <a16:creationId xmlns:a16="http://schemas.microsoft.com/office/drawing/2014/main" id="{84BAB190-676C-4185-AAA7-892B1D0860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4414" y="2595564"/>
            <a:ext cx="428307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kumimoji="0" lang="en-US" altLang="zh-CN" sz="2000"/>
              <a:t>HTTP, SMTP, FTP, TELNET, DNS, …</a:t>
            </a:r>
          </a:p>
        </p:txBody>
      </p:sp>
      <p:sp>
        <p:nvSpPr>
          <p:cNvPr id="7187" name="Text Box 20">
            <a:extLst>
              <a:ext uri="{FF2B5EF4-FFF2-40B4-BE49-F238E27FC236}">
                <a16:creationId xmlns:a16="http://schemas.microsoft.com/office/drawing/2014/main" id="{48F2949E-548B-4A42-B929-E6DA1C23AB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84925" y="3613150"/>
            <a:ext cx="15827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kumimoji="0" lang="en-US" altLang="zh-CN" sz="2400"/>
              <a:t>TCP, UDP.</a:t>
            </a:r>
          </a:p>
        </p:txBody>
      </p:sp>
      <p:sp>
        <p:nvSpPr>
          <p:cNvPr id="7188" name="Text Box 21">
            <a:extLst>
              <a:ext uri="{FF2B5EF4-FFF2-40B4-BE49-F238E27FC236}">
                <a16:creationId xmlns:a16="http://schemas.microsoft.com/office/drawing/2014/main" id="{CC8D3406-9BD7-4FE9-AED0-39AD2B3490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02388" y="4703763"/>
            <a:ext cx="3454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kumimoji="0" lang="en-US" altLang="zh-CN" sz="2400"/>
              <a:t>IP</a:t>
            </a:r>
            <a:r>
              <a:rPr kumimoji="0" lang="zh-CN" altLang="en-US" sz="2400"/>
              <a:t>（</a:t>
            </a:r>
            <a:r>
              <a:rPr kumimoji="0" lang="en-US" altLang="zh-CN" sz="2400"/>
              <a:t>ICMP/ARP/RARP</a:t>
            </a:r>
            <a:r>
              <a:rPr kumimoji="0" lang="zh-CN" altLang="en-US" sz="2400"/>
              <a:t>）</a:t>
            </a:r>
          </a:p>
        </p:txBody>
      </p:sp>
      <p:sp>
        <p:nvSpPr>
          <p:cNvPr id="7189" name="Text Box 22">
            <a:extLst>
              <a:ext uri="{FF2B5EF4-FFF2-40B4-BE49-F238E27FC236}">
                <a16:creationId xmlns:a16="http://schemas.microsoft.com/office/drawing/2014/main" id="{91FDFA1C-E263-4BFC-A58F-9E11EA7A1E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61125" y="5594351"/>
            <a:ext cx="3498850" cy="1006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kumimoji="0" lang="en-US" altLang="zh-CN" sz="2000"/>
              <a:t>   </a:t>
            </a:r>
            <a:r>
              <a:rPr kumimoji="0" lang="zh-CN" altLang="en-US" sz="2000"/>
              <a:t>局域网     </a:t>
            </a:r>
            <a:r>
              <a:rPr kumimoji="0" lang="en-US" altLang="zh-CN" sz="2000"/>
              <a:t>.      </a:t>
            </a:r>
            <a:r>
              <a:rPr kumimoji="0" lang="zh-CN" altLang="en-US" sz="2000"/>
              <a:t>点对点连接 </a:t>
            </a:r>
          </a:p>
          <a:p>
            <a:r>
              <a:rPr kumimoji="0" lang="zh-CN" altLang="en-US" sz="2000"/>
              <a:t>网卡驱动程序        </a:t>
            </a:r>
            <a:r>
              <a:rPr kumimoji="0" lang="en-US" altLang="zh-CN" sz="2000"/>
              <a:t>PPP</a:t>
            </a:r>
          </a:p>
          <a:p>
            <a:r>
              <a:rPr kumimoji="0" lang="en-US" altLang="zh-CN" sz="2000"/>
              <a:t>   </a:t>
            </a:r>
            <a:r>
              <a:rPr kumimoji="0" lang="zh-CN" altLang="en-US" sz="2000"/>
              <a:t>局域网卡          </a:t>
            </a:r>
            <a:r>
              <a:rPr kumimoji="0" lang="en-US" altLang="zh-CN" sz="2000"/>
              <a:t>MODEM ...</a:t>
            </a:r>
          </a:p>
        </p:txBody>
      </p:sp>
      <p:sp>
        <p:nvSpPr>
          <p:cNvPr id="7190" name="Rectangle 23">
            <a:extLst>
              <a:ext uri="{FF2B5EF4-FFF2-40B4-BE49-F238E27FC236}">
                <a16:creationId xmlns:a16="http://schemas.microsoft.com/office/drawing/2014/main" id="{C55DC405-A7A7-41F5-A010-6E651B1484F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203450" y="438150"/>
            <a:ext cx="7772400" cy="11430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 eaLnBrk="1" hangingPunct="1"/>
            <a:r>
              <a:rPr lang="en-US" altLang="zh-CN" sz="3600"/>
              <a:t>Internet </a:t>
            </a:r>
            <a:r>
              <a:rPr lang="zh-CN" altLang="en-US" sz="3600">
                <a:latin typeface="Times New Roman" panose="02020603050405020304" pitchFamily="18" charset="0"/>
                <a:ea typeface="华文新魏" panose="02010800040101010101" pitchFamily="2" charset="-122"/>
              </a:rPr>
              <a:t>协议栈</a:t>
            </a:r>
          </a:p>
        </p:txBody>
      </p:sp>
    </p:spTree>
  </p:cSld>
  <p:clrMapOvr>
    <a:masterClrMapping/>
  </p:clrMapOvr>
  <p:transition spd="med">
    <p:random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3">
            <a:hlinkClick r:id="rId3" action="ppaction://hlinksldjump"/>
            <a:extLst>
              <a:ext uri="{FF2B5EF4-FFF2-40B4-BE49-F238E27FC236}">
                <a16:creationId xmlns:a16="http://schemas.microsoft.com/office/drawing/2014/main" id="{EF4BF876-7E1E-42F1-B466-271F31F489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1200" y="2133600"/>
            <a:ext cx="2362200" cy="419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195" name="Rectangle 4">
            <a:extLst>
              <a:ext uri="{FF2B5EF4-FFF2-40B4-BE49-F238E27FC236}">
                <a16:creationId xmlns:a16="http://schemas.microsoft.com/office/drawing/2014/main" id="{9D8F64B2-1474-45E0-A01B-A5875096DB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3600" y="2362200"/>
            <a:ext cx="2133600" cy="838200"/>
          </a:xfrm>
          <a:prstGeom prst="rect">
            <a:avLst/>
          </a:prstGeom>
          <a:solidFill>
            <a:srgbClr val="66FF33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kumimoji="0" lang="en-US" altLang="zh-CN" sz="2400"/>
              <a:t>e-mail</a:t>
            </a:r>
            <a:r>
              <a:rPr kumimoji="0" lang="zh-CN" altLang="en-US" sz="2400"/>
              <a:t>客户</a:t>
            </a:r>
          </a:p>
        </p:txBody>
      </p:sp>
      <p:sp>
        <p:nvSpPr>
          <p:cNvPr id="8196" name="Rectangle 5">
            <a:extLst>
              <a:ext uri="{FF2B5EF4-FFF2-40B4-BE49-F238E27FC236}">
                <a16:creationId xmlns:a16="http://schemas.microsoft.com/office/drawing/2014/main" id="{22BD0C54-0BF5-47CC-BEF0-4875E2F336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3600" y="3429000"/>
            <a:ext cx="2133600" cy="8382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kumimoji="0" lang="en-US" altLang="zh-CN" sz="2400"/>
              <a:t>TCP </a:t>
            </a:r>
            <a:r>
              <a:rPr kumimoji="0" lang="zh-CN" altLang="en-US" sz="2400"/>
              <a:t>服务器</a:t>
            </a:r>
          </a:p>
        </p:txBody>
      </p:sp>
      <p:sp>
        <p:nvSpPr>
          <p:cNvPr id="8197" name="Rectangle 6">
            <a:extLst>
              <a:ext uri="{FF2B5EF4-FFF2-40B4-BE49-F238E27FC236}">
                <a16:creationId xmlns:a16="http://schemas.microsoft.com/office/drawing/2014/main" id="{4EA3B2D8-D92C-42BF-A255-3C7736B26A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3600" y="4495800"/>
            <a:ext cx="2133600" cy="838200"/>
          </a:xfrm>
          <a:prstGeom prst="rect">
            <a:avLst/>
          </a:prstGeom>
          <a:solidFill>
            <a:srgbClr val="66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kumimoji="0" lang="en-US" altLang="zh-CN" sz="2400"/>
              <a:t>IP</a:t>
            </a:r>
            <a:r>
              <a:rPr kumimoji="0" lang="zh-CN" altLang="en-US" sz="2400"/>
              <a:t>服务器</a:t>
            </a:r>
          </a:p>
        </p:txBody>
      </p:sp>
      <p:sp>
        <p:nvSpPr>
          <p:cNvPr id="8198" name="Rectangle 7">
            <a:extLst>
              <a:ext uri="{FF2B5EF4-FFF2-40B4-BE49-F238E27FC236}">
                <a16:creationId xmlns:a16="http://schemas.microsoft.com/office/drawing/2014/main" id="{97367F3E-80AB-4E16-AFF8-E065E2DB34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3600" y="5562600"/>
            <a:ext cx="2133600" cy="8382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kumimoji="0" lang="zh-CN" altLang="en-US" sz="2400"/>
              <a:t>以太网驱动器</a:t>
            </a:r>
          </a:p>
          <a:p>
            <a:pPr algn="ctr"/>
            <a:r>
              <a:rPr kumimoji="0" lang="en-US" altLang="zh-CN" sz="2400"/>
              <a:t>/</a:t>
            </a:r>
            <a:r>
              <a:rPr kumimoji="0" lang="zh-CN" altLang="en-US" sz="2400"/>
              <a:t>网卡</a:t>
            </a:r>
          </a:p>
        </p:txBody>
      </p:sp>
      <p:sp>
        <p:nvSpPr>
          <p:cNvPr id="8199" name="Line 8">
            <a:extLst>
              <a:ext uri="{FF2B5EF4-FFF2-40B4-BE49-F238E27FC236}">
                <a16:creationId xmlns:a16="http://schemas.microsoft.com/office/drawing/2014/main" id="{06FA6A4F-2B9A-49EC-BB64-59A8680D5A5B}"/>
              </a:ext>
            </a:extLst>
          </p:cNvPr>
          <p:cNvSpPr>
            <a:spLocks noChangeShapeType="1"/>
          </p:cNvSpPr>
          <p:nvPr/>
        </p:nvSpPr>
        <p:spPr bwMode="auto">
          <a:xfrm>
            <a:off x="2819400" y="3200400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200" name="Line 9">
            <a:extLst>
              <a:ext uri="{FF2B5EF4-FFF2-40B4-BE49-F238E27FC236}">
                <a16:creationId xmlns:a16="http://schemas.microsoft.com/office/drawing/2014/main" id="{3BA6F1E7-FCF6-4BCB-9D44-33054FBAD215}"/>
              </a:ext>
            </a:extLst>
          </p:cNvPr>
          <p:cNvSpPr>
            <a:spLocks noChangeShapeType="1"/>
          </p:cNvSpPr>
          <p:nvPr/>
        </p:nvSpPr>
        <p:spPr bwMode="auto">
          <a:xfrm>
            <a:off x="2819400" y="5334000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201" name="Line 10">
            <a:extLst>
              <a:ext uri="{FF2B5EF4-FFF2-40B4-BE49-F238E27FC236}">
                <a16:creationId xmlns:a16="http://schemas.microsoft.com/office/drawing/2014/main" id="{C66BEBC1-92CF-4A8E-9A38-B10A74EC32DB}"/>
              </a:ext>
            </a:extLst>
          </p:cNvPr>
          <p:cNvSpPr>
            <a:spLocks noChangeShapeType="1"/>
          </p:cNvSpPr>
          <p:nvPr/>
        </p:nvSpPr>
        <p:spPr bwMode="auto">
          <a:xfrm>
            <a:off x="2819400" y="4267200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202" name="Text Box 11">
            <a:extLst>
              <a:ext uri="{FF2B5EF4-FFF2-40B4-BE49-F238E27FC236}">
                <a16:creationId xmlns:a16="http://schemas.microsoft.com/office/drawing/2014/main" id="{730E89AD-BBC3-4FD7-B7B1-3CC968866B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1" y="1676400"/>
            <a:ext cx="10906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kumimoji="0" lang="zh-CN" altLang="en-US" sz="2400"/>
              <a:t>用户 </a:t>
            </a:r>
            <a:r>
              <a:rPr kumimoji="0" lang="en-US" altLang="zh-CN" sz="2400"/>
              <a:t>X</a:t>
            </a:r>
          </a:p>
        </p:txBody>
      </p:sp>
      <p:sp>
        <p:nvSpPr>
          <p:cNvPr id="8203" name="Line 12">
            <a:extLst>
              <a:ext uri="{FF2B5EF4-FFF2-40B4-BE49-F238E27FC236}">
                <a16:creationId xmlns:a16="http://schemas.microsoft.com/office/drawing/2014/main" id="{F3EFD951-4708-4058-AB2E-F7D12578D72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971800" y="2133600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204" name="Text Box 13">
            <a:extLst>
              <a:ext uri="{FF2B5EF4-FFF2-40B4-BE49-F238E27FC236}">
                <a16:creationId xmlns:a16="http://schemas.microsoft.com/office/drawing/2014/main" id="{E69B7684-EA14-4CB3-9C35-4E27F74A08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1" y="2514600"/>
            <a:ext cx="9810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kumimoji="0" lang="en-US" altLang="zh-CN" sz="2400"/>
              <a:t>SMTP</a:t>
            </a:r>
          </a:p>
        </p:txBody>
      </p:sp>
      <p:sp>
        <p:nvSpPr>
          <p:cNvPr id="8205" name="Text Box 14">
            <a:extLst>
              <a:ext uri="{FF2B5EF4-FFF2-40B4-BE49-F238E27FC236}">
                <a16:creationId xmlns:a16="http://schemas.microsoft.com/office/drawing/2014/main" id="{E510E49F-B211-447A-B8F7-8236C2F944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10200" y="3505200"/>
            <a:ext cx="742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kumimoji="0" lang="en-US" altLang="zh-CN" sz="2400"/>
              <a:t>TCP</a:t>
            </a:r>
          </a:p>
        </p:txBody>
      </p:sp>
      <p:sp>
        <p:nvSpPr>
          <p:cNvPr id="8206" name="Text Box 15">
            <a:extLst>
              <a:ext uri="{FF2B5EF4-FFF2-40B4-BE49-F238E27FC236}">
                <a16:creationId xmlns:a16="http://schemas.microsoft.com/office/drawing/2014/main" id="{6F0936F5-0180-4791-83B7-BFBB06E64C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62601" y="4495800"/>
            <a:ext cx="4556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kumimoji="0" lang="en-US" altLang="zh-CN" sz="2400"/>
              <a:t>IP</a:t>
            </a:r>
          </a:p>
        </p:txBody>
      </p:sp>
      <p:sp>
        <p:nvSpPr>
          <p:cNvPr id="8207" name="Rectangle 16">
            <a:hlinkClick r:id="rId3" action="ppaction://hlinksldjump"/>
            <a:extLst>
              <a:ext uri="{FF2B5EF4-FFF2-40B4-BE49-F238E27FC236}">
                <a16:creationId xmlns:a16="http://schemas.microsoft.com/office/drawing/2014/main" id="{2F82951C-6083-4FD1-A3DC-27E7CECDA2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67600" y="2133600"/>
            <a:ext cx="2362200" cy="419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208" name="Rectangle 17">
            <a:extLst>
              <a:ext uri="{FF2B5EF4-FFF2-40B4-BE49-F238E27FC236}">
                <a16:creationId xmlns:a16="http://schemas.microsoft.com/office/drawing/2014/main" id="{52375361-6AA1-4EDE-BA58-C2649A585E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0" y="2362200"/>
            <a:ext cx="2133600" cy="838200"/>
          </a:xfrm>
          <a:prstGeom prst="rect">
            <a:avLst/>
          </a:prstGeom>
          <a:solidFill>
            <a:srgbClr val="66FF33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kumimoji="0" lang="en-US" altLang="zh-CN" sz="2400"/>
              <a:t>e-mail </a:t>
            </a:r>
            <a:r>
              <a:rPr kumimoji="0" lang="zh-CN" altLang="en-US" sz="2400"/>
              <a:t>服务器</a:t>
            </a:r>
          </a:p>
        </p:txBody>
      </p:sp>
      <p:sp>
        <p:nvSpPr>
          <p:cNvPr id="8209" name="Rectangle 18">
            <a:extLst>
              <a:ext uri="{FF2B5EF4-FFF2-40B4-BE49-F238E27FC236}">
                <a16:creationId xmlns:a16="http://schemas.microsoft.com/office/drawing/2014/main" id="{D7AC3B0D-F0E3-495C-8FF3-25B02569F9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0" y="3429000"/>
            <a:ext cx="2133600" cy="8382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kumimoji="0" lang="en-US" altLang="zh-CN" sz="2400"/>
              <a:t>TCP</a:t>
            </a:r>
            <a:r>
              <a:rPr kumimoji="0" lang="zh-CN" altLang="en-US" sz="2400"/>
              <a:t>服务器</a:t>
            </a:r>
          </a:p>
        </p:txBody>
      </p:sp>
      <p:sp>
        <p:nvSpPr>
          <p:cNvPr id="8210" name="Rectangle 19">
            <a:extLst>
              <a:ext uri="{FF2B5EF4-FFF2-40B4-BE49-F238E27FC236}">
                <a16:creationId xmlns:a16="http://schemas.microsoft.com/office/drawing/2014/main" id="{826701C3-52B4-4C33-A3BF-921893779F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0" y="4495800"/>
            <a:ext cx="2133600" cy="838200"/>
          </a:xfrm>
          <a:prstGeom prst="rect">
            <a:avLst/>
          </a:prstGeom>
          <a:solidFill>
            <a:srgbClr val="66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kumimoji="0" lang="en-US" altLang="zh-CN" sz="2400"/>
              <a:t>IP</a:t>
            </a:r>
            <a:r>
              <a:rPr kumimoji="0" lang="zh-CN" altLang="en-US" sz="2400"/>
              <a:t>服务器</a:t>
            </a:r>
          </a:p>
        </p:txBody>
      </p:sp>
      <p:sp>
        <p:nvSpPr>
          <p:cNvPr id="8211" name="Rectangle 20">
            <a:extLst>
              <a:ext uri="{FF2B5EF4-FFF2-40B4-BE49-F238E27FC236}">
                <a16:creationId xmlns:a16="http://schemas.microsoft.com/office/drawing/2014/main" id="{A7B6A2D2-C12A-4DEC-BEC7-62C956CBAD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0" y="5562600"/>
            <a:ext cx="2133600" cy="8382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kumimoji="0" lang="zh-CN" altLang="en-US" sz="2400"/>
              <a:t>以太网驱动器</a:t>
            </a:r>
          </a:p>
          <a:p>
            <a:pPr algn="ctr"/>
            <a:r>
              <a:rPr kumimoji="0" lang="en-US" altLang="zh-CN" sz="2400"/>
              <a:t>/</a:t>
            </a:r>
            <a:r>
              <a:rPr kumimoji="0" lang="zh-CN" altLang="en-US" sz="2400"/>
              <a:t>网卡</a:t>
            </a:r>
          </a:p>
        </p:txBody>
      </p:sp>
      <p:sp>
        <p:nvSpPr>
          <p:cNvPr id="8212" name="Line 21">
            <a:extLst>
              <a:ext uri="{FF2B5EF4-FFF2-40B4-BE49-F238E27FC236}">
                <a16:creationId xmlns:a16="http://schemas.microsoft.com/office/drawing/2014/main" id="{F8758279-DEAA-483B-A275-93C7F4193338}"/>
              </a:ext>
            </a:extLst>
          </p:cNvPr>
          <p:cNvSpPr>
            <a:spLocks noChangeShapeType="1"/>
          </p:cNvSpPr>
          <p:nvPr/>
        </p:nvSpPr>
        <p:spPr bwMode="auto">
          <a:xfrm>
            <a:off x="7924800" y="6400800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213" name="Line 22">
            <a:extLst>
              <a:ext uri="{FF2B5EF4-FFF2-40B4-BE49-F238E27FC236}">
                <a16:creationId xmlns:a16="http://schemas.microsoft.com/office/drawing/2014/main" id="{95AD6B00-8A3C-42B8-86B0-F7B96979053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991600" y="5334000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214" name="Line 23">
            <a:extLst>
              <a:ext uri="{FF2B5EF4-FFF2-40B4-BE49-F238E27FC236}">
                <a16:creationId xmlns:a16="http://schemas.microsoft.com/office/drawing/2014/main" id="{D3CEE7E4-6DA5-4E56-BA4F-1A0E643D0DE5}"/>
              </a:ext>
            </a:extLst>
          </p:cNvPr>
          <p:cNvSpPr>
            <a:spLocks noChangeShapeType="1"/>
          </p:cNvSpPr>
          <p:nvPr/>
        </p:nvSpPr>
        <p:spPr bwMode="auto">
          <a:xfrm>
            <a:off x="3962400" y="6400800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215" name="Line 24">
            <a:extLst>
              <a:ext uri="{FF2B5EF4-FFF2-40B4-BE49-F238E27FC236}">
                <a16:creationId xmlns:a16="http://schemas.microsoft.com/office/drawing/2014/main" id="{52646441-F043-4058-BCAE-633995869D8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991600" y="3200400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216" name="Line 25">
            <a:extLst>
              <a:ext uri="{FF2B5EF4-FFF2-40B4-BE49-F238E27FC236}">
                <a16:creationId xmlns:a16="http://schemas.microsoft.com/office/drawing/2014/main" id="{BB8613A1-C079-4C7E-B588-3F659D8F73D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991600" y="4267200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217" name="Text Box 26">
            <a:extLst>
              <a:ext uri="{FF2B5EF4-FFF2-40B4-BE49-F238E27FC236}">
                <a16:creationId xmlns:a16="http://schemas.microsoft.com/office/drawing/2014/main" id="{3C0BFE16-0234-4084-846F-6B4ADB3F2B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24801" y="1676400"/>
            <a:ext cx="10144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kumimoji="0" lang="zh-CN" altLang="en-US" sz="2400"/>
              <a:t>用户</a:t>
            </a:r>
            <a:r>
              <a:rPr kumimoji="0" lang="en-US" altLang="zh-CN" sz="2400"/>
              <a:t>Y</a:t>
            </a:r>
          </a:p>
        </p:txBody>
      </p:sp>
      <p:sp>
        <p:nvSpPr>
          <p:cNvPr id="8218" name="Line 27">
            <a:extLst>
              <a:ext uri="{FF2B5EF4-FFF2-40B4-BE49-F238E27FC236}">
                <a16:creationId xmlns:a16="http://schemas.microsoft.com/office/drawing/2014/main" id="{93105CED-5E2E-41C5-B6EA-9E1AF11CDE1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458200" y="2133600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219" name="Line 28">
            <a:extLst>
              <a:ext uri="{FF2B5EF4-FFF2-40B4-BE49-F238E27FC236}">
                <a16:creationId xmlns:a16="http://schemas.microsoft.com/office/drawing/2014/main" id="{4F02E7FA-6366-4378-A224-4F8C8E513D53}"/>
              </a:ext>
            </a:extLst>
          </p:cNvPr>
          <p:cNvSpPr>
            <a:spLocks noChangeShapeType="1"/>
          </p:cNvSpPr>
          <p:nvPr/>
        </p:nvSpPr>
        <p:spPr bwMode="auto">
          <a:xfrm>
            <a:off x="3581400" y="6629400"/>
            <a:ext cx="472440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220" name="Text Box 29">
            <a:extLst>
              <a:ext uri="{FF2B5EF4-FFF2-40B4-BE49-F238E27FC236}">
                <a16:creationId xmlns:a16="http://schemas.microsoft.com/office/drawing/2014/main" id="{9736D692-01C9-4317-AF0E-75FB26C65B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0" y="5486400"/>
            <a:ext cx="27130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kumimoji="0" lang="en-US" altLang="zh-CN" sz="2400"/>
              <a:t>IEEE 802.3 standard</a:t>
            </a:r>
          </a:p>
        </p:txBody>
      </p:sp>
      <p:sp>
        <p:nvSpPr>
          <p:cNvPr id="8221" name="Text Box 30">
            <a:extLst>
              <a:ext uri="{FF2B5EF4-FFF2-40B4-BE49-F238E27FC236}">
                <a16:creationId xmlns:a16="http://schemas.microsoft.com/office/drawing/2014/main" id="{E48ADCEF-0A9D-4BBA-AF70-7EB4C012EF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29200" y="6172200"/>
            <a:ext cx="20002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kumimoji="0" lang="en-US" altLang="zh-CN" sz="2400"/>
              <a:t>electric signals</a:t>
            </a:r>
          </a:p>
        </p:txBody>
      </p:sp>
      <p:sp>
        <p:nvSpPr>
          <p:cNvPr id="8222" name="Line 31">
            <a:extLst>
              <a:ext uri="{FF2B5EF4-FFF2-40B4-BE49-F238E27FC236}">
                <a16:creationId xmlns:a16="http://schemas.microsoft.com/office/drawing/2014/main" id="{FA3D08E6-4388-474D-BF82-7E74CA7AD11E}"/>
              </a:ext>
            </a:extLst>
          </p:cNvPr>
          <p:cNvSpPr>
            <a:spLocks noChangeShapeType="1"/>
          </p:cNvSpPr>
          <p:nvPr/>
        </p:nvSpPr>
        <p:spPr bwMode="auto">
          <a:xfrm>
            <a:off x="4267200" y="6019800"/>
            <a:ext cx="3352800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223" name="Line 32">
            <a:extLst>
              <a:ext uri="{FF2B5EF4-FFF2-40B4-BE49-F238E27FC236}">
                <a16:creationId xmlns:a16="http://schemas.microsoft.com/office/drawing/2014/main" id="{EDE7E39C-A461-4F93-A8A9-F38D96AAC8EA}"/>
              </a:ext>
            </a:extLst>
          </p:cNvPr>
          <p:cNvSpPr>
            <a:spLocks noChangeShapeType="1"/>
          </p:cNvSpPr>
          <p:nvPr/>
        </p:nvSpPr>
        <p:spPr bwMode="auto">
          <a:xfrm>
            <a:off x="4267200" y="2971800"/>
            <a:ext cx="3352800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224" name="Line 33">
            <a:extLst>
              <a:ext uri="{FF2B5EF4-FFF2-40B4-BE49-F238E27FC236}">
                <a16:creationId xmlns:a16="http://schemas.microsoft.com/office/drawing/2014/main" id="{ADBD67D7-970B-4AA7-865A-1DDDA004C8A2}"/>
              </a:ext>
            </a:extLst>
          </p:cNvPr>
          <p:cNvSpPr>
            <a:spLocks noChangeShapeType="1"/>
          </p:cNvSpPr>
          <p:nvPr/>
        </p:nvSpPr>
        <p:spPr bwMode="auto">
          <a:xfrm>
            <a:off x="4267200" y="3962400"/>
            <a:ext cx="3352800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225" name="Line 34">
            <a:extLst>
              <a:ext uri="{FF2B5EF4-FFF2-40B4-BE49-F238E27FC236}">
                <a16:creationId xmlns:a16="http://schemas.microsoft.com/office/drawing/2014/main" id="{941DE20E-EBA0-4833-8B7B-FB19A7643BF7}"/>
              </a:ext>
            </a:extLst>
          </p:cNvPr>
          <p:cNvSpPr>
            <a:spLocks noChangeShapeType="1"/>
          </p:cNvSpPr>
          <p:nvPr/>
        </p:nvSpPr>
        <p:spPr bwMode="auto">
          <a:xfrm>
            <a:off x="4267200" y="4953000"/>
            <a:ext cx="3352800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226" name="Line 35">
            <a:extLst>
              <a:ext uri="{FF2B5EF4-FFF2-40B4-BE49-F238E27FC236}">
                <a16:creationId xmlns:a16="http://schemas.microsoft.com/office/drawing/2014/main" id="{409879B5-F4F4-4A70-BC94-D509F1B77423}"/>
              </a:ext>
            </a:extLst>
          </p:cNvPr>
          <p:cNvSpPr>
            <a:spLocks noChangeShapeType="1"/>
          </p:cNvSpPr>
          <p:nvPr/>
        </p:nvSpPr>
        <p:spPr bwMode="auto">
          <a:xfrm>
            <a:off x="3429000" y="2133600"/>
            <a:ext cx="4495800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227" name="Text Box 36">
            <a:extLst>
              <a:ext uri="{FF2B5EF4-FFF2-40B4-BE49-F238E27FC236}">
                <a16:creationId xmlns:a16="http://schemas.microsoft.com/office/drawing/2014/main" id="{B2955F39-A7A7-43B2-8D3A-6A35C27156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32351" y="1760538"/>
            <a:ext cx="21113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kumimoji="0" lang="en-US" altLang="zh-CN" sz="2400"/>
              <a:t>English/chinese</a:t>
            </a:r>
          </a:p>
        </p:txBody>
      </p:sp>
      <p:sp>
        <p:nvSpPr>
          <p:cNvPr id="8228" name="Rectangle 37">
            <a:extLst>
              <a:ext uri="{FF2B5EF4-FFF2-40B4-BE49-F238E27FC236}">
                <a16:creationId xmlns:a16="http://schemas.microsoft.com/office/drawing/2014/main" id="{A3111121-BE7B-4AFF-9617-C31691AA7BE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227263" y="509588"/>
            <a:ext cx="7772400" cy="11430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 eaLnBrk="1" hangingPunct="1"/>
            <a:r>
              <a:rPr lang="zh-CN" altLang="en-US" sz="3600">
                <a:latin typeface="Times New Roman" panose="02020603050405020304" pitchFamily="18" charset="0"/>
                <a:ea typeface="华文新魏" panose="02010800040101010101" pitchFamily="2" charset="-122"/>
              </a:rPr>
              <a:t>协议组</a:t>
            </a:r>
          </a:p>
        </p:txBody>
      </p:sp>
      <p:sp>
        <p:nvSpPr>
          <p:cNvPr id="8229" name="Text Box 38">
            <a:extLst>
              <a:ext uri="{FF2B5EF4-FFF2-40B4-BE49-F238E27FC236}">
                <a16:creationId xmlns:a16="http://schemas.microsoft.com/office/drawing/2014/main" id="{41E20058-7A26-47E3-BF1F-87A4D86659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06838" y="1212851"/>
            <a:ext cx="3890962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zh-CN" altLang="en-US"/>
              <a:t>发送电子邮件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1026">
            <a:extLst>
              <a:ext uri="{FF2B5EF4-FFF2-40B4-BE49-F238E27FC236}">
                <a16:creationId xmlns:a16="http://schemas.microsoft.com/office/drawing/2014/main" id="{249382A5-8445-4FA4-B964-A7384CBC583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191001" y="544514"/>
            <a:ext cx="4176713" cy="3841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 fontScale="90000"/>
          </a:bodyPr>
          <a:lstStyle/>
          <a:p>
            <a:pPr algn="ctr" eaLnBrk="1" hangingPunct="1"/>
            <a:r>
              <a:rPr lang="zh-CN" altLang="en-US" sz="3600">
                <a:latin typeface="Times New Roman" panose="02020603050405020304" pitchFamily="18" charset="0"/>
                <a:ea typeface="华文新魏" panose="02010800040101010101" pitchFamily="2" charset="-122"/>
              </a:rPr>
              <a:t>常用应用层协议</a:t>
            </a:r>
          </a:p>
        </p:txBody>
      </p:sp>
      <p:sp>
        <p:nvSpPr>
          <p:cNvPr id="940593" name="Text Box 1585">
            <a:extLst>
              <a:ext uri="{FF2B5EF4-FFF2-40B4-BE49-F238E27FC236}">
                <a16:creationId xmlns:a16="http://schemas.microsoft.com/office/drawing/2014/main" id="{E40177ED-A4EE-4726-A3BA-7D3F00C050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47964" y="1566863"/>
            <a:ext cx="7062787" cy="4278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81000" indent="-3810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10000"/>
              </a:spcBef>
              <a:buClr>
                <a:schemeClr val="tx2"/>
              </a:buClr>
              <a:buFont typeface="Wingdings" panose="05000000000000000000" pitchFamily="2" charset="2"/>
              <a:buChar char="Ø"/>
            </a:pPr>
            <a:r>
              <a:rPr lang="en-US" altLang="zh-CN" b="1"/>
              <a:t>web</a:t>
            </a:r>
            <a:r>
              <a:rPr lang="zh-CN" altLang="en-US" b="1"/>
              <a:t>应用：</a:t>
            </a:r>
            <a:r>
              <a:rPr lang="en-US" altLang="zh-CN" b="1">
                <a:solidFill>
                  <a:schemeClr val="tx2"/>
                </a:solidFill>
              </a:rPr>
              <a:t>HTTP</a:t>
            </a:r>
          </a:p>
          <a:p>
            <a:pPr algn="just" eaLnBrk="1" hangingPunct="1">
              <a:spcBef>
                <a:spcPct val="10000"/>
              </a:spcBef>
              <a:buClr>
                <a:schemeClr val="tx2"/>
              </a:buClr>
              <a:buFont typeface="Wingdings" panose="05000000000000000000" pitchFamily="2" charset="2"/>
              <a:buChar char="Ø"/>
            </a:pPr>
            <a:r>
              <a:rPr lang="zh-CN" altLang="en-US" b="1"/>
              <a:t>文件传输：</a:t>
            </a:r>
            <a:r>
              <a:rPr lang="en-US" altLang="zh-CN" b="1">
                <a:solidFill>
                  <a:schemeClr val="tx2"/>
                </a:solidFill>
              </a:rPr>
              <a:t>FTP</a:t>
            </a:r>
            <a:r>
              <a:rPr lang="zh-CN" altLang="en-US" sz="2400"/>
              <a:t>（</a:t>
            </a:r>
            <a:r>
              <a:rPr lang="en-US" altLang="zh-CN" sz="2400"/>
              <a:t>TCP</a:t>
            </a:r>
            <a:r>
              <a:rPr lang="zh-CN" altLang="en-US" sz="2400"/>
              <a:t>）</a:t>
            </a:r>
            <a:r>
              <a:rPr lang="zh-CN" altLang="en-US" b="1"/>
              <a:t>；</a:t>
            </a:r>
            <a:r>
              <a:rPr lang="en-US" altLang="zh-CN" b="1"/>
              <a:t>TFTP</a:t>
            </a:r>
            <a:r>
              <a:rPr lang="zh-CN" altLang="en-US" sz="2400"/>
              <a:t>（</a:t>
            </a:r>
            <a:r>
              <a:rPr lang="en-US" altLang="zh-CN" sz="2400"/>
              <a:t>UDP</a:t>
            </a:r>
            <a:r>
              <a:rPr lang="zh-CN" altLang="en-US" sz="2400"/>
              <a:t>）</a:t>
            </a:r>
          </a:p>
          <a:p>
            <a:pPr algn="just" eaLnBrk="1" hangingPunct="1">
              <a:spcBef>
                <a:spcPct val="10000"/>
              </a:spcBef>
              <a:buClr>
                <a:schemeClr val="tx2"/>
              </a:buClr>
              <a:buFont typeface="Wingdings" panose="05000000000000000000" pitchFamily="2" charset="2"/>
              <a:buChar char="Ø"/>
            </a:pPr>
            <a:r>
              <a:rPr lang="zh-CN" altLang="en-US" b="1"/>
              <a:t>电子邮件：</a:t>
            </a:r>
            <a:r>
              <a:rPr lang="en-US" altLang="zh-CN" b="1">
                <a:solidFill>
                  <a:schemeClr val="tx2"/>
                </a:solidFill>
              </a:rPr>
              <a:t>SMTP</a:t>
            </a:r>
            <a:r>
              <a:rPr lang="zh-CN" altLang="en-US" b="1"/>
              <a:t>，</a:t>
            </a:r>
            <a:r>
              <a:rPr lang="en-US" altLang="zh-CN" b="1">
                <a:solidFill>
                  <a:schemeClr val="tx2"/>
                </a:solidFill>
              </a:rPr>
              <a:t>POP3</a:t>
            </a:r>
            <a:r>
              <a:rPr lang="zh-CN" altLang="en-US" b="1"/>
              <a:t>，</a:t>
            </a:r>
            <a:r>
              <a:rPr lang="en-US" altLang="zh-CN" b="1">
                <a:solidFill>
                  <a:schemeClr val="tx2"/>
                </a:solidFill>
              </a:rPr>
              <a:t>IMAP</a:t>
            </a:r>
          </a:p>
          <a:p>
            <a:pPr algn="just" eaLnBrk="1" hangingPunct="1">
              <a:spcBef>
                <a:spcPct val="10000"/>
              </a:spcBef>
              <a:buClr>
                <a:schemeClr val="tx2"/>
              </a:buClr>
              <a:buFont typeface="Wingdings" panose="05000000000000000000" pitchFamily="2" charset="2"/>
              <a:buChar char="Ø"/>
            </a:pPr>
            <a:r>
              <a:rPr lang="en-US" altLang="zh-CN" b="1"/>
              <a:t> </a:t>
            </a:r>
            <a:r>
              <a:rPr lang="zh-CN" altLang="en-US" b="1"/>
              <a:t>终端仿真</a:t>
            </a:r>
            <a:r>
              <a:rPr lang="en-US" altLang="zh-CN" b="1"/>
              <a:t>(BBS)</a:t>
            </a:r>
            <a:r>
              <a:rPr lang="zh-CN" altLang="en-US" b="1"/>
              <a:t>：</a:t>
            </a:r>
            <a:r>
              <a:rPr lang="en-US" altLang="zh-CN" b="1"/>
              <a:t>TELNET </a:t>
            </a:r>
          </a:p>
          <a:p>
            <a:pPr algn="just" eaLnBrk="1" hangingPunct="1">
              <a:spcBef>
                <a:spcPct val="10000"/>
              </a:spcBef>
              <a:buClr>
                <a:schemeClr val="tx2"/>
              </a:buClr>
              <a:buFont typeface="Wingdings" panose="05000000000000000000" pitchFamily="2" charset="2"/>
              <a:buChar char="Ø"/>
            </a:pPr>
            <a:r>
              <a:rPr lang="zh-CN" altLang="en-US" b="1"/>
              <a:t>网络新闻：</a:t>
            </a:r>
            <a:r>
              <a:rPr lang="en-US" altLang="zh-CN" b="1"/>
              <a:t>usenet / NNTP</a:t>
            </a:r>
            <a:endParaRPr lang="en-US" altLang="zh-CN"/>
          </a:p>
          <a:p>
            <a:pPr algn="just" eaLnBrk="1" hangingPunct="1">
              <a:spcBef>
                <a:spcPct val="10000"/>
              </a:spcBef>
              <a:buClr>
                <a:schemeClr val="tx2"/>
              </a:buClr>
              <a:buFont typeface="Wingdings" panose="05000000000000000000" pitchFamily="2" charset="2"/>
              <a:buChar char="Ø"/>
            </a:pPr>
            <a:r>
              <a:rPr lang="zh-CN" altLang="en-US" b="1"/>
              <a:t>目录服务：</a:t>
            </a:r>
            <a:r>
              <a:rPr lang="en-US" altLang="zh-CN" b="1"/>
              <a:t>LDAP </a:t>
            </a:r>
            <a:endParaRPr lang="en-US" altLang="zh-CN"/>
          </a:p>
          <a:p>
            <a:pPr eaLnBrk="1" hangingPunct="1">
              <a:spcBef>
                <a:spcPct val="10000"/>
              </a:spcBef>
              <a:buClr>
                <a:schemeClr val="tx2"/>
              </a:buClr>
              <a:buFont typeface="Wingdings" panose="05000000000000000000" pitchFamily="2" charset="2"/>
              <a:buChar char="Ø"/>
            </a:pPr>
            <a:r>
              <a:rPr lang="zh-CN" altLang="en-US" b="1"/>
              <a:t>无盘工作站启动：</a:t>
            </a:r>
            <a:r>
              <a:rPr lang="en-US" altLang="zh-CN" b="1"/>
              <a:t>BOOTP</a:t>
            </a:r>
            <a:r>
              <a:rPr lang="zh-CN" altLang="en-US" b="1"/>
              <a:t>、</a:t>
            </a:r>
            <a:r>
              <a:rPr lang="en-US" altLang="zh-CN" b="1"/>
              <a:t>DHCP</a:t>
            </a:r>
          </a:p>
          <a:p>
            <a:pPr eaLnBrk="1" hangingPunct="1">
              <a:spcBef>
                <a:spcPct val="10000"/>
              </a:spcBef>
              <a:buClr>
                <a:schemeClr val="tx2"/>
              </a:buClr>
              <a:buFont typeface="Wingdings" panose="05000000000000000000" pitchFamily="2" charset="2"/>
              <a:buChar char="Ø"/>
            </a:pPr>
            <a:r>
              <a:rPr lang="zh-CN" altLang="en-US" b="1"/>
              <a:t>域名服务：</a:t>
            </a:r>
            <a:r>
              <a:rPr lang="en-US" altLang="zh-CN" b="1"/>
              <a:t>DNS</a:t>
            </a:r>
          </a:p>
          <a:p>
            <a:pPr eaLnBrk="1" hangingPunct="1">
              <a:spcBef>
                <a:spcPct val="10000"/>
              </a:spcBef>
              <a:buClr>
                <a:schemeClr val="tx2"/>
              </a:buClr>
              <a:buFont typeface="Wingdings" panose="05000000000000000000" pitchFamily="2" charset="2"/>
              <a:buChar char="Ø"/>
            </a:pPr>
            <a:r>
              <a:rPr lang="zh-CN" altLang="en-US" b="1"/>
              <a:t>其它应用： 网络编程（</a:t>
            </a:r>
            <a:r>
              <a:rPr lang="en-US" altLang="zh-CN" b="1"/>
              <a:t>socket</a:t>
            </a:r>
            <a:r>
              <a:rPr lang="zh-CN" altLang="en-US" b="1"/>
              <a:t>）</a:t>
            </a: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05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405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405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059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4059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4059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059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4059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4059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059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4059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4059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059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4059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4059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059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94059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94059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059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94059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94059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059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94059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94059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059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94059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94059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40593" grpId="0" build="p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9" name="Rectangle 252">
            <a:extLst>
              <a:ext uri="{FF2B5EF4-FFF2-40B4-BE49-F238E27FC236}">
                <a16:creationId xmlns:a16="http://schemas.microsoft.com/office/drawing/2014/main" id="{5DC0DC69-E2C9-4E36-9A80-8D4631C868B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3367088" y="385764"/>
            <a:ext cx="5943600" cy="490537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 fontScale="90000"/>
          </a:bodyPr>
          <a:lstStyle/>
          <a:p>
            <a:pPr algn="ctr" eaLnBrk="1" hangingPunct="1"/>
            <a:r>
              <a:rPr lang="zh-CN" altLang="en-US" sz="3600">
                <a:latin typeface="Times New Roman" panose="02020603050405020304" pitchFamily="18" charset="0"/>
                <a:ea typeface="华文新魏" panose="02010800040101010101" pitchFamily="2" charset="-122"/>
              </a:rPr>
              <a:t>应用程序和应用层协议</a:t>
            </a:r>
          </a:p>
        </p:txBody>
      </p:sp>
      <p:sp>
        <p:nvSpPr>
          <p:cNvPr id="507907" name="Rectangle 3">
            <a:extLst>
              <a:ext uri="{FF2B5EF4-FFF2-40B4-BE49-F238E27FC236}">
                <a16:creationId xmlns:a16="http://schemas.microsoft.com/office/drawing/2014/main" id="{D48D82DA-08D6-40F0-A8FA-8B8EEE24CD62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5881688" y="1446214"/>
            <a:ext cx="4495800" cy="5114925"/>
          </a:xfrm>
          <a:solidFill>
            <a:srgbClr val="FFFFFF"/>
          </a:solidFill>
          <a:ln>
            <a:solidFill>
              <a:srgbClr val="00FF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400">
                <a:solidFill>
                  <a:schemeClr val="tx2"/>
                </a:solidFill>
              </a:rPr>
              <a:t>应用程序</a:t>
            </a:r>
            <a:r>
              <a:rPr lang="en-US" altLang="zh-CN" sz="2400">
                <a:solidFill>
                  <a:schemeClr val="tx2"/>
                </a:solidFill>
              </a:rPr>
              <a:t>: </a:t>
            </a:r>
            <a:r>
              <a:rPr lang="zh-CN" altLang="en-US" sz="2400">
                <a:solidFill>
                  <a:schemeClr val="tx2"/>
                </a:solidFill>
              </a:rPr>
              <a:t>计算机通信，分布式处理</a:t>
            </a:r>
            <a:endParaRPr lang="zh-CN" altLang="en-US" sz="2800">
              <a:solidFill>
                <a:schemeClr val="tx2"/>
              </a:solidFill>
            </a:endParaRPr>
          </a:p>
          <a:p>
            <a:pPr lvl="1" eaLnBrk="1" hangingPunct="1">
              <a:lnSpc>
                <a:spcPct val="90000"/>
              </a:lnSpc>
            </a:pPr>
            <a:r>
              <a:rPr lang="zh-CN" altLang="en-US" sz="2400"/>
              <a:t>在网络主机的</a:t>
            </a:r>
            <a:r>
              <a:rPr lang="zh-CN" altLang="en-US" sz="2400">
                <a:latin typeface="Arial" panose="020B0604020202020204" pitchFamily="34" charset="0"/>
              </a:rPr>
              <a:t>“</a:t>
            </a:r>
            <a:r>
              <a:rPr lang="zh-CN" altLang="en-US" sz="2400"/>
              <a:t>用户空间</a:t>
            </a:r>
            <a:r>
              <a:rPr lang="zh-CN" altLang="en-US" sz="2400">
                <a:latin typeface="Arial" panose="020B0604020202020204" pitchFamily="34" charset="0"/>
              </a:rPr>
              <a:t>”</a:t>
            </a:r>
            <a:r>
              <a:rPr lang="zh-CN" altLang="en-US" sz="2400"/>
              <a:t>中运行</a:t>
            </a:r>
            <a:endParaRPr lang="zh-CN" altLang="en-US" sz="2400">
              <a:solidFill>
                <a:srgbClr val="FF0000"/>
              </a:solidFill>
            </a:endParaRPr>
          </a:p>
          <a:p>
            <a:pPr lvl="1" eaLnBrk="1" hangingPunct="1">
              <a:lnSpc>
                <a:spcPct val="90000"/>
              </a:lnSpc>
            </a:pPr>
            <a:r>
              <a:rPr lang="zh-CN" altLang="en-US" sz="2400"/>
              <a:t>交换用于执行应用程序的报文</a:t>
            </a:r>
          </a:p>
          <a:p>
            <a:pPr lvl="1" eaLnBrk="1" hangingPunct="1">
              <a:lnSpc>
                <a:spcPct val="90000"/>
              </a:lnSpc>
            </a:pPr>
            <a:r>
              <a:rPr lang="zh-CN" altLang="en-US" sz="2400"/>
              <a:t>例如</a:t>
            </a:r>
            <a:r>
              <a:rPr lang="en-US" altLang="zh-CN" sz="2400"/>
              <a:t>, email, </a:t>
            </a:r>
            <a:r>
              <a:rPr lang="zh-CN" altLang="en-US" sz="2400"/>
              <a:t>文件传输</a:t>
            </a:r>
            <a:r>
              <a:rPr lang="en-US" altLang="zh-CN" sz="2400"/>
              <a:t>, web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400">
                <a:solidFill>
                  <a:schemeClr val="tx2"/>
                </a:solidFill>
              </a:rPr>
              <a:t>应用层协议</a:t>
            </a:r>
            <a:r>
              <a:rPr lang="en-US" altLang="zh-CN" sz="2400">
                <a:solidFill>
                  <a:schemeClr val="tx2"/>
                </a:solidFill>
              </a:rPr>
              <a:t>:</a:t>
            </a:r>
          </a:p>
          <a:p>
            <a:pPr lvl="1" eaLnBrk="1" hangingPunct="1">
              <a:lnSpc>
                <a:spcPct val="90000"/>
              </a:lnSpc>
            </a:pPr>
            <a:r>
              <a:rPr lang="zh-CN" altLang="en-US" sz="2400"/>
              <a:t>一段应用程序</a:t>
            </a:r>
          </a:p>
          <a:p>
            <a:pPr lvl="1" eaLnBrk="1" hangingPunct="1">
              <a:lnSpc>
                <a:spcPct val="90000"/>
              </a:lnSpc>
            </a:pPr>
            <a:r>
              <a:rPr lang="zh-CN" altLang="en-US" sz="2400"/>
              <a:t>定义所交换报文的格式及所采取的动作</a:t>
            </a:r>
          </a:p>
          <a:p>
            <a:pPr lvl="1" eaLnBrk="1" hangingPunct="1">
              <a:lnSpc>
                <a:spcPct val="90000"/>
              </a:lnSpc>
            </a:pPr>
            <a:r>
              <a:rPr lang="zh-CN" altLang="en-US" sz="2400"/>
              <a:t>低层协议提供的用户服务</a:t>
            </a:r>
          </a:p>
        </p:txBody>
      </p:sp>
      <p:grpSp>
        <p:nvGrpSpPr>
          <p:cNvPr id="507908" name="Group 4">
            <a:extLst>
              <a:ext uri="{FF2B5EF4-FFF2-40B4-BE49-F238E27FC236}">
                <a16:creationId xmlns:a16="http://schemas.microsoft.com/office/drawing/2014/main" id="{7B5E48A2-91F3-4966-A1EF-DBD47EE88848}"/>
              </a:ext>
            </a:extLst>
          </p:cNvPr>
          <p:cNvGrpSpPr>
            <a:grpSpLocks/>
          </p:cNvGrpSpPr>
          <p:nvPr/>
        </p:nvGrpSpPr>
        <p:grpSpPr bwMode="auto">
          <a:xfrm>
            <a:off x="2020889" y="2905125"/>
            <a:ext cx="3678237" cy="3670300"/>
            <a:chOff x="3092" y="1182"/>
            <a:chExt cx="2317" cy="2312"/>
          </a:xfrm>
        </p:grpSpPr>
        <p:sp>
          <p:nvSpPr>
            <p:cNvPr id="11296" name="Freeform 5">
              <a:extLst>
                <a:ext uri="{FF2B5EF4-FFF2-40B4-BE49-F238E27FC236}">
                  <a16:creationId xmlns:a16="http://schemas.microsoft.com/office/drawing/2014/main" id="{807157F7-458B-4EC9-99D9-3C4EF7DECEEB}"/>
                </a:ext>
              </a:extLst>
            </p:cNvPr>
            <p:cNvSpPr>
              <a:spLocks/>
            </p:cNvSpPr>
            <p:nvPr/>
          </p:nvSpPr>
          <p:spPr bwMode="auto">
            <a:xfrm>
              <a:off x="4276" y="1272"/>
              <a:ext cx="1133" cy="1055"/>
            </a:xfrm>
            <a:custGeom>
              <a:avLst/>
              <a:gdLst>
                <a:gd name="T0" fmla="*/ 84 w 1292"/>
                <a:gd name="T1" fmla="*/ 3 h 1255"/>
                <a:gd name="T2" fmla="*/ 12 w 1292"/>
                <a:gd name="T3" fmla="*/ 39 h 1255"/>
                <a:gd name="T4" fmla="*/ 10 w 1292"/>
                <a:gd name="T5" fmla="*/ 130 h 1255"/>
                <a:gd name="T6" fmla="*/ 18 w 1292"/>
                <a:gd name="T7" fmla="*/ 207 h 1255"/>
                <a:gd name="T8" fmla="*/ 86 w 1292"/>
                <a:gd name="T9" fmla="*/ 218 h 1255"/>
                <a:gd name="T10" fmla="*/ 226 w 1292"/>
                <a:gd name="T11" fmla="*/ 282 h 1255"/>
                <a:gd name="T12" fmla="*/ 348 w 1292"/>
                <a:gd name="T13" fmla="*/ 309 h 1255"/>
                <a:gd name="T14" fmla="*/ 419 w 1292"/>
                <a:gd name="T15" fmla="*/ 255 h 1255"/>
                <a:gd name="T16" fmla="*/ 445 w 1292"/>
                <a:gd name="T17" fmla="*/ 111 h 1255"/>
                <a:gd name="T18" fmla="*/ 422 w 1292"/>
                <a:gd name="T19" fmla="*/ 52 h 1255"/>
                <a:gd name="T20" fmla="*/ 261 w 1292"/>
                <a:gd name="T21" fmla="*/ 29 h 1255"/>
                <a:gd name="T22" fmla="*/ 84 w 1292"/>
                <a:gd name="T23" fmla="*/ 3 h 1255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1292" h="1255">
                  <a:moveTo>
                    <a:pt x="239" y="7"/>
                  </a:moveTo>
                  <a:cubicBezTo>
                    <a:pt x="120" y="14"/>
                    <a:pt x="70" y="71"/>
                    <a:pt x="35" y="157"/>
                  </a:cubicBezTo>
                  <a:cubicBezTo>
                    <a:pt x="0" y="243"/>
                    <a:pt x="26" y="411"/>
                    <a:pt x="29" y="523"/>
                  </a:cubicBezTo>
                  <a:cubicBezTo>
                    <a:pt x="32" y="635"/>
                    <a:pt x="17" y="771"/>
                    <a:pt x="53" y="829"/>
                  </a:cubicBezTo>
                  <a:cubicBezTo>
                    <a:pt x="89" y="887"/>
                    <a:pt x="146" y="821"/>
                    <a:pt x="245" y="871"/>
                  </a:cubicBezTo>
                  <a:cubicBezTo>
                    <a:pt x="344" y="921"/>
                    <a:pt x="522" y="1068"/>
                    <a:pt x="647" y="1129"/>
                  </a:cubicBezTo>
                  <a:cubicBezTo>
                    <a:pt x="772" y="1190"/>
                    <a:pt x="903" y="1255"/>
                    <a:pt x="995" y="1237"/>
                  </a:cubicBezTo>
                  <a:cubicBezTo>
                    <a:pt x="1087" y="1219"/>
                    <a:pt x="1153" y="1153"/>
                    <a:pt x="1199" y="1021"/>
                  </a:cubicBezTo>
                  <a:cubicBezTo>
                    <a:pt x="1245" y="889"/>
                    <a:pt x="1270" y="580"/>
                    <a:pt x="1271" y="445"/>
                  </a:cubicBezTo>
                  <a:cubicBezTo>
                    <a:pt x="1272" y="310"/>
                    <a:pt x="1292" y="266"/>
                    <a:pt x="1205" y="211"/>
                  </a:cubicBezTo>
                  <a:cubicBezTo>
                    <a:pt x="1118" y="156"/>
                    <a:pt x="908" y="150"/>
                    <a:pt x="749" y="115"/>
                  </a:cubicBezTo>
                  <a:cubicBezTo>
                    <a:pt x="590" y="80"/>
                    <a:pt x="358" y="0"/>
                    <a:pt x="239" y="7"/>
                  </a:cubicBezTo>
                  <a:close/>
                </a:path>
              </a:pathLst>
            </a:custGeom>
            <a:solidFill>
              <a:srgbClr val="CC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297" name="Freeform 6">
              <a:extLst>
                <a:ext uri="{FF2B5EF4-FFF2-40B4-BE49-F238E27FC236}">
                  <a16:creationId xmlns:a16="http://schemas.microsoft.com/office/drawing/2014/main" id="{75A82C7F-B00E-46E3-877E-38E443A9DFA9}"/>
                </a:ext>
              </a:extLst>
            </p:cNvPr>
            <p:cNvSpPr>
              <a:spLocks/>
            </p:cNvSpPr>
            <p:nvPr/>
          </p:nvSpPr>
          <p:spPr bwMode="auto">
            <a:xfrm>
              <a:off x="3092" y="1182"/>
              <a:ext cx="1176" cy="1001"/>
            </a:xfrm>
            <a:custGeom>
              <a:avLst/>
              <a:gdLst>
                <a:gd name="T0" fmla="*/ 193 w 1340"/>
                <a:gd name="T1" fmla="*/ 10 h 1191"/>
                <a:gd name="T2" fmla="*/ 28 w 1340"/>
                <a:gd name="T3" fmla="*/ 14 h 1191"/>
                <a:gd name="T4" fmla="*/ 20 w 1340"/>
                <a:gd name="T5" fmla="*/ 100 h 1191"/>
                <a:gd name="T6" fmla="*/ 10 w 1340"/>
                <a:gd name="T7" fmla="*/ 179 h 1191"/>
                <a:gd name="T8" fmla="*/ 39 w 1340"/>
                <a:gd name="T9" fmla="*/ 217 h 1191"/>
                <a:gd name="T10" fmla="*/ 190 w 1340"/>
                <a:gd name="T11" fmla="*/ 218 h 1191"/>
                <a:gd name="T12" fmla="*/ 225 w 1340"/>
                <a:gd name="T13" fmla="*/ 282 h 1191"/>
                <a:gd name="T14" fmla="*/ 434 w 1340"/>
                <a:gd name="T15" fmla="*/ 273 h 1191"/>
                <a:gd name="T16" fmla="*/ 449 w 1340"/>
                <a:gd name="T17" fmla="*/ 143 h 1191"/>
                <a:gd name="T18" fmla="*/ 424 w 1340"/>
                <a:gd name="T19" fmla="*/ 86 h 1191"/>
                <a:gd name="T20" fmla="*/ 268 w 1340"/>
                <a:gd name="T21" fmla="*/ 72 h 1191"/>
                <a:gd name="T22" fmla="*/ 193 w 1340"/>
                <a:gd name="T23" fmla="*/ 10 h 1191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1340" h="1191">
                  <a:moveTo>
                    <a:pt x="550" y="42"/>
                  </a:moveTo>
                  <a:cubicBezTo>
                    <a:pt x="437" y="4"/>
                    <a:pt x="164" y="0"/>
                    <a:pt x="82" y="60"/>
                  </a:cubicBezTo>
                  <a:cubicBezTo>
                    <a:pt x="0" y="120"/>
                    <a:pt x="67" y="292"/>
                    <a:pt x="58" y="402"/>
                  </a:cubicBezTo>
                  <a:cubicBezTo>
                    <a:pt x="49" y="512"/>
                    <a:pt x="19" y="642"/>
                    <a:pt x="28" y="720"/>
                  </a:cubicBezTo>
                  <a:cubicBezTo>
                    <a:pt x="37" y="798"/>
                    <a:pt x="27" y="844"/>
                    <a:pt x="112" y="870"/>
                  </a:cubicBezTo>
                  <a:cubicBezTo>
                    <a:pt x="197" y="896"/>
                    <a:pt x="450" y="833"/>
                    <a:pt x="538" y="876"/>
                  </a:cubicBezTo>
                  <a:cubicBezTo>
                    <a:pt x="626" y="919"/>
                    <a:pt x="524" y="1091"/>
                    <a:pt x="640" y="1128"/>
                  </a:cubicBezTo>
                  <a:cubicBezTo>
                    <a:pt x="756" y="1165"/>
                    <a:pt x="1128" y="1191"/>
                    <a:pt x="1234" y="1098"/>
                  </a:cubicBezTo>
                  <a:cubicBezTo>
                    <a:pt x="1340" y="1005"/>
                    <a:pt x="1281" y="696"/>
                    <a:pt x="1276" y="570"/>
                  </a:cubicBezTo>
                  <a:cubicBezTo>
                    <a:pt x="1271" y="444"/>
                    <a:pt x="1290" y="389"/>
                    <a:pt x="1204" y="342"/>
                  </a:cubicBezTo>
                  <a:cubicBezTo>
                    <a:pt x="1118" y="295"/>
                    <a:pt x="868" y="338"/>
                    <a:pt x="760" y="288"/>
                  </a:cubicBezTo>
                  <a:cubicBezTo>
                    <a:pt x="652" y="238"/>
                    <a:pt x="663" y="80"/>
                    <a:pt x="550" y="42"/>
                  </a:cubicBezTo>
                  <a:close/>
                </a:path>
              </a:pathLst>
            </a:custGeom>
            <a:solidFill>
              <a:srgbClr val="CC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298" name="Freeform 7">
              <a:extLst>
                <a:ext uri="{FF2B5EF4-FFF2-40B4-BE49-F238E27FC236}">
                  <a16:creationId xmlns:a16="http://schemas.microsoft.com/office/drawing/2014/main" id="{9C18BFDC-A914-4B4C-9036-B0DAD360F1DF}"/>
                </a:ext>
              </a:extLst>
            </p:cNvPr>
            <p:cNvSpPr>
              <a:spLocks/>
            </p:cNvSpPr>
            <p:nvPr/>
          </p:nvSpPr>
          <p:spPr bwMode="auto">
            <a:xfrm>
              <a:off x="3324" y="2096"/>
              <a:ext cx="1874" cy="1398"/>
            </a:xfrm>
            <a:custGeom>
              <a:avLst/>
              <a:gdLst>
                <a:gd name="T0" fmla="*/ 10 w 2135"/>
                <a:gd name="T1" fmla="*/ 162 h 1662"/>
                <a:gd name="T2" fmla="*/ 36 w 2135"/>
                <a:gd name="T3" fmla="*/ 19 h 1662"/>
                <a:gd name="T4" fmla="*/ 231 w 2135"/>
                <a:gd name="T5" fmla="*/ 49 h 1662"/>
                <a:gd name="T6" fmla="*/ 426 w 2135"/>
                <a:gd name="T7" fmla="*/ 24 h 1662"/>
                <a:gd name="T8" fmla="*/ 705 w 2135"/>
                <a:gd name="T9" fmla="*/ 103 h 1662"/>
                <a:gd name="T10" fmla="*/ 709 w 2135"/>
                <a:gd name="T11" fmla="*/ 287 h 1662"/>
                <a:gd name="T12" fmla="*/ 556 w 2135"/>
                <a:gd name="T13" fmla="*/ 401 h 1662"/>
                <a:gd name="T14" fmla="*/ 287 w 2135"/>
                <a:gd name="T15" fmla="*/ 380 h 1662"/>
                <a:gd name="T16" fmla="*/ 177 w 2135"/>
                <a:gd name="T17" fmla="*/ 318 h 1662"/>
                <a:gd name="T18" fmla="*/ 65 w 2135"/>
                <a:gd name="T19" fmla="*/ 267 h 1662"/>
                <a:gd name="T20" fmla="*/ 10 w 2135"/>
                <a:gd name="T21" fmla="*/ 162 h 1662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2135" h="1662">
                  <a:moveTo>
                    <a:pt x="27" y="652"/>
                  </a:moveTo>
                  <a:cubicBezTo>
                    <a:pt x="14" y="487"/>
                    <a:pt x="0" y="152"/>
                    <a:pt x="105" y="76"/>
                  </a:cubicBezTo>
                  <a:cubicBezTo>
                    <a:pt x="210" y="0"/>
                    <a:pt x="473" y="192"/>
                    <a:pt x="657" y="196"/>
                  </a:cubicBezTo>
                  <a:cubicBezTo>
                    <a:pt x="841" y="200"/>
                    <a:pt x="985" y="65"/>
                    <a:pt x="1209" y="100"/>
                  </a:cubicBezTo>
                  <a:cubicBezTo>
                    <a:pt x="1433" y="135"/>
                    <a:pt x="1867" y="232"/>
                    <a:pt x="2001" y="406"/>
                  </a:cubicBezTo>
                  <a:cubicBezTo>
                    <a:pt x="2135" y="580"/>
                    <a:pt x="2083" y="945"/>
                    <a:pt x="2013" y="1144"/>
                  </a:cubicBezTo>
                  <a:cubicBezTo>
                    <a:pt x="1943" y="1343"/>
                    <a:pt x="1781" y="1538"/>
                    <a:pt x="1581" y="1600"/>
                  </a:cubicBezTo>
                  <a:cubicBezTo>
                    <a:pt x="1381" y="1662"/>
                    <a:pt x="993" y="1571"/>
                    <a:pt x="813" y="1516"/>
                  </a:cubicBezTo>
                  <a:cubicBezTo>
                    <a:pt x="633" y="1461"/>
                    <a:pt x="606" y="1345"/>
                    <a:pt x="501" y="1270"/>
                  </a:cubicBezTo>
                  <a:cubicBezTo>
                    <a:pt x="396" y="1195"/>
                    <a:pt x="262" y="1169"/>
                    <a:pt x="183" y="1066"/>
                  </a:cubicBezTo>
                  <a:cubicBezTo>
                    <a:pt x="104" y="963"/>
                    <a:pt x="25" y="819"/>
                    <a:pt x="27" y="652"/>
                  </a:cubicBezTo>
                  <a:close/>
                </a:path>
              </a:pathLst>
            </a:custGeom>
            <a:solidFill>
              <a:srgbClr val="CC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11299" name="Group 8">
              <a:extLst>
                <a:ext uri="{FF2B5EF4-FFF2-40B4-BE49-F238E27FC236}">
                  <a16:creationId xmlns:a16="http://schemas.microsoft.com/office/drawing/2014/main" id="{7662D9CD-B207-44E4-B064-3285841F9D8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66" y="1267"/>
              <a:ext cx="462" cy="201"/>
              <a:chOff x="3552" y="246"/>
              <a:chExt cx="527" cy="248"/>
            </a:xfrm>
          </p:grpSpPr>
          <p:graphicFrame>
            <p:nvGraphicFramePr>
              <p:cNvPr id="11513" name="Object 9">
                <a:extLst>
                  <a:ext uri="{FF2B5EF4-FFF2-40B4-BE49-F238E27FC236}">
                    <a16:creationId xmlns:a16="http://schemas.microsoft.com/office/drawing/2014/main" id="{F6A0A5DA-9E01-481D-B81C-9EBF283F02C6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3552" y="246"/>
              <a:ext cx="299" cy="24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1546" name="Clip" r:id="rId3" imgW="1307263" imgH="1084139" progId="MS_ClipArt_Gallery.2">
                      <p:embed/>
                    </p:oleObj>
                  </mc:Choice>
                  <mc:Fallback>
                    <p:oleObj name="Clip" r:id="rId3" imgW="1307263" imgH="1084139" progId="MS_ClipArt_Gallery.2">
                      <p:embed/>
                      <p:pic>
                        <p:nvPicPr>
                          <p:cNvPr id="0" name="Object 9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552" y="246"/>
                            <a:ext cx="299" cy="24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1514" name="Object 10">
                <a:extLst>
                  <a:ext uri="{FF2B5EF4-FFF2-40B4-BE49-F238E27FC236}">
                    <a16:creationId xmlns:a16="http://schemas.microsoft.com/office/drawing/2014/main" id="{70AEBBCA-3430-4C2F-97AF-F7D28694B4CC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3878" y="338"/>
              <a:ext cx="201" cy="14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1547" name="Clip" r:id="rId5" imgW="681706" imgH="480401" progId="MS_ClipArt_Gallery.2">
                      <p:embed/>
                    </p:oleObj>
                  </mc:Choice>
                  <mc:Fallback>
                    <p:oleObj name="Clip" r:id="rId5" imgW="681706" imgH="480401" progId="MS_ClipArt_Gallery.2">
                      <p:embed/>
                      <p:pic>
                        <p:nvPicPr>
                          <p:cNvPr id="0" name="Object 10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878" y="338"/>
                            <a:ext cx="201" cy="14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1515" name="Line 11">
                <a:extLst>
                  <a:ext uri="{FF2B5EF4-FFF2-40B4-BE49-F238E27FC236}">
                    <a16:creationId xmlns:a16="http://schemas.microsoft.com/office/drawing/2014/main" id="{E3B3739F-0042-473D-B0C0-60815B21B82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844" y="434"/>
                <a:ext cx="82" cy="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11300" name="Group 12">
              <a:extLst>
                <a:ext uri="{FF2B5EF4-FFF2-40B4-BE49-F238E27FC236}">
                  <a16:creationId xmlns:a16="http://schemas.microsoft.com/office/drawing/2014/main" id="{A0AE381B-DE3D-4CBC-BD43-C0594CFDC5C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66" y="1642"/>
              <a:ext cx="462" cy="201"/>
              <a:chOff x="3552" y="246"/>
              <a:chExt cx="527" cy="248"/>
            </a:xfrm>
          </p:grpSpPr>
          <p:graphicFrame>
            <p:nvGraphicFramePr>
              <p:cNvPr id="11510" name="Object 13">
                <a:extLst>
                  <a:ext uri="{FF2B5EF4-FFF2-40B4-BE49-F238E27FC236}">
                    <a16:creationId xmlns:a16="http://schemas.microsoft.com/office/drawing/2014/main" id="{5DA072E9-80AB-4830-AC6C-88BD7978EB0A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3552" y="246"/>
              <a:ext cx="299" cy="24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1548" name="Clip" r:id="rId7" imgW="1307263" imgH="1084139" progId="MS_ClipArt_Gallery.2">
                      <p:embed/>
                    </p:oleObj>
                  </mc:Choice>
                  <mc:Fallback>
                    <p:oleObj name="Clip" r:id="rId7" imgW="1307263" imgH="1084139" progId="MS_ClipArt_Gallery.2">
                      <p:embed/>
                      <p:pic>
                        <p:nvPicPr>
                          <p:cNvPr id="0" name="Object 13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552" y="246"/>
                            <a:ext cx="299" cy="24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1511" name="Object 14">
                <a:extLst>
                  <a:ext uri="{FF2B5EF4-FFF2-40B4-BE49-F238E27FC236}">
                    <a16:creationId xmlns:a16="http://schemas.microsoft.com/office/drawing/2014/main" id="{A5629750-F2CF-4BB8-A5CC-7705714F4D8E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3878" y="338"/>
              <a:ext cx="201" cy="14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1549" name="Clip" r:id="rId8" imgW="681706" imgH="480401" progId="MS_ClipArt_Gallery.2">
                      <p:embed/>
                    </p:oleObj>
                  </mc:Choice>
                  <mc:Fallback>
                    <p:oleObj name="Clip" r:id="rId8" imgW="681706" imgH="480401" progId="MS_ClipArt_Gallery.2">
                      <p:embed/>
                      <p:pic>
                        <p:nvPicPr>
                          <p:cNvPr id="0" name="Object 14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878" y="338"/>
                            <a:ext cx="201" cy="14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1512" name="Line 15">
                <a:extLst>
                  <a:ext uri="{FF2B5EF4-FFF2-40B4-BE49-F238E27FC236}">
                    <a16:creationId xmlns:a16="http://schemas.microsoft.com/office/drawing/2014/main" id="{9BF9278D-7514-4568-9538-012A53C2A86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844" y="434"/>
                <a:ext cx="82" cy="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11301" name="Group 16">
              <a:extLst>
                <a:ext uri="{FF2B5EF4-FFF2-40B4-BE49-F238E27FC236}">
                  <a16:creationId xmlns:a16="http://schemas.microsoft.com/office/drawing/2014/main" id="{32A56974-E983-4B9A-A9F5-1820B027DDA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403" y="1508"/>
              <a:ext cx="44" cy="135"/>
              <a:chOff x="3842" y="406"/>
              <a:chExt cx="51" cy="167"/>
            </a:xfrm>
          </p:grpSpPr>
          <p:sp>
            <p:nvSpPr>
              <p:cNvPr id="11507" name="Oval 17">
                <a:extLst>
                  <a:ext uri="{FF2B5EF4-FFF2-40B4-BE49-F238E27FC236}">
                    <a16:creationId xmlns:a16="http://schemas.microsoft.com/office/drawing/2014/main" id="{4C4856D3-34D5-434E-A1A4-E4576CDCF97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42" y="406"/>
                <a:ext cx="47" cy="47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1508" name="Oval 18">
                <a:extLst>
                  <a:ext uri="{FF2B5EF4-FFF2-40B4-BE49-F238E27FC236}">
                    <a16:creationId xmlns:a16="http://schemas.microsoft.com/office/drawing/2014/main" id="{C00CD291-F143-4E3C-A588-C79E0E4A739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44" y="466"/>
                <a:ext cx="47" cy="47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1509" name="Oval 19">
                <a:extLst>
                  <a:ext uri="{FF2B5EF4-FFF2-40B4-BE49-F238E27FC236}">
                    <a16:creationId xmlns:a16="http://schemas.microsoft.com/office/drawing/2014/main" id="{F5096BAE-35EF-4211-8762-DDC81514777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46" y="526"/>
                <a:ext cx="47" cy="47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grpSp>
          <p:nvGrpSpPr>
            <p:cNvPr id="11302" name="Group 20">
              <a:extLst>
                <a:ext uri="{FF2B5EF4-FFF2-40B4-BE49-F238E27FC236}">
                  <a16:creationId xmlns:a16="http://schemas.microsoft.com/office/drawing/2014/main" id="{524FA560-A4BF-4F13-B04D-71D63060957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699" y="1825"/>
              <a:ext cx="132" cy="249"/>
              <a:chOff x="4180" y="783"/>
              <a:chExt cx="150" cy="307"/>
            </a:xfrm>
          </p:grpSpPr>
          <p:sp>
            <p:nvSpPr>
              <p:cNvPr id="11499" name="AutoShape 21">
                <a:extLst>
                  <a:ext uri="{FF2B5EF4-FFF2-40B4-BE49-F238E27FC236}">
                    <a16:creationId xmlns:a16="http://schemas.microsoft.com/office/drawing/2014/main" id="{34F3E3EA-C93A-48C6-A63B-4160435C31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80" y="1019"/>
                <a:ext cx="150" cy="71"/>
              </a:xfrm>
              <a:prstGeom prst="parallelogram">
                <a:avLst>
                  <a:gd name="adj" fmla="val 81387"/>
                </a:avLst>
              </a:prstGeom>
              <a:solidFill>
                <a:srgbClr val="33CCCC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1500" name="Rectangle 22">
                <a:extLst>
                  <a:ext uri="{FF2B5EF4-FFF2-40B4-BE49-F238E27FC236}">
                    <a16:creationId xmlns:a16="http://schemas.microsoft.com/office/drawing/2014/main" id="{F3EA60A6-8ED0-43E7-B69A-C07666F591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56" y="785"/>
                <a:ext cx="69" cy="236"/>
              </a:xfrm>
              <a:prstGeom prst="rect">
                <a:avLst/>
              </a:prstGeom>
              <a:solidFill>
                <a:srgbClr val="33CCCC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1501" name="Rectangle 23">
                <a:extLst>
                  <a:ext uri="{FF2B5EF4-FFF2-40B4-BE49-F238E27FC236}">
                    <a16:creationId xmlns:a16="http://schemas.microsoft.com/office/drawing/2014/main" id="{708E9257-BF33-4C97-87D0-0400D8386E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81" y="852"/>
                <a:ext cx="95" cy="236"/>
              </a:xfrm>
              <a:prstGeom prst="rect">
                <a:avLst/>
              </a:prstGeom>
              <a:solidFill>
                <a:srgbClr val="33CCC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1502" name="AutoShape 24">
                <a:extLst>
                  <a:ext uri="{FF2B5EF4-FFF2-40B4-BE49-F238E27FC236}">
                    <a16:creationId xmlns:a16="http://schemas.microsoft.com/office/drawing/2014/main" id="{601847B2-4317-4FE2-86CE-491D722095F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80" y="783"/>
                <a:ext cx="150" cy="71"/>
              </a:xfrm>
              <a:prstGeom prst="parallelogram">
                <a:avLst>
                  <a:gd name="adj" fmla="val 81387"/>
                </a:avLst>
              </a:prstGeom>
              <a:solidFill>
                <a:srgbClr val="33CCC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1503" name="Line 25">
                <a:extLst>
                  <a:ext uri="{FF2B5EF4-FFF2-40B4-BE49-F238E27FC236}">
                    <a16:creationId xmlns:a16="http://schemas.microsoft.com/office/drawing/2014/main" id="{13952394-F050-43A0-B2A0-A1370076974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30" y="788"/>
                <a:ext cx="0" cy="23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504" name="Line 26">
                <a:extLst>
                  <a:ext uri="{FF2B5EF4-FFF2-40B4-BE49-F238E27FC236}">
                    <a16:creationId xmlns:a16="http://schemas.microsoft.com/office/drawing/2014/main" id="{F09895D3-6074-4A0A-8892-3412E9DC651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276" y="1019"/>
                <a:ext cx="54" cy="6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505" name="Rectangle 27">
                <a:extLst>
                  <a:ext uri="{FF2B5EF4-FFF2-40B4-BE49-F238E27FC236}">
                    <a16:creationId xmlns:a16="http://schemas.microsoft.com/office/drawing/2014/main" id="{CFC333BF-7723-49ED-A4EB-0A8E166E280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93" y="883"/>
                <a:ext cx="63" cy="136"/>
              </a:xfrm>
              <a:prstGeom prst="rect">
                <a:avLst/>
              </a:prstGeom>
              <a:solidFill>
                <a:schemeClr val="accent2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1506" name="Rectangle 28">
                <a:extLst>
                  <a:ext uri="{FF2B5EF4-FFF2-40B4-BE49-F238E27FC236}">
                    <a16:creationId xmlns:a16="http://schemas.microsoft.com/office/drawing/2014/main" id="{9CFAF443-218A-4B25-9980-55FB2E3133F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2" y="924"/>
                <a:ext cx="48" cy="4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grpSp>
          <p:nvGrpSpPr>
            <p:cNvPr id="11303" name="Group 29">
              <a:extLst>
                <a:ext uri="{FF2B5EF4-FFF2-40B4-BE49-F238E27FC236}">
                  <a16:creationId xmlns:a16="http://schemas.microsoft.com/office/drawing/2014/main" id="{4EAF4E58-85EA-4BEC-824F-C904EB1D0DF0}"/>
                </a:ext>
              </a:extLst>
            </p:cNvPr>
            <p:cNvGrpSpPr>
              <a:grpSpLocks/>
            </p:cNvGrpSpPr>
            <p:nvPr/>
          </p:nvGrpSpPr>
          <p:grpSpPr bwMode="auto">
            <a:xfrm rot="-5400000">
              <a:off x="3896" y="1874"/>
              <a:ext cx="51" cy="147"/>
              <a:chOff x="3842" y="406"/>
              <a:chExt cx="51" cy="167"/>
            </a:xfrm>
          </p:grpSpPr>
          <p:sp>
            <p:nvSpPr>
              <p:cNvPr id="11496" name="Oval 30">
                <a:extLst>
                  <a:ext uri="{FF2B5EF4-FFF2-40B4-BE49-F238E27FC236}">
                    <a16:creationId xmlns:a16="http://schemas.microsoft.com/office/drawing/2014/main" id="{49324EE6-580F-4E42-A778-4351415426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42" y="406"/>
                <a:ext cx="47" cy="47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1497" name="Oval 31">
                <a:extLst>
                  <a:ext uri="{FF2B5EF4-FFF2-40B4-BE49-F238E27FC236}">
                    <a16:creationId xmlns:a16="http://schemas.microsoft.com/office/drawing/2014/main" id="{8B000E19-0E5D-4243-B985-50C33AAFFEA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44" y="466"/>
                <a:ext cx="47" cy="47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1498" name="Oval 32">
                <a:extLst>
                  <a:ext uri="{FF2B5EF4-FFF2-40B4-BE49-F238E27FC236}">
                    <a16:creationId xmlns:a16="http://schemas.microsoft.com/office/drawing/2014/main" id="{090EE042-9517-4DDC-AFD0-80C305F7D2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46" y="526"/>
                <a:ext cx="47" cy="47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sp>
          <p:nvSpPr>
            <p:cNvPr id="11304" name="Line 33">
              <a:extLst>
                <a:ext uri="{FF2B5EF4-FFF2-40B4-BE49-F238E27FC236}">
                  <a16:creationId xmlns:a16="http://schemas.microsoft.com/office/drawing/2014/main" id="{61EED42D-16E1-40B9-8FCD-981B294D0CF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85" y="1767"/>
              <a:ext cx="312" cy="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305" name="Line 34">
              <a:extLst>
                <a:ext uri="{FF2B5EF4-FFF2-40B4-BE49-F238E27FC236}">
                  <a16:creationId xmlns:a16="http://schemas.microsoft.com/office/drawing/2014/main" id="{08524144-F7F3-476E-8CB9-DB0B3CF515E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87" y="1765"/>
              <a:ext cx="1" cy="6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306" name="Line 35">
              <a:extLst>
                <a:ext uri="{FF2B5EF4-FFF2-40B4-BE49-F238E27FC236}">
                  <a16:creationId xmlns:a16="http://schemas.microsoft.com/office/drawing/2014/main" id="{CC4FFC3D-131C-4ADB-847B-5C4AF759C60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99" y="1764"/>
              <a:ext cx="1" cy="5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307" name="Line 36">
              <a:extLst>
                <a:ext uri="{FF2B5EF4-FFF2-40B4-BE49-F238E27FC236}">
                  <a16:creationId xmlns:a16="http://schemas.microsoft.com/office/drawing/2014/main" id="{9125D52E-2AEC-4780-A9B7-3C54CD35BC5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96" y="1427"/>
              <a:ext cx="182" cy="16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308" name="Line 37">
              <a:extLst>
                <a:ext uri="{FF2B5EF4-FFF2-40B4-BE49-F238E27FC236}">
                  <a16:creationId xmlns:a16="http://schemas.microsoft.com/office/drawing/2014/main" id="{D1E7ED07-7279-419C-9CFB-3616FEA7B20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604" y="1607"/>
              <a:ext cx="174" cy="20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309" name="Line 38">
              <a:extLst>
                <a:ext uri="{FF2B5EF4-FFF2-40B4-BE49-F238E27FC236}">
                  <a16:creationId xmlns:a16="http://schemas.microsoft.com/office/drawing/2014/main" id="{221830FC-8B10-466B-972B-67267D82FEF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936" y="1661"/>
              <a:ext cx="1" cy="10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11310" name="Group 39">
              <a:extLst>
                <a:ext uri="{FF2B5EF4-FFF2-40B4-BE49-F238E27FC236}">
                  <a16:creationId xmlns:a16="http://schemas.microsoft.com/office/drawing/2014/main" id="{ACEB958D-EE8E-42B9-A13A-184C62D2C0B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011" y="1811"/>
              <a:ext cx="132" cy="249"/>
              <a:chOff x="4180" y="783"/>
              <a:chExt cx="150" cy="307"/>
            </a:xfrm>
          </p:grpSpPr>
          <p:sp>
            <p:nvSpPr>
              <p:cNvPr id="11488" name="AutoShape 40">
                <a:extLst>
                  <a:ext uri="{FF2B5EF4-FFF2-40B4-BE49-F238E27FC236}">
                    <a16:creationId xmlns:a16="http://schemas.microsoft.com/office/drawing/2014/main" id="{74C16A3F-A3E8-4A8E-83EA-CC141B4F5F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80" y="1019"/>
                <a:ext cx="150" cy="71"/>
              </a:xfrm>
              <a:prstGeom prst="parallelogram">
                <a:avLst>
                  <a:gd name="adj" fmla="val 81387"/>
                </a:avLst>
              </a:prstGeom>
              <a:solidFill>
                <a:srgbClr val="33CCCC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1489" name="Rectangle 41">
                <a:extLst>
                  <a:ext uri="{FF2B5EF4-FFF2-40B4-BE49-F238E27FC236}">
                    <a16:creationId xmlns:a16="http://schemas.microsoft.com/office/drawing/2014/main" id="{628C733B-0378-435F-B6C8-83BB7D64B8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56" y="785"/>
                <a:ext cx="69" cy="236"/>
              </a:xfrm>
              <a:prstGeom prst="rect">
                <a:avLst/>
              </a:prstGeom>
              <a:solidFill>
                <a:srgbClr val="33CCCC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1490" name="Rectangle 42">
                <a:extLst>
                  <a:ext uri="{FF2B5EF4-FFF2-40B4-BE49-F238E27FC236}">
                    <a16:creationId xmlns:a16="http://schemas.microsoft.com/office/drawing/2014/main" id="{4FB249BD-9EFB-4C7B-A325-E017384EEC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81" y="852"/>
                <a:ext cx="95" cy="236"/>
              </a:xfrm>
              <a:prstGeom prst="rect">
                <a:avLst/>
              </a:prstGeom>
              <a:solidFill>
                <a:srgbClr val="33CCC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1491" name="AutoShape 43">
                <a:extLst>
                  <a:ext uri="{FF2B5EF4-FFF2-40B4-BE49-F238E27FC236}">
                    <a16:creationId xmlns:a16="http://schemas.microsoft.com/office/drawing/2014/main" id="{5BD71821-FAA8-4EA8-AD88-C96E11B5BB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80" y="783"/>
                <a:ext cx="150" cy="71"/>
              </a:xfrm>
              <a:prstGeom prst="parallelogram">
                <a:avLst>
                  <a:gd name="adj" fmla="val 81387"/>
                </a:avLst>
              </a:prstGeom>
              <a:solidFill>
                <a:srgbClr val="33CCC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1492" name="Line 44">
                <a:extLst>
                  <a:ext uri="{FF2B5EF4-FFF2-40B4-BE49-F238E27FC236}">
                    <a16:creationId xmlns:a16="http://schemas.microsoft.com/office/drawing/2014/main" id="{AE440D5A-C65F-4A5B-8144-66042A65AA4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30" y="788"/>
                <a:ext cx="0" cy="23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493" name="Line 45">
                <a:extLst>
                  <a:ext uri="{FF2B5EF4-FFF2-40B4-BE49-F238E27FC236}">
                    <a16:creationId xmlns:a16="http://schemas.microsoft.com/office/drawing/2014/main" id="{6CAC1E5C-F501-4043-90BA-A27D7CCA0B6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276" y="1019"/>
                <a:ext cx="54" cy="6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494" name="Rectangle 46">
                <a:extLst>
                  <a:ext uri="{FF2B5EF4-FFF2-40B4-BE49-F238E27FC236}">
                    <a16:creationId xmlns:a16="http://schemas.microsoft.com/office/drawing/2014/main" id="{FEF45FDB-B709-4EE1-BD36-EF69FFC1592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93" y="883"/>
                <a:ext cx="63" cy="136"/>
              </a:xfrm>
              <a:prstGeom prst="rect">
                <a:avLst/>
              </a:prstGeom>
              <a:solidFill>
                <a:schemeClr val="accent2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1495" name="Rectangle 47">
                <a:extLst>
                  <a:ext uri="{FF2B5EF4-FFF2-40B4-BE49-F238E27FC236}">
                    <a16:creationId xmlns:a16="http://schemas.microsoft.com/office/drawing/2014/main" id="{6037C90A-4071-405B-8D4D-1B6BA0DCAE2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2" y="924"/>
                <a:ext cx="48" cy="4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grpSp>
          <p:nvGrpSpPr>
            <p:cNvPr id="11311" name="Group 48">
              <a:extLst>
                <a:ext uri="{FF2B5EF4-FFF2-40B4-BE49-F238E27FC236}">
                  <a16:creationId xmlns:a16="http://schemas.microsoft.com/office/drawing/2014/main" id="{4CDFD487-8207-4BA9-816B-51DD6852E66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408" y="2201"/>
              <a:ext cx="302" cy="583"/>
              <a:chOff x="3314" y="1248"/>
              <a:chExt cx="344" cy="694"/>
            </a:xfrm>
          </p:grpSpPr>
          <p:graphicFrame>
            <p:nvGraphicFramePr>
              <p:cNvPr id="11479" name="Object 49">
                <a:extLst>
                  <a:ext uri="{FF2B5EF4-FFF2-40B4-BE49-F238E27FC236}">
                    <a16:creationId xmlns:a16="http://schemas.microsoft.com/office/drawing/2014/main" id="{BE022409-5BF0-4F12-AC3C-87BD0FBBFBB2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3314" y="1248"/>
              <a:ext cx="299" cy="24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1550" name="Clip" r:id="rId9" imgW="1307263" imgH="1084139" progId="MS_ClipArt_Gallery.2">
                      <p:embed/>
                    </p:oleObj>
                  </mc:Choice>
                  <mc:Fallback>
                    <p:oleObj name="Clip" r:id="rId9" imgW="1307263" imgH="1084139" progId="MS_ClipArt_Gallery.2">
                      <p:embed/>
                      <p:pic>
                        <p:nvPicPr>
                          <p:cNvPr id="0" name="Object 49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314" y="1248"/>
                            <a:ext cx="299" cy="24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1480" name="Line 50">
                <a:extLst>
                  <a:ext uri="{FF2B5EF4-FFF2-40B4-BE49-F238E27FC236}">
                    <a16:creationId xmlns:a16="http://schemas.microsoft.com/office/drawing/2014/main" id="{63FD24F7-5960-470B-B8DC-A1CDC2614FF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606" y="1433"/>
                <a:ext cx="52" cy="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aphicFrame>
            <p:nvGraphicFramePr>
              <p:cNvPr id="11481" name="Object 51">
                <a:extLst>
                  <a:ext uri="{FF2B5EF4-FFF2-40B4-BE49-F238E27FC236}">
                    <a16:creationId xmlns:a16="http://schemas.microsoft.com/office/drawing/2014/main" id="{5F5B624D-BCB2-43E8-B323-1E05BDD81DF2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3314" y="1694"/>
              <a:ext cx="299" cy="24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1551" name="Clip" r:id="rId10" imgW="1307263" imgH="1084139" progId="MS_ClipArt_Gallery.2">
                      <p:embed/>
                    </p:oleObj>
                  </mc:Choice>
                  <mc:Fallback>
                    <p:oleObj name="Clip" r:id="rId10" imgW="1307263" imgH="1084139" progId="MS_ClipArt_Gallery.2">
                      <p:embed/>
                      <p:pic>
                        <p:nvPicPr>
                          <p:cNvPr id="0" name="Object 5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314" y="1694"/>
                            <a:ext cx="299" cy="24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1482" name="Line 52">
                <a:extLst>
                  <a:ext uri="{FF2B5EF4-FFF2-40B4-BE49-F238E27FC236}">
                    <a16:creationId xmlns:a16="http://schemas.microsoft.com/office/drawing/2014/main" id="{7C847A1A-ED4F-47A5-A931-6954FC5B491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606" y="1882"/>
                <a:ext cx="52" cy="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pSp>
            <p:nvGrpSpPr>
              <p:cNvPr id="11483" name="Group 53">
                <a:extLst>
                  <a:ext uri="{FF2B5EF4-FFF2-40B4-BE49-F238E27FC236}">
                    <a16:creationId xmlns:a16="http://schemas.microsoft.com/office/drawing/2014/main" id="{345C5B3D-CC62-4AF9-8FBC-BB9EB36DD93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404" y="1504"/>
                <a:ext cx="51" cy="167"/>
                <a:chOff x="3842" y="406"/>
                <a:chExt cx="51" cy="167"/>
              </a:xfrm>
            </p:grpSpPr>
            <p:sp>
              <p:nvSpPr>
                <p:cNvPr id="11485" name="Oval 54">
                  <a:extLst>
                    <a:ext uri="{FF2B5EF4-FFF2-40B4-BE49-F238E27FC236}">
                      <a16:creationId xmlns:a16="http://schemas.microsoft.com/office/drawing/2014/main" id="{8875B5BE-47C7-4536-86B8-C3B909FDD89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842" y="406"/>
                  <a:ext cx="47" cy="47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11486" name="Oval 55">
                  <a:extLst>
                    <a:ext uri="{FF2B5EF4-FFF2-40B4-BE49-F238E27FC236}">
                      <a16:creationId xmlns:a16="http://schemas.microsoft.com/office/drawing/2014/main" id="{B24C515A-9721-4454-A6F9-E8057927BE8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844" y="466"/>
                  <a:ext cx="47" cy="47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11487" name="Oval 56">
                  <a:extLst>
                    <a:ext uri="{FF2B5EF4-FFF2-40B4-BE49-F238E27FC236}">
                      <a16:creationId xmlns:a16="http://schemas.microsoft.com/office/drawing/2014/main" id="{6287EED7-1C27-4E59-A477-56CDA980B23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846" y="526"/>
                  <a:ext cx="47" cy="47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sp>
            <p:nvSpPr>
              <p:cNvPr id="11484" name="Line 57">
                <a:extLst>
                  <a:ext uri="{FF2B5EF4-FFF2-40B4-BE49-F238E27FC236}">
                    <a16:creationId xmlns:a16="http://schemas.microsoft.com/office/drawing/2014/main" id="{C8EFE4F4-A8A1-4ED9-9E75-CC218FB3DDF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54" y="1431"/>
                <a:ext cx="0" cy="45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aphicFrame>
          <p:nvGraphicFramePr>
            <p:cNvPr id="11312" name="Object 58">
              <a:extLst>
                <a:ext uri="{FF2B5EF4-FFF2-40B4-BE49-F238E27FC236}">
                  <a16:creationId xmlns:a16="http://schemas.microsoft.com/office/drawing/2014/main" id="{AE4F2883-8983-4337-AACA-468AC281D6F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955" y="2837"/>
            <a:ext cx="263" cy="20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552" name="Clip" r:id="rId11" imgW="1307263" imgH="1084139" progId="MS_ClipArt_Gallery.2">
                    <p:embed/>
                  </p:oleObj>
                </mc:Choice>
                <mc:Fallback>
                  <p:oleObj name="Clip" r:id="rId11" imgW="1307263" imgH="1084139" progId="MS_ClipArt_Gallery.2">
                    <p:embed/>
                    <p:pic>
                      <p:nvPicPr>
                        <p:cNvPr id="0" name="Object 5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55" y="2837"/>
                          <a:ext cx="263" cy="20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313" name="Object 59">
              <a:extLst>
                <a:ext uri="{FF2B5EF4-FFF2-40B4-BE49-F238E27FC236}">
                  <a16:creationId xmlns:a16="http://schemas.microsoft.com/office/drawing/2014/main" id="{BE64C515-A02C-4B18-987B-403E7DEB6EA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568" y="2830"/>
            <a:ext cx="262" cy="2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553" name="Clip" r:id="rId12" imgW="1307263" imgH="1084139" progId="MS_ClipArt_Gallery.2">
                    <p:embed/>
                  </p:oleObj>
                </mc:Choice>
                <mc:Fallback>
                  <p:oleObj name="Clip" r:id="rId12" imgW="1307263" imgH="1084139" progId="MS_ClipArt_Gallery.2">
                    <p:embed/>
                    <p:pic>
                      <p:nvPicPr>
                        <p:cNvPr id="0" name="Object 5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68" y="2830"/>
                          <a:ext cx="262" cy="20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1314" name="Oval 60">
              <a:extLst>
                <a:ext uri="{FF2B5EF4-FFF2-40B4-BE49-F238E27FC236}">
                  <a16:creationId xmlns:a16="http://schemas.microsoft.com/office/drawing/2014/main" id="{6A9A1411-A8A3-4B9E-8B0D-9C927D54993B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5400000">
              <a:off x="3831" y="2895"/>
              <a:ext cx="40" cy="41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1315" name="Oval 61">
              <a:extLst>
                <a:ext uri="{FF2B5EF4-FFF2-40B4-BE49-F238E27FC236}">
                  <a16:creationId xmlns:a16="http://schemas.microsoft.com/office/drawing/2014/main" id="{02C97023-0AD3-45A4-9499-04DB0C965D0C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5400000">
              <a:off x="3884" y="2894"/>
              <a:ext cx="40" cy="4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1316" name="Oval 62">
              <a:extLst>
                <a:ext uri="{FF2B5EF4-FFF2-40B4-BE49-F238E27FC236}">
                  <a16:creationId xmlns:a16="http://schemas.microsoft.com/office/drawing/2014/main" id="{E37AAC0B-DCB9-40B9-9F1C-A6BC85751A85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5400000">
              <a:off x="3933" y="2897"/>
              <a:ext cx="39" cy="41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1317" name="Line 63">
              <a:extLst>
                <a:ext uri="{FF2B5EF4-FFF2-40B4-BE49-F238E27FC236}">
                  <a16:creationId xmlns:a16="http://schemas.microsoft.com/office/drawing/2014/main" id="{170E1D5C-F91B-4760-B13F-52D53D59C006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4097" y="2821"/>
              <a:ext cx="38" cy="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318" name="Line 64">
              <a:extLst>
                <a:ext uri="{FF2B5EF4-FFF2-40B4-BE49-F238E27FC236}">
                  <a16:creationId xmlns:a16="http://schemas.microsoft.com/office/drawing/2014/main" id="{1C445CB8-0E21-42CD-98AE-8FA8AB42C5E6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H="1">
              <a:off x="3702" y="2816"/>
              <a:ext cx="4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319" name="Line 65">
              <a:extLst>
                <a:ext uri="{FF2B5EF4-FFF2-40B4-BE49-F238E27FC236}">
                  <a16:creationId xmlns:a16="http://schemas.microsoft.com/office/drawing/2014/main" id="{618529E2-CA3D-4326-A4B4-26F50C490B86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 flipV="1">
              <a:off x="3921" y="2602"/>
              <a:ext cx="0" cy="39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320" name="Line 66">
              <a:extLst>
                <a:ext uri="{FF2B5EF4-FFF2-40B4-BE49-F238E27FC236}">
                  <a16:creationId xmlns:a16="http://schemas.microsoft.com/office/drawing/2014/main" id="{91EE0953-3D8C-41E9-998C-52814DBD3BF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710" y="2564"/>
              <a:ext cx="59" cy="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321" name="Line 67">
              <a:extLst>
                <a:ext uri="{FF2B5EF4-FFF2-40B4-BE49-F238E27FC236}">
                  <a16:creationId xmlns:a16="http://schemas.microsoft.com/office/drawing/2014/main" id="{10A5F8DE-B550-494F-8277-91AD16341C1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89" y="2593"/>
              <a:ext cx="191" cy="24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322" name="Line 68">
              <a:extLst>
                <a:ext uri="{FF2B5EF4-FFF2-40B4-BE49-F238E27FC236}">
                  <a16:creationId xmlns:a16="http://schemas.microsoft.com/office/drawing/2014/main" id="{9A41365A-294E-4667-932A-18CA4E9F862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590" y="2591"/>
              <a:ext cx="176" cy="24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1323" name="Object 69">
              <a:extLst>
                <a:ext uri="{FF2B5EF4-FFF2-40B4-BE49-F238E27FC236}">
                  <a16:creationId xmlns:a16="http://schemas.microsoft.com/office/drawing/2014/main" id="{291C2C82-CF3D-45BF-B4E5-09D0572BAF7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702" y="2309"/>
            <a:ext cx="128" cy="1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554" name="Clip" r:id="rId13" imgW="982811" imgH="1208363" progId="MS_ClipArt_Gallery.2">
                    <p:embed/>
                  </p:oleObj>
                </mc:Choice>
                <mc:Fallback>
                  <p:oleObj name="Clip" r:id="rId13" imgW="982811" imgH="1208363" progId="MS_ClipArt_Gallery.2">
                    <p:embed/>
                    <p:pic>
                      <p:nvPicPr>
                        <p:cNvPr id="0" name="Object 6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02" y="2309"/>
                          <a:ext cx="128" cy="15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324" name="Object 70">
              <a:extLst>
                <a:ext uri="{FF2B5EF4-FFF2-40B4-BE49-F238E27FC236}">
                  <a16:creationId xmlns:a16="http://schemas.microsoft.com/office/drawing/2014/main" id="{36AEE197-A4A3-4AED-AB88-6F7BCE7E775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860" y="2360"/>
            <a:ext cx="128" cy="15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555" name="Clip" r:id="rId15" imgW="982811" imgH="1208363" progId="MS_ClipArt_Gallery.2">
                    <p:embed/>
                  </p:oleObj>
                </mc:Choice>
                <mc:Fallback>
                  <p:oleObj name="Clip" r:id="rId15" imgW="982811" imgH="1208363" progId="MS_ClipArt_Gallery.2">
                    <p:embed/>
                    <p:pic>
                      <p:nvPicPr>
                        <p:cNvPr id="0" name="Object 7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60" y="2360"/>
                          <a:ext cx="128" cy="15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1325" name="Freeform 71">
              <a:extLst>
                <a:ext uri="{FF2B5EF4-FFF2-40B4-BE49-F238E27FC236}">
                  <a16:creationId xmlns:a16="http://schemas.microsoft.com/office/drawing/2014/main" id="{571DDBD4-DAE2-4507-BBAA-F90CC6C379FD}"/>
                </a:ext>
              </a:extLst>
            </p:cNvPr>
            <p:cNvSpPr>
              <a:spLocks/>
            </p:cNvSpPr>
            <p:nvPr/>
          </p:nvSpPr>
          <p:spPr bwMode="auto">
            <a:xfrm>
              <a:off x="3911" y="2218"/>
              <a:ext cx="853" cy="192"/>
            </a:xfrm>
            <a:custGeom>
              <a:avLst/>
              <a:gdLst>
                <a:gd name="T0" fmla="*/ 0 w 972"/>
                <a:gd name="T1" fmla="*/ 58 h 228"/>
                <a:gd name="T2" fmla="*/ 152 w 972"/>
                <a:gd name="T3" fmla="*/ 3 h 228"/>
                <a:gd name="T4" fmla="*/ 342 w 972"/>
                <a:gd name="T5" fmla="*/ 43 h 22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972" h="228">
                  <a:moveTo>
                    <a:pt x="0" y="228"/>
                  </a:moveTo>
                  <a:cubicBezTo>
                    <a:pt x="135" y="123"/>
                    <a:pt x="270" y="18"/>
                    <a:pt x="432" y="9"/>
                  </a:cubicBezTo>
                  <a:cubicBezTo>
                    <a:pt x="594" y="0"/>
                    <a:pt x="783" y="85"/>
                    <a:pt x="972" y="171"/>
                  </a:cubicBez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11326" name="Group 72">
              <a:extLst>
                <a:ext uri="{FF2B5EF4-FFF2-40B4-BE49-F238E27FC236}">
                  <a16:creationId xmlns:a16="http://schemas.microsoft.com/office/drawing/2014/main" id="{F73CD988-BA60-45DD-BDF5-121266D42DB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079" y="3114"/>
              <a:ext cx="256" cy="269"/>
              <a:chOff x="2870" y="1518"/>
              <a:chExt cx="292" cy="320"/>
            </a:xfrm>
          </p:grpSpPr>
          <p:graphicFrame>
            <p:nvGraphicFramePr>
              <p:cNvPr id="11477" name="Object 73">
                <a:extLst>
                  <a:ext uri="{FF2B5EF4-FFF2-40B4-BE49-F238E27FC236}">
                    <a16:creationId xmlns:a16="http://schemas.microsoft.com/office/drawing/2014/main" id="{10C9063E-86B2-46C7-A5A4-98B1E736FE1C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2870" y="1518"/>
              <a:ext cx="272" cy="28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1556" name="Clip" r:id="rId16" imgW="826829" imgH="840406" progId="MS_ClipArt_Gallery.2">
                      <p:embed/>
                    </p:oleObj>
                  </mc:Choice>
                  <mc:Fallback>
                    <p:oleObj name="Clip" r:id="rId16" imgW="826829" imgH="840406" progId="MS_ClipArt_Gallery.2">
                      <p:embed/>
                      <p:pic>
                        <p:nvPicPr>
                          <p:cNvPr id="0" name="Object 73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870" y="1518"/>
                            <a:ext cx="272" cy="28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1478" name="Object 74">
                <a:extLst>
                  <a:ext uri="{FF2B5EF4-FFF2-40B4-BE49-F238E27FC236}">
                    <a16:creationId xmlns:a16="http://schemas.microsoft.com/office/drawing/2014/main" id="{877E0715-5BF9-430B-9721-FCA195BF6844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2913" y="1602"/>
              <a:ext cx="249" cy="23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1557" name="Clip" r:id="rId18" imgW="1268295" imgH="1199426" progId="MS_ClipArt_Gallery.2">
                      <p:embed/>
                    </p:oleObj>
                  </mc:Choice>
                  <mc:Fallback>
                    <p:oleObj name="Clip" r:id="rId18" imgW="1268295" imgH="1199426" progId="MS_ClipArt_Gallery.2">
                      <p:embed/>
                      <p:pic>
                        <p:nvPicPr>
                          <p:cNvPr id="0" name="Object 74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913" y="1602"/>
                            <a:ext cx="249" cy="23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11327" name="Group 75">
              <a:extLst>
                <a:ext uri="{FF2B5EF4-FFF2-40B4-BE49-F238E27FC236}">
                  <a16:creationId xmlns:a16="http://schemas.microsoft.com/office/drawing/2014/main" id="{4F009536-EF1F-4873-9A0C-670595D0352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569" y="3134"/>
              <a:ext cx="256" cy="269"/>
              <a:chOff x="2870" y="1518"/>
              <a:chExt cx="292" cy="320"/>
            </a:xfrm>
          </p:grpSpPr>
          <p:graphicFrame>
            <p:nvGraphicFramePr>
              <p:cNvPr id="11475" name="Object 76">
                <a:extLst>
                  <a:ext uri="{FF2B5EF4-FFF2-40B4-BE49-F238E27FC236}">
                    <a16:creationId xmlns:a16="http://schemas.microsoft.com/office/drawing/2014/main" id="{8BD177D2-30A3-45EB-BC5D-FD0314084D4B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2870" y="1518"/>
              <a:ext cx="272" cy="28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1558" name="Clip" r:id="rId20" imgW="826829" imgH="840406" progId="MS_ClipArt_Gallery.2">
                      <p:embed/>
                    </p:oleObj>
                  </mc:Choice>
                  <mc:Fallback>
                    <p:oleObj name="Clip" r:id="rId20" imgW="826829" imgH="840406" progId="MS_ClipArt_Gallery.2">
                      <p:embed/>
                      <p:pic>
                        <p:nvPicPr>
                          <p:cNvPr id="0" name="Object 7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870" y="1518"/>
                            <a:ext cx="272" cy="28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1476" name="Object 77">
                <a:extLst>
                  <a:ext uri="{FF2B5EF4-FFF2-40B4-BE49-F238E27FC236}">
                    <a16:creationId xmlns:a16="http://schemas.microsoft.com/office/drawing/2014/main" id="{4EC8860F-445B-41C2-A55B-67ACDF621551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2913" y="1602"/>
              <a:ext cx="249" cy="23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1559" name="Clip" r:id="rId21" imgW="1268295" imgH="1199426" progId="MS_ClipArt_Gallery.2">
                      <p:embed/>
                    </p:oleObj>
                  </mc:Choice>
                  <mc:Fallback>
                    <p:oleObj name="Clip" r:id="rId21" imgW="1268295" imgH="1199426" progId="MS_ClipArt_Gallery.2">
                      <p:embed/>
                      <p:pic>
                        <p:nvPicPr>
                          <p:cNvPr id="0" name="Object 77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913" y="1602"/>
                            <a:ext cx="249" cy="23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11328" name="Group 78">
              <a:extLst>
                <a:ext uri="{FF2B5EF4-FFF2-40B4-BE49-F238E27FC236}">
                  <a16:creationId xmlns:a16="http://schemas.microsoft.com/office/drawing/2014/main" id="{11E66897-B2C2-43A5-855F-13B74A7F32E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08" y="2955"/>
              <a:ext cx="239" cy="237"/>
              <a:chOff x="4733" y="2082"/>
              <a:chExt cx="272" cy="282"/>
            </a:xfrm>
          </p:grpSpPr>
          <p:graphicFrame>
            <p:nvGraphicFramePr>
              <p:cNvPr id="11473" name="Object 79">
                <a:extLst>
                  <a:ext uri="{FF2B5EF4-FFF2-40B4-BE49-F238E27FC236}">
                    <a16:creationId xmlns:a16="http://schemas.microsoft.com/office/drawing/2014/main" id="{D85A721E-F2C7-4537-A539-91D0293F5663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4733" y="2082"/>
              <a:ext cx="272" cy="28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1560" name="Clip" r:id="rId22" imgW="826829" imgH="840406" progId="MS_ClipArt_Gallery.2">
                      <p:embed/>
                    </p:oleObj>
                  </mc:Choice>
                  <mc:Fallback>
                    <p:oleObj name="Clip" r:id="rId22" imgW="826829" imgH="840406" progId="MS_ClipArt_Gallery.2">
                      <p:embed/>
                      <p:pic>
                        <p:nvPicPr>
                          <p:cNvPr id="0" name="Object 79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733" y="2082"/>
                            <a:ext cx="272" cy="28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1474" name="Rectangle 80">
                <a:extLst>
                  <a:ext uri="{FF2B5EF4-FFF2-40B4-BE49-F238E27FC236}">
                    <a16:creationId xmlns:a16="http://schemas.microsoft.com/office/drawing/2014/main" id="{DE1286A4-B7BC-4027-9B6B-AE05F5DB403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12" y="2181"/>
                <a:ext cx="192" cy="183"/>
              </a:xfrm>
              <a:prstGeom prst="rect">
                <a:avLst/>
              </a:prstGeom>
              <a:solidFill>
                <a:srgbClr val="33CCC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sp>
          <p:nvSpPr>
            <p:cNvPr id="11329" name="Line 81">
              <a:extLst>
                <a:ext uri="{FF2B5EF4-FFF2-40B4-BE49-F238E27FC236}">
                  <a16:creationId xmlns:a16="http://schemas.microsoft.com/office/drawing/2014/main" id="{BFAD3F71-9BF2-42E1-85DC-9E8E628460D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01" y="2894"/>
              <a:ext cx="0" cy="14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11330" name="Group 82">
              <a:extLst>
                <a:ext uri="{FF2B5EF4-FFF2-40B4-BE49-F238E27FC236}">
                  <a16:creationId xmlns:a16="http://schemas.microsoft.com/office/drawing/2014/main" id="{01048B4A-78BD-4BCC-A4CB-318EBD3FB82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955" y="2531"/>
              <a:ext cx="131" cy="258"/>
              <a:chOff x="4180" y="783"/>
              <a:chExt cx="150" cy="307"/>
            </a:xfrm>
          </p:grpSpPr>
          <p:sp>
            <p:nvSpPr>
              <p:cNvPr id="11465" name="AutoShape 83">
                <a:extLst>
                  <a:ext uri="{FF2B5EF4-FFF2-40B4-BE49-F238E27FC236}">
                    <a16:creationId xmlns:a16="http://schemas.microsoft.com/office/drawing/2014/main" id="{BC2915B2-8DB7-4E7B-8065-A4DD141E34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80" y="1019"/>
                <a:ext cx="150" cy="71"/>
              </a:xfrm>
              <a:prstGeom prst="parallelogram">
                <a:avLst>
                  <a:gd name="adj" fmla="val 81387"/>
                </a:avLst>
              </a:prstGeom>
              <a:solidFill>
                <a:srgbClr val="33CCCC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1466" name="Rectangle 84">
                <a:extLst>
                  <a:ext uri="{FF2B5EF4-FFF2-40B4-BE49-F238E27FC236}">
                    <a16:creationId xmlns:a16="http://schemas.microsoft.com/office/drawing/2014/main" id="{349CAC7C-17BB-404C-9752-4D70E618F6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56" y="785"/>
                <a:ext cx="69" cy="236"/>
              </a:xfrm>
              <a:prstGeom prst="rect">
                <a:avLst/>
              </a:prstGeom>
              <a:solidFill>
                <a:srgbClr val="33CCCC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1467" name="Rectangle 85">
                <a:extLst>
                  <a:ext uri="{FF2B5EF4-FFF2-40B4-BE49-F238E27FC236}">
                    <a16:creationId xmlns:a16="http://schemas.microsoft.com/office/drawing/2014/main" id="{E5A2972A-C399-4D52-8C70-A1F76C57579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81" y="852"/>
                <a:ext cx="95" cy="236"/>
              </a:xfrm>
              <a:prstGeom prst="rect">
                <a:avLst/>
              </a:prstGeom>
              <a:solidFill>
                <a:srgbClr val="33CCC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1468" name="AutoShape 86">
                <a:extLst>
                  <a:ext uri="{FF2B5EF4-FFF2-40B4-BE49-F238E27FC236}">
                    <a16:creationId xmlns:a16="http://schemas.microsoft.com/office/drawing/2014/main" id="{3B064977-F3E7-4D4D-8CF8-21F96807C6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80" y="783"/>
                <a:ext cx="150" cy="71"/>
              </a:xfrm>
              <a:prstGeom prst="parallelogram">
                <a:avLst>
                  <a:gd name="adj" fmla="val 81387"/>
                </a:avLst>
              </a:prstGeom>
              <a:solidFill>
                <a:srgbClr val="33CCC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1469" name="Line 87">
                <a:extLst>
                  <a:ext uri="{FF2B5EF4-FFF2-40B4-BE49-F238E27FC236}">
                    <a16:creationId xmlns:a16="http://schemas.microsoft.com/office/drawing/2014/main" id="{37655C03-4BAB-4FCD-B4C0-76BB80583D5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30" y="788"/>
                <a:ext cx="0" cy="23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470" name="Line 88">
                <a:extLst>
                  <a:ext uri="{FF2B5EF4-FFF2-40B4-BE49-F238E27FC236}">
                    <a16:creationId xmlns:a16="http://schemas.microsoft.com/office/drawing/2014/main" id="{97542EB7-5F35-4649-9053-23C7A418526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276" y="1019"/>
                <a:ext cx="54" cy="6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471" name="Rectangle 89">
                <a:extLst>
                  <a:ext uri="{FF2B5EF4-FFF2-40B4-BE49-F238E27FC236}">
                    <a16:creationId xmlns:a16="http://schemas.microsoft.com/office/drawing/2014/main" id="{D34F1335-9F91-43A4-9905-0EB3E0DEAA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93" y="883"/>
                <a:ext cx="63" cy="136"/>
              </a:xfrm>
              <a:prstGeom prst="rect">
                <a:avLst/>
              </a:prstGeom>
              <a:solidFill>
                <a:schemeClr val="accent2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1472" name="Rectangle 90">
                <a:extLst>
                  <a:ext uri="{FF2B5EF4-FFF2-40B4-BE49-F238E27FC236}">
                    <a16:creationId xmlns:a16="http://schemas.microsoft.com/office/drawing/2014/main" id="{A79EAA4E-34F7-4A1F-BAAB-BC2C75003D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2" y="924"/>
                <a:ext cx="48" cy="4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grpSp>
          <p:nvGrpSpPr>
            <p:cNvPr id="11331" name="Group 91">
              <a:extLst>
                <a:ext uri="{FF2B5EF4-FFF2-40B4-BE49-F238E27FC236}">
                  <a16:creationId xmlns:a16="http://schemas.microsoft.com/office/drawing/2014/main" id="{90FBCF21-6A0A-4418-8CF9-ECF85B3CE0C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947" y="2811"/>
              <a:ext cx="131" cy="258"/>
              <a:chOff x="4180" y="783"/>
              <a:chExt cx="150" cy="307"/>
            </a:xfrm>
          </p:grpSpPr>
          <p:sp>
            <p:nvSpPr>
              <p:cNvPr id="11457" name="AutoShape 92">
                <a:extLst>
                  <a:ext uri="{FF2B5EF4-FFF2-40B4-BE49-F238E27FC236}">
                    <a16:creationId xmlns:a16="http://schemas.microsoft.com/office/drawing/2014/main" id="{1FAF723B-CCE8-4112-AF48-7DECB60D98F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80" y="1019"/>
                <a:ext cx="150" cy="71"/>
              </a:xfrm>
              <a:prstGeom prst="parallelogram">
                <a:avLst>
                  <a:gd name="adj" fmla="val 81387"/>
                </a:avLst>
              </a:prstGeom>
              <a:solidFill>
                <a:srgbClr val="33CCCC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1458" name="Rectangle 93">
                <a:extLst>
                  <a:ext uri="{FF2B5EF4-FFF2-40B4-BE49-F238E27FC236}">
                    <a16:creationId xmlns:a16="http://schemas.microsoft.com/office/drawing/2014/main" id="{3884873B-FEF7-47C3-AFDD-F9FA3F4015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56" y="785"/>
                <a:ext cx="69" cy="236"/>
              </a:xfrm>
              <a:prstGeom prst="rect">
                <a:avLst/>
              </a:prstGeom>
              <a:solidFill>
                <a:srgbClr val="33CCCC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1459" name="Rectangle 94">
                <a:extLst>
                  <a:ext uri="{FF2B5EF4-FFF2-40B4-BE49-F238E27FC236}">
                    <a16:creationId xmlns:a16="http://schemas.microsoft.com/office/drawing/2014/main" id="{21819D4A-99C9-41E7-B227-A1F098E255F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81" y="852"/>
                <a:ext cx="95" cy="236"/>
              </a:xfrm>
              <a:prstGeom prst="rect">
                <a:avLst/>
              </a:prstGeom>
              <a:solidFill>
                <a:srgbClr val="33CCC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1460" name="AutoShape 95">
                <a:extLst>
                  <a:ext uri="{FF2B5EF4-FFF2-40B4-BE49-F238E27FC236}">
                    <a16:creationId xmlns:a16="http://schemas.microsoft.com/office/drawing/2014/main" id="{F9FE8542-3999-451F-8D1D-48A03496E76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80" y="783"/>
                <a:ext cx="150" cy="71"/>
              </a:xfrm>
              <a:prstGeom prst="parallelogram">
                <a:avLst>
                  <a:gd name="adj" fmla="val 81387"/>
                </a:avLst>
              </a:prstGeom>
              <a:solidFill>
                <a:srgbClr val="33CCC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1461" name="Line 96">
                <a:extLst>
                  <a:ext uri="{FF2B5EF4-FFF2-40B4-BE49-F238E27FC236}">
                    <a16:creationId xmlns:a16="http://schemas.microsoft.com/office/drawing/2014/main" id="{A5AA8CA8-0011-427D-BADC-4F5DF8C169E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30" y="788"/>
                <a:ext cx="0" cy="23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462" name="Line 97">
                <a:extLst>
                  <a:ext uri="{FF2B5EF4-FFF2-40B4-BE49-F238E27FC236}">
                    <a16:creationId xmlns:a16="http://schemas.microsoft.com/office/drawing/2014/main" id="{225273F5-ED18-4106-BC00-1DA5961DAAE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276" y="1019"/>
                <a:ext cx="54" cy="6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463" name="Rectangle 98">
                <a:extLst>
                  <a:ext uri="{FF2B5EF4-FFF2-40B4-BE49-F238E27FC236}">
                    <a16:creationId xmlns:a16="http://schemas.microsoft.com/office/drawing/2014/main" id="{31A45DED-3CCE-4129-9BB9-C724D9C7FF0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93" y="883"/>
                <a:ext cx="63" cy="136"/>
              </a:xfrm>
              <a:prstGeom prst="rect">
                <a:avLst/>
              </a:prstGeom>
              <a:solidFill>
                <a:schemeClr val="accent2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1464" name="Rectangle 99">
                <a:extLst>
                  <a:ext uri="{FF2B5EF4-FFF2-40B4-BE49-F238E27FC236}">
                    <a16:creationId xmlns:a16="http://schemas.microsoft.com/office/drawing/2014/main" id="{2A1663C6-270A-4F10-9460-ECB0AFDD6A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2" y="924"/>
                <a:ext cx="48" cy="4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sp>
          <p:nvSpPr>
            <p:cNvPr id="11332" name="Line 100">
              <a:extLst>
                <a:ext uri="{FF2B5EF4-FFF2-40B4-BE49-F238E27FC236}">
                  <a16:creationId xmlns:a16="http://schemas.microsoft.com/office/drawing/2014/main" id="{C96FDE04-CEA5-4F90-8485-10D9CFC7DC8F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H="1">
              <a:off x="4711" y="2767"/>
              <a:ext cx="38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333" name="Line 101">
              <a:extLst>
                <a:ext uri="{FF2B5EF4-FFF2-40B4-BE49-F238E27FC236}">
                  <a16:creationId xmlns:a16="http://schemas.microsoft.com/office/drawing/2014/main" id="{2CDF4DF4-B6C7-4753-8119-419C01FF2EB9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4935" y="2925"/>
              <a:ext cx="0" cy="6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334" name="Line 102">
              <a:extLst>
                <a:ext uri="{FF2B5EF4-FFF2-40B4-BE49-F238E27FC236}">
                  <a16:creationId xmlns:a16="http://schemas.microsoft.com/office/drawing/2014/main" id="{88015B24-DC94-4E29-B77B-6E6C8E74965B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4928" y="2630"/>
              <a:ext cx="0" cy="5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335" name="Line 103">
              <a:extLst>
                <a:ext uri="{FF2B5EF4-FFF2-40B4-BE49-F238E27FC236}">
                  <a16:creationId xmlns:a16="http://schemas.microsoft.com/office/drawing/2014/main" id="{786A6F9E-F399-424D-8544-5C529BCABB1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096" y="1459"/>
              <a:ext cx="289" cy="13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336" name="Line 104">
              <a:extLst>
                <a:ext uri="{FF2B5EF4-FFF2-40B4-BE49-F238E27FC236}">
                  <a16:creationId xmlns:a16="http://schemas.microsoft.com/office/drawing/2014/main" id="{6986B299-1675-41E1-9B1F-C822EAAF881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85" y="1449"/>
              <a:ext cx="306" cy="13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337" name="Line 105">
              <a:extLst>
                <a:ext uri="{FF2B5EF4-FFF2-40B4-BE49-F238E27FC236}">
                  <a16:creationId xmlns:a16="http://schemas.microsoft.com/office/drawing/2014/main" id="{7C658048-FFCA-4F4D-A92F-72464D0B11D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012" y="1661"/>
              <a:ext cx="152" cy="42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338" name="Line 106">
              <a:extLst>
                <a:ext uri="{FF2B5EF4-FFF2-40B4-BE49-F238E27FC236}">
                  <a16:creationId xmlns:a16="http://schemas.microsoft.com/office/drawing/2014/main" id="{798C800E-8A42-455C-A29A-B4B73E8040C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27" y="1520"/>
              <a:ext cx="0" cy="27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339" name="Line 107">
              <a:extLst>
                <a:ext uri="{FF2B5EF4-FFF2-40B4-BE49-F238E27FC236}">
                  <a16:creationId xmlns:a16="http://schemas.microsoft.com/office/drawing/2014/main" id="{843B1F77-F3A1-425A-B8F5-68FB41BDFEB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43" y="1928"/>
              <a:ext cx="337" cy="23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340" name="Line 108">
              <a:extLst>
                <a:ext uri="{FF2B5EF4-FFF2-40B4-BE49-F238E27FC236}">
                  <a16:creationId xmlns:a16="http://schemas.microsoft.com/office/drawing/2014/main" id="{7AA10432-B87E-4045-9869-42BF0EF542B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833" y="2221"/>
              <a:ext cx="168" cy="22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341" name="Line 109">
              <a:extLst>
                <a:ext uri="{FF2B5EF4-FFF2-40B4-BE49-F238E27FC236}">
                  <a16:creationId xmlns:a16="http://schemas.microsoft.com/office/drawing/2014/main" id="{1A4621B2-D37E-4A26-8912-81C75B9E873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690" y="1641"/>
              <a:ext cx="353" cy="24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342" name="Line 110">
              <a:extLst>
                <a:ext uri="{FF2B5EF4-FFF2-40B4-BE49-F238E27FC236}">
                  <a16:creationId xmlns:a16="http://schemas.microsoft.com/office/drawing/2014/main" id="{754B3EFD-499C-4D36-8A0F-AC7FA17AB96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696" y="1288"/>
              <a:ext cx="221" cy="16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343" name="Line 111">
              <a:extLst>
                <a:ext uri="{FF2B5EF4-FFF2-40B4-BE49-F238E27FC236}">
                  <a16:creationId xmlns:a16="http://schemas.microsoft.com/office/drawing/2014/main" id="{628F8C18-7ECA-41C0-9B48-AE986DCAE4E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148" y="1399"/>
              <a:ext cx="127" cy="11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11344" name="Group 112">
              <a:extLst>
                <a:ext uri="{FF2B5EF4-FFF2-40B4-BE49-F238E27FC236}">
                  <a16:creationId xmlns:a16="http://schemas.microsoft.com/office/drawing/2014/main" id="{B20C799C-24E4-43BD-A36A-756EFA72970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69" y="1520"/>
              <a:ext cx="316" cy="147"/>
              <a:chOff x="3600" y="219"/>
              <a:chExt cx="360" cy="175"/>
            </a:xfrm>
          </p:grpSpPr>
          <p:sp>
            <p:nvSpPr>
              <p:cNvPr id="11444" name="Oval 113">
                <a:extLst>
                  <a:ext uri="{FF2B5EF4-FFF2-40B4-BE49-F238E27FC236}">
                    <a16:creationId xmlns:a16="http://schemas.microsoft.com/office/drawing/2014/main" id="{865EA448-3956-4CAA-953A-D7C25737D1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03" y="297"/>
                <a:ext cx="357" cy="97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1445" name="Line 114">
                <a:extLst>
                  <a:ext uri="{FF2B5EF4-FFF2-40B4-BE49-F238E27FC236}">
                    <a16:creationId xmlns:a16="http://schemas.microsoft.com/office/drawing/2014/main" id="{32B64E0F-F661-454E-91F2-485A4AF9780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03" y="289"/>
                <a:ext cx="0" cy="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446" name="Line 115">
                <a:extLst>
                  <a:ext uri="{FF2B5EF4-FFF2-40B4-BE49-F238E27FC236}">
                    <a16:creationId xmlns:a16="http://schemas.microsoft.com/office/drawing/2014/main" id="{E6DFD2FD-5A48-40AF-B0A4-F76769823B1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60" y="289"/>
                <a:ext cx="0" cy="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447" name="Rectangle 116">
                <a:extLst>
                  <a:ext uri="{FF2B5EF4-FFF2-40B4-BE49-F238E27FC236}">
                    <a16:creationId xmlns:a16="http://schemas.microsoft.com/office/drawing/2014/main" id="{7686CDAC-6C78-4D22-A533-A1349426D52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03" y="289"/>
                <a:ext cx="354" cy="59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/>
                <a:endParaRPr kumimoji="0" lang="zh-CN" altLang="zh-CN" sz="2400"/>
              </a:p>
            </p:txBody>
          </p:sp>
          <p:sp>
            <p:nvSpPr>
              <p:cNvPr id="11448" name="Oval 117">
                <a:extLst>
                  <a:ext uri="{FF2B5EF4-FFF2-40B4-BE49-F238E27FC236}">
                    <a16:creationId xmlns:a16="http://schemas.microsoft.com/office/drawing/2014/main" id="{353A31AA-0140-4DC9-A0DC-974632A9B2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00" y="219"/>
                <a:ext cx="357" cy="113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grpSp>
            <p:nvGrpSpPr>
              <p:cNvPr id="11449" name="Group 118">
                <a:extLst>
                  <a:ext uri="{FF2B5EF4-FFF2-40B4-BE49-F238E27FC236}">
                    <a16:creationId xmlns:a16="http://schemas.microsoft.com/office/drawing/2014/main" id="{50925812-7A6A-4930-8679-C57DEEDD3A9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686" y="244"/>
                <a:ext cx="177" cy="66"/>
                <a:chOff x="2848" y="848"/>
                <a:chExt cx="140" cy="98"/>
              </a:xfrm>
            </p:grpSpPr>
            <p:sp>
              <p:nvSpPr>
                <p:cNvPr id="11454" name="Line 119">
                  <a:extLst>
                    <a:ext uri="{FF2B5EF4-FFF2-40B4-BE49-F238E27FC236}">
                      <a16:creationId xmlns:a16="http://schemas.microsoft.com/office/drawing/2014/main" id="{6427CA25-6AD0-4589-9CF5-AD88E5F4FB0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1455" name="Line 120">
                  <a:extLst>
                    <a:ext uri="{FF2B5EF4-FFF2-40B4-BE49-F238E27FC236}">
                      <a16:creationId xmlns:a16="http://schemas.microsoft.com/office/drawing/2014/main" id="{D9B42D24-4DA3-4201-A11A-0AEE052874D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1456" name="Line 121">
                  <a:extLst>
                    <a:ext uri="{FF2B5EF4-FFF2-40B4-BE49-F238E27FC236}">
                      <a16:creationId xmlns:a16="http://schemas.microsoft.com/office/drawing/2014/main" id="{ABC6BA39-A34B-4F61-B27C-CE962E8930D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1450" name="Group 122">
                <a:extLst>
                  <a:ext uri="{FF2B5EF4-FFF2-40B4-BE49-F238E27FC236}">
                    <a16:creationId xmlns:a16="http://schemas.microsoft.com/office/drawing/2014/main" id="{0498FD91-D98A-4C93-AC70-A810C1B955D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V="1">
                <a:off x="3686" y="243"/>
                <a:ext cx="177" cy="66"/>
                <a:chOff x="2848" y="848"/>
                <a:chExt cx="140" cy="98"/>
              </a:xfrm>
            </p:grpSpPr>
            <p:sp>
              <p:nvSpPr>
                <p:cNvPr id="11451" name="Line 123">
                  <a:extLst>
                    <a:ext uri="{FF2B5EF4-FFF2-40B4-BE49-F238E27FC236}">
                      <a16:creationId xmlns:a16="http://schemas.microsoft.com/office/drawing/2014/main" id="{3759D4D5-C846-4088-A9AC-64B7C152BC3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1452" name="Line 124">
                  <a:extLst>
                    <a:ext uri="{FF2B5EF4-FFF2-40B4-BE49-F238E27FC236}">
                      <a16:creationId xmlns:a16="http://schemas.microsoft.com/office/drawing/2014/main" id="{587597CC-B2AF-4505-AFE9-4AB557861B6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1453" name="Line 125">
                  <a:extLst>
                    <a:ext uri="{FF2B5EF4-FFF2-40B4-BE49-F238E27FC236}">
                      <a16:creationId xmlns:a16="http://schemas.microsoft.com/office/drawing/2014/main" id="{54C1D37F-6D33-4295-9F98-D5E1DB0E22A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11345" name="Group 126">
              <a:extLst>
                <a:ext uri="{FF2B5EF4-FFF2-40B4-BE49-F238E27FC236}">
                  <a16:creationId xmlns:a16="http://schemas.microsoft.com/office/drawing/2014/main" id="{ACFB46E3-6773-4911-B302-BA236A087A2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69" y="1376"/>
              <a:ext cx="316" cy="147"/>
              <a:chOff x="3600" y="219"/>
              <a:chExt cx="360" cy="175"/>
            </a:xfrm>
          </p:grpSpPr>
          <p:sp>
            <p:nvSpPr>
              <p:cNvPr id="11431" name="Oval 127">
                <a:extLst>
                  <a:ext uri="{FF2B5EF4-FFF2-40B4-BE49-F238E27FC236}">
                    <a16:creationId xmlns:a16="http://schemas.microsoft.com/office/drawing/2014/main" id="{A96C8F85-9099-444B-9AD4-74417A0DA1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03" y="297"/>
                <a:ext cx="357" cy="97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1432" name="Line 128">
                <a:extLst>
                  <a:ext uri="{FF2B5EF4-FFF2-40B4-BE49-F238E27FC236}">
                    <a16:creationId xmlns:a16="http://schemas.microsoft.com/office/drawing/2014/main" id="{8530E407-C15F-4712-B3A1-1F58B5316B4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03" y="289"/>
                <a:ext cx="0" cy="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433" name="Line 129">
                <a:extLst>
                  <a:ext uri="{FF2B5EF4-FFF2-40B4-BE49-F238E27FC236}">
                    <a16:creationId xmlns:a16="http://schemas.microsoft.com/office/drawing/2014/main" id="{E10B9FFD-3D9A-4D3B-8C63-7B69DDE904F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60" y="289"/>
                <a:ext cx="0" cy="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434" name="Rectangle 130">
                <a:extLst>
                  <a:ext uri="{FF2B5EF4-FFF2-40B4-BE49-F238E27FC236}">
                    <a16:creationId xmlns:a16="http://schemas.microsoft.com/office/drawing/2014/main" id="{30C82597-5C4A-4E6F-9A0A-BE9605873FC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03" y="289"/>
                <a:ext cx="354" cy="59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/>
                <a:endParaRPr kumimoji="0" lang="zh-CN" altLang="zh-CN" sz="2400"/>
              </a:p>
            </p:txBody>
          </p:sp>
          <p:sp>
            <p:nvSpPr>
              <p:cNvPr id="11435" name="Oval 131">
                <a:extLst>
                  <a:ext uri="{FF2B5EF4-FFF2-40B4-BE49-F238E27FC236}">
                    <a16:creationId xmlns:a16="http://schemas.microsoft.com/office/drawing/2014/main" id="{7FB5CB26-09EE-4794-BA59-7AABD1B8AB0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00" y="219"/>
                <a:ext cx="357" cy="113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grpSp>
            <p:nvGrpSpPr>
              <p:cNvPr id="11436" name="Group 132">
                <a:extLst>
                  <a:ext uri="{FF2B5EF4-FFF2-40B4-BE49-F238E27FC236}">
                    <a16:creationId xmlns:a16="http://schemas.microsoft.com/office/drawing/2014/main" id="{5D08A403-69FE-4457-883F-7F9523593DA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686" y="244"/>
                <a:ext cx="177" cy="66"/>
                <a:chOff x="2848" y="848"/>
                <a:chExt cx="140" cy="98"/>
              </a:xfrm>
            </p:grpSpPr>
            <p:sp>
              <p:nvSpPr>
                <p:cNvPr id="11441" name="Line 133">
                  <a:extLst>
                    <a:ext uri="{FF2B5EF4-FFF2-40B4-BE49-F238E27FC236}">
                      <a16:creationId xmlns:a16="http://schemas.microsoft.com/office/drawing/2014/main" id="{CF491574-43B3-4C8F-B785-0FFDF0117BF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1442" name="Line 134">
                  <a:extLst>
                    <a:ext uri="{FF2B5EF4-FFF2-40B4-BE49-F238E27FC236}">
                      <a16:creationId xmlns:a16="http://schemas.microsoft.com/office/drawing/2014/main" id="{D9883204-6976-4EDD-BDC2-35FA9273FFE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1443" name="Line 135">
                  <a:extLst>
                    <a:ext uri="{FF2B5EF4-FFF2-40B4-BE49-F238E27FC236}">
                      <a16:creationId xmlns:a16="http://schemas.microsoft.com/office/drawing/2014/main" id="{6EB6C3A3-AB32-48C3-84A7-94766D7F40B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1437" name="Group 136">
                <a:extLst>
                  <a:ext uri="{FF2B5EF4-FFF2-40B4-BE49-F238E27FC236}">
                    <a16:creationId xmlns:a16="http://schemas.microsoft.com/office/drawing/2014/main" id="{CE8C884E-CAE7-492E-AD15-CB193D8838C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V="1">
                <a:off x="3686" y="243"/>
                <a:ext cx="177" cy="66"/>
                <a:chOff x="2848" y="848"/>
                <a:chExt cx="140" cy="98"/>
              </a:xfrm>
            </p:grpSpPr>
            <p:sp>
              <p:nvSpPr>
                <p:cNvPr id="11438" name="Line 137">
                  <a:extLst>
                    <a:ext uri="{FF2B5EF4-FFF2-40B4-BE49-F238E27FC236}">
                      <a16:creationId xmlns:a16="http://schemas.microsoft.com/office/drawing/2014/main" id="{D66D32E2-02AA-4CD5-8AA8-3553CF57DB1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1439" name="Line 138">
                  <a:extLst>
                    <a:ext uri="{FF2B5EF4-FFF2-40B4-BE49-F238E27FC236}">
                      <a16:creationId xmlns:a16="http://schemas.microsoft.com/office/drawing/2014/main" id="{F51BAD20-73B1-4731-B52C-F2164B2E966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1440" name="Line 139">
                  <a:extLst>
                    <a:ext uri="{FF2B5EF4-FFF2-40B4-BE49-F238E27FC236}">
                      <a16:creationId xmlns:a16="http://schemas.microsoft.com/office/drawing/2014/main" id="{056DDADC-00F2-4BCF-B137-E1C1DE6AC7C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11346" name="Group 140">
              <a:extLst>
                <a:ext uri="{FF2B5EF4-FFF2-40B4-BE49-F238E27FC236}">
                  <a16:creationId xmlns:a16="http://schemas.microsoft.com/office/drawing/2014/main" id="{C236EBE7-76B8-42A3-856E-7D7D7886132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80" y="1790"/>
              <a:ext cx="316" cy="147"/>
              <a:chOff x="3600" y="219"/>
              <a:chExt cx="360" cy="175"/>
            </a:xfrm>
          </p:grpSpPr>
          <p:sp>
            <p:nvSpPr>
              <p:cNvPr id="11418" name="Oval 141">
                <a:extLst>
                  <a:ext uri="{FF2B5EF4-FFF2-40B4-BE49-F238E27FC236}">
                    <a16:creationId xmlns:a16="http://schemas.microsoft.com/office/drawing/2014/main" id="{1DE2C62C-981B-4438-BB2D-2EEACC0F00F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03" y="297"/>
                <a:ext cx="357" cy="97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1419" name="Line 142">
                <a:extLst>
                  <a:ext uri="{FF2B5EF4-FFF2-40B4-BE49-F238E27FC236}">
                    <a16:creationId xmlns:a16="http://schemas.microsoft.com/office/drawing/2014/main" id="{A630BCF9-CB26-4168-8AC7-8AFE9175A14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03" y="289"/>
                <a:ext cx="0" cy="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420" name="Line 143">
                <a:extLst>
                  <a:ext uri="{FF2B5EF4-FFF2-40B4-BE49-F238E27FC236}">
                    <a16:creationId xmlns:a16="http://schemas.microsoft.com/office/drawing/2014/main" id="{7D82162F-950B-43EC-9649-DEFD74F27A8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60" y="289"/>
                <a:ext cx="0" cy="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421" name="Rectangle 144">
                <a:extLst>
                  <a:ext uri="{FF2B5EF4-FFF2-40B4-BE49-F238E27FC236}">
                    <a16:creationId xmlns:a16="http://schemas.microsoft.com/office/drawing/2014/main" id="{5ECEE1EC-12DC-47D6-B069-3E8F41DF7D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03" y="289"/>
                <a:ext cx="354" cy="59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/>
                <a:endParaRPr kumimoji="0" lang="zh-CN" altLang="zh-CN" sz="2400"/>
              </a:p>
            </p:txBody>
          </p:sp>
          <p:sp>
            <p:nvSpPr>
              <p:cNvPr id="11422" name="Oval 145">
                <a:extLst>
                  <a:ext uri="{FF2B5EF4-FFF2-40B4-BE49-F238E27FC236}">
                    <a16:creationId xmlns:a16="http://schemas.microsoft.com/office/drawing/2014/main" id="{506C829A-0E90-4189-B198-230EB789689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00" y="219"/>
                <a:ext cx="357" cy="113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grpSp>
            <p:nvGrpSpPr>
              <p:cNvPr id="11423" name="Group 146">
                <a:extLst>
                  <a:ext uri="{FF2B5EF4-FFF2-40B4-BE49-F238E27FC236}">
                    <a16:creationId xmlns:a16="http://schemas.microsoft.com/office/drawing/2014/main" id="{628A686F-BD42-486B-AD23-1709FFB0643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686" y="244"/>
                <a:ext cx="177" cy="66"/>
                <a:chOff x="2848" y="848"/>
                <a:chExt cx="140" cy="98"/>
              </a:xfrm>
            </p:grpSpPr>
            <p:sp>
              <p:nvSpPr>
                <p:cNvPr id="11428" name="Line 147">
                  <a:extLst>
                    <a:ext uri="{FF2B5EF4-FFF2-40B4-BE49-F238E27FC236}">
                      <a16:creationId xmlns:a16="http://schemas.microsoft.com/office/drawing/2014/main" id="{7CE13493-8ECF-41A8-907F-A0B2C239959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1429" name="Line 148">
                  <a:extLst>
                    <a:ext uri="{FF2B5EF4-FFF2-40B4-BE49-F238E27FC236}">
                      <a16:creationId xmlns:a16="http://schemas.microsoft.com/office/drawing/2014/main" id="{4B623749-F5F6-4DFD-ABAC-6EA65D1A451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1430" name="Line 149">
                  <a:extLst>
                    <a:ext uri="{FF2B5EF4-FFF2-40B4-BE49-F238E27FC236}">
                      <a16:creationId xmlns:a16="http://schemas.microsoft.com/office/drawing/2014/main" id="{0DEBF781-C698-4DD5-8D99-66E20015C11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1424" name="Group 150">
                <a:extLst>
                  <a:ext uri="{FF2B5EF4-FFF2-40B4-BE49-F238E27FC236}">
                    <a16:creationId xmlns:a16="http://schemas.microsoft.com/office/drawing/2014/main" id="{F29D342D-2875-4DA1-B312-8D4B895D556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V="1">
                <a:off x="3686" y="243"/>
                <a:ext cx="177" cy="66"/>
                <a:chOff x="2848" y="848"/>
                <a:chExt cx="140" cy="98"/>
              </a:xfrm>
            </p:grpSpPr>
            <p:sp>
              <p:nvSpPr>
                <p:cNvPr id="11425" name="Line 151">
                  <a:extLst>
                    <a:ext uri="{FF2B5EF4-FFF2-40B4-BE49-F238E27FC236}">
                      <a16:creationId xmlns:a16="http://schemas.microsoft.com/office/drawing/2014/main" id="{B7B00C85-58DA-4356-8565-E540F11D526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1426" name="Line 152">
                  <a:extLst>
                    <a:ext uri="{FF2B5EF4-FFF2-40B4-BE49-F238E27FC236}">
                      <a16:creationId xmlns:a16="http://schemas.microsoft.com/office/drawing/2014/main" id="{14FE8A0D-3422-4804-A852-61C9EAE44CA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1427" name="Line 153">
                  <a:extLst>
                    <a:ext uri="{FF2B5EF4-FFF2-40B4-BE49-F238E27FC236}">
                      <a16:creationId xmlns:a16="http://schemas.microsoft.com/office/drawing/2014/main" id="{24CACBA4-E4E4-43D7-80F2-ADA6488EC36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11347" name="Group 154">
              <a:extLst>
                <a:ext uri="{FF2B5EF4-FFF2-40B4-BE49-F238E27FC236}">
                  <a16:creationId xmlns:a16="http://schemas.microsoft.com/office/drawing/2014/main" id="{D77DDE46-C702-4A7C-B788-545C9CBCE7B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991" y="1507"/>
              <a:ext cx="315" cy="147"/>
              <a:chOff x="3600" y="219"/>
              <a:chExt cx="360" cy="175"/>
            </a:xfrm>
          </p:grpSpPr>
          <p:sp>
            <p:nvSpPr>
              <p:cNvPr id="11405" name="Oval 155">
                <a:extLst>
                  <a:ext uri="{FF2B5EF4-FFF2-40B4-BE49-F238E27FC236}">
                    <a16:creationId xmlns:a16="http://schemas.microsoft.com/office/drawing/2014/main" id="{0A7CDCF2-8C79-4FEC-BCC0-9DD78A3ED73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03" y="297"/>
                <a:ext cx="357" cy="97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1406" name="Line 156">
                <a:extLst>
                  <a:ext uri="{FF2B5EF4-FFF2-40B4-BE49-F238E27FC236}">
                    <a16:creationId xmlns:a16="http://schemas.microsoft.com/office/drawing/2014/main" id="{A4D02F10-498C-4E4B-BC04-F05B12DDFC2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03" y="289"/>
                <a:ext cx="0" cy="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407" name="Line 157">
                <a:extLst>
                  <a:ext uri="{FF2B5EF4-FFF2-40B4-BE49-F238E27FC236}">
                    <a16:creationId xmlns:a16="http://schemas.microsoft.com/office/drawing/2014/main" id="{F3CF598E-9E30-461A-BA19-A015B5DD2B5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60" y="289"/>
                <a:ext cx="0" cy="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408" name="Rectangle 158">
                <a:extLst>
                  <a:ext uri="{FF2B5EF4-FFF2-40B4-BE49-F238E27FC236}">
                    <a16:creationId xmlns:a16="http://schemas.microsoft.com/office/drawing/2014/main" id="{B78CAAAB-8C3D-40E9-8774-0CF04BBDA9B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03" y="289"/>
                <a:ext cx="354" cy="59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/>
                <a:endParaRPr kumimoji="0" lang="zh-CN" altLang="zh-CN" sz="2400"/>
              </a:p>
            </p:txBody>
          </p:sp>
          <p:sp>
            <p:nvSpPr>
              <p:cNvPr id="11409" name="Oval 159">
                <a:extLst>
                  <a:ext uri="{FF2B5EF4-FFF2-40B4-BE49-F238E27FC236}">
                    <a16:creationId xmlns:a16="http://schemas.microsoft.com/office/drawing/2014/main" id="{0891EADF-A342-49E4-A264-94F6B1FA44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00" y="219"/>
                <a:ext cx="357" cy="113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grpSp>
            <p:nvGrpSpPr>
              <p:cNvPr id="11410" name="Group 160">
                <a:extLst>
                  <a:ext uri="{FF2B5EF4-FFF2-40B4-BE49-F238E27FC236}">
                    <a16:creationId xmlns:a16="http://schemas.microsoft.com/office/drawing/2014/main" id="{EA5ACCBE-862C-4D3D-A572-644955D7E6E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686" y="244"/>
                <a:ext cx="177" cy="66"/>
                <a:chOff x="2848" y="848"/>
                <a:chExt cx="140" cy="98"/>
              </a:xfrm>
            </p:grpSpPr>
            <p:sp>
              <p:nvSpPr>
                <p:cNvPr id="11415" name="Line 161">
                  <a:extLst>
                    <a:ext uri="{FF2B5EF4-FFF2-40B4-BE49-F238E27FC236}">
                      <a16:creationId xmlns:a16="http://schemas.microsoft.com/office/drawing/2014/main" id="{419D9B3D-C409-467C-8737-2732D2518DB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1416" name="Line 162">
                  <a:extLst>
                    <a:ext uri="{FF2B5EF4-FFF2-40B4-BE49-F238E27FC236}">
                      <a16:creationId xmlns:a16="http://schemas.microsoft.com/office/drawing/2014/main" id="{8A6436BE-177E-4CB9-87E1-3FE810A7BEF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1417" name="Line 163">
                  <a:extLst>
                    <a:ext uri="{FF2B5EF4-FFF2-40B4-BE49-F238E27FC236}">
                      <a16:creationId xmlns:a16="http://schemas.microsoft.com/office/drawing/2014/main" id="{AACA5D9A-5E10-4045-B8DA-CDD0C838A80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1411" name="Group 164">
                <a:extLst>
                  <a:ext uri="{FF2B5EF4-FFF2-40B4-BE49-F238E27FC236}">
                    <a16:creationId xmlns:a16="http://schemas.microsoft.com/office/drawing/2014/main" id="{C7EE0F16-D04B-494B-BF80-A7D620972E4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V="1">
                <a:off x="3686" y="243"/>
                <a:ext cx="177" cy="66"/>
                <a:chOff x="2848" y="848"/>
                <a:chExt cx="140" cy="98"/>
              </a:xfrm>
            </p:grpSpPr>
            <p:sp>
              <p:nvSpPr>
                <p:cNvPr id="11412" name="Line 165">
                  <a:extLst>
                    <a:ext uri="{FF2B5EF4-FFF2-40B4-BE49-F238E27FC236}">
                      <a16:creationId xmlns:a16="http://schemas.microsoft.com/office/drawing/2014/main" id="{4A04044D-386B-42FC-B364-1B904BF1E66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1413" name="Line 166">
                  <a:extLst>
                    <a:ext uri="{FF2B5EF4-FFF2-40B4-BE49-F238E27FC236}">
                      <a16:creationId xmlns:a16="http://schemas.microsoft.com/office/drawing/2014/main" id="{03500A77-D797-481A-9D26-072A234CC3C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1414" name="Line 167">
                  <a:extLst>
                    <a:ext uri="{FF2B5EF4-FFF2-40B4-BE49-F238E27FC236}">
                      <a16:creationId xmlns:a16="http://schemas.microsoft.com/office/drawing/2014/main" id="{A6F7A5C3-0610-4D3E-B69E-287E10A3B34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11348" name="Group 168">
              <a:extLst>
                <a:ext uri="{FF2B5EF4-FFF2-40B4-BE49-F238E27FC236}">
                  <a16:creationId xmlns:a16="http://schemas.microsoft.com/office/drawing/2014/main" id="{46E343D6-CA1B-447B-8756-4F82B4D80EC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869" y="2072"/>
              <a:ext cx="316" cy="147"/>
              <a:chOff x="3600" y="219"/>
              <a:chExt cx="360" cy="175"/>
            </a:xfrm>
          </p:grpSpPr>
          <p:sp>
            <p:nvSpPr>
              <p:cNvPr id="11392" name="Oval 169">
                <a:extLst>
                  <a:ext uri="{FF2B5EF4-FFF2-40B4-BE49-F238E27FC236}">
                    <a16:creationId xmlns:a16="http://schemas.microsoft.com/office/drawing/2014/main" id="{DB05E2F3-7F82-4E01-9A1A-21CA365C11A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03" y="297"/>
                <a:ext cx="357" cy="97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1393" name="Line 170">
                <a:extLst>
                  <a:ext uri="{FF2B5EF4-FFF2-40B4-BE49-F238E27FC236}">
                    <a16:creationId xmlns:a16="http://schemas.microsoft.com/office/drawing/2014/main" id="{8A0BFF3B-211E-4F01-AAF5-60F5A6AE75A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03" y="289"/>
                <a:ext cx="0" cy="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394" name="Line 171">
                <a:extLst>
                  <a:ext uri="{FF2B5EF4-FFF2-40B4-BE49-F238E27FC236}">
                    <a16:creationId xmlns:a16="http://schemas.microsoft.com/office/drawing/2014/main" id="{F336118A-3E03-4CD4-A35B-C6806DBF0EA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60" y="289"/>
                <a:ext cx="0" cy="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395" name="Rectangle 172">
                <a:extLst>
                  <a:ext uri="{FF2B5EF4-FFF2-40B4-BE49-F238E27FC236}">
                    <a16:creationId xmlns:a16="http://schemas.microsoft.com/office/drawing/2014/main" id="{B9363D72-55B0-458D-B76F-440F5F1E7A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03" y="289"/>
                <a:ext cx="354" cy="59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/>
                <a:endParaRPr kumimoji="0" lang="zh-CN" altLang="zh-CN" sz="2400"/>
              </a:p>
            </p:txBody>
          </p:sp>
          <p:sp>
            <p:nvSpPr>
              <p:cNvPr id="11396" name="Oval 173">
                <a:extLst>
                  <a:ext uri="{FF2B5EF4-FFF2-40B4-BE49-F238E27FC236}">
                    <a16:creationId xmlns:a16="http://schemas.microsoft.com/office/drawing/2014/main" id="{30BF0E19-4A77-423D-8FEF-5BF2A7CF3F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00" y="219"/>
                <a:ext cx="357" cy="113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grpSp>
            <p:nvGrpSpPr>
              <p:cNvPr id="11397" name="Group 174">
                <a:extLst>
                  <a:ext uri="{FF2B5EF4-FFF2-40B4-BE49-F238E27FC236}">
                    <a16:creationId xmlns:a16="http://schemas.microsoft.com/office/drawing/2014/main" id="{3ECFD34F-914A-441A-B4C9-735C188DFB5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686" y="244"/>
                <a:ext cx="177" cy="66"/>
                <a:chOff x="2848" y="848"/>
                <a:chExt cx="140" cy="98"/>
              </a:xfrm>
            </p:grpSpPr>
            <p:sp>
              <p:nvSpPr>
                <p:cNvPr id="11402" name="Line 175">
                  <a:extLst>
                    <a:ext uri="{FF2B5EF4-FFF2-40B4-BE49-F238E27FC236}">
                      <a16:creationId xmlns:a16="http://schemas.microsoft.com/office/drawing/2014/main" id="{A70EF36E-EC5A-4A5B-8005-E27CA541A10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1403" name="Line 176">
                  <a:extLst>
                    <a:ext uri="{FF2B5EF4-FFF2-40B4-BE49-F238E27FC236}">
                      <a16:creationId xmlns:a16="http://schemas.microsoft.com/office/drawing/2014/main" id="{B496B837-686D-4AC8-99AB-CF8AFA77B72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1404" name="Line 177">
                  <a:extLst>
                    <a:ext uri="{FF2B5EF4-FFF2-40B4-BE49-F238E27FC236}">
                      <a16:creationId xmlns:a16="http://schemas.microsoft.com/office/drawing/2014/main" id="{48123171-31A5-4E42-99E4-A9CB546EF84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1398" name="Group 178">
                <a:extLst>
                  <a:ext uri="{FF2B5EF4-FFF2-40B4-BE49-F238E27FC236}">
                    <a16:creationId xmlns:a16="http://schemas.microsoft.com/office/drawing/2014/main" id="{47B69293-D6B3-48EE-8397-D5B3CB03797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V="1">
                <a:off x="3686" y="243"/>
                <a:ext cx="177" cy="66"/>
                <a:chOff x="2848" y="848"/>
                <a:chExt cx="140" cy="98"/>
              </a:xfrm>
            </p:grpSpPr>
            <p:sp>
              <p:nvSpPr>
                <p:cNvPr id="11399" name="Line 179">
                  <a:extLst>
                    <a:ext uri="{FF2B5EF4-FFF2-40B4-BE49-F238E27FC236}">
                      <a16:creationId xmlns:a16="http://schemas.microsoft.com/office/drawing/2014/main" id="{F0C5F7D6-794F-4F96-AE03-524AE34FF20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1400" name="Line 180">
                  <a:extLst>
                    <a:ext uri="{FF2B5EF4-FFF2-40B4-BE49-F238E27FC236}">
                      <a16:creationId xmlns:a16="http://schemas.microsoft.com/office/drawing/2014/main" id="{F24CA070-3677-4160-B252-4E0C5924506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1401" name="Line 181">
                  <a:extLst>
                    <a:ext uri="{FF2B5EF4-FFF2-40B4-BE49-F238E27FC236}">
                      <a16:creationId xmlns:a16="http://schemas.microsoft.com/office/drawing/2014/main" id="{3BC1AC28-D013-431E-B11B-DAFF2E59BC8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11349" name="Group 182">
              <a:extLst>
                <a:ext uri="{FF2B5EF4-FFF2-40B4-BE49-F238E27FC236}">
                  <a16:creationId xmlns:a16="http://schemas.microsoft.com/office/drawing/2014/main" id="{15A4CBBD-36CE-44B4-8A43-D99DF425570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659" y="2440"/>
              <a:ext cx="316" cy="148"/>
              <a:chOff x="3600" y="219"/>
              <a:chExt cx="360" cy="175"/>
            </a:xfrm>
          </p:grpSpPr>
          <p:sp>
            <p:nvSpPr>
              <p:cNvPr id="11379" name="Oval 183">
                <a:extLst>
                  <a:ext uri="{FF2B5EF4-FFF2-40B4-BE49-F238E27FC236}">
                    <a16:creationId xmlns:a16="http://schemas.microsoft.com/office/drawing/2014/main" id="{8892C5B5-2884-4DD7-A632-186F38207ED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03" y="297"/>
                <a:ext cx="357" cy="97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1380" name="Line 184">
                <a:extLst>
                  <a:ext uri="{FF2B5EF4-FFF2-40B4-BE49-F238E27FC236}">
                    <a16:creationId xmlns:a16="http://schemas.microsoft.com/office/drawing/2014/main" id="{95E78A4E-F53E-4367-BD08-90FC85FFA7C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03" y="289"/>
                <a:ext cx="0" cy="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381" name="Line 185">
                <a:extLst>
                  <a:ext uri="{FF2B5EF4-FFF2-40B4-BE49-F238E27FC236}">
                    <a16:creationId xmlns:a16="http://schemas.microsoft.com/office/drawing/2014/main" id="{9AF36D4E-9DEF-4611-831A-F55AA10012E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60" y="289"/>
                <a:ext cx="0" cy="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382" name="Rectangle 186">
                <a:extLst>
                  <a:ext uri="{FF2B5EF4-FFF2-40B4-BE49-F238E27FC236}">
                    <a16:creationId xmlns:a16="http://schemas.microsoft.com/office/drawing/2014/main" id="{544BDAD6-72D4-4D56-B288-AACADF3FAC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03" y="289"/>
                <a:ext cx="354" cy="59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/>
                <a:endParaRPr kumimoji="0" lang="zh-CN" altLang="zh-CN" sz="2400"/>
              </a:p>
            </p:txBody>
          </p:sp>
          <p:sp>
            <p:nvSpPr>
              <p:cNvPr id="11383" name="Oval 187">
                <a:extLst>
                  <a:ext uri="{FF2B5EF4-FFF2-40B4-BE49-F238E27FC236}">
                    <a16:creationId xmlns:a16="http://schemas.microsoft.com/office/drawing/2014/main" id="{6FE0E5BB-859C-4FAF-943B-16099167F6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00" y="219"/>
                <a:ext cx="357" cy="113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grpSp>
            <p:nvGrpSpPr>
              <p:cNvPr id="11384" name="Group 188">
                <a:extLst>
                  <a:ext uri="{FF2B5EF4-FFF2-40B4-BE49-F238E27FC236}">
                    <a16:creationId xmlns:a16="http://schemas.microsoft.com/office/drawing/2014/main" id="{EC47454E-C5D3-426B-B2A3-4A766C3D38E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686" y="244"/>
                <a:ext cx="177" cy="66"/>
                <a:chOff x="2848" y="848"/>
                <a:chExt cx="140" cy="98"/>
              </a:xfrm>
            </p:grpSpPr>
            <p:sp>
              <p:nvSpPr>
                <p:cNvPr id="11389" name="Line 189">
                  <a:extLst>
                    <a:ext uri="{FF2B5EF4-FFF2-40B4-BE49-F238E27FC236}">
                      <a16:creationId xmlns:a16="http://schemas.microsoft.com/office/drawing/2014/main" id="{4A2CED2D-F369-4784-BEA1-9B4B8FAB1E3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1390" name="Line 190">
                  <a:extLst>
                    <a:ext uri="{FF2B5EF4-FFF2-40B4-BE49-F238E27FC236}">
                      <a16:creationId xmlns:a16="http://schemas.microsoft.com/office/drawing/2014/main" id="{C08BD132-B34A-49D4-8C9D-AC189E30D11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1391" name="Line 191">
                  <a:extLst>
                    <a:ext uri="{FF2B5EF4-FFF2-40B4-BE49-F238E27FC236}">
                      <a16:creationId xmlns:a16="http://schemas.microsoft.com/office/drawing/2014/main" id="{C8DA79BF-4BDE-445B-A259-DD2E77ABEBC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1385" name="Group 192">
                <a:extLst>
                  <a:ext uri="{FF2B5EF4-FFF2-40B4-BE49-F238E27FC236}">
                    <a16:creationId xmlns:a16="http://schemas.microsoft.com/office/drawing/2014/main" id="{7EB52B52-794A-4FA1-B926-E36EBDC403E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V="1">
                <a:off x="3686" y="243"/>
                <a:ext cx="177" cy="66"/>
                <a:chOff x="2848" y="848"/>
                <a:chExt cx="140" cy="98"/>
              </a:xfrm>
            </p:grpSpPr>
            <p:sp>
              <p:nvSpPr>
                <p:cNvPr id="11386" name="Line 193">
                  <a:extLst>
                    <a:ext uri="{FF2B5EF4-FFF2-40B4-BE49-F238E27FC236}">
                      <a16:creationId xmlns:a16="http://schemas.microsoft.com/office/drawing/2014/main" id="{D49F9D4C-3362-4057-81F4-A0CC60E05EA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1387" name="Line 194">
                  <a:extLst>
                    <a:ext uri="{FF2B5EF4-FFF2-40B4-BE49-F238E27FC236}">
                      <a16:creationId xmlns:a16="http://schemas.microsoft.com/office/drawing/2014/main" id="{CD05C0A8-7BFB-4479-99BA-1048A94E443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1388" name="Line 195">
                  <a:extLst>
                    <a:ext uri="{FF2B5EF4-FFF2-40B4-BE49-F238E27FC236}">
                      <a16:creationId xmlns:a16="http://schemas.microsoft.com/office/drawing/2014/main" id="{2EDC358C-C394-4225-875E-15B7C95F9A5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11350" name="Group 196">
              <a:extLst>
                <a:ext uri="{FF2B5EF4-FFF2-40B4-BE49-F238E27FC236}">
                  <a16:creationId xmlns:a16="http://schemas.microsoft.com/office/drawing/2014/main" id="{2EBEEEF4-69F8-4556-A2D6-1B93E93DEAD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275" y="2748"/>
              <a:ext cx="315" cy="147"/>
              <a:chOff x="3600" y="219"/>
              <a:chExt cx="360" cy="175"/>
            </a:xfrm>
          </p:grpSpPr>
          <p:sp>
            <p:nvSpPr>
              <p:cNvPr id="11366" name="Oval 197">
                <a:extLst>
                  <a:ext uri="{FF2B5EF4-FFF2-40B4-BE49-F238E27FC236}">
                    <a16:creationId xmlns:a16="http://schemas.microsoft.com/office/drawing/2014/main" id="{6B866749-D704-4C9C-A9B9-2E8206EB32F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03" y="297"/>
                <a:ext cx="357" cy="97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1367" name="Line 198">
                <a:extLst>
                  <a:ext uri="{FF2B5EF4-FFF2-40B4-BE49-F238E27FC236}">
                    <a16:creationId xmlns:a16="http://schemas.microsoft.com/office/drawing/2014/main" id="{4A9D928B-41A5-4F90-847B-F28FBE3862F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03" y="289"/>
                <a:ext cx="0" cy="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368" name="Line 199">
                <a:extLst>
                  <a:ext uri="{FF2B5EF4-FFF2-40B4-BE49-F238E27FC236}">
                    <a16:creationId xmlns:a16="http://schemas.microsoft.com/office/drawing/2014/main" id="{606F4A5E-E333-4D2B-99CB-FEC978D3645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60" y="289"/>
                <a:ext cx="0" cy="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369" name="Rectangle 200">
                <a:extLst>
                  <a:ext uri="{FF2B5EF4-FFF2-40B4-BE49-F238E27FC236}">
                    <a16:creationId xmlns:a16="http://schemas.microsoft.com/office/drawing/2014/main" id="{6C83551C-C6DF-48BE-B0BA-00B58B9397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03" y="289"/>
                <a:ext cx="354" cy="59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/>
                <a:endParaRPr kumimoji="0" lang="zh-CN" altLang="zh-CN" sz="2400"/>
              </a:p>
            </p:txBody>
          </p:sp>
          <p:sp>
            <p:nvSpPr>
              <p:cNvPr id="11370" name="Oval 201">
                <a:extLst>
                  <a:ext uri="{FF2B5EF4-FFF2-40B4-BE49-F238E27FC236}">
                    <a16:creationId xmlns:a16="http://schemas.microsoft.com/office/drawing/2014/main" id="{97E67FB8-8ECD-43A3-A229-3E9CBE6CE90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00" y="219"/>
                <a:ext cx="357" cy="113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grpSp>
            <p:nvGrpSpPr>
              <p:cNvPr id="11371" name="Group 202">
                <a:extLst>
                  <a:ext uri="{FF2B5EF4-FFF2-40B4-BE49-F238E27FC236}">
                    <a16:creationId xmlns:a16="http://schemas.microsoft.com/office/drawing/2014/main" id="{3D2CC3BD-2818-47AC-BE9E-6A07BCEB535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686" y="244"/>
                <a:ext cx="177" cy="66"/>
                <a:chOff x="2848" y="848"/>
                <a:chExt cx="140" cy="98"/>
              </a:xfrm>
            </p:grpSpPr>
            <p:sp>
              <p:nvSpPr>
                <p:cNvPr id="11376" name="Line 203">
                  <a:extLst>
                    <a:ext uri="{FF2B5EF4-FFF2-40B4-BE49-F238E27FC236}">
                      <a16:creationId xmlns:a16="http://schemas.microsoft.com/office/drawing/2014/main" id="{0C60D442-7D00-4DCE-95C8-FAEB27D7A78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1377" name="Line 204">
                  <a:extLst>
                    <a:ext uri="{FF2B5EF4-FFF2-40B4-BE49-F238E27FC236}">
                      <a16:creationId xmlns:a16="http://schemas.microsoft.com/office/drawing/2014/main" id="{C8CD45D8-D9F9-409A-9EC0-9620F3D03B9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1378" name="Line 205">
                  <a:extLst>
                    <a:ext uri="{FF2B5EF4-FFF2-40B4-BE49-F238E27FC236}">
                      <a16:creationId xmlns:a16="http://schemas.microsoft.com/office/drawing/2014/main" id="{67AA11EA-DE73-4A8C-97D8-43A76785EE9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1372" name="Group 206">
                <a:extLst>
                  <a:ext uri="{FF2B5EF4-FFF2-40B4-BE49-F238E27FC236}">
                    <a16:creationId xmlns:a16="http://schemas.microsoft.com/office/drawing/2014/main" id="{F53C3E54-8E5D-402F-AD81-4B746A3F432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V="1">
                <a:off x="3686" y="243"/>
                <a:ext cx="177" cy="66"/>
                <a:chOff x="2848" y="848"/>
                <a:chExt cx="140" cy="98"/>
              </a:xfrm>
            </p:grpSpPr>
            <p:sp>
              <p:nvSpPr>
                <p:cNvPr id="11373" name="Line 207">
                  <a:extLst>
                    <a:ext uri="{FF2B5EF4-FFF2-40B4-BE49-F238E27FC236}">
                      <a16:creationId xmlns:a16="http://schemas.microsoft.com/office/drawing/2014/main" id="{AF07D7B4-AE2E-40CA-ACAD-2950A26295E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1374" name="Line 208">
                  <a:extLst>
                    <a:ext uri="{FF2B5EF4-FFF2-40B4-BE49-F238E27FC236}">
                      <a16:creationId xmlns:a16="http://schemas.microsoft.com/office/drawing/2014/main" id="{221278CA-3BE6-412E-BF1B-C12C3E82A9B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1375" name="Line 209">
                  <a:extLst>
                    <a:ext uri="{FF2B5EF4-FFF2-40B4-BE49-F238E27FC236}">
                      <a16:creationId xmlns:a16="http://schemas.microsoft.com/office/drawing/2014/main" id="{902622DC-FF6A-480C-A92C-1F54CF533CE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11351" name="Group 210">
              <a:extLst>
                <a:ext uri="{FF2B5EF4-FFF2-40B4-BE49-F238E27FC236}">
                  <a16:creationId xmlns:a16="http://schemas.microsoft.com/office/drawing/2014/main" id="{9287A2B8-8CC3-459A-948F-F3E03DE6CA3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69" y="2511"/>
              <a:ext cx="316" cy="147"/>
              <a:chOff x="3600" y="219"/>
              <a:chExt cx="360" cy="175"/>
            </a:xfrm>
          </p:grpSpPr>
          <p:sp>
            <p:nvSpPr>
              <p:cNvPr id="11353" name="Oval 211">
                <a:extLst>
                  <a:ext uri="{FF2B5EF4-FFF2-40B4-BE49-F238E27FC236}">
                    <a16:creationId xmlns:a16="http://schemas.microsoft.com/office/drawing/2014/main" id="{33D22FF8-90BD-4136-A29B-FF4059D976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03" y="297"/>
                <a:ext cx="357" cy="97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1354" name="Line 212">
                <a:extLst>
                  <a:ext uri="{FF2B5EF4-FFF2-40B4-BE49-F238E27FC236}">
                    <a16:creationId xmlns:a16="http://schemas.microsoft.com/office/drawing/2014/main" id="{BC121765-931F-49BF-8614-16D6D571285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03" y="289"/>
                <a:ext cx="0" cy="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355" name="Line 213">
                <a:extLst>
                  <a:ext uri="{FF2B5EF4-FFF2-40B4-BE49-F238E27FC236}">
                    <a16:creationId xmlns:a16="http://schemas.microsoft.com/office/drawing/2014/main" id="{A9D837EA-6FE5-41A9-9951-9FBE44227D1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60" y="289"/>
                <a:ext cx="0" cy="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356" name="Rectangle 214">
                <a:extLst>
                  <a:ext uri="{FF2B5EF4-FFF2-40B4-BE49-F238E27FC236}">
                    <a16:creationId xmlns:a16="http://schemas.microsoft.com/office/drawing/2014/main" id="{74A3AF3D-5AA7-4610-AD14-407A05F1D6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03" y="289"/>
                <a:ext cx="354" cy="59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/>
                <a:endParaRPr kumimoji="0" lang="zh-CN" altLang="zh-CN" sz="2400"/>
              </a:p>
            </p:txBody>
          </p:sp>
          <p:sp>
            <p:nvSpPr>
              <p:cNvPr id="11357" name="Oval 215">
                <a:extLst>
                  <a:ext uri="{FF2B5EF4-FFF2-40B4-BE49-F238E27FC236}">
                    <a16:creationId xmlns:a16="http://schemas.microsoft.com/office/drawing/2014/main" id="{E69BF854-B7B9-4B04-9C6F-0CA306CEBF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00" y="219"/>
                <a:ext cx="357" cy="113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grpSp>
            <p:nvGrpSpPr>
              <p:cNvPr id="11358" name="Group 216">
                <a:extLst>
                  <a:ext uri="{FF2B5EF4-FFF2-40B4-BE49-F238E27FC236}">
                    <a16:creationId xmlns:a16="http://schemas.microsoft.com/office/drawing/2014/main" id="{3723237D-E0B5-4D91-BB86-41CBA3139AC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686" y="244"/>
                <a:ext cx="177" cy="66"/>
                <a:chOff x="2848" y="848"/>
                <a:chExt cx="140" cy="98"/>
              </a:xfrm>
            </p:grpSpPr>
            <p:sp>
              <p:nvSpPr>
                <p:cNvPr id="11363" name="Line 217">
                  <a:extLst>
                    <a:ext uri="{FF2B5EF4-FFF2-40B4-BE49-F238E27FC236}">
                      <a16:creationId xmlns:a16="http://schemas.microsoft.com/office/drawing/2014/main" id="{57FEDF52-DB31-4018-9A78-2906F92C0D7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1364" name="Line 218">
                  <a:extLst>
                    <a:ext uri="{FF2B5EF4-FFF2-40B4-BE49-F238E27FC236}">
                      <a16:creationId xmlns:a16="http://schemas.microsoft.com/office/drawing/2014/main" id="{44AE22B3-421C-462F-90FF-E55E7D4405B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1365" name="Line 219">
                  <a:extLst>
                    <a:ext uri="{FF2B5EF4-FFF2-40B4-BE49-F238E27FC236}">
                      <a16:creationId xmlns:a16="http://schemas.microsoft.com/office/drawing/2014/main" id="{3EA90151-0C14-408F-A9DE-D68DFD1CFD8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1359" name="Group 220">
                <a:extLst>
                  <a:ext uri="{FF2B5EF4-FFF2-40B4-BE49-F238E27FC236}">
                    <a16:creationId xmlns:a16="http://schemas.microsoft.com/office/drawing/2014/main" id="{FCE1CA12-7393-4587-9810-FCDEC4320A8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V="1">
                <a:off x="3686" y="243"/>
                <a:ext cx="177" cy="66"/>
                <a:chOff x="2848" y="848"/>
                <a:chExt cx="140" cy="98"/>
              </a:xfrm>
            </p:grpSpPr>
            <p:sp>
              <p:nvSpPr>
                <p:cNvPr id="11360" name="Line 221">
                  <a:extLst>
                    <a:ext uri="{FF2B5EF4-FFF2-40B4-BE49-F238E27FC236}">
                      <a16:creationId xmlns:a16="http://schemas.microsoft.com/office/drawing/2014/main" id="{C2E57854-6141-4CEB-8F2A-B3FA60677EC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1361" name="Line 222">
                  <a:extLst>
                    <a:ext uri="{FF2B5EF4-FFF2-40B4-BE49-F238E27FC236}">
                      <a16:creationId xmlns:a16="http://schemas.microsoft.com/office/drawing/2014/main" id="{0C716390-0652-4119-9B49-1101CA3F3E2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1362" name="Line 223">
                  <a:extLst>
                    <a:ext uri="{FF2B5EF4-FFF2-40B4-BE49-F238E27FC236}">
                      <a16:creationId xmlns:a16="http://schemas.microsoft.com/office/drawing/2014/main" id="{B36D09BC-D858-4F93-A287-9A6AE3DE2B5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</p:grpSp>
        <p:sp>
          <p:nvSpPr>
            <p:cNvPr id="11352" name="Line 224">
              <a:extLst>
                <a:ext uri="{FF2B5EF4-FFF2-40B4-BE49-F238E27FC236}">
                  <a16:creationId xmlns:a16="http://schemas.microsoft.com/office/drawing/2014/main" id="{E8A0101A-8D66-4224-B1A6-01EF228DDC0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930" y="2645"/>
              <a:ext cx="1" cy="15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508129" name="Group 225">
            <a:extLst>
              <a:ext uri="{FF2B5EF4-FFF2-40B4-BE49-F238E27FC236}">
                <a16:creationId xmlns:a16="http://schemas.microsoft.com/office/drawing/2014/main" id="{71B87529-B81F-477D-930B-09B359BACE00}"/>
              </a:ext>
            </a:extLst>
          </p:cNvPr>
          <p:cNvGrpSpPr>
            <a:grpSpLocks/>
          </p:cNvGrpSpPr>
          <p:nvPr/>
        </p:nvGrpSpPr>
        <p:grpSpPr bwMode="auto">
          <a:xfrm>
            <a:off x="1852613" y="2528889"/>
            <a:ext cx="3738562" cy="3830637"/>
            <a:chOff x="2986" y="945"/>
            <a:chExt cx="2355" cy="2413"/>
          </a:xfrm>
        </p:grpSpPr>
        <p:grpSp>
          <p:nvGrpSpPr>
            <p:cNvPr id="11270" name="Group 226">
              <a:extLst>
                <a:ext uri="{FF2B5EF4-FFF2-40B4-BE49-F238E27FC236}">
                  <a16:creationId xmlns:a16="http://schemas.microsoft.com/office/drawing/2014/main" id="{20E04B11-2960-43D9-8E14-9DEF680223C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86" y="945"/>
              <a:ext cx="513" cy="541"/>
              <a:chOff x="2938" y="2925"/>
              <a:chExt cx="513" cy="541"/>
            </a:xfrm>
          </p:grpSpPr>
          <p:sp>
            <p:nvSpPr>
              <p:cNvPr id="11289" name="Rectangle 227">
                <a:extLst>
                  <a:ext uri="{FF2B5EF4-FFF2-40B4-BE49-F238E27FC236}">
                    <a16:creationId xmlns:a16="http://schemas.microsoft.com/office/drawing/2014/main" id="{BC86F5DD-F822-4D45-8E1A-66A3962D959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00" y="2925"/>
                <a:ext cx="426" cy="489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1290" name="Rectangle 228">
                <a:extLst>
                  <a:ext uri="{FF2B5EF4-FFF2-40B4-BE49-F238E27FC236}">
                    <a16:creationId xmlns:a16="http://schemas.microsoft.com/office/drawing/2014/main" id="{326A9322-BED0-4D9A-9659-C824F1EB226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79" y="2940"/>
                <a:ext cx="435" cy="50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1291" name="Rectangle 229">
                <a:extLst>
                  <a:ext uri="{FF2B5EF4-FFF2-40B4-BE49-F238E27FC236}">
                    <a16:creationId xmlns:a16="http://schemas.microsoft.com/office/drawing/2014/main" id="{A37CE10F-9CF0-4109-8BC8-2F79592F316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943"/>
                <a:ext cx="426" cy="126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1292" name="Text Box 230">
                <a:extLst>
                  <a:ext uri="{FF2B5EF4-FFF2-40B4-BE49-F238E27FC236}">
                    <a16:creationId xmlns:a16="http://schemas.microsoft.com/office/drawing/2014/main" id="{32B061D6-5A40-4E00-9FF4-7A3E7511790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38" y="2928"/>
                <a:ext cx="513" cy="53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/>
                <a:r>
                  <a:rPr kumimoji="0" lang="en-US" altLang="zh-CN" sz="1000">
                    <a:solidFill>
                      <a:schemeClr val="bg1"/>
                    </a:solidFill>
                    <a:latin typeface="Comic Sans MS" panose="030F0702030302020204" pitchFamily="66" charset="0"/>
                  </a:rPr>
                  <a:t>application</a:t>
                </a:r>
                <a:endParaRPr kumimoji="0" lang="en-US" altLang="zh-CN" sz="1000">
                  <a:latin typeface="Comic Sans MS" panose="030F0702030302020204" pitchFamily="66" charset="0"/>
                </a:endParaRPr>
              </a:p>
              <a:p>
                <a:pPr algn="ctr"/>
                <a:r>
                  <a:rPr kumimoji="0" lang="en-US" altLang="zh-CN" sz="1000">
                    <a:latin typeface="Comic Sans MS" panose="030F0702030302020204" pitchFamily="66" charset="0"/>
                  </a:rPr>
                  <a:t>transport</a:t>
                </a:r>
              </a:p>
              <a:p>
                <a:pPr algn="ctr"/>
                <a:r>
                  <a:rPr kumimoji="0" lang="en-US" altLang="zh-CN" sz="1000">
                    <a:latin typeface="Comic Sans MS" panose="030F0702030302020204" pitchFamily="66" charset="0"/>
                  </a:rPr>
                  <a:t>network</a:t>
                </a:r>
              </a:p>
              <a:p>
                <a:pPr algn="ctr"/>
                <a:r>
                  <a:rPr kumimoji="0" lang="en-US" altLang="zh-CN" sz="1000">
                    <a:latin typeface="Comic Sans MS" panose="030F0702030302020204" pitchFamily="66" charset="0"/>
                  </a:rPr>
                  <a:t>data link</a:t>
                </a:r>
              </a:p>
              <a:p>
                <a:pPr algn="ctr"/>
                <a:r>
                  <a:rPr kumimoji="0" lang="en-US" altLang="zh-CN" sz="1000">
                    <a:latin typeface="Comic Sans MS" panose="030F0702030302020204" pitchFamily="66" charset="0"/>
                  </a:rPr>
                  <a:t>physical</a:t>
                </a:r>
                <a:endParaRPr kumimoji="0" lang="en-US" altLang="zh-CN" sz="2400"/>
              </a:p>
            </p:txBody>
          </p:sp>
          <p:sp>
            <p:nvSpPr>
              <p:cNvPr id="11293" name="Line 231">
                <a:extLst>
                  <a:ext uri="{FF2B5EF4-FFF2-40B4-BE49-F238E27FC236}">
                    <a16:creationId xmlns:a16="http://schemas.microsoft.com/office/drawing/2014/main" id="{E1BBFF68-B296-45B0-9A44-3FAA5F97F64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79" y="3156"/>
                <a:ext cx="435" cy="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294" name="Line 232">
                <a:extLst>
                  <a:ext uri="{FF2B5EF4-FFF2-40B4-BE49-F238E27FC236}">
                    <a16:creationId xmlns:a16="http://schemas.microsoft.com/office/drawing/2014/main" id="{E7EC2A47-38F5-4CB6-8AA5-293AB0761B2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85" y="3243"/>
                <a:ext cx="435" cy="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295" name="Line 233">
                <a:extLst>
                  <a:ext uri="{FF2B5EF4-FFF2-40B4-BE49-F238E27FC236}">
                    <a16:creationId xmlns:a16="http://schemas.microsoft.com/office/drawing/2014/main" id="{95E7A5DA-D41B-4C70-8C93-7703ECC8B9A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85" y="3330"/>
                <a:ext cx="435" cy="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11271" name="Group 234">
              <a:extLst>
                <a:ext uri="{FF2B5EF4-FFF2-40B4-BE49-F238E27FC236}">
                  <a16:creationId xmlns:a16="http://schemas.microsoft.com/office/drawing/2014/main" id="{6A199515-B023-4586-8D88-1B0116B80FB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828" y="2751"/>
              <a:ext cx="513" cy="541"/>
              <a:chOff x="2938" y="2925"/>
              <a:chExt cx="513" cy="541"/>
            </a:xfrm>
          </p:grpSpPr>
          <p:sp>
            <p:nvSpPr>
              <p:cNvPr id="11282" name="Rectangle 235">
                <a:extLst>
                  <a:ext uri="{FF2B5EF4-FFF2-40B4-BE49-F238E27FC236}">
                    <a16:creationId xmlns:a16="http://schemas.microsoft.com/office/drawing/2014/main" id="{D01336B2-F787-4ECA-A84B-3C1FF1E4FA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00" y="2925"/>
                <a:ext cx="426" cy="489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1283" name="Rectangle 236">
                <a:extLst>
                  <a:ext uri="{FF2B5EF4-FFF2-40B4-BE49-F238E27FC236}">
                    <a16:creationId xmlns:a16="http://schemas.microsoft.com/office/drawing/2014/main" id="{B7C27A67-A675-470B-B435-A187D5FC4F7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79" y="2940"/>
                <a:ext cx="435" cy="50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1284" name="Rectangle 237">
                <a:extLst>
                  <a:ext uri="{FF2B5EF4-FFF2-40B4-BE49-F238E27FC236}">
                    <a16:creationId xmlns:a16="http://schemas.microsoft.com/office/drawing/2014/main" id="{2287320B-7969-408A-8BBD-D32C815C73E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943"/>
                <a:ext cx="426" cy="126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1285" name="Text Box 238">
                <a:extLst>
                  <a:ext uri="{FF2B5EF4-FFF2-40B4-BE49-F238E27FC236}">
                    <a16:creationId xmlns:a16="http://schemas.microsoft.com/office/drawing/2014/main" id="{CEC08E7E-8609-400A-A66D-609B4CE5154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38" y="2928"/>
                <a:ext cx="513" cy="53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/>
                <a:r>
                  <a:rPr kumimoji="0" lang="en-US" altLang="zh-CN" sz="1000">
                    <a:solidFill>
                      <a:schemeClr val="bg1"/>
                    </a:solidFill>
                    <a:latin typeface="Comic Sans MS" panose="030F0702030302020204" pitchFamily="66" charset="0"/>
                  </a:rPr>
                  <a:t>application</a:t>
                </a:r>
                <a:endParaRPr kumimoji="0" lang="en-US" altLang="zh-CN" sz="1000">
                  <a:latin typeface="Comic Sans MS" panose="030F0702030302020204" pitchFamily="66" charset="0"/>
                </a:endParaRPr>
              </a:p>
              <a:p>
                <a:pPr algn="ctr"/>
                <a:r>
                  <a:rPr kumimoji="0" lang="en-US" altLang="zh-CN" sz="1000">
                    <a:latin typeface="Comic Sans MS" panose="030F0702030302020204" pitchFamily="66" charset="0"/>
                  </a:rPr>
                  <a:t>transport</a:t>
                </a:r>
              </a:p>
              <a:p>
                <a:pPr algn="ctr"/>
                <a:r>
                  <a:rPr kumimoji="0" lang="en-US" altLang="zh-CN" sz="1000">
                    <a:latin typeface="Comic Sans MS" panose="030F0702030302020204" pitchFamily="66" charset="0"/>
                  </a:rPr>
                  <a:t>network</a:t>
                </a:r>
              </a:p>
              <a:p>
                <a:pPr algn="ctr"/>
                <a:r>
                  <a:rPr kumimoji="0" lang="en-US" altLang="zh-CN" sz="1000">
                    <a:latin typeface="Comic Sans MS" panose="030F0702030302020204" pitchFamily="66" charset="0"/>
                  </a:rPr>
                  <a:t>data link</a:t>
                </a:r>
              </a:p>
              <a:p>
                <a:pPr algn="ctr"/>
                <a:r>
                  <a:rPr kumimoji="0" lang="en-US" altLang="zh-CN" sz="1000">
                    <a:latin typeface="Comic Sans MS" panose="030F0702030302020204" pitchFamily="66" charset="0"/>
                  </a:rPr>
                  <a:t>physical</a:t>
                </a:r>
                <a:endParaRPr kumimoji="0" lang="en-US" altLang="zh-CN" sz="2400"/>
              </a:p>
            </p:txBody>
          </p:sp>
          <p:sp>
            <p:nvSpPr>
              <p:cNvPr id="11286" name="Line 239">
                <a:extLst>
                  <a:ext uri="{FF2B5EF4-FFF2-40B4-BE49-F238E27FC236}">
                    <a16:creationId xmlns:a16="http://schemas.microsoft.com/office/drawing/2014/main" id="{FCB0F27C-32CB-4915-9AC8-DD5C7C040AF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79" y="3156"/>
                <a:ext cx="435" cy="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287" name="Line 240">
                <a:extLst>
                  <a:ext uri="{FF2B5EF4-FFF2-40B4-BE49-F238E27FC236}">
                    <a16:creationId xmlns:a16="http://schemas.microsoft.com/office/drawing/2014/main" id="{396768EB-DAF5-428F-9842-1A773D66008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85" y="3243"/>
                <a:ext cx="435" cy="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288" name="Line 241">
                <a:extLst>
                  <a:ext uri="{FF2B5EF4-FFF2-40B4-BE49-F238E27FC236}">
                    <a16:creationId xmlns:a16="http://schemas.microsoft.com/office/drawing/2014/main" id="{868CB73D-1C5A-4C82-A358-08263A9DA1A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85" y="3330"/>
                <a:ext cx="435" cy="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11272" name="Group 242">
              <a:extLst>
                <a:ext uri="{FF2B5EF4-FFF2-40B4-BE49-F238E27FC236}">
                  <a16:creationId xmlns:a16="http://schemas.microsoft.com/office/drawing/2014/main" id="{DEB0C25B-DDC9-461B-AC90-6FD8E4D9180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52" y="2817"/>
              <a:ext cx="513" cy="541"/>
              <a:chOff x="2938" y="2925"/>
              <a:chExt cx="513" cy="541"/>
            </a:xfrm>
          </p:grpSpPr>
          <p:sp>
            <p:nvSpPr>
              <p:cNvPr id="11275" name="Rectangle 243">
                <a:extLst>
                  <a:ext uri="{FF2B5EF4-FFF2-40B4-BE49-F238E27FC236}">
                    <a16:creationId xmlns:a16="http://schemas.microsoft.com/office/drawing/2014/main" id="{873AC02C-F635-4CDB-8C41-885C023AE6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00" y="2925"/>
                <a:ext cx="426" cy="489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1276" name="Rectangle 244">
                <a:extLst>
                  <a:ext uri="{FF2B5EF4-FFF2-40B4-BE49-F238E27FC236}">
                    <a16:creationId xmlns:a16="http://schemas.microsoft.com/office/drawing/2014/main" id="{918D59E6-DC59-4F1F-95B7-BC3C91368E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79" y="2940"/>
                <a:ext cx="435" cy="50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1277" name="Rectangle 245">
                <a:extLst>
                  <a:ext uri="{FF2B5EF4-FFF2-40B4-BE49-F238E27FC236}">
                    <a16:creationId xmlns:a16="http://schemas.microsoft.com/office/drawing/2014/main" id="{1B6C4E2C-A9AF-4BDD-A1DC-73776AC9A3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943"/>
                <a:ext cx="426" cy="126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1278" name="Text Box 246">
                <a:extLst>
                  <a:ext uri="{FF2B5EF4-FFF2-40B4-BE49-F238E27FC236}">
                    <a16:creationId xmlns:a16="http://schemas.microsoft.com/office/drawing/2014/main" id="{AAF76386-2C57-4F85-8CBA-1A2CAD3CB0B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38" y="2928"/>
                <a:ext cx="513" cy="53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/>
                <a:r>
                  <a:rPr kumimoji="0" lang="en-US" altLang="zh-CN" sz="1000">
                    <a:solidFill>
                      <a:schemeClr val="bg1"/>
                    </a:solidFill>
                    <a:latin typeface="Comic Sans MS" panose="030F0702030302020204" pitchFamily="66" charset="0"/>
                  </a:rPr>
                  <a:t>application</a:t>
                </a:r>
                <a:endParaRPr kumimoji="0" lang="en-US" altLang="zh-CN" sz="1000">
                  <a:latin typeface="Comic Sans MS" panose="030F0702030302020204" pitchFamily="66" charset="0"/>
                </a:endParaRPr>
              </a:p>
              <a:p>
                <a:pPr algn="ctr"/>
                <a:r>
                  <a:rPr kumimoji="0" lang="en-US" altLang="zh-CN" sz="1000">
                    <a:latin typeface="Comic Sans MS" panose="030F0702030302020204" pitchFamily="66" charset="0"/>
                  </a:rPr>
                  <a:t>transport</a:t>
                </a:r>
              </a:p>
              <a:p>
                <a:pPr algn="ctr"/>
                <a:r>
                  <a:rPr kumimoji="0" lang="en-US" altLang="zh-CN" sz="1000">
                    <a:latin typeface="Comic Sans MS" panose="030F0702030302020204" pitchFamily="66" charset="0"/>
                  </a:rPr>
                  <a:t>network</a:t>
                </a:r>
              </a:p>
              <a:p>
                <a:pPr algn="ctr"/>
                <a:r>
                  <a:rPr kumimoji="0" lang="en-US" altLang="zh-CN" sz="1000">
                    <a:latin typeface="Comic Sans MS" panose="030F0702030302020204" pitchFamily="66" charset="0"/>
                  </a:rPr>
                  <a:t>data link</a:t>
                </a:r>
              </a:p>
              <a:p>
                <a:pPr algn="ctr"/>
                <a:r>
                  <a:rPr kumimoji="0" lang="en-US" altLang="zh-CN" sz="1000">
                    <a:latin typeface="Comic Sans MS" panose="030F0702030302020204" pitchFamily="66" charset="0"/>
                  </a:rPr>
                  <a:t>physical</a:t>
                </a:r>
                <a:endParaRPr kumimoji="0" lang="en-US" altLang="zh-CN" sz="2400"/>
              </a:p>
            </p:txBody>
          </p:sp>
          <p:sp>
            <p:nvSpPr>
              <p:cNvPr id="11279" name="Line 247">
                <a:extLst>
                  <a:ext uri="{FF2B5EF4-FFF2-40B4-BE49-F238E27FC236}">
                    <a16:creationId xmlns:a16="http://schemas.microsoft.com/office/drawing/2014/main" id="{397186E3-7D1A-4C26-93C4-7F9E6BD094B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79" y="3156"/>
                <a:ext cx="435" cy="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280" name="Line 248">
                <a:extLst>
                  <a:ext uri="{FF2B5EF4-FFF2-40B4-BE49-F238E27FC236}">
                    <a16:creationId xmlns:a16="http://schemas.microsoft.com/office/drawing/2014/main" id="{CB3AAAFC-C850-4A54-94C3-4B0F797C8B2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85" y="3243"/>
                <a:ext cx="435" cy="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281" name="Line 249">
                <a:extLst>
                  <a:ext uri="{FF2B5EF4-FFF2-40B4-BE49-F238E27FC236}">
                    <a16:creationId xmlns:a16="http://schemas.microsoft.com/office/drawing/2014/main" id="{91A280BE-F915-457E-BE85-B125AF65BFE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85" y="3330"/>
                <a:ext cx="435" cy="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11273" name="Line 250">
              <a:extLst>
                <a:ext uri="{FF2B5EF4-FFF2-40B4-BE49-F238E27FC236}">
                  <a16:creationId xmlns:a16="http://schemas.microsoft.com/office/drawing/2014/main" id="{181AEB75-768B-46A4-ACB0-0834CC83897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80" y="1020"/>
              <a:ext cx="1380" cy="1794"/>
            </a:xfrm>
            <a:prstGeom prst="line">
              <a:avLst/>
            </a:prstGeom>
            <a:noFill/>
            <a:ln w="57150">
              <a:solidFill>
                <a:srgbClr val="FF0000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274" name="Line 251">
              <a:extLst>
                <a:ext uri="{FF2B5EF4-FFF2-40B4-BE49-F238E27FC236}">
                  <a16:creationId xmlns:a16="http://schemas.microsoft.com/office/drawing/2014/main" id="{7E8F422A-C8C5-4EB6-8814-E7C058D90B1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846" y="2850"/>
              <a:ext cx="1002" cy="36"/>
            </a:xfrm>
            <a:prstGeom prst="line">
              <a:avLst/>
            </a:prstGeom>
            <a:noFill/>
            <a:ln w="57150">
              <a:solidFill>
                <a:srgbClr val="FF0000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7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079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079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081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081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79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079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079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79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079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079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79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5079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5079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79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079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079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79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079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079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79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5079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5079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79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5079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5079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790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50790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50790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7907" grpId="0" build="p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2" name="Rectangle 5">
            <a:extLst>
              <a:ext uri="{FF2B5EF4-FFF2-40B4-BE49-F238E27FC236}">
                <a16:creationId xmlns:a16="http://schemas.microsoft.com/office/drawing/2014/main" id="{EB911CB1-26B0-435D-BAD2-7E9ADB5FA1E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209800" y="609600"/>
            <a:ext cx="7772400" cy="11430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 eaLnBrk="1" hangingPunct="1"/>
            <a:r>
              <a:rPr lang="zh-CN" altLang="en-US" sz="3600">
                <a:latin typeface="Times New Roman" panose="02020603050405020304" pitchFamily="18" charset="0"/>
                <a:ea typeface="华文新魏" panose="02010800040101010101" pitchFamily="2" charset="-122"/>
              </a:rPr>
              <a:t>网络应用</a:t>
            </a:r>
            <a:r>
              <a:rPr lang="en-US" altLang="zh-CN" sz="3600">
                <a:latin typeface="Times New Roman" panose="02020603050405020304" pitchFamily="18" charset="0"/>
                <a:ea typeface="华文新魏" panose="02010800040101010101" pitchFamily="2" charset="-122"/>
              </a:rPr>
              <a:t>: </a:t>
            </a:r>
            <a:r>
              <a:rPr lang="zh-CN" altLang="en-US" sz="3600">
                <a:latin typeface="Times New Roman" panose="02020603050405020304" pitchFamily="18" charset="0"/>
                <a:ea typeface="华文新魏" panose="02010800040101010101" pitchFamily="2" charset="-122"/>
              </a:rPr>
              <a:t>专用术语</a:t>
            </a:r>
          </a:p>
        </p:txBody>
      </p:sp>
      <p:sp>
        <p:nvSpPr>
          <p:cNvPr id="508931" name="Rectangle 3">
            <a:extLst>
              <a:ext uri="{FF2B5EF4-FFF2-40B4-BE49-F238E27FC236}">
                <a16:creationId xmlns:a16="http://schemas.microsoft.com/office/drawing/2014/main" id="{EE3803D6-64BA-433A-A2C0-24C70B55E354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2024063" y="1614489"/>
            <a:ext cx="4038600" cy="3749675"/>
          </a:xfrm>
          <a:solidFill>
            <a:srgbClr val="FFFFFF"/>
          </a:solidFill>
          <a:ln>
            <a:solidFill>
              <a:srgbClr val="CCFFCC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buClr>
                <a:schemeClr val="accent2"/>
              </a:buClr>
            </a:pPr>
            <a:r>
              <a:rPr lang="zh-CN" altLang="en-US" sz="2400">
                <a:solidFill>
                  <a:schemeClr val="tx2"/>
                </a:solidFill>
              </a:rPr>
              <a:t>进程</a:t>
            </a:r>
            <a:r>
              <a:rPr lang="zh-CN" altLang="en-US" sz="2400"/>
              <a:t>  是在主机上运行的一个程序</a:t>
            </a:r>
            <a:r>
              <a:rPr lang="en-US" altLang="zh-CN" sz="2400"/>
              <a:t>.</a:t>
            </a:r>
          </a:p>
          <a:p>
            <a:pPr eaLnBrk="1" hangingPunct="1">
              <a:buClr>
                <a:schemeClr val="accent2"/>
              </a:buClr>
            </a:pPr>
            <a:r>
              <a:rPr lang="zh-CN" altLang="en-US" sz="2400"/>
              <a:t>在</a:t>
            </a:r>
            <a:r>
              <a:rPr lang="zh-CN" altLang="en-US" sz="2400">
                <a:solidFill>
                  <a:schemeClr val="accent2"/>
                </a:solidFill>
              </a:rPr>
              <a:t>相同的主机上</a:t>
            </a:r>
            <a:r>
              <a:rPr lang="zh-CN" altLang="en-US" sz="2400"/>
              <a:t>，两个进程利用</a:t>
            </a:r>
            <a:r>
              <a:rPr lang="en-US" altLang="zh-CN" sz="2400"/>
              <a:t>OS</a:t>
            </a:r>
            <a:r>
              <a:rPr lang="zh-CN" altLang="en-US" sz="2400"/>
              <a:t>所定义的</a:t>
            </a:r>
            <a:r>
              <a:rPr lang="zh-CN" altLang="en-US" sz="2400">
                <a:solidFill>
                  <a:schemeClr val="tx2"/>
                </a:solidFill>
              </a:rPr>
              <a:t>互处理通信</a:t>
            </a:r>
            <a:r>
              <a:rPr lang="zh-CN" altLang="en-US" sz="2400"/>
              <a:t>进行通信</a:t>
            </a:r>
            <a:r>
              <a:rPr lang="en-US" altLang="zh-CN" sz="2400"/>
              <a:t>.</a:t>
            </a:r>
          </a:p>
          <a:p>
            <a:pPr eaLnBrk="1" hangingPunct="1">
              <a:buClr>
                <a:schemeClr val="accent2"/>
              </a:buClr>
            </a:pPr>
            <a:r>
              <a:rPr lang="zh-CN" altLang="en-US" sz="2400"/>
              <a:t>运行在</a:t>
            </a:r>
            <a:r>
              <a:rPr lang="zh-CN" altLang="en-US" sz="2400">
                <a:solidFill>
                  <a:schemeClr val="accent2"/>
                </a:solidFill>
              </a:rPr>
              <a:t>不同主机上</a:t>
            </a:r>
            <a:r>
              <a:rPr lang="zh-CN" altLang="en-US" sz="2400"/>
              <a:t>的进程通过</a:t>
            </a:r>
            <a:r>
              <a:rPr lang="zh-CN" altLang="en-US" sz="2400">
                <a:solidFill>
                  <a:schemeClr val="tx2"/>
                </a:solidFill>
              </a:rPr>
              <a:t>应用层协议</a:t>
            </a:r>
            <a:r>
              <a:rPr lang="zh-CN" altLang="en-US" sz="2400"/>
              <a:t>进行通信</a:t>
            </a:r>
            <a:endParaRPr lang="zh-CN" altLang="en-US" sz="2400">
              <a:solidFill>
                <a:schemeClr val="tx2"/>
              </a:solidFill>
            </a:endParaRPr>
          </a:p>
        </p:txBody>
      </p:sp>
      <p:sp>
        <p:nvSpPr>
          <p:cNvPr id="508932" name="Rectangle 4">
            <a:extLst>
              <a:ext uri="{FF2B5EF4-FFF2-40B4-BE49-F238E27FC236}">
                <a16:creationId xmlns:a16="http://schemas.microsoft.com/office/drawing/2014/main" id="{8FB5C064-3D17-4A6C-A4AC-034E39773EB5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6200775" y="1614489"/>
            <a:ext cx="3810000" cy="3794125"/>
          </a:xfrm>
          <a:solidFill>
            <a:srgbClr val="FFFFFF"/>
          </a:solidFill>
          <a:ln>
            <a:solidFill>
              <a:srgbClr val="CCFFCC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buClr>
                <a:schemeClr val="tx1"/>
              </a:buClr>
            </a:pPr>
            <a:r>
              <a:rPr lang="zh-CN" altLang="en-US" sz="2800">
                <a:solidFill>
                  <a:schemeClr val="tx2"/>
                </a:solidFill>
              </a:rPr>
              <a:t>用户代理</a:t>
            </a:r>
            <a:r>
              <a:rPr lang="zh-CN" altLang="en-US" sz="2800"/>
              <a:t> 是用户与网络应用之间的接口</a:t>
            </a:r>
            <a:r>
              <a:rPr lang="en-US" altLang="zh-CN" sz="2800"/>
              <a:t>.</a:t>
            </a:r>
          </a:p>
          <a:p>
            <a:pPr lvl="1" eaLnBrk="1" hangingPunct="1"/>
            <a:r>
              <a:rPr lang="zh-CN" altLang="en-US" sz="2400"/>
              <a:t>例如</a:t>
            </a:r>
          </a:p>
          <a:p>
            <a:pPr lvl="1" eaLnBrk="1" hangingPunct="1"/>
            <a:r>
              <a:rPr lang="en-US" altLang="zh-CN" sz="2400"/>
              <a:t>Web:</a:t>
            </a:r>
            <a:r>
              <a:rPr lang="zh-CN" altLang="en-US" sz="2400"/>
              <a:t>浏览器</a:t>
            </a:r>
          </a:p>
          <a:p>
            <a:pPr lvl="1" eaLnBrk="1" hangingPunct="1"/>
            <a:r>
              <a:rPr lang="en-US" altLang="zh-CN" sz="2400"/>
              <a:t>E-mail: </a:t>
            </a:r>
            <a:r>
              <a:rPr lang="zh-CN" altLang="en-US" sz="2400"/>
              <a:t>邮件阅读器</a:t>
            </a:r>
          </a:p>
          <a:p>
            <a:pPr lvl="1" eaLnBrk="1" hangingPunct="1"/>
            <a:r>
              <a:rPr lang="zh-CN" altLang="en-US" sz="2400"/>
              <a:t>音频</a:t>
            </a:r>
            <a:r>
              <a:rPr lang="en-US" altLang="zh-CN" sz="2400"/>
              <a:t>/</a:t>
            </a:r>
            <a:r>
              <a:rPr lang="zh-CN" altLang="en-US" sz="2400"/>
              <a:t>视频流</a:t>
            </a:r>
            <a:r>
              <a:rPr lang="en-US" altLang="zh-CN" sz="2400"/>
              <a:t>: </a:t>
            </a:r>
            <a:r>
              <a:rPr lang="zh-CN" altLang="en-US" sz="2400"/>
              <a:t>媒体播放器</a:t>
            </a: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9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089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089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9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089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089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9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089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089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9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089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089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9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5089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5089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9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5089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5089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93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0893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0893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93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50893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50893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8931" grpId="0" build="p" autoUpdateAnimBg="0"/>
      <p:bldP spid="508932" grpId="0" build="p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20" name="Rectangle 254">
            <a:extLst>
              <a:ext uri="{FF2B5EF4-FFF2-40B4-BE49-F238E27FC236}">
                <a16:creationId xmlns:a16="http://schemas.microsoft.com/office/drawing/2014/main" id="{57A4DC91-35D0-4C0F-B423-F7CBC2D8149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209800" y="533400"/>
            <a:ext cx="7772400" cy="65563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 eaLnBrk="1" hangingPunct="1"/>
            <a:r>
              <a:rPr lang="en-US" altLang="zh-CN" sz="3600">
                <a:latin typeface="Times New Roman" panose="02020603050405020304" pitchFamily="18" charset="0"/>
                <a:ea typeface="华文新魏" panose="02010800040101010101" pitchFamily="2" charset="-122"/>
              </a:rPr>
              <a:t>Client-server </a:t>
            </a:r>
            <a:r>
              <a:rPr lang="zh-CN" altLang="en-US" sz="3600">
                <a:latin typeface="Times New Roman" panose="02020603050405020304" pitchFamily="18" charset="0"/>
                <a:ea typeface="华文新魏" panose="02010800040101010101" pitchFamily="2" charset="-122"/>
              </a:rPr>
              <a:t>应用模式</a:t>
            </a:r>
          </a:p>
        </p:txBody>
      </p:sp>
      <p:sp>
        <p:nvSpPr>
          <p:cNvPr id="509956" name="Rectangle 4">
            <a:extLst>
              <a:ext uri="{FF2B5EF4-FFF2-40B4-BE49-F238E27FC236}">
                <a16:creationId xmlns:a16="http://schemas.microsoft.com/office/drawing/2014/main" id="{FBBCB3BB-D23E-410A-92AC-15BB5794BCE0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5753101" y="1463675"/>
            <a:ext cx="4352925" cy="781050"/>
          </a:xfrm>
          <a:solidFill>
            <a:srgbClr val="FFFFFF"/>
          </a:solidFill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 fontScale="92500" lnSpcReduction="10000"/>
          </a:bodyPr>
          <a:lstStyle/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400"/>
              <a:t>典型的网络应用分为</a:t>
            </a:r>
            <a:r>
              <a:rPr lang="en-US" altLang="zh-CN" sz="2400"/>
              <a:t>: 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400" b="1">
                <a:solidFill>
                  <a:schemeClr val="accent1"/>
                </a:solidFill>
              </a:rPr>
              <a:t>客户机</a:t>
            </a:r>
            <a:r>
              <a:rPr lang="zh-CN" altLang="en-US" sz="2400"/>
              <a:t>和</a:t>
            </a:r>
            <a:r>
              <a:rPr lang="zh-CN" altLang="en-US" sz="2400" b="1">
                <a:solidFill>
                  <a:schemeClr val="accent1"/>
                </a:solidFill>
              </a:rPr>
              <a:t>服务器</a:t>
            </a:r>
            <a:r>
              <a:rPr lang="zh-CN" altLang="en-US" sz="2400"/>
              <a:t>两部分</a:t>
            </a:r>
          </a:p>
        </p:txBody>
      </p:sp>
      <p:grpSp>
        <p:nvGrpSpPr>
          <p:cNvPr id="509957" name="Group 5">
            <a:extLst>
              <a:ext uri="{FF2B5EF4-FFF2-40B4-BE49-F238E27FC236}">
                <a16:creationId xmlns:a16="http://schemas.microsoft.com/office/drawing/2014/main" id="{076244A6-D9D5-4341-BCEA-B022AB85495F}"/>
              </a:ext>
            </a:extLst>
          </p:cNvPr>
          <p:cNvGrpSpPr>
            <a:grpSpLocks/>
          </p:cNvGrpSpPr>
          <p:nvPr/>
        </p:nvGrpSpPr>
        <p:grpSpPr bwMode="auto">
          <a:xfrm>
            <a:off x="6423025" y="2808288"/>
            <a:ext cx="3678238" cy="3670300"/>
            <a:chOff x="3092" y="1182"/>
            <a:chExt cx="2317" cy="2312"/>
          </a:xfrm>
        </p:grpSpPr>
        <p:sp>
          <p:nvSpPr>
            <p:cNvPr id="13345" name="Freeform 6">
              <a:extLst>
                <a:ext uri="{FF2B5EF4-FFF2-40B4-BE49-F238E27FC236}">
                  <a16:creationId xmlns:a16="http://schemas.microsoft.com/office/drawing/2014/main" id="{72A51154-D8BB-409E-A05B-14D2863EB0F4}"/>
                </a:ext>
              </a:extLst>
            </p:cNvPr>
            <p:cNvSpPr>
              <a:spLocks/>
            </p:cNvSpPr>
            <p:nvPr/>
          </p:nvSpPr>
          <p:spPr bwMode="auto">
            <a:xfrm>
              <a:off x="4276" y="1272"/>
              <a:ext cx="1133" cy="1055"/>
            </a:xfrm>
            <a:custGeom>
              <a:avLst/>
              <a:gdLst>
                <a:gd name="T0" fmla="*/ 84 w 1292"/>
                <a:gd name="T1" fmla="*/ 3 h 1255"/>
                <a:gd name="T2" fmla="*/ 12 w 1292"/>
                <a:gd name="T3" fmla="*/ 39 h 1255"/>
                <a:gd name="T4" fmla="*/ 10 w 1292"/>
                <a:gd name="T5" fmla="*/ 130 h 1255"/>
                <a:gd name="T6" fmla="*/ 18 w 1292"/>
                <a:gd name="T7" fmla="*/ 207 h 1255"/>
                <a:gd name="T8" fmla="*/ 86 w 1292"/>
                <a:gd name="T9" fmla="*/ 218 h 1255"/>
                <a:gd name="T10" fmla="*/ 226 w 1292"/>
                <a:gd name="T11" fmla="*/ 282 h 1255"/>
                <a:gd name="T12" fmla="*/ 348 w 1292"/>
                <a:gd name="T13" fmla="*/ 309 h 1255"/>
                <a:gd name="T14" fmla="*/ 419 w 1292"/>
                <a:gd name="T15" fmla="*/ 255 h 1255"/>
                <a:gd name="T16" fmla="*/ 445 w 1292"/>
                <a:gd name="T17" fmla="*/ 111 h 1255"/>
                <a:gd name="T18" fmla="*/ 422 w 1292"/>
                <a:gd name="T19" fmla="*/ 52 h 1255"/>
                <a:gd name="T20" fmla="*/ 261 w 1292"/>
                <a:gd name="T21" fmla="*/ 29 h 1255"/>
                <a:gd name="T22" fmla="*/ 84 w 1292"/>
                <a:gd name="T23" fmla="*/ 3 h 1255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1292" h="1255">
                  <a:moveTo>
                    <a:pt x="239" y="7"/>
                  </a:moveTo>
                  <a:cubicBezTo>
                    <a:pt x="120" y="14"/>
                    <a:pt x="70" y="71"/>
                    <a:pt x="35" y="157"/>
                  </a:cubicBezTo>
                  <a:cubicBezTo>
                    <a:pt x="0" y="243"/>
                    <a:pt x="26" y="411"/>
                    <a:pt x="29" y="523"/>
                  </a:cubicBezTo>
                  <a:cubicBezTo>
                    <a:pt x="32" y="635"/>
                    <a:pt x="17" y="771"/>
                    <a:pt x="53" y="829"/>
                  </a:cubicBezTo>
                  <a:cubicBezTo>
                    <a:pt x="89" y="887"/>
                    <a:pt x="146" y="821"/>
                    <a:pt x="245" y="871"/>
                  </a:cubicBezTo>
                  <a:cubicBezTo>
                    <a:pt x="344" y="921"/>
                    <a:pt x="522" y="1068"/>
                    <a:pt x="647" y="1129"/>
                  </a:cubicBezTo>
                  <a:cubicBezTo>
                    <a:pt x="772" y="1190"/>
                    <a:pt x="903" y="1255"/>
                    <a:pt x="995" y="1237"/>
                  </a:cubicBezTo>
                  <a:cubicBezTo>
                    <a:pt x="1087" y="1219"/>
                    <a:pt x="1153" y="1153"/>
                    <a:pt x="1199" y="1021"/>
                  </a:cubicBezTo>
                  <a:cubicBezTo>
                    <a:pt x="1245" y="889"/>
                    <a:pt x="1270" y="580"/>
                    <a:pt x="1271" y="445"/>
                  </a:cubicBezTo>
                  <a:cubicBezTo>
                    <a:pt x="1272" y="310"/>
                    <a:pt x="1292" y="266"/>
                    <a:pt x="1205" y="211"/>
                  </a:cubicBezTo>
                  <a:cubicBezTo>
                    <a:pt x="1118" y="156"/>
                    <a:pt x="908" y="150"/>
                    <a:pt x="749" y="115"/>
                  </a:cubicBezTo>
                  <a:cubicBezTo>
                    <a:pt x="590" y="80"/>
                    <a:pt x="358" y="0"/>
                    <a:pt x="239" y="7"/>
                  </a:cubicBezTo>
                  <a:close/>
                </a:path>
              </a:pathLst>
            </a:custGeom>
            <a:solidFill>
              <a:srgbClr val="CC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346" name="Freeform 7">
              <a:extLst>
                <a:ext uri="{FF2B5EF4-FFF2-40B4-BE49-F238E27FC236}">
                  <a16:creationId xmlns:a16="http://schemas.microsoft.com/office/drawing/2014/main" id="{C08E8FF1-4E4D-4B82-930F-0FC07FBF23D4}"/>
                </a:ext>
              </a:extLst>
            </p:cNvPr>
            <p:cNvSpPr>
              <a:spLocks/>
            </p:cNvSpPr>
            <p:nvPr/>
          </p:nvSpPr>
          <p:spPr bwMode="auto">
            <a:xfrm>
              <a:off x="3092" y="1182"/>
              <a:ext cx="1176" cy="1001"/>
            </a:xfrm>
            <a:custGeom>
              <a:avLst/>
              <a:gdLst>
                <a:gd name="T0" fmla="*/ 193 w 1340"/>
                <a:gd name="T1" fmla="*/ 10 h 1191"/>
                <a:gd name="T2" fmla="*/ 28 w 1340"/>
                <a:gd name="T3" fmla="*/ 14 h 1191"/>
                <a:gd name="T4" fmla="*/ 20 w 1340"/>
                <a:gd name="T5" fmla="*/ 100 h 1191"/>
                <a:gd name="T6" fmla="*/ 10 w 1340"/>
                <a:gd name="T7" fmla="*/ 179 h 1191"/>
                <a:gd name="T8" fmla="*/ 39 w 1340"/>
                <a:gd name="T9" fmla="*/ 217 h 1191"/>
                <a:gd name="T10" fmla="*/ 190 w 1340"/>
                <a:gd name="T11" fmla="*/ 218 h 1191"/>
                <a:gd name="T12" fmla="*/ 225 w 1340"/>
                <a:gd name="T13" fmla="*/ 282 h 1191"/>
                <a:gd name="T14" fmla="*/ 434 w 1340"/>
                <a:gd name="T15" fmla="*/ 273 h 1191"/>
                <a:gd name="T16" fmla="*/ 449 w 1340"/>
                <a:gd name="T17" fmla="*/ 143 h 1191"/>
                <a:gd name="T18" fmla="*/ 424 w 1340"/>
                <a:gd name="T19" fmla="*/ 86 h 1191"/>
                <a:gd name="T20" fmla="*/ 268 w 1340"/>
                <a:gd name="T21" fmla="*/ 72 h 1191"/>
                <a:gd name="T22" fmla="*/ 193 w 1340"/>
                <a:gd name="T23" fmla="*/ 10 h 1191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1340" h="1191">
                  <a:moveTo>
                    <a:pt x="550" y="42"/>
                  </a:moveTo>
                  <a:cubicBezTo>
                    <a:pt x="437" y="4"/>
                    <a:pt x="164" y="0"/>
                    <a:pt x="82" y="60"/>
                  </a:cubicBezTo>
                  <a:cubicBezTo>
                    <a:pt x="0" y="120"/>
                    <a:pt x="67" y="292"/>
                    <a:pt x="58" y="402"/>
                  </a:cubicBezTo>
                  <a:cubicBezTo>
                    <a:pt x="49" y="512"/>
                    <a:pt x="19" y="642"/>
                    <a:pt x="28" y="720"/>
                  </a:cubicBezTo>
                  <a:cubicBezTo>
                    <a:pt x="37" y="798"/>
                    <a:pt x="27" y="844"/>
                    <a:pt x="112" y="870"/>
                  </a:cubicBezTo>
                  <a:cubicBezTo>
                    <a:pt x="197" y="896"/>
                    <a:pt x="450" y="833"/>
                    <a:pt x="538" y="876"/>
                  </a:cubicBezTo>
                  <a:cubicBezTo>
                    <a:pt x="626" y="919"/>
                    <a:pt x="524" y="1091"/>
                    <a:pt x="640" y="1128"/>
                  </a:cubicBezTo>
                  <a:cubicBezTo>
                    <a:pt x="756" y="1165"/>
                    <a:pt x="1128" y="1191"/>
                    <a:pt x="1234" y="1098"/>
                  </a:cubicBezTo>
                  <a:cubicBezTo>
                    <a:pt x="1340" y="1005"/>
                    <a:pt x="1281" y="696"/>
                    <a:pt x="1276" y="570"/>
                  </a:cubicBezTo>
                  <a:cubicBezTo>
                    <a:pt x="1271" y="444"/>
                    <a:pt x="1290" y="389"/>
                    <a:pt x="1204" y="342"/>
                  </a:cubicBezTo>
                  <a:cubicBezTo>
                    <a:pt x="1118" y="295"/>
                    <a:pt x="868" y="338"/>
                    <a:pt x="760" y="288"/>
                  </a:cubicBezTo>
                  <a:cubicBezTo>
                    <a:pt x="652" y="238"/>
                    <a:pt x="663" y="80"/>
                    <a:pt x="550" y="42"/>
                  </a:cubicBezTo>
                  <a:close/>
                </a:path>
              </a:pathLst>
            </a:custGeom>
            <a:solidFill>
              <a:srgbClr val="CC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347" name="Freeform 8">
              <a:extLst>
                <a:ext uri="{FF2B5EF4-FFF2-40B4-BE49-F238E27FC236}">
                  <a16:creationId xmlns:a16="http://schemas.microsoft.com/office/drawing/2014/main" id="{41D31283-CD51-4E28-9746-2909416E2658}"/>
                </a:ext>
              </a:extLst>
            </p:cNvPr>
            <p:cNvSpPr>
              <a:spLocks/>
            </p:cNvSpPr>
            <p:nvPr/>
          </p:nvSpPr>
          <p:spPr bwMode="auto">
            <a:xfrm>
              <a:off x="3324" y="2096"/>
              <a:ext cx="1874" cy="1398"/>
            </a:xfrm>
            <a:custGeom>
              <a:avLst/>
              <a:gdLst>
                <a:gd name="T0" fmla="*/ 10 w 2135"/>
                <a:gd name="T1" fmla="*/ 162 h 1662"/>
                <a:gd name="T2" fmla="*/ 36 w 2135"/>
                <a:gd name="T3" fmla="*/ 19 h 1662"/>
                <a:gd name="T4" fmla="*/ 231 w 2135"/>
                <a:gd name="T5" fmla="*/ 49 h 1662"/>
                <a:gd name="T6" fmla="*/ 426 w 2135"/>
                <a:gd name="T7" fmla="*/ 24 h 1662"/>
                <a:gd name="T8" fmla="*/ 705 w 2135"/>
                <a:gd name="T9" fmla="*/ 103 h 1662"/>
                <a:gd name="T10" fmla="*/ 709 w 2135"/>
                <a:gd name="T11" fmla="*/ 287 h 1662"/>
                <a:gd name="T12" fmla="*/ 556 w 2135"/>
                <a:gd name="T13" fmla="*/ 401 h 1662"/>
                <a:gd name="T14" fmla="*/ 287 w 2135"/>
                <a:gd name="T15" fmla="*/ 380 h 1662"/>
                <a:gd name="T16" fmla="*/ 177 w 2135"/>
                <a:gd name="T17" fmla="*/ 318 h 1662"/>
                <a:gd name="T18" fmla="*/ 65 w 2135"/>
                <a:gd name="T19" fmla="*/ 267 h 1662"/>
                <a:gd name="T20" fmla="*/ 10 w 2135"/>
                <a:gd name="T21" fmla="*/ 162 h 1662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2135" h="1662">
                  <a:moveTo>
                    <a:pt x="27" y="652"/>
                  </a:moveTo>
                  <a:cubicBezTo>
                    <a:pt x="14" y="487"/>
                    <a:pt x="0" y="152"/>
                    <a:pt x="105" y="76"/>
                  </a:cubicBezTo>
                  <a:cubicBezTo>
                    <a:pt x="210" y="0"/>
                    <a:pt x="473" y="192"/>
                    <a:pt x="657" y="196"/>
                  </a:cubicBezTo>
                  <a:cubicBezTo>
                    <a:pt x="841" y="200"/>
                    <a:pt x="985" y="65"/>
                    <a:pt x="1209" y="100"/>
                  </a:cubicBezTo>
                  <a:cubicBezTo>
                    <a:pt x="1433" y="135"/>
                    <a:pt x="1867" y="232"/>
                    <a:pt x="2001" y="406"/>
                  </a:cubicBezTo>
                  <a:cubicBezTo>
                    <a:pt x="2135" y="580"/>
                    <a:pt x="2083" y="945"/>
                    <a:pt x="2013" y="1144"/>
                  </a:cubicBezTo>
                  <a:cubicBezTo>
                    <a:pt x="1943" y="1343"/>
                    <a:pt x="1781" y="1538"/>
                    <a:pt x="1581" y="1600"/>
                  </a:cubicBezTo>
                  <a:cubicBezTo>
                    <a:pt x="1381" y="1662"/>
                    <a:pt x="993" y="1571"/>
                    <a:pt x="813" y="1516"/>
                  </a:cubicBezTo>
                  <a:cubicBezTo>
                    <a:pt x="633" y="1461"/>
                    <a:pt x="606" y="1345"/>
                    <a:pt x="501" y="1270"/>
                  </a:cubicBezTo>
                  <a:cubicBezTo>
                    <a:pt x="396" y="1195"/>
                    <a:pt x="262" y="1169"/>
                    <a:pt x="183" y="1066"/>
                  </a:cubicBezTo>
                  <a:cubicBezTo>
                    <a:pt x="104" y="963"/>
                    <a:pt x="25" y="819"/>
                    <a:pt x="27" y="652"/>
                  </a:cubicBezTo>
                  <a:close/>
                </a:path>
              </a:pathLst>
            </a:custGeom>
            <a:solidFill>
              <a:srgbClr val="CC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13348" name="Group 9">
              <a:extLst>
                <a:ext uri="{FF2B5EF4-FFF2-40B4-BE49-F238E27FC236}">
                  <a16:creationId xmlns:a16="http://schemas.microsoft.com/office/drawing/2014/main" id="{DABED6EE-9F41-41F5-A1B9-1D5CC207848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66" y="1267"/>
              <a:ext cx="462" cy="201"/>
              <a:chOff x="3552" y="246"/>
              <a:chExt cx="527" cy="248"/>
            </a:xfrm>
          </p:grpSpPr>
          <p:graphicFrame>
            <p:nvGraphicFramePr>
              <p:cNvPr id="13562" name="Object 10">
                <a:extLst>
                  <a:ext uri="{FF2B5EF4-FFF2-40B4-BE49-F238E27FC236}">
                    <a16:creationId xmlns:a16="http://schemas.microsoft.com/office/drawing/2014/main" id="{6E31A4CB-61B9-4EC5-A2A8-EA0B44A62F59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3552" y="246"/>
              <a:ext cx="299" cy="24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3595" name="Clip" r:id="rId3" imgW="1307263" imgH="1084139" progId="MS_ClipArt_Gallery.2">
                      <p:embed/>
                    </p:oleObj>
                  </mc:Choice>
                  <mc:Fallback>
                    <p:oleObj name="Clip" r:id="rId3" imgW="1307263" imgH="1084139" progId="MS_ClipArt_Gallery.2">
                      <p:embed/>
                      <p:pic>
                        <p:nvPicPr>
                          <p:cNvPr id="0" name="Object 10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552" y="246"/>
                            <a:ext cx="299" cy="24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3563" name="Object 11">
                <a:extLst>
                  <a:ext uri="{FF2B5EF4-FFF2-40B4-BE49-F238E27FC236}">
                    <a16:creationId xmlns:a16="http://schemas.microsoft.com/office/drawing/2014/main" id="{004971DA-6419-4ADF-BCB1-8EA0AD64910B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3878" y="338"/>
              <a:ext cx="201" cy="14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3596" name="Clip" r:id="rId5" imgW="681706" imgH="480401" progId="MS_ClipArt_Gallery.2">
                      <p:embed/>
                    </p:oleObj>
                  </mc:Choice>
                  <mc:Fallback>
                    <p:oleObj name="Clip" r:id="rId5" imgW="681706" imgH="480401" progId="MS_ClipArt_Gallery.2">
                      <p:embed/>
                      <p:pic>
                        <p:nvPicPr>
                          <p:cNvPr id="0" name="Object 1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878" y="338"/>
                            <a:ext cx="201" cy="14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3564" name="Line 12">
                <a:extLst>
                  <a:ext uri="{FF2B5EF4-FFF2-40B4-BE49-F238E27FC236}">
                    <a16:creationId xmlns:a16="http://schemas.microsoft.com/office/drawing/2014/main" id="{EAD938D2-2AA3-4857-AEE7-156C72369B9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844" y="434"/>
                <a:ext cx="82" cy="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13349" name="Group 13">
              <a:extLst>
                <a:ext uri="{FF2B5EF4-FFF2-40B4-BE49-F238E27FC236}">
                  <a16:creationId xmlns:a16="http://schemas.microsoft.com/office/drawing/2014/main" id="{804FC0C5-9796-462D-BE0D-59B50384A42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66" y="1642"/>
              <a:ext cx="462" cy="201"/>
              <a:chOff x="3552" y="246"/>
              <a:chExt cx="527" cy="248"/>
            </a:xfrm>
          </p:grpSpPr>
          <p:graphicFrame>
            <p:nvGraphicFramePr>
              <p:cNvPr id="13559" name="Object 14">
                <a:extLst>
                  <a:ext uri="{FF2B5EF4-FFF2-40B4-BE49-F238E27FC236}">
                    <a16:creationId xmlns:a16="http://schemas.microsoft.com/office/drawing/2014/main" id="{0B7A1A7D-7402-498D-884E-1057AA389001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3552" y="246"/>
              <a:ext cx="299" cy="24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3597" name="Clip" r:id="rId7" imgW="1307263" imgH="1084139" progId="MS_ClipArt_Gallery.2">
                      <p:embed/>
                    </p:oleObj>
                  </mc:Choice>
                  <mc:Fallback>
                    <p:oleObj name="Clip" r:id="rId7" imgW="1307263" imgH="1084139" progId="MS_ClipArt_Gallery.2">
                      <p:embed/>
                      <p:pic>
                        <p:nvPicPr>
                          <p:cNvPr id="0" name="Object 14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552" y="246"/>
                            <a:ext cx="299" cy="24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3560" name="Object 15">
                <a:extLst>
                  <a:ext uri="{FF2B5EF4-FFF2-40B4-BE49-F238E27FC236}">
                    <a16:creationId xmlns:a16="http://schemas.microsoft.com/office/drawing/2014/main" id="{DE3EF1EA-177B-4E3E-B481-7F12B703E0FA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3878" y="338"/>
              <a:ext cx="201" cy="14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3598" name="Clip" r:id="rId8" imgW="681706" imgH="480401" progId="MS_ClipArt_Gallery.2">
                      <p:embed/>
                    </p:oleObj>
                  </mc:Choice>
                  <mc:Fallback>
                    <p:oleObj name="Clip" r:id="rId8" imgW="681706" imgH="480401" progId="MS_ClipArt_Gallery.2">
                      <p:embed/>
                      <p:pic>
                        <p:nvPicPr>
                          <p:cNvPr id="0" name="Object 15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878" y="338"/>
                            <a:ext cx="201" cy="14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3561" name="Line 16">
                <a:extLst>
                  <a:ext uri="{FF2B5EF4-FFF2-40B4-BE49-F238E27FC236}">
                    <a16:creationId xmlns:a16="http://schemas.microsoft.com/office/drawing/2014/main" id="{A8376DBA-79EE-4658-B1D8-8405D8CE967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844" y="434"/>
                <a:ext cx="82" cy="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13350" name="Group 17">
              <a:extLst>
                <a:ext uri="{FF2B5EF4-FFF2-40B4-BE49-F238E27FC236}">
                  <a16:creationId xmlns:a16="http://schemas.microsoft.com/office/drawing/2014/main" id="{6C722AC6-42BB-49A8-8A95-337371097E2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403" y="1508"/>
              <a:ext cx="44" cy="135"/>
              <a:chOff x="3842" y="406"/>
              <a:chExt cx="51" cy="167"/>
            </a:xfrm>
          </p:grpSpPr>
          <p:sp>
            <p:nvSpPr>
              <p:cNvPr id="13556" name="Oval 18">
                <a:extLst>
                  <a:ext uri="{FF2B5EF4-FFF2-40B4-BE49-F238E27FC236}">
                    <a16:creationId xmlns:a16="http://schemas.microsoft.com/office/drawing/2014/main" id="{27B5672D-C5D3-4728-87B5-A907F9B3F6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42" y="406"/>
                <a:ext cx="47" cy="47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3557" name="Oval 19">
                <a:extLst>
                  <a:ext uri="{FF2B5EF4-FFF2-40B4-BE49-F238E27FC236}">
                    <a16:creationId xmlns:a16="http://schemas.microsoft.com/office/drawing/2014/main" id="{9928EB76-F2D0-44AE-88EB-100FE98702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44" y="466"/>
                <a:ext cx="47" cy="47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3558" name="Oval 20">
                <a:extLst>
                  <a:ext uri="{FF2B5EF4-FFF2-40B4-BE49-F238E27FC236}">
                    <a16:creationId xmlns:a16="http://schemas.microsoft.com/office/drawing/2014/main" id="{3F97C0D8-AAEF-45B2-A128-B5C3A53545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46" y="526"/>
                <a:ext cx="47" cy="47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grpSp>
          <p:nvGrpSpPr>
            <p:cNvPr id="13351" name="Group 21">
              <a:extLst>
                <a:ext uri="{FF2B5EF4-FFF2-40B4-BE49-F238E27FC236}">
                  <a16:creationId xmlns:a16="http://schemas.microsoft.com/office/drawing/2014/main" id="{E3A8EA6B-3B4B-4141-A426-5C9102942FD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699" y="1825"/>
              <a:ext cx="132" cy="249"/>
              <a:chOff x="4180" y="783"/>
              <a:chExt cx="150" cy="307"/>
            </a:xfrm>
          </p:grpSpPr>
          <p:sp>
            <p:nvSpPr>
              <p:cNvPr id="13548" name="AutoShape 22">
                <a:extLst>
                  <a:ext uri="{FF2B5EF4-FFF2-40B4-BE49-F238E27FC236}">
                    <a16:creationId xmlns:a16="http://schemas.microsoft.com/office/drawing/2014/main" id="{8D86696E-6DBF-4D5A-8273-4B988E0415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80" y="1019"/>
                <a:ext cx="150" cy="71"/>
              </a:xfrm>
              <a:prstGeom prst="parallelogram">
                <a:avLst>
                  <a:gd name="adj" fmla="val 81387"/>
                </a:avLst>
              </a:prstGeom>
              <a:solidFill>
                <a:srgbClr val="33CCCC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3549" name="Rectangle 23">
                <a:extLst>
                  <a:ext uri="{FF2B5EF4-FFF2-40B4-BE49-F238E27FC236}">
                    <a16:creationId xmlns:a16="http://schemas.microsoft.com/office/drawing/2014/main" id="{D0EE1044-F325-4D3C-8D26-7F58EA53A0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56" y="785"/>
                <a:ext cx="69" cy="236"/>
              </a:xfrm>
              <a:prstGeom prst="rect">
                <a:avLst/>
              </a:prstGeom>
              <a:solidFill>
                <a:srgbClr val="33CCCC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3550" name="Rectangle 24">
                <a:extLst>
                  <a:ext uri="{FF2B5EF4-FFF2-40B4-BE49-F238E27FC236}">
                    <a16:creationId xmlns:a16="http://schemas.microsoft.com/office/drawing/2014/main" id="{639A1C47-D490-43D9-A959-91071648E3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81" y="852"/>
                <a:ext cx="95" cy="236"/>
              </a:xfrm>
              <a:prstGeom prst="rect">
                <a:avLst/>
              </a:prstGeom>
              <a:solidFill>
                <a:srgbClr val="33CCC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3551" name="AutoShape 25">
                <a:extLst>
                  <a:ext uri="{FF2B5EF4-FFF2-40B4-BE49-F238E27FC236}">
                    <a16:creationId xmlns:a16="http://schemas.microsoft.com/office/drawing/2014/main" id="{C57F52B1-1EDA-433A-B4E0-EDA276464F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80" y="783"/>
                <a:ext cx="150" cy="71"/>
              </a:xfrm>
              <a:prstGeom prst="parallelogram">
                <a:avLst>
                  <a:gd name="adj" fmla="val 81387"/>
                </a:avLst>
              </a:prstGeom>
              <a:solidFill>
                <a:srgbClr val="33CCC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3552" name="Line 26">
                <a:extLst>
                  <a:ext uri="{FF2B5EF4-FFF2-40B4-BE49-F238E27FC236}">
                    <a16:creationId xmlns:a16="http://schemas.microsoft.com/office/drawing/2014/main" id="{5F14D488-1624-4286-AE8F-7A12495128D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30" y="788"/>
                <a:ext cx="0" cy="23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553" name="Line 27">
                <a:extLst>
                  <a:ext uri="{FF2B5EF4-FFF2-40B4-BE49-F238E27FC236}">
                    <a16:creationId xmlns:a16="http://schemas.microsoft.com/office/drawing/2014/main" id="{2400220B-6F16-40C5-AB71-9740D3CC41B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276" y="1019"/>
                <a:ext cx="54" cy="6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554" name="Rectangle 28">
                <a:extLst>
                  <a:ext uri="{FF2B5EF4-FFF2-40B4-BE49-F238E27FC236}">
                    <a16:creationId xmlns:a16="http://schemas.microsoft.com/office/drawing/2014/main" id="{D53EC3C1-7278-4291-BD28-8AFCEA5C78D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93" y="883"/>
                <a:ext cx="63" cy="136"/>
              </a:xfrm>
              <a:prstGeom prst="rect">
                <a:avLst/>
              </a:prstGeom>
              <a:solidFill>
                <a:schemeClr val="accent2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3555" name="Rectangle 29">
                <a:extLst>
                  <a:ext uri="{FF2B5EF4-FFF2-40B4-BE49-F238E27FC236}">
                    <a16:creationId xmlns:a16="http://schemas.microsoft.com/office/drawing/2014/main" id="{49F75390-FE83-46DD-AD7B-034524A35B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2" y="924"/>
                <a:ext cx="48" cy="4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grpSp>
          <p:nvGrpSpPr>
            <p:cNvPr id="13352" name="Group 30">
              <a:extLst>
                <a:ext uri="{FF2B5EF4-FFF2-40B4-BE49-F238E27FC236}">
                  <a16:creationId xmlns:a16="http://schemas.microsoft.com/office/drawing/2014/main" id="{B2434EC5-02CE-4ACE-988C-A62BCF49A9A2}"/>
                </a:ext>
              </a:extLst>
            </p:cNvPr>
            <p:cNvGrpSpPr>
              <a:grpSpLocks/>
            </p:cNvGrpSpPr>
            <p:nvPr/>
          </p:nvGrpSpPr>
          <p:grpSpPr bwMode="auto">
            <a:xfrm rot="-5400000">
              <a:off x="3896" y="1874"/>
              <a:ext cx="51" cy="147"/>
              <a:chOff x="3842" y="406"/>
              <a:chExt cx="51" cy="167"/>
            </a:xfrm>
          </p:grpSpPr>
          <p:sp>
            <p:nvSpPr>
              <p:cNvPr id="13545" name="Oval 31">
                <a:extLst>
                  <a:ext uri="{FF2B5EF4-FFF2-40B4-BE49-F238E27FC236}">
                    <a16:creationId xmlns:a16="http://schemas.microsoft.com/office/drawing/2014/main" id="{8762E512-750A-468C-8FD3-759C83C641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42" y="406"/>
                <a:ext cx="47" cy="47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3546" name="Oval 32">
                <a:extLst>
                  <a:ext uri="{FF2B5EF4-FFF2-40B4-BE49-F238E27FC236}">
                    <a16:creationId xmlns:a16="http://schemas.microsoft.com/office/drawing/2014/main" id="{1624C490-A078-47E4-AD26-A7F2A4B25E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44" y="466"/>
                <a:ext cx="47" cy="47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3547" name="Oval 33">
                <a:extLst>
                  <a:ext uri="{FF2B5EF4-FFF2-40B4-BE49-F238E27FC236}">
                    <a16:creationId xmlns:a16="http://schemas.microsoft.com/office/drawing/2014/main" id="{4C039274-6884-4F56-80C3-F87B0353BD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46" y="526"/>
                <a:ext cx="47" cy="47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sp>
          <p:nvSpPr>
            <p:cNvPr id="13353" name="Line 34">
              <a:extLst>
                <a:ext uri="{FF2B5EF4-FFF2-40B4-BE49-F238E27FC236}">
                  <a16:creationId xmlns:a16="http://schemas.microsoft.com/office/drawing/2014/main" id="{11959A3D-53BD-41A3-9787-23A518263BE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85" y="1767"/>
              <a:ext cx="312" cy="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354" name="Line 35">
              <a:extLst>
                <a:ext uri="{FF2B5EF4-FFF2-40B4-BE49-F238E27FC236}">
                  <a16:creationId xmlns:a16="http://schemas.microsoft.com/office/drawing/2014/main" id="{1A7DAD27-054A-4A05-BFE9-C3037B5BB66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87" y="1765"/>
              <a:ext cx="1" cy="6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355" name="Line 36">
              <a:extLst>
                <a:ext uri="{FF2B5EF4-FFF2-40B4-BE49-F238E27FC236}">
                  <a16:creationId xmlns:a16="http://schemas.microsoft.com/office/drawing/2014/main" id="{346170E0-4EE0-488F-AD88-F3EA29E1445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99" y="1764"/>
              <a:ext cx="1" cy="5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356" name="Line 37">
              <a:extLst>
                <a:ext uri="{FF2B5EF4-FFF2-40B4-BE49-F238E27FC236}">
                  <a16:creationId xmlns:a16="http://schemas.microsoft.com/office/drawing/2014/main" id="{B4A10C81-0175-49E1-963A-B241A06EEBA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96" y="1427"/>
              <a:ext cx="182" cy="16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357" name="Line 38">
              <a:extLst>
                <a:ext uri="{FF2B5EF4-FFF2-40B4-BE49-F238E27FC236}">
                  <a16:creationId xmlns:a16="http://schemas.microsoft.com/office/drawing/2014/main" id="{B5F10AEA-DC3C-49ED-AB0D-522B26AF798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604" y="1607"/>
              <a:ext cx="174" cy="20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358" name="Line 39">
              <a:extLst>
                <a:ext uri="{FF2B5EF4-FFF2-40B4-BE49-F238E27FC236}">
                  <a16:creationId xmlns:a16="http://schemas.microsoft.com/office/drawing/2014/main" id="{F97FBE68-B1E0-4E8E-B7D6-ABF8AAE64DB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936" y="1661"/>
              <a:ext cx="1" cy="10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13359" name="Group 40">
              <a:extLst>
                <a:ext uri="{FF2B5EF4-FFF2-40B4-BE49-F238E27FC236}">
                  <a16:creationId xmlns:a16="http://schemas.microsoft.com/office/drawing/2014/main" id="{67036507-8722-4C0C-90B0-6CCF94A7490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011" y="1811"/>
              <a:ext cx="132" cy="249"/>
              <a:chOff x="4180" y="783"/>
              <a:chExt cx="150" cy="307"/>
            </a:xfrm>
          </p:grpSpPr>
          <p:sp>
            <p:nvSpPr>
              <p:cNvPr id="13537" name="AutoShape 41">
                <a:extLst>
                  <a:ext uri="{FF2B5EF4-FFF2-40B4-BE49-F238E27FC236}">
                    <a16:creationId xmlns:a16="http://schemas.microsoft.com/office/drawing/2014/main" id="{A3CE9884-03A6-41B6-B15B-E7B310C4E5D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80" y="1019"/>
                <a:ext cx="150" cy="71"/>
              </a:xfrm>
              <a:prstGeom prst="parallelogram">
                <a:avLst>
                  <a:gd name="adj" fmla="val 81387"/>
                </a:avLst>
              </a:prstGeom>
              <a:solidFill>
                <a:srgbClr val="33CCCC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3538" name="Rectangle 42">
                <a:extLst>
                  <a:ext uri="{FF2B5EF4-FFF2-40B4-BE49-F238E27FC236}">
                    <a16:creationId xmlns:a16="http://schemas.microsoft.com/office/drawing/2014/main" id="{4EF1B4B6-934E-424C-B343-4F1CBA0D65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56" y="785"/>
                <a:ext cx="69" cy="236"/>
              </a:xfrm>
              <a:prstGeom prst="rect">
                <a:avLst/>
              </a:prstGeom>
              <a:solidFill>
                <a:srgbClr val="33CCCC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3539" name="Rectangle 43">
                <a:extLst>
                  <a:ext uri="{FF2B5EF4-FFF2-40B4-BE49-F238E27FC236}">
                    <a16:creationId xmlns:a16="http://schemas.microsoft.com/office/drawing/2014/main" id="{F47015EE-873A-40EB-8B47-923B820357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81" y="852"/>
                <a:ext cx="95" cy="236"/>
              </a:xfrm>
              <a:prstGeom prst="rect">
                <a:avLst/>
              </a:prstGeom>
              <a:solidFill>
                <a:srgbClr val="33CCC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3540" name="AutoShape 44">
                <a:extLst>
                  <a:ext uri="{FF2B5EF4-FFF2-40B4-BE49-F238E27FC236}">
                    <a16:creationId xmlns:a16="http://schemas.microsoft.com/office/drawing/2014/main" id="{A3967A27-0AAA-4E96-95E6-015DB647D53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80" y="783"/>
                <a:ext cx="150" cy="71"/>
              </a:xfrm>
              <a:prstGeom prst="parallelogram">
                <a:avLst>
                  <a:gd name="adj" fmla="val 81387"/>
                </a:avLst>
              </a:prstGeom>
              <a:solidFill>
                <a:srgbClr val="33CCC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3541" name="Line 45">
                <a:extLst>
                  <a:ext uri="{FF2B5EF4-FFF2-40B4-BE49-F238E27FC236}">
                    <a16:creationId xmlns:a16="http://schemas.microsoft.com/office/drawing/2014/main" id="{A462B242-F3C1-43A0-B864-00F448B3628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30" y="788"/>
                <a:ext cx="0" cy="23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542" name="Line 46">
                <a:extLst>
                  <a:ext uri="{FF2B5EF4-FFF2-40B4-BE49-F238E27FC236}">
                    <a16:creationId xmlns:a16="http://schemas.microsoft.com/office/drawing/2014/main" id="{D7063715-F6F3-47C4-9869-C4709AC0FD3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276" y="1019"/>
                <a:ext cx="54" cy="6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543" name="Rectangle 47">
                <a:extLst>
                  <a:ext uri="{FF2B5EF4-FFF2-40B4-BE49-F238E27FC236}">
                    <a16:creationId xmlns:a16="http://schemas.microsoft.com/office/drawing/2014/main" id="{ADAA9B36-9166-47DA-ACBF-9B19D62950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93" y="883"/>
                <a:ext cx="63" cy="136"/>
              </a:xfrm>
              <a:prstGeom prst="rect">
                <a:avLst/>
              </a:prstGeom>
              <a:solidFill>
                <a:schemeClr val="accent2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3544" name="Rectangle 48">
                <a:extLst>
                  <a:ext uri="{FF2B5EF4-FFF2-40B4-BE49-F238E27FC236}">
                    <a16:creationId xmlns:a16="http://schemas.microsoft.com/office/drawing/2014/main" id="{3A969B87-2E09-4B74-95E2-6405181562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2" y="924"/>
                <a:ext cx="48" cy="4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grpSp>
          <p:nvGrpSpPr>
            <p:cNvPr id="13360" name="Group 49">
              <a:extLst>
                <a:ext uri="{FF2B5EF4-FFF2-40B4-BE49-F238E27FC236}">
                  <a16:creationId xmlns:a16="http://schemas.microsoft.com/office/drawing/2014/main" id="{C6609A62-659B-41ED-A021-E622603F831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408" y="2201"/>
              <a:ext cx="302" cy="583"/>
              <a:chOff x="3314" y="1248"/>
              <a:chExt cx="344" cy="694"/>
            </a:xfrm>
          </p:grpSpPr>
          <p:graphicFrame>
            <p:nvGraphicFramePr>
              <p:cNvPr id="13528" name="Object 50">
                <a:extLst>
                  <a:ext uri="{FF2B5EF4-FFF2-40B4-BE49-F238E27FC236}">
                    <a16:creationId xmlns:a16="http://schemas.microsoft.com/office/drawing/2014/main" id="{8DDD34DC-4130-4890-A1E1-864548644F50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3314" y="1248"/>
              <a:ext cx="299" cy="24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3599" name="Clip" r:id="rId9" imgW="1307263" imgH="1084139" progId="MS_ClipArt_Gallery.2">
                      <p:embed/>
                    </p:oleObj>
                  </mc:Choice>
                  <mc:Fallback>
                    <p:oleObj name="Clip" r:id="rId9" imgW="1307263" imgH="1084139" progId="MS_ClipArt_Gallery.2">
                      <p:embed/>
                      <p:pic>
                        <p:nvPicPr>
                          <p:cNvPr id="0" name="Object 50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314" y="1248"/>
                            <a:ext cx="299" cy="24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3529" name="Line 51">
                <a:extLst>
                  <a:ext uri="{FF2B5EF4-FFF2-40B4-BE49-F238E27FC236}">
                    <a16:creationId xmlns:a16="http://schemas.microsoft.com/office/drawing/2014/main" id="{1967C194-30D7-4B8C-8687-3886E8F808D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606" y="1433"/>
                <a:ext cx="52" cy="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aphicFrame>
            <p:nvGraphicFramePr>
              <p:cNvPr id="13530" name="Object 52">
                <a:extLst>
                  <a:ext uri="{FF2B5EF4-FFF2-40B4-BE49-F238E27FC236}">
                    <a16:creationId xmlns:a16="http://schemas.microsoft.com/office/drawing/2014/main" id="{249BDA83-694E-44C3-8D78-D312BC2F11A7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3314" y="1694"/>
              <a:ext cx="299" cy="24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3600" name="Clip" r:id="rId10" imgW="1307263" imgH="1084139" progId="MS_ClipArt_Gallery.2">
                      <p:embed/>
                    </p:oleObj>
                  </mc:Choice>
                  <mc:Fallback>
                    <p:oleObj name="Clip" r:id="rId10" imgW="1307263" imgH="1084139" progId="MS_ClipArt_Gallery.2">
                      <p:embed/>
                      <p:pic>
                        <p:nvPicPr>
                          <p:cNvPr id="0" name="Object 52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314" y="1694"/>
                            <a:ext cx="299" cy="24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3531" name="Line 53">
                <a:extLst>
                  <a:ext uri="{FF2B5EF4-FFF2-40B4-BE49-F238E27FC236}">
                    <a16:creationId xmlns:a16="http://schemas.microsoft.com/office/drawing/2014/main" id="{81F24807-4154-40DC-85F7-0D0C8D7A701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606" y="1882"/>
                <a:ext cx="52" cy="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pSp>
            <p:nvGrpSpPr>
              <p:cNvPr id="13532" name="Group 54">
                <a:extLst>
                  <a:ext uri="{FF2B5EF4-FFF2-40B4-BE49-F238E27FC236}">
                    <a16:creationId xmlns:a16="http://schemas.microsoft.com/office/drawing/2014/main" id="{AB264508-DCA9-4840-BA70-7674EDE5016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404" y="1504"/>
                <a:ext cx="51" cy="167"/>
                <a:chOff x="3842" y="406"/>
                <a:chExt cx="51" cy="167"/>
              </a:xfrm>
            </p:grpSpPr>
            <p:sp>
              <p:nvSpPr>
                <p:cNvPr id="13534" name="Oval 55">
                  <a:extLst>
                    <a:ext uri="{FF2B5EF4-FFF2-40B4-BE49-F238E27FC236}">
                      <a16:creationId xmlns:a16="http://schemas.microsoft.com/office/drawing/2014/main" id="{F42448E2-8955-4BAE-90D2-B33CFC7608A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842" y="406"/>
                  <a:ext cx="47" cy="47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13535" name="Oval 56">
                  <a:extLst>
                    <a:ext uri="{FF2B5EF4-FFF2-40B4-BE49-F238E27FC236}">
                      <a16:creationId xmlns:a16="http://schemas.microsoft.com/office/drawing/2014/main" id="{AA5D82B3-FB1D-42A3-8CB3-B4BEF884EFE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844" y="466"/>
                  <a:ext cx="47" cy="47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13536" name="Oval 57">
                  <a:extLst>
                    <a:ext uri="{FF2B5EF4-FFF2-40B4-BE49-F238E27FC236}">
                      <a16:creationId xmlns:a16="http://schemas.microsoft.com/office/drawing/2014/main" id="{3F358A71-8212-45B2-AA56-220C427797E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846" y="526"/>
                  <a:ext cx="47" cy="47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sp>
            <p:nvSpPr>
              <p:cNvPr id="13533" name="Line 58">
                <a:extLst>
                  <a:ext uri="{FF2B5EF4-FFF2-40B4-BE49-F238E27FC236}">
                    <a16:creationId xmlns:a16="http://schemas.microsoft.com/office/drawing/2014/main" id="{F16E0464-155D-4252-9586-E1185A3063F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54" y="1431"/>
                <a:ext cx="0" cy="45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aphicFrame>
          <p:nvGraphicFramePr>
            <p:cNvPr id="13361" name="Object 59">
              <a:extLst>
                <a:ext uri="{FF2B5EF4-FFF2-40B4-BE49-F238E27FC236}">
                  <a16:creationId xmlns:a16="http://schemas.microsoft.com/office/drawing/2014/main" id="{5C012F33-5D9D-4804-879F-71B8DC849FF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955" y="2837"/>
            <a:ext cx="263" cy="20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601" name="Clip" r:id="rId11" imgW="1307263" imgH="1084139" progId="MS_ClipArt_Gallery.2">
                    <p:embed/>
                  </p:oleObj>
                </mc:Choice>
                <mc:Fallback>
                  <p:oleObj name="Clip" r:id="rId11" imgW="1307263" imgH="1084139" progId="MS_ClipArt_Gallery.2">
                    <p:embed/>
                    <p:pic>
                      <p:nvPicPr>
                        <p:cNvPr id="0" name="Object 5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55" y="2837"/>
                          <a:ext cx="263" cy="20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362" name="Object 60">
              <a:extLst>
                <a:ext uri="{FF2B5EF4-FFF2-40B4-BE49-F238E27FC236}">
                  <a16:creationId xmlns:a16="http://schemas.microsoft.com/office/drawing/2014/main" id="{CD579851-7710-4E21-959D-302666D22A2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568" y="2830"/>
            <a:ext cx="262" cy="2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602" name="Clip" r:id="rId12" imgW="1307263" imgH="1084139" progId="MS_ClipArt_Gallery.2">
                    <p:embed/>
                  </p:oleObj>
                </mc:Choice>
                <mc:Fallback>
                  <p:oleObj name="Clip" r:id="rId12" imgW="1307263" imgH="1084139" progId="MS_ClipArt_Gallery.2">
                    <p:embed/>
                    <p:pic>
                      <p:nvPicPr>
                        <p:cNvPr id="0" name="Object 6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68" y="2830"/>
                          <a:ext cx="262" cy="20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363" name="Oval 61">
              <a:extLst>
                <a:ext uri="{FF2B5EF4-FFF2-40B4-BE49-F238E27FC236}">
                  <a16:creationId xmlns:a16="http://schemas.microsoft.com/office/drawing/2014/main" id="{D23FFCBF-FB75-45AD-9E4A-57F8F8F7EB1D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5400000">
              <a:off x="3831" y="2895"/>
              <a:ext cx="40" cy="41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3364" name="Oval 62">
              <a:extLst>
                <a:ext uri="{FF2B5EF4-FFF2-40B4-BE49-F238E27FC236}">
                  <a16:creationId xmlns:a16="http://schemas.microsoft.com/office/drawing/2014/main" id="{6296543A-F4E6-4AC7-9ECA-6A978AF993EC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5400000">
              <a:off x="3884" y="2894"/>
              <a:ext cx="40" cy="4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3365" name="Oval 63">
              <a:extLst>
                <a:ext uri="{FF2B5EF4-FFF2-40B4-BE49-F238E27FC236}">
                  <a16:creationId xmlns:a16="http://schemas.microsoft.com/office/drawing/2014/main" id="{EB5E7FDE-38E1-4F46-825B-03FEBB1B9A61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5400000">
              <a:off x="3933" y="2897"/>
              <a:ext cx="39" cy="41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3366" name="Line 64">
              <a:extLst>
                <a:ext uri="{FF2B5EF4-FFF2-40B4-BE49-F238E27FC236}">
                  <a16:creationId xmlns:a16="http://schemas.microsoft.com/office/drawing/2014/main" id="{BF6C4CBC-5D88-4E91-A3A5-8BB187FBA413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4097" y="2821"/>
              <a:ext cx="38" cy="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367" name="Line 65">
              <a:extLst>
                <a:ext uri="{FF2B5EF4-FFF2-40B4-BE49-F238E27FC236}">
                  <a16:creationId xmlns:a16="http://schemas.microsoft.com/office/drawing/2014/main" id="{5D4C0FD1-08DE-40A2-B8DC-E06F7A8A2E93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H="1">
              <a:off x="3702" y="2816"/>
              <a:ext cx="4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368" name="Line 66">
              <a:extLst>
                <a:ext uri="{FF2B5EF4-FFF2-40B4-BE49-F238E27FC236}">
                  <a16:creationId xmlns:a16="http://schemas.microsoft.com/office/drawing/2014/main" id="{2E287570-4985-4CA4-AF9F-78870BC490A1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 flipV="1">
              <a:off x="3921" y="2602"/>
              <a:ext cx="0" cy="39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369" name="Line 67">
              <a:extLst>
                <a:ext uri="{FF2B5EF4-FFF2-40B4-BE49-F238E27FC236}">
                  <a16:creationId xmlns:a16="http://schemas.microsoft.com/office/drawing/2014/main" id="{09A61C3E-D481-43D4-9AB0-BA3BD3F50F0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710" y="2564"/>
              <a:ext cx="59" cy="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370" name="Line 68">
              <a:extLst>
                <a:ext uri="{FF2B5EF4-FFF2-40B4-BE49-F238E27FC236}">
                  <a16:creationId xmlns:a16="http://schemas.microsoft.com/office/drawing/2014/main" id="{EB5615B2-A32E-414A-B34B-033A710C674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89" y="2593"/>
              <a:ext cx="191" cy="24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371" name="Line 69">
              <a:extLst>
                <a:ext uri="{FF2B5EF4-FFF2-40B4-BE49-F238E27FC236}">
                  <a16:creationId xmlns:a16="http://schemas.microsoft.com/office/drawing/2014/main" id="{B402EB93-8E29-4319-8612-9FE8957534E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590" y="2591"/>
              <a:ext cx="176" cy="24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3372" name="Object 70">
              <a:extLst>
                <a:ext uri="{FF2B5EF4-FFF2-40B4-BE49-F238E27FC236}">
                  <a16:creationId xmlns:a16="http://schemas.microsoft.com/office/drawing/2014/main" id="{F27BBF59-020C-4EE5-8F68-325369671F4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702" y="2309"/>
            <a:ext cx="128" cy="1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603" name="Clip" r:id="rId13" imgW="982811" imgH="1208363" progId="MS_ClipArt_Gallery.2">
                    <p:embed/>
                  </p:oleObj>
                </mc:Choice>
                <mc:Fallback>
                  <p:oleObj name="Clip" r:id="rId13" imgW="982811" imgH="1208363" progId="MS_ClipArt_Gallery.2">
                    <p:embed/>
                    <p:pic>
                      <p:nvPicPr>
                        <p:cNvPr id="0" name="Object 7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02" y="2309"/>
                          <a:ext cx="128" cy="15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373" name="Object 71">
              <a:extLst>
                <a:ext uri="{FF2B5EF4-FFF2-40B4-BE49-F238E27FC236}">
                  <a16:creationId xmlns:a16="http://schemas.microsoft.com/office/drawing/2014/main" id="{9916431E-F277-410D-ADDB-B77B46B2F92C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860" y="2360"/>
            <a:ext cx="128" cy="15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604" name="Clip" r:id="rId15" imgW="982811" imgH="1208363" progId="MS_ClipArt_Gallery.2">
                    <p:embed/>
                  </p:oleObj>
                </mc:Choice>
                <mc:Fallback>
                  <p:oleObj name="Clip" r:id="rId15" imgW="982811" imgH="1208363" progId="MS_ClipArt_Gallery.2">
                    <p:embed/>
                    <p:pic>
                      <p:nvPicPr>
                        <p:cNvPr id="0" name="Object 7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60" y="2360"/>
                          <a:ext cx="128" cy="15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374" name="Freeform 72">
              <a:extLst>
                <a:ext uri="{FF2B5EF4-FFF2-40B4-BE49-F238E27FC236}">
                  <a16:creationId xmlns:a16="http://schemas.microsoft.com/office/drawing/2014/main" id="{BA626D88-D3E5-41D8-B077-3A76E2A77B4D}"/>
                </a:ext>
              </a:extLst>
            </p:cNvPr>
            <p:cNvSpPr>
              <a:spLocks/>
            </p:cNvSpPr>
            <p:nvPr/>
          </p:nvSpPr>
          <p:spPr bwMode="auto">
            <a:xfrm>
              <a:off x="3911" y="2218"/>
              <a:ext cx="853" cy="192"/>
            </a:xfrm>
            <a:custGeom>
              <a:avLst/>
              <a:gdLst>
                <a:gd name="T0" fmla="*/ 0 w 972"/>
                <a:gd name="T1" fmla="*/ 58 h 228"/>
                <a:gd name="T2" fmla="*/ 152 w 972"/>
                <a:gd name="T3" fmla="*/ 3 h 228"/>
                <a:gd name="T4" fmla="*/ 342 w 972"/>
                <a:gd name="T5" fmla="*/ 43 h 22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972" h="228">
                  <a:moveTo>
                    <a:pt x="0" y="228"/>
                  </a:moveTo>
                  <a:cubicBezTo>
                    <a:pt x="135" y="123"/>
                    <a:pt x="270" y="18"/>
                    <a:pt x="432" y="9"/>
                  </a:cubicBezTo>
                  <a:cubicBezTo>
                    <a:pt x="594" y="0"/>
                    <a:pt x="783" y="85"/>
                    <a:pt x="972" y="171"/>
                  </a:cubicBez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13375" name="Group 73">
              <a:extLst>
                <a:ext uri="{FF2B5EF4-FFF2-40B4-BE49-F238E27FC236}">
                  <a16:creationId xmlns:a16="http://schemas.microsoft.com/office/drawing/2014/main" id="{27D6181D-65FF-4E1C-B387-7A3E38D6EBB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079" y="3114"/>
              <a:ext cx="256" cy="269"/>
              <a:chOff x="2870" y="1518"/>
              <a:chExt cx="292" cy="320"/>
            </a:xfrm>
          </p:grpSpPr>
          <p:graphicFrame>
            <p:nvGraphicFramePr>
              <p:cNvPr id="13526" name="Object 74">
                <a:extLst>
                  <a:ext uri="{FF2B5EF4-FFF2-40B4-BE49-F238E27FC236}">
                    <a16:creationId xmlns:a16="http://schemas.microsoft.com/office/drawing/2014/main" id="{4102EA69-687A-4D0D-BD4B-9A14C3C253F0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2870" y="1518"/>
              <a:ext cx="272" cy="28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3605" name="Clip" r:id="rId16" imgW="826829" imgH="840406" progId="MS_ClipArt_Gallery.2">
                      <p:embed/>
                    </p:oleObj>
                  </mc:Choice>
                  <mc:Fallback>
                    <p:oleObj name="Clip" r:id="rId16" imgW="826829" imgH="840406" progId="MS_ClipArt_Gallery.2">
                      <p:embed/>
                      <p:pic>
                        <p:nvPicPr>
                          <p:cNvPr id="0" name="Object 74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870" y="1518"/>
                            <a:ext cx="272" cy="28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3527" name="Object 75">
                <a:extLst>
                  <a:ext uri="{FF2B5EF4-FFF2-40B4-BE49-F238E27FC236}">
                    <a16:creationId xmlns:a16="http://schemas.microsoft.com/office/drawing/2014/main" id="{3A90AF5A-6C3B-4DBD-8D90-C14012023A5E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2913" y="1602"/>
              <a:ext cx="249" cy="23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3606" name="Clip" r:id="rId18" imgW="1268295" imgH="1199426" progId="MS_ClipArt_Gallery.2">
                      <p:embed/>
                    </p:oleObj>
                  </mc:Choice>
                  <mc:Fallback>
                    <p:oleObj name="Clip" r:id="rId18" imgW="1268295" imgH="1199426" progId="MS_ClipArt_Gallery.2">
                      <p:embed/>
                      <p:pic>
                        <p:nvPicPr>
                          <p:cNvPr id="0" name="Object 75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913" y="1602"/>
                            <a:ext cx="249" cy="23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13376" name="Group 76">
              <a:extLst>
                <a:ext uri="{FF2B5EF4-FFF2-40B4-BE49-F238E27FC236}">
                  <a16:creationId xmlns:a16="http://schemas.microsoft.com/office/drawing/2014/main" id="{78B8C8CB-E888-4A6E-8427-AFB0A8113FC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569" y="3134"/>
              <a:ext cx="256" cy="269"/>
              <a:chOff x="2870" y="1518"/>
              <a:chExt cx="292" cy="320"/>
            </a:xfrm>
          </p:grpSpPr>
          <p:graphicFrame>
            <p:nvGraphicFramePr>
              <p:cNvPr id="13524" name="Object 77">
                <a:extLst>
                  <a:ext uri="{FF2B5EF4-FFF2-40B4-BE49-F238E27FC236}">
                    <a16:creationId xmlns:a16="http://schemas.microsoft.com/office/drawing/2014/main" id="{8CBE9089-7137-49A8-B5F2-762683F4439E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2870" y="1518"/>
              <a:ext cx="272" cy="28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3607" name="Clip" r:id="rId20" imgW="826829" imgH="840406" progId="MS_ClipArt_Gallery.2">
                      <p:embed/>
                    </p:oleObj>
                  </mc:Choice>
                  <mc:Fallback>
                    <p:oleObj name="Clip" r:id="rId20" imgW="826829" imgH="840406" progId="MS_ClipArt_Gallery.2">
                      <p:embed/>
                      <p:pic>
                        <p:nvPicPr>
                          <p:cNvPr id="0" name="Object 77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870" y="1518"/>
                            <a:ext cx="272" cy="28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3525" name="Object 78">
                <a:extLst>
                  <a:ext uri="{FF2B5EF4-FFF2-40B4-BE49-F238E27FC236}">
                    <a16:creationId xmlns:a16="http://schemas.microsoft.com/office/drawing/2014/main" id="{859D1A64-F8AC-40CF-BCA1-565CD7AFDAE9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2913" y="1602"/>
              <a:ext cx="249" cy="23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3608" name="Clip" r:id="rId21" imgW="1268295" imgH="1199426" progId="MS_ClipArt_Gallery.2">
                      <p:embed/>
                    </p:oleObj>
                  </mc:Choice>
                  <mc:Fallback>
                    <p:oleObj name="Clip" r:id="rId21" imgW="1268295" imgH="1199426" progId="MS_ClipArt_Gallery.2">
                      <p:embed/>
                      <p:pic>
                        <p:nvPicPr>
                          <p:cNvPr id="0" name="Object 78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913" y="1602"/>
                            <a:ext cx="249" cy="23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13377" name="Group 79">
              <a:extLst>
                <a:ext uri="{FF2B5EF4-FFF2-40B4-BE49-F238E27FC236}">
                  <a16:creationId xmlns:a16="http://schemas.microsoft.com/office/drawing/2014/main" id="{5AF40173-B7D1-42B5-A820-DD6A7AD4C3A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08" y="2955"/>
              <a:ext cx="239" cy="237"/>
              <a:chOff x="4733" y="2082"/>
              <a:chExt cx="272" cy="282"/>
            </a:xfrm>
          </p:grpSpPr>
          <p:graphicFrame>
            <p:nvGraphicFramePr>
              <p:cNvPr id="13522" name="Object 80">
                <a:extLst>
                  <a:ext uri="{FF2B5EF4-FFF2-40B4-BE49-F238E27FC236}">
                    <a16:creationId xmlns:a16="http://schemas.microsoft.com/office/drawing/2014/main" id="{55594B1E-1FFC-4491-8AD4-7778FA75073F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4733" y="2082"/>
              <a:ext cx="272" cy="28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3609" name="Clip" r:id="rId22" imgW="826829" imgH="840406" progId="MS_ClipArt_Gallery.2">
                      <p:embed/>
                    </p:oleObj>
                  </mc:Choice>
                  <mc:Fallback>
                    <p:oleObj name="Clip" r:id="rId22" imgW="826829" imgH="840406" progId="MS_ClipArt_Gallery.2">
                      <p:embed/>
                      <p:pic>
                        <p:nvPicPr>
                          <p:cNvPr id="0" name="Object 80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733" y="2082"/>
                            <a:ext cx="272" cy="28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3523" name="Rectangle 81">
                <a:extLst>
                  <a:ext uri="{FF2B5EF4-FFF2-40B4-BE49-F238E27FC236}">
                    <a16:creationId xmlns:a16="http://schemas.microsoft.com/office/drawing/2014/main" id="{DED97DE3-7049-420D-A43B-06D2BDD903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12" y="2181"/>
                <a:ext cx="192" cy="183"/>
              </a:xfrm>
              <a:prstGeom prst="rect">
                <a:avLst/>
              </a:prstGeom>
              <a:solidFill>
                <a:srgbClr val="33CCC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sp>
          <p:nvSpPr>
            <p:cNvPr id="13378" name="Line 82">
              <a:extLst>
                <a:ext uri="{FF2B5EF4-FFF2-40B4-BE49-F238E27FC236}">
                  <a16:creationId xmlns:a16="http://schemas.microsoft.com/office/drawing/2014/main" id="{1077EB8D-B71F-49C8-AA6B-4A5D69AF457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01" y="2894"/>
              <a:ext cx="0" cy="14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13379" name="Group 83">
              <a:extLst>
                <a:ext uri="{FF2B5EF4-FFF2-40B4-BE49-F238E27FC236}">
                  <a16:creationId xmlns:a16="http://schemas.microsoft.com/office/drawing/2014/main" id="{BAB7B3A7-588C-4620-91F4-97E99D55F64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955" y="2531"/>
              <a:ext cx="131" cy="258"/>
              <a:chOff x="4180" y="783"/>
              <a:chExt cx="150" cy="307"/>
            </a:xfrm>
          </p:grpSpPr>
          <p:sp>
            <p:nvSpPr>
              <p:cNvPr id="13514" name="AutoShape 84">
                <a:extLst>
                  <a:ext uri="{FF2B5EF4-FFF2-40B4-BE49-F238E27FC236}">
                    <a16:creationId xmlns:a16="http://schemas.microsoft.com/office/drawing/2014/main" id="{F5EAC2B9-6BA9-4A02-A679-FDBF9A7FCC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80" y="1019"/>
                <a:ext cx="150" cy="71"/>
              </a:xfrm>
              <a:prstGeom prst="parallelogram">
                <a:avLst>
                  <a:gd name="adj" fmla="val 81387"/>
                </a:avLst>
              </a:prstGeom>
              <a:solidFill>
                <a:srgbClr val="33CCCC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3515" name="Rectangle 85">
                <a:extLst>
                  <a:ext uri="{FF2B5EF4-FFF2-40B4-BE49-F238E27FC236}">
                    <a16:creationId xmlns:a16="http://schemas.microsoft.com/office/drawing/2014/main" id="{3A0B7113-FFA7-41CD-AD82-C6B7B71918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56" y="785"/>
                <a:ext cx="69" cy="236"/>
              </a:xfrm>
              <a:prstGeom prst="rect">
                <a:avLst/>
              </a:prstGeom>
              <a:solidFill>
                <a:srgbClr val="33CCCC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3516" name="Rectangle 86">
                <a:extLst>
                  <a:ext uri="{FF2B5EF4-FFF2-40B4-BE49-F238E27FC236}">
                    <a16:creationId xmlns:a16="http://schemas.microsoft.com/office/drawing/2014/main" id="{D03ED8F5-D6A4-4210-B868-8FC63C0DE0A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81" y="852"/>
                <a:ext cx="95" cy="236"/>
              </a:xfrm>
              <a:prstGeom prst="rect">
                <a:avLst/>
              </a:prstGeom>
              <a:solidFill>
                <a:srgbClr val="33CCC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3517" name="AutoShape 87">
                <a:extLst>
                  <a:ext uri="{FF2B5EF4-FFF2-40B4-BE49-F238E27FC236}">
                    <a16:creationId xmlns:a16="http://schemas.microsoft.com/office/drawing/2014/main" id="{D54E2645-5D06-4B38-A540-1C561C66AD4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80" y="783"/>
                <a:ext cx="150" cy="71"/>
              </a:xfrm>
              <a:prstGeom prst="parallelogram">
                <a:avLst>
                  <a:gd name="adj" fmla="val 81387"/>
                </a:avLst>
              </a:prstGeom>
              <a:solidFill>
                <a:srgbClr val="33CCC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3518" name="Line 88">
                <a:extLst>
                  <a:ext uri="{FF2B5EF4-FFF2-40B4-BE49-F238E27FC236}">
                    <a16:creationId xmlns:a16="http://schemas.microsoft.com/office/drawing/2014/main" id="{C39766BA-4FD0-4BA9-B68F-D1C981F324A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30" y="788"/>
                <a:ext cx="0" cy="23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519" name="Line 89">
                <a:extLst>
                  <a:ext uri="{FF2B5EF4-FFF2-40B4-BE49-F238E27FC236}">
                    <a16:creationId xmlns:a16="http://schemas.microsoft.com/office/drawing/2014/main" id="{C9BDFD81-C90B-42C7-8076-0E1205A709E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276" y="1019"/>
                <a:ext cx="54" cy="6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520" name="Rectangle 90">
                <a:extLst>
                  <a:ext uri="{FF2B5EF4-FFF2-40B4-BE49-F238E27FC236}">
                    <a16:creationId xmlns:a16="http://schemas.microsoft.com/office/drawing/2014/main" id="{9941F338-A9CB-4FE3-BF99-B85ABDB742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93" y="883"/>
                <a:ext cx="63" cy="136"/>
              </a:xfrm>
              <a:prstGeom prst="rect">
                <a:avLst/>
              </a:prstGeom>
              <a:solidFill>
                <a:schemeClr val="accent2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3521" name="Rectangle 91">
                <a:extLst>
                  <a:ext uri="{FF2B5EF4-FFF2-40B4-BE49-F238E27FC236}">
                    <a16:creationId xmlns:a16="http://schemas.microsoft.com/office/drawing/2014/main" id="{8A111CCD-5203-4891-9CAC-FBF62E8F2FA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2" y="924"/>
                <a:ext cx="48" cy="4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grpSp>
          <p:nvGrpSpPr>
            <p:cNvPr id="13380" name="Group 92">
              <a:extLst>
                <a:ext uri="{FF2B5EF4-FFF2-40B4-BE49-F238E27FC236}">
                  <a16:creationId xmlns:a16="http://schemas.microsoft.com/office/drawing/2014/main" id="{578CD4B0-8BDC-4F25-934F-2D82007A059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947" y="2811"/>
              <a:ext cx="131" cy="258"/>
              <a:chOff x="4180" y="783"/>
              <a:chExt cx="150" cy="307"/>
            </a:xfrm>
          </p:grpSpPr>
          <p:sp>
            <p:nvSpPr>
              <p:cNvPr id="13506" name="AutoShape 93">
                <a:extLst>
                  <a:ext uri="{FF2B5EF4-FFF2-40B4-BE49-F238E27FC236}">
                    <a16:creationId xmlns:a16="http://schemas.microsoft.com/office/drawing/2014/main" id="{C0152C47-532D-4F80-B7CD-4D8F38462A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80" y="1019"/>
                <a:ext cx="150" cy="71"/>
              </a:xfrm>
              <a:prstGeom prst="parallelogram">
                <a:avLst>
                  <a:gd name="adj" fmla="val 81387"/>
                </a:avLst>
              </a:prstGeom>
              <a:solidFill>
                <a:srgbClr val="33CCCC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3507" name="Rectangle 94">
                <a:extLst>
                  <a:ext uri="{FF2B5EF4-FFF2-40B4-BE49-F238E27FC236}">
                    <a16:creationId xmlns:a16="http://schemas.microsoft.com/office/drawing/2014/main" id="{A6DF35E8-16F3-4345-902B-F01E471099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56" y="785"/>
                <a:ext cx="69" cy="236"/>
              </a:xfrm>
              <a:prstGeom prst="rect">
                <a:avLst/>
              </a:prstGeom>
              <a:solidFill>
                <a:srgbClr val="33CCCC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3508" name="Rectangle 95">
                <a:extLst>
                  <a:ext uri="{FF2B5EF4-FFF2-40B4-BE49-F238E27FC236}">
                    <a16:creationId xmlns:a16="http://schemas.microsoft.com/office/drawing/2014/main" id="{25A9CD7A-32A0-4CBD-B87A-BCD78E81956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81" y="852"/>
                <a:ext cx="95" cy="236"/>
              </a:xfrm>
              <a:prstGeom prst="rect">
                <a:avLst/>
              </a:prstGeom>
              <a:solidFill>
                <a:srgbClr val="33CCC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3509" name="AutoShape 96">
                <a:extLst>
                  <a:ext uri="{FF2B5EF4-FFF2-40B4-BE49-F238E27FC236}">
                    <a16:creationId xmlns:a16="http://schemas.microsoft.com/office/drawing/2014/main" id="{951CC0B1-37E2-4768-8444-9F58840354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80" y="783"/>
                <a:ext cx="150" cy="71"/>
              </a:xfrm>
              <a:prstGeom prst="parallelogram">
                <a:avLst>
                  <a:gd name="adj" fmla="val 81387"/>
                </a:avLst>
              </a:prstGeom>
              <a:solidFill>
                <a:srgbClr val="33CCC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3510" name="Line 97">
                <a:extLst>
                  <a:ext uri="{FF2B5EF4-FFF2-40B4-BE49-F238E27FC236}">
                    <a16:creationId xmlns:a16="http://schemas.microsoft.com/office/drawing/2014/main" id="{15253AC3-5868-478D-BF82-D375460B0BD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30" y="788"/>
                <a:ext cx="0" cy="23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511" name="Line 98">
                <a:extLst>
                  <a:ext uri="{FF2B5EF4-FFF2-40B4-BE49-F238E27FC236}">
                    <a16:creationId xmlns:a16="http://schemas.microsoft.com/office/drawing/2014/main" id="{0B22FD43-D4A2-49D7-939E-37AC6D5429A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276" y="1019"/>
                <a:ext cx="54" cy="6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512" name="Rectangle 99">
                <a:extLst>
                  <a:ext uri="{FF2B5EF4-FFF2-40B4-BE49-F238E27FC236}">
                    <a16:creationId xmlns:a16="http://schemas.microsoft.com/office/drawing/2014/main" id="{2C7BE56D-4A9C-45CA-92EF-A581E0BC9E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93" y="883"/>
                <a:ext cx="63" cy="136"/>
              </a:xfrm>
              <a:prstGeom prst="rect">
                <a:avLst/>
              </a:prstGeom>
              <a:solidFill>
                <a:schemeClr val="accent2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3513" name="Rectangle 100">
                <a:extLst>
                  <a:ext uri="{FF2B5EF4-FFF2-40B4-BE49-F238E27FC236}">
                    <a16:creationId xmlns:a16="http://schemas.microsoft.com/office/drawing/2014/main" id="{FA4B5130-6C91-4B30-B929-3FC4457E27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2" y="924"/>
                <a:ext cx="48" cy="4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sp>
          <p:nvSpPr>
            <p:cNvPr id="13381" name="Line 101">
              <a:extLst>
                <a:ext uri="{FF2B5EF4-FFF2-40B4-BE49-F238E27FC236}">
                  <a16:creationId xmlns:a16="http://schemas.microsoft.com/office/drawing/2014/main" id="{A46C5BA3-80B6-403F-B52D-3D1C750C364C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H="1">
              <a:off x="4711" y="2767"/>
              <a:ext cx="38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382" name="Line 102">
              <a:extLst>
                <a:ext uri="{FF2B5EF4-FFF2-40B4-BE49-F238E27FC236}">
                  <a16:creationId xmlns:a16="http://schemas.microsoft.com/office/drawing/2014/main" id="{7F872D3A-DB63-4B02-839C-3074DE2230F5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4935" y="2925"/>
              <a:ext cx="0" cy="6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383" name="Line 103">
              <a:extLst>
                <a:ext uri="{FF2B5EF4-FFF2-40B4-BE49-F238E27FC236}">
                  <a16:creationId xmlns:a16="http://schemas.microsoft.com/office/drawing/2014/main" id="{EA1D58EA-9ECA-4663-A6CB-C7DB2EA9BCE5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4928" y="2630"/>
              <a:ext cx="0" cy="5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384" name="Line 104">
              <a:extLst>
                <a:ext uri="{FF2B5EF4-FFF2-40B4-BE49-F238E27FC236}">
                  <a16:creationId xmlns:a16="http://schemas.microsoft.com/office/drawing/2014/main" id="{FE5564B1-1C57-4A5F-8CA8-AB558CD9CE3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096" y="1459"/>
              <a:ext cx="289" cy="13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385" name="Line 105">
              <a:extLst>
                <a:ext uri="{FF2B5EF4-FFF2-40B4-BE49-F238E27FC236}">
                  <a16:creationId xmlns:a16="http://schemas.microsoft.com/office/drawing/2014/main" id="{433D6EB0-6849-4835-A9F6-2AE103D6ED0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85" y="1449"/>
              <a:ext cx="306" cy="13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386" name="Line 106">
              <a:extLst>
                <a:ext uri="{FF2B5EF4-FFF2-40B4-BE49-F238E27FC236}">
                  <a16:creationId xmlns:a16="http://schemas.microsoft.com/office/drawing/2014/main" id="{14CFD344-7764-4971-B423-1D62D760CD3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012" y="1661"/>
              <a:ext cx="152" cy="42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387" name="Line 107">
              <a:extLst>
                <a:ext uri="{FF2B5EF4-FFF2-40B4-BE49-F238E27FC236}">
                  <a16:creationId xmlns:a16="http://schemas.microsoft.com/office/drawing/2014/main" id="{BBBCD79D-A59B-4C88-98B0-3AE979262CA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27" y="1520"/>
              <a:ext cx="0" cy="27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388" name="Line 108">
              <a:extLst>
                <a:ext uri="{FF2B5EF4-FFF2-40B4-BE49-F238E27FC236}">
                  <a16:creationId xmlns:a16="http://schemas.microsoft.com/office/drawing/2014/main" id="{70143B0C-B246-4587-95FA-1F271ACF7FE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43" y="1928"/>
              <a:ext cx="337" cy="23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389" name="Line 109">
              <a:extLst>
                <a:ext uri="{FF2B5EF4-FFF2-40B4-BE49-F238E27FC236}">
                  <a16:creationId xmlns:a16="http://schemas.microsoft.com/office/drawing/2014/main" id="{FF8458E2-9149-43EF-A443-D0988B8DECA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833" y="2221"/>
              <a:ext cx="168" cy="22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390" name="Line 110">
              <a:extLst>
                <a:ext uri="{FF2B5EF4-FFF2-40B4-BE49-F238E27FC236}">
                  <a16:creationId xmlns:a16="http://schemas.microsoft.com/office/drawing/2014/main" id="{9D452937-0E0A-4E28-B578-BA3474379E0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690" y="1641"/>
              <a:ext cx="353" cy="24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391" name="Line 111">
              <a:extLst>
                <a:ext uri="{FF2B5EF4-FFF2-40B4-BE49-F238E27FC236}">
                  <a16:creationId xmlns:a16="http://schemas.microsoft.com/office/drawing/2014/main" id="{FBFEE180-2BA8-4D72-8744-95217B447B5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696" y="1288"/>
              <a:ext cx="221" cy="16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392" name="Line 112">
              <a:extLst>
                <a:ext uri="{FF2B5EF4-FFF2-40B4-BE49-F238E27FC236}">
                  <a16:creationId xmlns:a16="http://schemas.microsoft.com/office/drawing/2014/main" id="{05B0D40A-91DF-4DBC-B6A5-621D8C11F8B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148" y="1399"/>
              <a:ext cx="127" cy="11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13393" name="Group 113">
              <a:extLst>
                <a:ext uri="{FF2B5EF4-FFF2-40B4-BE49-F238E27FC236}">
                  <a16:creationId xmlns:a16="http://schemas.microsoft.com/office/drawing/2014/main" id="{CAACD920-6F77-424B-BEC5-328DD2CF761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69" y="1520"/>
              <a:ext cx="316" cy="147"/>
              <a:chOff x="3600" y="219"/>
              <a:chExt cx="360" cy="175"/>
            </a:xfrm>
          </p:grpSpPr>
          <p:sp>
            <p:nvSpPr>
              <p:cNvPr id="13493" name="Oval 114">
                <a:extLst>
                  <a:ext uri="{FF2B5EF4-FFF2-40B4-BE49-F238E27FC236}">
                    <a16:creationId xmlns:a16="http://schemas.microsoft.com/office/drawing/2014/main" id="{10CCC01D-0AFC-4A1B-AB7C-2ECBA331BB7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03" y="297"/>
                <a:ext cx="357" cy="97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3494" name="Line 115">
                <a:extLst>
                  <a:ext uri="{FF2B5EF4-FFF2-40B4-BE49-F238E27FC236}">
                    <a16:creationId xmlns:a16="http://schemas.microsoft.com/office/drawing/2014/main" id="{4E39212F-BE4E-4D44-B448-ED49912213A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03" y="289"/>
                <a:ext cx="0" cy="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495" name="Line 116">
                <a:extLst>
                  <a:ext uri="{FF2B5EF4-FFF2-40B4-BE49-F238E27FC236}">
                    <a16:creationId xmlns:a16="http://schemas.microsoft.com/office/drawing/2014/main" id="{B3D9025D-6C9B-449C-BD33-4DFEEDADAA5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60" y="289"/>
                <a:ext cx="0" cy="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496" name="Rectangle 117">
                <a:extLst>
                  <a:ext uri="{FF2B5EF4-FFF2-40B4-BE49-F238E27FC236}">
                    <a16:creationId xmlns:a16="http://schemas.microsoft.com/office/drawing/2014/main" id="{2B7F1201-8D87-4BA1-A726-06B6742E479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03" y="289"/>
                <a:ext cx="354" cy="59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/>
                <a:endParaRPr kumimoji="0" lang="zh-CN" altLang="zh-CN" sz="2400"/>
              </a:p>
            </p:txBody>
          </p:sp>
          <p:sp>
            <p:nvSpPr>
              <p:cNvPr id="13497" name="Oval 118">
                <a:extLst>
                  <a:ext uri="{FF2B5EF4-FFF2-40B4-BE49-F238E27FC236}">
                    <a16:creationId xmlns:a16="http://schemas.microsoft.com/office/drawing/2014/main" id="{6B21A0CD-0861-48FA-85B9-87986E77DA4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00" y="219"/>
                <a:ext cx="357" cy="113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grpSp>
            <p:nvGrpSpPr>
              <p:cNvPr id="13498" name="Group 119">
                <a:extLst>
                  <a:ext uri="{FF2B5EF4-FFF2-40B4-BE49-F238E27FC236}">
                    <a16:creationId xmlns:a16="http://schemas.microsoft.com/office/drawing/2014/main" id="{1DAD9180-950B-42E9-B4B7-0BE7FB277B9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686" y="244"/>
                <a:ext cx="177" cy="66"/>
                <a:chOff x="2848" y="848"/>
                <a:chExt cx="140" cy="98"/>
              </a:xfrm>
            </p:grpSpPr>
            <p:sp>
              <p:nvSpPr>
                <p:cNvPr id="13503" name="Line 120">
                  <a:extLst>
                    <a:ext uri="{FF2B5EF4-FFF2-40B4-BE49-F238E27FC236}">
                      <a16:creationId xmlns:a16="http://schemas.microsoft.com/office/drawing/2014/main" id="{0C447B38-E946-44F0-ABDE-ED1A3F350AC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3504" name="Line 121">
                  <a:extLst>
                    <a:ext uri="{FF2B5EF4-FFF2-40B4-BE49-F238E27FC236}">
                      <a16:creationId xmlns:a16="http://schemas.microsoft.com/office/drawing/2014/main" id="{72C62FB5-1825-459D-B6DB-639C36B77FF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3505" name="Line 122">
                  <a:extLst>
                    <a:ext uri="{FF2B5EF4-FFF2-40B4-BE49-F238E27FC236}">
                      <a16:creationId xmlns:a16="http://schemas.microsoft.com/office/drawing/2014/main" id="{B1F8C0FE-FE84-4848-BA76-7347C9CA9D9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3499" name="Group 123">
                <a:extLst>
                  <a:ext uri="{FF2B5EF4-FFF2-40B4-BE49-F238E27FC236}">
                    <a16:creationId xmlns:a16="http://schemas.microsoft.com/office/drawing/2014/main" id="{F8420300-6241-4704-9BBE-9871B42640B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V="1">
                <a:off x="3686" y="243"/>
                <a:ext cx="177" cy="66"/>
                <a:chOff x="2848" y="848"/>
                <a:chExt cx="140" cy="98"/>
              </a:xfrm>
            </p:grpSpPr>
            <p:sp>
              <p:nvSpPr>
                <p:cNvPr id="13500" name="Line 124">
                  <a:extLst>
                    <a:ext uri="{FF2B5EF4-FFF2-40B4-BE49-F238E27FC236}">
                      <a16:creationId xmlns:a16="http://schemas.microsoft.com/office/drawing/2014/main" id="{463A13C7-AA07-4733-A832-A0996EE9D32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3501" name="Line 125">
                  <a:extLst>
                    <a:ext uri="{FF2B5EF4-FFF2-40B4-BE49-F238E27FC236}">
                      <a16:creationId xmlns:a16="http://schemas.microsoft.com/office/drawing/2014/main" id="{BB5B9DB3-4BEF-4C8E-818C-9618A38ABAD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3502" name="Line 126">
                  <a:extLst>
                    <a:ext uri="{FF2B5EF4-FFF2-40B4-BE49-F238E27FC236}">
                      <a16:creationId xmlns:a16="http://schemas.microsoft.com/office/drawing/2014/main" id="{68CE6A02-580E-415D-BB68-1A017CFE54F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13394" name="Group 127">
              <a:extLst>
                <a:ext uri="{FF2B5EF4-FFF2-40B4-BE49-F238E27FC236}">
                  <a16:creationId xmlns:a16="http://schemas.microsoft.com/office/drawing/2014/main" id="{B2657D7F-62E0-47BE-B47F-9CEA0631212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69" y="1376"/>
              <a:ext cx="316" cy="147"/>
              <a:chOff x="3600" y="219"/>
              <a:chExt cx="360" cy="175"/>
            </a:xfrm>
          </p:grpSpPr>
          <p:sp>
            <p:nvSpPr>
              <p:cNvPr id="13480" name="Oval 128">
                <a:extLst>
                  <a:ext uri="{FF2B5EF4-FFF2-40B4-BE49-F238E27FC236}">
                    <a16:creationId xmlns:a16="http://schemas.microsoft.com/office/drawing/2014/main" id="{8B50CB48-4AB4-4C63-BC93-CABA40D38ED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03" y="297"/>
                <a:ext cx="357" cy="97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3481" name="Line 129">
                <a:extLst>
                  <a:ext uri="{FF2B5EF4-FFF2-40B4-BE49-F238E27FC236}">
                    <a16:creationId xmlns:a16="http://schemas.microsoft.com/office/drawing/2014/main" id="{E855BFAD-761A-41FA-9914-65A09694FAB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03" y="289"/>
                <a:ext cx="0" cy="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482" name="Line 130">
                <a:extLst>
                  <a:ext uri="{FF2B5EF4-FFF2-40B4-BE49-F238E27FC236}">
                    <a16:creationId xmlns:a16="http://schemas.microsoft.com/office/drawing/2014/main" id="{1F564EF0-D14E-4A5A-BEE8-F381CDC39BE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60" y="289"/>
                <a:ext cx="0" cy="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483" name="Rectangle 131">
                <a:extLst>
                  <a:ext uri="{FF2B5EF4-FFF2-40B4-BE49-F238E27FC236}">
                    <a16:creationId xmlns:a16="http://schemas.microsoft.com/office/drawing/2014/main" id="{E5E91068-3B52-4EBA-B479-84AB91A932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03" y="289"/>
                <a:ext cx="354" cy="59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/>
                <a:endParaRPr kumimoji="0" lang="zh-CN" altLang="zh-CN" sz="2400"/>
              </a:p>
            </p:txBody>
          </p:sp>
          <p:sp>
            <p:nvSpPr>
              <p:cNvPr id="13484" name="Oval 132">
                <a:extLst>
                  <a:ext uri="{FF2B5EF4-FFF2-40B4-BE49-F238E27FC236}">
                    <a16:creationId xmlns:a16="http://schemas.microsoft.com/office/drawing/2014/main" id="{CC401792-4F76-448E-99C1-20AD6DB0F9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00" y="219"/>
                <a:ext cx="357" cy="113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grpSp>
            <p:nvGrpSpPr>
              <p:cNvPr id="13485" name="Group 133">
                <a:extLst>
                  <a:ext uri="{FF2B5EF4-FFF2-40B4-BE49-F238E27FC236}">
                    <a16:creationId xmlns:a16="http://schemas.microsoft.com/office/drawing/2014/main" id="{2461D1A7-A82B-4964-8EE3-9B4EB57F673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686" y="244"/>
                <a:ext cx="177" cy="66"/>
                <a:chOff x="2848" y="848"/>
                <a:chExt cx="140" cy="98"/>
              </a:xfrm>
            </p:grpSpPr>
            <p:sp>
              <p:nvSpPr>
                <p:cNvPr id="13490" name="Line 134">
                  <a:extLst>
                    <a:ext uri="{FF2B5EF4-FFF2-40B4-BE49-F238E27FC236}">
                      <a16:creationId xmlns:a16="http://schemas.microsoft.com/office/drawing/2014/main" id="{C06778E0-CF20-4543-8736-CFCE4148207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3491" name="Line 135">
                  <a:extLst>
                    <a:ext uri="{FF2B5EF4-FFF2-40B4-BE49-F238E27FC236}">
                      <a16:creationId xmlns:a16="http://schemas.microsoft.com/office/drawing/2014/main" id="{C756C29B-59D8-4D6B-8F43-A6D4C8EC5BA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3492" name="Line 136">
                  <a:extLst>
                    <a:ext uri="{FF2B5EF4-FFF2-40B4-BE49-F238E27FC236}">
                      <a16:creationId xmlns:a16="http://schemas.microsoft.com/office/drawing/2014/main" id="{61378C8C-5A11-4D5C-A635-EB2BD6B4C4B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3486" name="Group 137">
                <a:extLst>
                  <a:ext uri="{FF2B5EF4-FFF2-40B4-BE49-F238E27FC236}">
                    <a16:creationId xmlns:a16="http://schemas.microsoft.com/office/drawing/2014/main" id="{E671CBBE-973F-4555-8026-FAA6A5E052C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V="1">
                <a:off x="3686" y="243"/>
                <a:ext cx="177" cy="66"/>
                <a:chOff x="2848" y="848"/>
                <a:chExt cx="140" cy="98"/>
              </a:xfrm>
            </p:grpSpPr>
            <p:sp>
              <p:nvSpPr>
                <p:cNvPr id="13487" name="Line 138">
                  <a:extLst>
                    <a:ext uri="{FF2B5EF4-FFF2-40B4-BE49-F238E27FC236}">
                      <a16:creationId xmlns:a16="http://schemas.microsoft.com/office/drawing/2014/main" id="{A15525DF-1707-476B-B1B4-4978A059D12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3488" name="Line 139">
                  <a:extLst>
                    <a:ext uri="{FF2B5EF4-FFF2-40B4-BE49-F238E27FC236}">
                      <a16:creationId xmlns:a16="http://schemas.microsoft.com/office/drawing/2014/main" id="{2A395E0E-5563-449E-B3DA-EBBD210F47B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3489" name="Line 140">
                  <a:extLst>
                    <a:ext uri="{FF2B5EF4-FFF2-40B4-BE49-F238E27FC236}">
                      <a16:creationId xmlns:a16="http://schemas.microsoft.com/office/drawing/2014/main" id="{FBF4A286-B980-4F18-A888-87C4B942995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13395" name="Group 141">
              <a:extLst>
                <a:ext uri="{FF2B5EF4-FFF2-40B4-BE49-F238E27FC236}">
                  <a16:creationId xmlns:a16="http://schemas.microsoft.com/office/drawing/2014/main" id="{DD323339-BE42-464A-8E80-E9B67723FF4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80" y="1790"/>
              <a:ext cx="316" cy="147"/>
              <a:chOff x="3600" y="219"/>
              <a:chExt cx="360" cy="175"/>
            </a:xfrm>
          </p:grpSpPr>
          <p:sp>
            <p:nvSpPr>
              <p:cNvPr id="13467" name="Oval 142">
                <a:extLst>
                  <a:ext uri="{FF2B5EF4-FFF2-40B4-BE49-F238E27FC236}">
                    <a16:creationId xmlns:a16="http://schemas.microsoft.com/office/drawing/2014/main" id="{5D721CD7-A9FD-4DC5-8DD6-592A83A8D0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03" y="297"/>
                <a:ext cx="357" cy="97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3468" name="Line 143">
                <a:extLst>
                  <a:ext uri="{FF2B5EF4-FFF2-40B4-BE49-F238E27FC236}">
                    <a16:creationId xmlns:a16="http://schemas.microsoft.com/office/drawing/2014/main" id="{BEBE61C8-6600-4285-8653-FAFDC59CEFF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03" y="289"/>
                <a:ext cx="0" cy="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469" name="Line 144">
                <a:extLst>
                  <a:ext uri="{FF2B5EF4-FFF2-40B4-BE49-F238E27FC236}">
                    <a16:creationId xmlns:a16="http://schemas.microsoft.com/office/drawing/2014/main" id="{9FC0D02E-F373-496A-87FC-887DC87A5FC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60" y="289"/>
                <a:ext cx="0" cy="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470" name="Rectangle 145">
                <a:extLst>
                  <a:ext uri="{FF2B5EF4-FFF2-40B4-BE49-F238E27FC236}">
                    <a16:creationId xmlns:a16="http://schemas.microsoft.com/office/drawing/2014/main" id="{7AEB1651-4C2A-42E3-B536-B37083EDA0A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03" y="289"/>
                <a:ext cx="354" cy="59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/>
                <a:endParaRPr kumimoji="0" lang="zh-CN" altLang="zh-CN" sz="2400"/>
              </a:p>
            </p:txBody>
          </p:sp>
          <p:sp>
            <p:nvSpPr>
              <p:cNvPr id="13471" name="Oval 146">
                <a:extLst>
                  <a:ext uri="{FF2B5EF4-FFF2-40B4-BE49-F238E27FC236}">
                    <a16:creationId xmlns:a16="http://schemas.microsoft.com/office/drawing/2014/main" id="{D81DAE91-66ED-47DA-A3A0-BB64AA398D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00" y="219"/>
                <a:ext cx="357" cy="113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grpSp>
            <p:nvGrpSpPr>
              <p:cNvPr id="13472" name="Group 147">
                <a:extLst>
                  <a:ext uri="{FF2B5EF4-FFF2-40B4-BE49-F238E27FC236}">
                    <a16:creationId xmlns:a16="http://schemas.microsoft.com/office/drawing/2014/main" id="{7BE98602-E9C1-4360-9375-8836E314074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686" y="244"/>
                <a:ext cx="177" cy="66"/>
                <a:chOff x="2848" y="848"/>
                <a:chExt cx="140" cy="98"/>
              </a:xfrm>
            </p:grpSpPr>
            <p:sp>
              <p:nvSpPr>
                <p:cNvPr id="13477" name="Line 148">
                  <a:extLst>
                    <a:ext uri="{FF2B5EF4-FFF2-40B4-BE49-F238E27FC236}">
                      <a16:creationId xmlns:a16="http://schemas.microsoft.com/office/drawing/2014/main" id="{541249A4-10DC-4950-8B2E-78748DABD15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3478" name="Line 149">
                  <a:extLst>
                    <a:ext uri="{FF2B5EF4-FFF2-40B4-BE49-F238E27FC236}">
                      <a16:creationId xmlns:a16="http://schemas.microsoft.com/office/drawing/2014/main" id="{D71F8CCB-DF9B-4DF2-8BBE-DEC71840167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3479" name="Line 150">
                  <a:extLst>
                    <a:ext uri="{FF2B5EF4-FFF2-40B4-BE49-F238E27FC236}">
                      <a16:creationId xmlns:a16="http://schemas.microsoft.com/office/drawing/2014/main" id="{12E7B5DF-6F77-4427-A95D-94AC2579B5B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3473" name="Group 151">
                <a:extLst>
                  <a:ext uri="{FF2B5EF4-FFF2-40B4-BE49-F238E27FC236}">
                    <a16:creationId xmlns:a16="http://schemas.microsoft.com/office/drawing/2014/main" id="{8A3E2F3E-A963-477C-8791-163B52F3D33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V="1">
                <a:off x="3686" y="243"/>
                <a:ext cx="177" cy="66"/>
                <a:chOff x="2848" y="848"/>
                <a:chExt cx="140" cy="98"/>
              </a:xfrm>
            </p:grpSpPr>
            <p:sp>
              <p:nvSpPr>
                <p:cNvPr id="13474" name="Line 152">
                  <a:extLst>
                    <a:ext uri="{FF2B5EF4-FFF2-40B4-BE49-F238E27FC236}">
                      <a16:creationId xmlns:a16="http://schemas.microsoft.com/office/drawing/2014/main" id="{8C8E552B-08BE-44A7-BC30-C4FEE51CACB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3475" name="Line 153">
                  <a:extLst>
                    <a:ext uri="{FF2B5EF4-FFF2-40B4-BE49-F238E27FC236}">
                      <a16:creationId xmlns:a16="http://schemas.microsoft.com/office/drawing/2014/main" id="{C4C6A35E-D813-4FB1-A871-D06391764EB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3476" name="Line 154">
                  <a:extLst>
                    <a:ext uri="{FF2B5EF4-FFF2-40B4-BE49-F238E27FC236}">
                      <a16:creationId xmlns:a16="http://schemas.microsoft.com/office/drawing/2014/main" id="{ACBFE012-8A64-4950-B4C1-2BA54F487E9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13396" name="Group 155">
              <a:extLst>
                <a:ext uri="{FF2B5EF4-FFF2-40B4-BE49-F238E27FC236}">
                  <a16:creationId xmlns:a16="http://schemas.microsoft.com/office/drawing/2014/main" id="{E2723AE2-B48F-4C42-BA76-CC7A56DE994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991" y="1507"/>
              <a:ext cx="315" cy="147"/>
              <a:chOff x="3600" y="219"/>
              <a:chExt cx="360" cy="175"/>
            </a:xfrm>
          </p:grpSpPr>
          <p:sp>
            <p:nvSpPr>
              <p:cNvPr id="13454" name="Oval 156">
                <a:extLst>
                  <a:ext uri="{FF2B5EF4-FFF2-40B4-BE49-F238E27FC236}">
                    <a16:creationId xmlns:a16="http://schemas.microsoft.com/office/drawing/2014/main" id="{8DF585D1-7DB2-4EB2-89EE-D2B2FCBFDF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03" y="297"/>
                <a:ext cx="357" cy="97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3455" name="Line 157">
                <a:extLst>
                  <a:ext uri="{FF2B5EF4-FFF2-40B4-BE49-F238E27FC236}">
                    <a16:creationId xmlns:a16="http://schemas.microsoft.com/office/drawing/2014/main" id="{8CF6A1EA-4B53-4D5F-BE3C-0918F94E1CE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03" y="289"/>
                <a:ext cx="0" cy="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456" name="Line 158">
                <a:extLst>
                  <a:ext uri="{FF2B5EF4-FFF2-40B4-BE49-F238E27FC236}">
                    <a16:creationId xmlns:a16="http://schemas.microsoft.com/office/drawing/2014/main" id="{0F8C6D64-27B7-4511-A0DB-B606F3818D0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60" y="289"/>
                <a:ext cx="0" cy="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457" name="Rectangle 159">
                <a:extLst>
                  <a:ext uri="{FF2B5EF4-FFF2-40B4-BE49-F238E27FC236}">
                    <a16:creationId xmlns:a16="http://schemas.microsoft.com/office/drawing/2014/main" id="{E50FB6B2-AD2E-442F-85A9-5735DD6D4DE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03" y="289"/>
                <a:ext cx="354" cy="59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/>
                <a:endParaRPr kumimoji="0" lang="zh-CN" altLang="zh-CN" sz="2400"/>
              </a:p>
            </p:txBody>
          </p:sp>
          <p:sp>
            <p:nvSpPr>
              <p:cNvPr id="13458" name="Oval 160">
                <a:extLst>
                  <a:ext uri="{FF2B5EF4-FFF2-40B4-BE49-F238E27FC236}">
                    <a16:creationId xmlns:a16="http://schemas.microsoft.com/office/drawing/2014/main" id="{E9F5C75B-0E27-49C5-A00A-BA6EF9EDDEB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00" y="219"/>
                <a:ext cx="357" cy="113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grpSp>
            <p:nvGrpSpPr>
              <p:cNvPr id="13459" name="Group 161">
                <a:extLst>
                  <a:ext uri="{FF2B5EF4-FFF2-40B4-BE49-F238E27FC236}">
                    <a16:creationId xmlns:a16="http://schemas.microsoft.com/office/drawing/2014/main" id="{E109AB00-E65F-406D-A86D-3018C74424C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686" y="244"/>
                <a:ext cx="177" cy="66"/>
                <a:chOff x="2848" y="848"/>
                <a:chExt cx="140" cy="98"/>
              </a:xfrm>
            </p:grpSpPr>
            <p:sp>
              <p:nvSpPr>
                <p:cNvPr id="13464" name="Line 162">
                  <a:extLst>
                    <a:ext uri="{FF2B5EF4-FFF2-40B4-BE49-F238E27FC236}">
                      <a16:creationId xmlns:a16="http://schemas.microsoft.com/office/drawing/2014/main" id="{FDC9A309-E952-4945-9198-B77FDB6556C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3465" name="Line 163">
                  <a:extLst>
                    <a:ext uri="{FF2B5EF4-FFF2-40B4-BE49-F238E27FC236}">
                      <a16:creationId xmlns:a16="http://schemas.microsoft.com/office/drawing/2014/main" id="{5EA96036-1888-4049-B5D7-590142DBE0B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3466" name="Line 164">
                  <a:extLst>
                    <a:ext uri="{FF2B5EF4-FFF2-40B4-BE49-F238E27FC236}">
                      <a16:creationId xmlns:a16="http://schemas.microsoft.com/office/drawing/2014/main" id="{B50E2E5D-6793-47AC-AEF5-CE906659B21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3460" name="Group 165">
                <a:extLst>
                  <a:ext uri="{FF2B5EF4-FFF2-40B4-BE49-F238E27FC236}">
                    <a16:creationId xmlns:a16="http://schemas.microsoft.com/office/drawing/2014/main" id="{6E94A416-2B74-4F4F-90F8-3F56F9B90C9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V="1">
                <a:off x="3686" y="243"/>
                <a:ext cx="177" cy="66"/>
                <a:chOff x="2848" y="848"/>
                <a:chExt cx="140" cy="98"/>
              </a:xfrm>
            </p:grpSpPr>
            <p:sp>
              <p:nvSpPr>
                <p:cNvPr id="13461" name="Line 166">
                  <a:extLst>
                    <a:ext uri="{FF2B5EF4-FFF2-40B4-BE49-F238E27FC236}">
                      <a16:creationId xmlns:a16="http://schemas.microsoft.com/office/drawing/2014/main" id="{3E1551C3-E32B-43C2-B09A-D0AC2AD5517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3462" name="Line 167">
                  <a:extLst>
                    <a:ext uri="{FF2B5EF4-FFF2-40B4-BE49-F238E27FC236}">
                      <a16:creationId xmlns:a16="http://schemas.microsoft.com/office/drawing/2014/main" id="{32BB861A-CE3E-4F86-9CAF-A028CF3D5D8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3463" name="Line 168">
                  <a:extLst>
                    <a:ext uri="{FF2B5EF4-FFF2-40B4-BE49-F238E27FC236}">
                      <a16:creationId xmlns:a16="http://schemas.microsoft.com/office/drawing/2014/main" id="{BEA03106-420B-449C-A99A-0965EFC24D9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13397" name="Group 169">
              <a:extLst>
                <a:ext uri="{FF2B5EF4-FFF2-40B4-BE49-F238E27FC236}">
                  <a16:creationId xmlns:a16="http://schemas.microsoft.com/office/drawing/2014/main" id="{7B43A2D2-9A7C-4B6B-81A2-12A68AA8F7B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869" y="2072"/>
              <a:ext cx="316" cy="147"/>
              <a:chOff x="3600" y="219"/>
              <a:chExt cx="360" cy="175"/>
            </a:xfrm>
          </p:grpSpPr>
          <p:sp>
            <p:nvSpPr>
              <p:cNvPr id="13441" name="Oval 170">
                <a:extLst>
                  <a:ext uri="{FF2B5EF4-FFF2-40B4-BE49-F238E27FC236}">
                    <a16:creationId xmlns:a16="http://schemas.microsoft.com/office/drawing/2014/main" id="{4632BCA9-C30E-4E8C-AA2D-17FCE66862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03" y="297"/>
                <a:ext cx="357" cy="97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3442" name="Line 171">
                <a:extLst>
                  <a:ext uri="{FF2B5EF4-FFF2-40B4-BE49-F238E27FC236}">
                    <a16:creationId xmlns:a16="http://schemas.microsoft.com/office/drawing/2014/main" id="{719BDDCA-0DD1-4BEF-A4AB-EB2E5C1A42A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03" y="289"/>
                <a:ext cx="0" cy="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443" name="Line 172">
                <a:extLst>
                  <a:ext uri="{FF2B5EF4-FFF2-40B4-BE49-F238E27FC236}">
                    <a16:creationId xmlns:a16="http://schemas.microsoft.com/office/drawing/2014/main" id="{1AF9DDEE-248D-47EB-B384-C31DCB2AD7D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60" y="289"/>
                <a:ext cx="0" cy="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444" name="Rectangle 173">
                <a:extLst>
                  <a:ext uri="{FF2B5EF4-FFF2-40B4-BE49-F238E27FC236}">
                    <a16:creationId xmlns:a16="http://schemas.microsoft.com/office/drawing/2014/main" id="{0FA40F0B-E0F0-41DD-9791-A34A340C77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03" y="289"/>
                <a:ext cx="354" cy="59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/>
                <a:endParaRPr kumimoji="0" lang="zh-CN" altLang="zh-CN" sz="2400"/>
              </a:p>
            </p:txBody>
          </p:sp>
          <p:sp>
            <p:nvSpPr>
              <p:cNvPr id="13445" name="Oval 174">
                <a:extLst>
                  <a:ext uri="{FF2B5EF4-FFF2-40B4-BE49-F238E27FC236}">
                    <a16:creationId xmlns:a16="http://schemas.microsoft.com/office/drawing/2014/main" id="{913F3298-5C55-43D3-93A7-E34BA5645C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00" y="219"/>
                <a:ext cx="357" cy="113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grpSp>
            <p:nvGrpSpPr>
              <p:cNvPr id="13446" name="Group 175">
                <a:extLst>
                  <a:ext uri="{FF2B5EF4-FFF2-40B4-BE49-F238E27FC236}">
                    <a16:creationId xmlns:a16="http://schemas.microsoft.com/office/drawing/2014/main" id="{68717631-424B-447D-AA62-4F042BE4F05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686" y="244"/>
                <a:ext cx="177" cy="66"/>
                <a:chOff x="2848" y="848"/>
                <a:chExt cx="140" cy="98"/>
              </a:xfrm>
            </p:grpSpPr>
            <p:sp>
              <p:nvSpPr>
                <p:cNvPr id="13451" name="Line 176">
                  <a:extLst>
                    <a:ext uri="{FF2B5EF4-FFF2-40B4-BE49-F238E27FC236}">
                      <a16:creationId xmlns:a16="http://schemas.microsoft.com/office/drawing/2014/main" id="{A8A9E442-64D4-41CE-9E4B-11EF22D2593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3452" name="Line 177">
                  <a:extLst>
                    <a:ext uri="{FF2B5EF4-FFF2-40B4-BE49-F238E27FC236}">
                      <a16:creationId xmlns:a16="http://schemas.microsoft.com/office/drawing/2014/main" id="{C7BE4B29-E91C-409D-B3B9-161D809956E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3453" name="Line 178">
                  <a:extLst>
                    <a:ext uri="{FF2B5EF4-FFF2-40B4-BE49-F238E27FC236}">
                      <a16:creationId xmlns:a16="http://schemas.microsoft.com/office/drawing/2014/main" id="{86776D51-14FB-448F-BEDE-D908E19D45D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3447" name="Group 179">
                <a:extLst>
                  <a:ext uri="{FF2B5EF4-FFF2-40B4-BE49-F238E27FC236}">
                    <a16:creationId xmlns:a16="http://schemas.microsoft.com/office/drawing/2014/main" id="{A9FD6263-3BD4-4BD1-9FFB-D82A8E53946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V="1">
                <a:off x="3686" y="243"/>
                <a:ext cx="177" cy="66"/>
                <a:chOff x="2848" y="848"/>
                <a:chExt cx="140" cy="98"/>
              </a:xfrm>
            </p:grpSpPr>
            <p:sp>
              <p:nvSpPr>
                <p:cNvPr id="13448" name="Line 180">
                  <a:extLst>
                    <a:ext uri="{FF2B5EF4-FFF2-40B4-BE49-F238E27FC236}">
                      <a16:creationId xmlns:a16="http://schemas.microsoft.com/office/drawing/2014/main" id="{C610F559-D773-44C0-9628-38F45D6E111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3449" name="Line 181">
                  <a:extLst>
                    <a:ext uri="{FF2B5EF4-FFF2-40B4-BE49-F238E27FC236}">
                      <a16:creationId xmlns:a16="http://schemas.microsoft.com/office/drawing/2014/main" id="{14F61E37-07DA-47C4-83EB-ACDD5E572A3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3450" name="Line 182">
                  <a:extLst>
                    <a:ext uri="{FF2B5EF4-FFF2-40B4-BE49-F238E27FC236}">
                      <a16:creationId xmlns:a16="http://schemas.microsoft.com/office/drawing/2014/main" id="{52833232-856E-4A96-A2F2-3EDE5514E57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13398" name="Group 183">
              <a:extLst>
                <a:ext uri="{FF2B5EF4-FFF2-40B4-BE49-F238E27FC236}">
                  <a16:creationId xmlns:a16="http://schemas.microsoft.com/office/drawing/2014/main" id="{7F51769B-8F60-4561-B872-75448E8FB38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659" y="2440"/>
              <a:ext cx="316" cy="148"/>
              <a:chOff x="3600" y="219"/>
              <a:chExt cx="360" cy="175"/>
            </a:xfrm>
          </p:grpSpPr>
          <p:sp>
            <p:nvSpPr>
              <p:cNvPr id="13428" name="Oval 184">
                <a:extLst>
                  <a:ext uri="{FF2B5EF4-FFF2-40B4-BE49-F238E27FC236}">
                    <a16:creationId xmlns:a16="http://schemas.microsoft.com/office/drawing/2014/main" id="{3FFAC7A2-409C-4048-991E-BC1159DB15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03" y="297"/>
                <a:ext cx="357" cy="97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3429" name="Line 185">
                <a:extLst>
                  <a:ext uri="{FF2B5EF4-FFF2-40B4-BE49-F238E27FC236}">
                    <a16:creationId xmlns:a16="http://schemas.microsoft.com/office/drawing/2014/main" id="{DC92D5E9-8DE9-424C-A41E-BFBE1F0B864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03" y="289"/>
                <a:ext cx="0" cy="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430" name="Line 186">
                <a:extLst>
                  <a:ext uri="{FF2B5EF4-FFF2-40B4-BE49-F238E27FC236}">
                    <a16:creationId xmlns:a16="http://schemas.microsoft.com/office/drawing/2014/main" id="{782D42C8-CD95-4617-842C-0BF3BFC06CA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60" y="289"/>
                <a:ext cx="0" cy="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431" name="Rectangle 187">
                <a:extLst>
                  <a:ext uri="{FF2B5EF4-FFF2-40B4-BE49-F238E27FC236}">
                    <a16:creationId xmlns:a16="http://schemas.microsoft.com/office/drawing/2014/main" id="{7FBBD0AE-2446-410E-8014-559BFF7F80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03" y="289"/>
                <a:ext cx="354" cy="59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/>
                <a:endParaRPr kumimoji="0" lang="zh-CN" altLang="zh-CN" sz="2400"/>
              </a:p>
            </p:txBody>
          </p:sp>
          <p:sp>
            <p:nvSpPr>
              <p:cNvPr id="13432" name="Oval 188">
                <a:extLst>
                  <a:ext uri="{FF2B5EF4-FFF2-40B4-BE49-F238E27FC236}">
                    <a16:creationId xmlns:a16="http://schemas.microsoft.com/office/drawing/2014/main" id="{F5BD518D-5870-4BEC-80C5-EBA34DFB168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00" y="219"/>
                <a:ext cx="357" cy="113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grpSp>
            <p:nvGrpSpPr>
              <p:cNvPr id="13433" name="Group 189">
                <a:extLst>
                  <a:ext uri="{FF2B5EF4-FFF2-40B4-BE49-F238E27FC236}">
                    <a16:creationId xmlns:a16="http://schemas.microsoft.com/office/drawing/2014/main" id="{459D7F6E-006F-4580-BCF9-23DBA7E76B2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686" y="244"/>
                <a:ext cx="177" cy="66"/>
                <a:chOff x="2848" y="848"/>
                <a:chExt cx="140" cy="98"/>
              </a:xfrm>
            </p:grpSpPr>
            <p:sp>
              <p:nvSpPr>
                <p:cNvPr id="13438" name="Line 190">
                  <a:extLst>
                    <a:ext uri="{FF2B5EF4-FFF2-40B4-BE49-F238E27FC236}">
                      <a16:creationId xmlns:a16="http://schemas.microsoft.com/office/drawing/2014/main" id="{C1DC453E-DFA0-4ED7-B9CB-3C17FB0D7CA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3439" name="Line 191">
                  <a:extLst>
                    <a:ext uri="{FF2B5EF4-FFF2-40B4-BE49-F238E27FC236}">
                      <a16:creationId xmlns:a16="http://schemas.microsoft.com/office/drawing/2014/main" id="{339E2889-D589-4B96-BA7C-9A3C5749887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3440" name="Line 192">
                  <a:extLst>
                    <a:ext uri="{FF2B5EF4-FFF2-40B4-BE49-F238E27FC236}">
                      <a16:creationId xmlns:a16="http://schemas.microsoft.com/office/drawing/2014/main" id="{553F373A-9CE5-4DC8-A9DB-48A5D142FDE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3434" name="Group 193">
                <a:extLst>
                  <a:ext uri="{FF2B5EF4-FFF2-40B4-BE49-F238E27FC236}">
                    <a16:creationId xmlns:a16="http://schemas.microsoft.com/office/drawing/2014/main" id="{A6FD85B2-CEF5-4E28-AB83-DE97161193F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V="1">
                <a:off x="3686" y="243"/>
                <a:ext cx="177" cy="66"/>
                <a:chOff x="2848" y="848"/>
                <a:chExt cx="140" cy="98"/>
              </a:xfrm>
            </p:grpSpPr>
            <p:sp>
              <p:nvSpPr>
                <p:cNvPr id="13435" name="Line 194">
                  <a:extLst>
                    <a:ext uri="{FF2B5EF4-FFF2-40B4-BE49-F238E27FC236}">
                      <a16:creationId xmlns:a16="http://schemas.microsoft.com/office/drawing/2014/main" id="{EAE15BA8-DA4F-41E7-901B-6CA8022EF18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3436" name="Line 195">
                  <a:extLst>
                    <a:ext uri="{FF2B5EF4-FFF2-40B4-BE49-F238E27FC236}">
                      <a16:creationId xmlns:a16="http://schemas.microsoft.com/office/drawing/2014/main" id="{F6AD5146-155E-4E3C-9972-63EE7069405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3437" name="Line 196">
                  <a:extLst>
                    <a:ext uri="{FF2B5EF4-FFF2-40B4-BE49-F238E27FC236}">
                      <a16:creationId xmlns:a16="http://schemas.microsoft.com/office/drawing/2014/main" id="{AB0EB79C-E1F2-4BBE-8586-3C3540E7FA6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13399" name="Group 197">
              <a:extLst>
                <a:ext uri="{FF2B5EF4-FFF2-40B4-BE49-F238E27FC236}">
                  <a16:creationId xmlns:a16="http://schemas.microsoft.com/office/drawing/2014/main" id="{5AB5E065-AA31-411F-B49B-CC936650012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275" y="2748"/>
              <a:ext cx="315" cy="147"/>
              <a:chOff x="3600" y="219"/>
              <a:chExt cx="360" cy="175"/>
            </a:xfrm>
          </p:grpSpPr>
          <p:sp>
            <p:nvSpPr>
              <p:cNvPr id="13415" name="Oval 198">
                <a:extLst>
                  <a:ext uri="{FF2B5EF4-FFF2-40B4-BE49-F238E27FC236}">
                    <a16:creationId xmlns:a16="http://schemas.microsoft.com/office/drawing/2014/main" id="{2BC4653E-2862-49FF-8941-EE5A122DB8A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03" y="297"/>
                <a:ext cx="357" cy="97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3416" name="Line 199">
                <a:extLst>
                  <a:ext uri="{FF2B5EF4-FFF2-40B4-BE49-F238E27FC236}">
                    <a16:creationId xmlns:a16="http://schemas.microsoft.com/office/drawing/2014/main" id="{46B0AB03-F737-4032-B1AE-7FD075F3A61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03" y="289"/>
                <a:ext cx="0" cy="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417" name="Line 200">
                <a:extLst>
                  <a:ext uri="{FF2B5EF4-FFF2-40B4-BE49-F238E27FC236}">
                    <a16:creationId xmlns:a16="http://schemas.microsoft.com/office/drawing/2014/main" id="{68691758-4A3A-4F7C-9CB6-E304BB431C8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60" y="289"/>
                <a:ext cx="0" cy="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418" name="Rectangle 201">
                <a:extLst>
                  <a:ext uri="{FF2B5EF4-FFF2-40B4-BE49-F238E27FC236}">
                    <a16:creationId xmlns:a16="http://schemas.microsoft.com/office/drawing/2014/main" id="{824C1411-8719-4D4F-8E92-0D0EC86225E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03" y="289"/>
                <a:ext cx="354" cy="59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/>
                <a:endParaRPr kumimoji="0" lang="zh-CN" altLang="zh-CN" sz="2400"/>
              </a:p>
            </p:txBody>
          </p:sp>
          <p:sp>
            <p:nvSpPr>
              <p:cNvPr id="13419" name="Oval 202">
                <a:extLst>
                  <a:ext uri="{FF2B5EF4-FFF2-40B4-BE49-F238E27FC236}">
                    <a16:creationId xmlns:a16="http://schemas.microsoft.com/office/drawing/2014/main" id="{790DD083-DAB5-40CA-AA54-0D8BFF20D53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00" y="219"/>
                <a:ext cx="357" cy="113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grpSp>
            <p:nvGrpSpPr>
              <p:cNvPr id="13420" name="Group 203">
                <a:extLst>
                  <a:ext uri="{FF2B5EF4-FFF2-40B4-BE49-F238E27FC236}">
                    <a16:creationId xmlns:a16="http://schemas.microsoft.com/office/drawing/2014/main" id="{23E9DF2C-39C8-46F8-ACF6-DBE27154F8B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686" y="244"/>
                <a:ext cx="177" cy="66"/>
                <a:chOff x="2848" y="848"/>
                <a:chExt cx="140" cy="98"/>
              </a:xfrm>
            </p:grpSpPr>
            <p:sp>
              <p:nvSpPr>
                <p:cNvPr id="13425" name="Line 204">
                  <a:extLst>
                    <a:ext uri="{FF2B5EF4-FFF2-40B4-BE49-F238E27FC236}">
                      <a16:creationId xmlns:a16="http://schemas.microsoft.com/office/drawing/2014/main" id="{FE7D50A1-8D3E-435C-A576-10AE2D8CD8B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3426" name="Line 205">
                  <a:extLst>
                    <a:ext uri="{FF2B5EF4-FFF2-40B4-BE49-F238E27FC236}">
                      <a16:creationId xmlns:a16="http://schemas.microsoft.com/office/drawing/2014/main" id="{133FE799-6421-4D4F-B096-53170B58429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3427" name="Line 206">
                  <a:extLst>
                    <a:ext uri="{FF2B5EF4-FFF2-40B4-BE49-F238E27FC236}">
                      <a16:creationId xmlns:a16="http://schemas.microsoft.com/office/drawing/2014/main" id="{1EDBABF9-C51B-42D2-9AFF-D17CBB79A0C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3421" name="Group 207">
                <a:extLst>
                  <a:ext uri="{FF2B5EF4-FFF2-40B4-BE49-F238E27FC236}">
                    <a16:creationId xmlns:a16="http://schemas.microsoft.com/office/drawing/2014/main" id="{CF166067-A8EB-4088-A136-79882DC8FA7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V="1">
                <a:off x="3686" y="243"/>
                <a:ext cx="177" cy="66"/>
                <a:chOff x="2848" y="848"/>
                <a:chExt cx="140" cy="98"/>
              </a:xfrm>
            </p:grpSpPr>
            <p:sp>
              <p:nvSpPr>
                <p:cNvPr id="13422" name="Line 208">
                  <a:extLst>
                    <a:ext uri="{FF2B5EF4-FFF2-40B4-BE49-F238E27FC236}">
                      <a16:creationId xmlns:a16="http://schemas.microsoft.com/office/drawing/2014/main" id="{33B771A7-B631-4753-A003-A6D881B41EA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3423" name="Line 209">
                  <a:extLst>
                    <a:ext uri="{FF2B5EF4-FFF2-40B4-BE49-F238E27FC236}">
                      <a16:creationId xmlns:a16="http://schemas.microsoft.com/office/drawing/2014/main" id="{CE922EEB-67F8-4F24-899A-F19D616039E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3424" name="Line 210">
                  <a:extLst>
                    <a:ext uri="{FF2B5EF4-FFF2-40B4-BE49-F238E27FC236}">
                      <a16:creationId xmlns:a16="http://schemas.microsoft.com/office/drawing/2014/main" id="{730BF2E0-4A30-421E-9D66-47BC29368F2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13400" name="Group 211">
              <a:extLst>
                <a:ext uri="{FF2B5EF4-FFF2-40B4-BE49-F238E27FC236}">
                  <a16:creationId xmlns:a16="http://schemas.microsoft.com/office/drawing/2014/main" id="{EFC3F4C5-9372-4E70-87E2-9080BFE835F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69" y="2511"/>
              <a:ext cx="316" cy="147"/>
              <a:chOff x="3600" y="219"/>
              <a:chExt cx="360" cy="175"/>
            </a:xfrm>
          </p:grpSpPr>
          <p:sp>
            <p:nvSpPr>
              <p:cNvPr id="13402" name="Oval 212">
                <a:extLst>
                  <a:ext uri="{FF2B5EF4-FFF2-40B4-BE49-F238E27FC236}">
                    <a16:creationId xmlns:a16="http://schemas.microsoft.com/office/drawing/2014/main" id="{4519FB37-B25C-45FB-8145-CD0B7EF955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03" y="297"/>
                <a:ext cx="357" cy="97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3403" name="Line 213">
                <a:extLst>
                  <a:ext uri="{FF2B5EF4-FFF2-40B4-BE49-F238E27FC236}">
                    <a16:creationId xmlns:a16="http://schemas.microsoft.com/office/drawing/2014/main" id="{A1F6C15E-F0F1-459D-8BB2-2E63B28472F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03" y="289"/>
                <a:ext cx="0" cy="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404" name="Line 214">
                <a:extLst>
                  <a:ext uri="{FF2B5EF4-FFF2-40B4-BE49-F238E27FC236}">
                    <a16:creationId xmlns:a16="http://schemas.microsoft.com/office/drawing/2014/main" id="{5B307E35-BC21-4505-91CE-A757F8E1E67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60" y="289"/>
                <a:ext cx="0" cy="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405" name="Rectangle 215">
                <a:extLst>
                  <a:ext uri="{FF2B5EF4-FFF2-40B4-BE49-F238E27FC236}">
                    <a16:creationId xmlns:a16="http://schemas.microsoft.com/office/drawing/2014/main" id="{CDEB05AE-502E-49B9-930B-2F48ECC050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03" y="289"/>
                <a:ext cx="354" cy="59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/>
                <a:endParaRPr kumimoji="0" lang="zh-CN" altLang="zh-CN" sz="2400"/>
              </a:p>
            </p:txBody>
          </p:sp>
          <p:sp>
            <p:nvSpPr>
              <p:cNvPr id="13406" name="Oval 216">
                <a:extLst>
                  <a:ext uri="{FF2B5EF4-FFF2-40B4-BE49-F238E27FC236}">
                    <a16:creationId xmlns:a16="http://schemas.microsoft.com/office/drawing/2014/main" id="{25847993-F65E-4432-BBA9-3DA9DDEEE4F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00" y="219"/>
                <a:ext cx="357" cy="113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grpSp>
            <p:nvGrpSpPr>
              <p:cNvPr id="13407" name="Group 217">
                <a:extLst>
                  <a:ext uri="{FF2B5EF4-FFF2-40B4-BE49-F238E27FC236}">
                    <a16:creationId xmlns:a16="http://schemas.microsoft.com/office/drawing/2014/main" id="{27A3EFCA-C1FC-4274-B7B6-03324B50427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686" y="244"/>
                <a:ext cx="177" cy="66"/>
                <a:chOff x="2848" y="848"/>
                <a:chExt cx="140" cy="98"/>
              </a:xfrm>
            </p:grpSpPr>
            <p:sp>
              <p:nvSpPr>
                <p:cNvPr id="13412" name="Line 218">
                  <a:extLst>
                    <a:ext uri="{FF2B5EF4-FFF2-40B4-BE49-F238E27FC236}">
                      <a16:creationId xmlns:a16="http://schemas.microsoft.com/office/drawing/2014/main" id="{8E8EC6AE-42E3-483E-89EC-D064B9A414D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3413" name="Line 219">
                  <a:extLst>
                    <a:ext uri="{FF2B5EF4-FFF2-40B4-BE49-F238E27FC236}">
                      <a16:creationId xmlns:a16="http://schemas.microsoft.com/office/drawing/2014/main" id="{15712CFE-A1AC-44DB-8E7F-C73CD749759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3414" name="Line 220">
                  <a:extLst>
                    <a:ext uri="{FF2B5EF4-FFF2-40B4-BE49-F238E27FC236}">
                      <a16:creationId xmlns:a16="http://schemas.microsoft.com/office/drawing/2014/main" id="{9B2BAD8D-B88E-4AC5-AB04-5BA983146AE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3408" name="Group 221">
                <a:extLst>
                  <a:ext uri="{FF2B5EF4-FFF2-40B4-BE49-F238E27FC236}">
                    <a16:creationId xmlns:a16="http://schemas.microsoft.com/office/drawing/2014/main" id="{83E19B2A-EF74-42D6-85B8-FC81D278B9E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V="1">
                <a:off x="3686" y="243"/>
                <a:ext cx="177" cy="66"/>
                <a:chOff x="2848" y="848"/>
                <a:chExt cx="140" cy="98"/>
              </a:xfrm>
            </p:grpSpPr>
            <p:sp>
              <p:nvSpPr>
                <p:cNvPr id="13409" name="Line 222">
                  <a:extLst>
                    <a:ext uri="{FF2B5EF4-FFF2-40B4-BE49-F238E27FC236}">
                      <a16:creationId xmlns:a16="http://schemas.microsoft.com/office/drawing/2014/main" id="{CC937046-0DE7-409B-880D-2D77722AC9E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3410" name="Line 223">
                  <a:extLst>
                    <a:ext uri="{FF2B5EF4-FFF2-40B4-BE49-F238E27FC236}">
                      <a16:creationId xmlns:a16="http://schemas.microsoft.com/office/drawing/2014/main" id="{1F3793B8-DDEF-4E17-AAB4-85B96654A51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3411" name="Line 224">
                  <a:extLst>
                    <a:ext uri="{FF2B5EF4-FFF2-40B4-BE49-F238E27FC236}">
                      <a16:creationId xmlns:a16="http://schemas.microsoft.com/office/drawing/2014/main" id="{650F1CB6-2186-41A1-A2B5-9EDB2984D95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</p:grpSp>
        <p:sp>
          <p:nvSpPr>
            <p:cNvPr id="13401" name="Line 225">
              <a:extLst>
                <a:ext uri="{FF2B5EF4-FFF2-40B4-BE49-F238E27FC236}">
                  <a16:creationId xmlns:a16="http://schemas.microsoft.com/office/drawing/2014/main" id="{E836FF02-FD01-406F-A1EF-2AE3245C575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930" y="2645"/>
              <a:ext cx="1" cy="15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510178" name="Group 226">
            <a:extLst>
              <a:ext uri="{FF2B5EF4-FFF2-40B4-BE49-F238E27FC236}">
                <a16:creationId xmlns:a16="http://schemas.microsoft.com/office/drawing/2014/main" id="{0515C497-2624-4671-A15C-F12D846615B3}"/>
              </a:ext>
            </a:extLst>
          </p:cNvPr>
          <p:cNvGrpSpPr>
            <a:grpSpLocks/>
          </p:cNvGrpSpPr>
          <p:nvPr/>
        </p:nvGrpSpPr>
        <p:grpSpPr bwMode="auto">
          <a:xfrm>
            <a:off x="6264276" y="2460626"/>
            <a:ext cx="3738563" cy="3725863"/>
            <a:chOff x="2986" y="945"/>
            <a:chExt cx="2355" cy="2347"/>
          </a:xfrm>
        </p:grpSpPr>
        <p:grpSp>
          <p:nvGrpSpPr>
            <p:cNvPr id="13329" name="Group 227">
              <a:extLst>
                <a:ext uri="{FF2B5EF4-FFF2-40B4-BE49-F238E27FC236}">
                  <a16:creationId xmlns:a16="http://schemas.microsoft.com/office/drawing/2014/main" id="{1C6FD5E3-A2DC-42FF-9A16-D4255C0C12F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86" y="945"/>
              <a:ext cx="513" cy="541"/>
              <a:chOff x="2938" y="2925"/>
              <a:chExt cx="513" cy="541"/>
            </a:xfrm>
          </p:grpSpPr>
          <p:sp>
            <p:nvSpPr>
              <p:cNvPr id="13338" name="Rectangle 228">
                <a:extLst>
                  <a:ext uri="{FF2B5EF4-FFF2-40B4-BE49-F238E27FC236}">
                    <a16:creationId xmlns:a16="http://schemas.microsoft.com/office/drawing/2014/main" id="{442EFADB-D7DD-44F0-A631-08FDF32611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00" y="2925"/>
                <a:ext cx="426" cy="489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3339" name="Rectangle 229">
                <a:extLst>
                  <a:ext uri="{FF2B5EF4-FFF2-40B4-BE49-F238E27FC236}">
                    <a16:creationId xmlns:a16="http://schemas.microsoft.com/office/drawing/2014/main" id="{18C5DB86-848F-470B-AF9D-A0425426ED8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79" y="2940"/>
                <a:ext cx="435" cy="50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3340" name="Rectangle 230">
                <a:extLst>
                  <a:ext uri="{FF2B5EF4-FFF2-40B4-BE49-F238E27FC236}">
                    <a16:creationId xmlns:a16="http://schemas.microsoft.com/office/drawing/2014/main" id="{6710959A-2D8B-48D6-8443-CC9206B400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943"/>
                <a:ext cx="426" cy="126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3341" name="Text Box 231">
                <a:extLst>
                  <a:ext uri="{FF2B5EF4-FFF2-40B4-BE49-F238E27FC236}">
                    <a16:creationId xmlns:a16="http://schemas.microsoft.com/office/drawing/2014/main" id="{8B69BA1A-3D74-43E4-A082-A3A5BF4C29A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38" y="2928"/>
                <a:ext cx="513" cy="53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/>
                <a:r>
                  <a:rPr kumimoji="0" lang="en-US" altLang="zh-CN" sz="1000">
                    <a:solidFill>
                      <a:schemeClr val="bg1"/>
                    </a:solidFill>
                    <a:latin typeface="Comic Sans MS" panose="030F0702030302020204" pitchFamily="66" charset="0"/>
                  </a:rPr>
                  <a:t>application</a:t>
                </a:r>
                <a:endParaRPr kumimoji="0" lang="en-US" altLang="zh-CN" sz="1000">
                  <a:latin typeface="Comic Sans MS" panose="030F0702030302020204" pitchFamily="66" charset="0"/>
                </a:endParaRPr>
              </a:p>
              <a:p>
                <a:pPr algn="ctr"/>
                <a:r>
                  <a:rPr kumimoji="0" lang="en-US" altLang="zh-CN" sz="1000">
                    <a:latin typeface="Comic Sans MS" panose="030F0702030302020204" pitchFamily="66" charset="0"/>
                  </a:rPr>
                  <a:t>transport</a:t>
                </a:r>
              </a:p>
              <a:p>
                <a:pPr algn="ctr"/>
                <a:r>
                  <a:rPr kumimoji="0" lang="en-US" altLang="zh-CN" sz="1000">
                    <a:latin typeface="Comic Sans MS" panose="030F0702030302020204" pitchFamily="66" charset="0"/>
                  </a:rPr>
                  <a:t>network</a:t>
                </a:r>
              </a:p>
              <a:p>
                <a:pPr algn="ctr"/>
                <a:r>
                  <a:rPr kumimoji="0" lang="en-US" altLang="zh-CN" sz="1000">
                    <a:latin typeface="Comic Sans MS" panose="030F0702030302020204" pitchFamily="66" charset="0"/>
                  </a:rPr>
                  <a:t>data link</a:t>
                </a:r>
              </a:p>
              <a:p>
                <a:pPr algn="ctr"/>
                <a:r>
                  <a:rPr kumimoji="0" lang="en-US" altLang="zh-CN" sz="1000">
                    <a:latin typeface="Comic Sans MS" panose="030F0702030302020204" pitchFamily="66" charset="0"/>
                  </a:rPr>
                  <a:t>physical</a:t>
                </a:r>
                <a:endParaRPr kumimoji="0" lang="en-US" altLang="zh-CN" sz="2400"/>
              </a:p>
            </p:txBody>
          </p:sp>
          <p:sp>
            <p:nvSpPr>
              <p:cNvPr id="13342" name="Line 232">
                <a:extLst>
                  <a:ext uri="{FF2B5EF4-FFF2-40B4-BE49-F238E27FC236}">
                    <a16:creationId xmlns:a16="http://schemas.microsoft.com/office/drawing/2014/main" id="{6E4F2064-273D-4312-A05F-B9E5D463783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79" y="3156"/>
                <a:ext cx="435" cy="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343" name="Line 233">
                <a:extLst>
                  <a:ext uri="{FF2B5EF4-FFF2-40B4-BE49-F238E27FC236}">
                    <a16:creationId xmlns:a16="http://schemas.microsoft.com/office/drawing/2014/main" id="{1F8EB64A-848C-442C-99EC-DA0CBE791A9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85" y="3243"/>
                <a:ext cx="435" cy="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344" name="Line 234">
                <a:extLst>
                  <a:ext uri="{FF2B5EF4-FFF2-40B4-BE49-F238E27FC236}">
                    <a16:creationId xmlns:a16="http://schemas.microsoft.com/office/drawing/2014/main" id="{E8363795-5954-44AA-ABD6-AA3598D20FA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85" y="3330"/>
                <a:ext cx="435" cy="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13330" name="Group 235">
              <a:extLst>
                <a:ext uri="{FF2B5EF4-FFF2-40B4-BE49-F238E27FC236}">
                  <a16:creationId xmlns:a16="http://schemas.microsoft.com/office/drawing/2014/main" id="{A88450FF-EF50-43D9-AB41-589FB3FB077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828" y="2751"/>
              <a:ext cx="513" cy="541"/>
              <a:chOff x="2938" y="2925"/>
              <a:chExt cx="513" cy="541"/>
            </a:xfrm>
          </p:grpSpPr>
          <p:sp>
            <p:nvSpPr>
              <p:cNvPr id="13331" name="Rectangle 236">
                <a:extLst>
                  <a:ext uri="{FF2B5EF4-FFF2-40B4-BE49-F238E27FC236}">
                    <a16:creationId xmlns:a16="http://schemas.microsoft.com/office/drawing/2014/main" id="{F4B301EF-8086-42D0-9F75-26867AF4D6F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00" y="2925"/>
                <a:ext cx="426" cy="489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3332" name="Rectangle 237">
                <a:extLst>
                  <a:ext uri="{FF2B5EF4-FFF2-40B4-BE49-F238E27FC236}">
                    <a16:creationId xmlns:a16="http://schemas.microsoft.com/office/drawing/2014/main" id="{357A2AAD-FF44-480A-B3CC-CB888D3FA3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79" y="2940"/>
                <a:ext cx="435" cy="50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3333" name="Rectangle 238">
                <a:extLst>
                  <a:ext uri="{FF2B5EF4-FFF2-40B4-BE49-F238E27FC236}">
                    <a16:creationId xmlns:a16="http://schemas.microsoft.com/office/drawing/2014/main" id="{7B184A4E-93A6-41DC-A5D4-993E596F90B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943"/>
                <a:ext cx="426" cy="126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3334" name="Text Box 239">
                <a:extLst>
                  <a:ext uri="{FF2B5EF4-FFF2-40B4-BE49-F238E27FC236}">
                    <a16:creationId xmlns:a16="http://schemas.microsoft.com/office/drawing/2014/main" id="{15AC6010-6FA0-4DB4-8E83-BA2CE304059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38" y="2928"/>
                <a:ext cx="513" cy="53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/>
                <a:r>
                  <a:rPr kumimoji="0" lang="en-US" altLang="zh-CN" sz="1000">
                    <a:solidFill>
                      <a:schemeClr val="bg1"/>
                    </a:solidFill>
                    <a:latin typeface="Comic Sans MS" panose="030F0702030302020204" pitchFamily="66" charset="0"/>
                  </a:rPr>
                  <a:t>application</a:t>
                </a:r>
                <a:endParaRPr kumimoji="0" lang="en-US" altLang="zh-CN" sz="1000">
                  <a:latin typeface="Comic Sans MS" panose="030F0702030302020204" pitchFamily="66" charset="0"/>
                </a:endParaRPr>
              </a:p>
              <a:p>
                <a:pPr algn="ctr"/>
                <a:r>
                  <a:rPr kumimoji="0" lang="en-US" altLang="zh-CN" sz="1000">
                    <a:latin typeface="Comic Sans MS" panose="030F0702030302020204" pitchFamily="66" charset="0"/>
                  </a:rPr>
                  <a:t>transport</a:t>
                </a:r>
              </a:p>
              <a:p>
                <a:pPr algn="ctr"/>
                <a:r>
                  <a:rPr kumimoji="0" lang="en-US" altLang="zh-CN" sz="1000">
                    <a:latin typeface="Comic Sans MS" panose="030F0702030302020204" pitchFamily="66" charset="0"/>
                  </a:rPr>
                  <a:t>network</a:t>
                </a:r>
              </a:p>
              <a:p>
                <a:pPr algn="ctr"/>
                <a:r>
                  <a:rPr kumimoji="0" lang="en-US" altLang="zh-CN" sz="1000">
                    <a:latin typeface="Comic Sans MS" panose="030F0702030302020204" pitchFamily="66" charset="0"/>
                  </a:rPr>
                  <a:t>data link</a:t>
                </a:r>
              </a:p>
              <a:p>
                <a:pPr algn="ctr"/>
                <a:r>
                  <a:rPr kumimoji="0" lang="en-US" altLang="zh-CN" sz="1000">
                    <a:latin typeface="Comic Sans MS" panose="030F0702030302020204" pitchFamily="66" charset="0"/>
                  </a:rPr>
                  <a:t>physical</a:t>
                </a:r>
                <a:endParaRPr kumimoji="0" lang="en-US" altLang="zh-CN" sz="2400"/>
              </a:p>
            </p:txBody>
          </p:sp>
          <p:sp>
            <p:nvSpPr>
              <p:cNvPr id="13335" name="Line 240">
                <a:extLst>
                  <a:ext uri="{FF2B5EF4-FFF2-40B4-BE49-F238E27FC236}">
                    <a16:creationId xmlns:a16="http://schemas.microsoft.com/office/drawing/2014/main" id="{EBCF7911-38D9-4969-8753-17D1DA16CD3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79" y="3156"/>
                <a:ext cx="435" cy="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336" name="Line 241">
                <a:extLst>
                  <a:ext uri="{FF2B5EF4-FFF2-40B4-BE49-F238E27FC236}">
                    <a16:creationId xmlns:a16="http://schemas.microsoft.com/office/drawing/2014/main" id="{E912FB7F-CAC0-49D5-8899-67E0098D232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85" y="3243"/>
                <a:ext cx="435" cy="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337" name="Line 242">
                <a:extLst>
                  <a:ext uri="{FF2B5EF4-FFF2-40B4-BE49-F238E27FC236}">
                    <a16:creationId xmlns:a16="http://schemas.microsoft.com/office/drawing/2014/main" id="{BAB3971B-316B-42D2-B0A8-65113751B2C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85" y="3330"/>
                <a:ext cx="435" cy="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sp>
        <p:nvSpPr>
          <p:cNvPr id="510195" name="Rectangle 243">
            <a:extLst>
              <a:ext uri="{FF2B5EF4-FFF2-40B4-BE49-F238E27FC236}">
                <a16:creationId xmlns:a16="http://schemas.microsoft.com/office/drawing/2014/main" id="{CBC0E460-A321-4C67-839C-1B828E986A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11351" y="1946276"/>
            <a:ext cx="4403725" cy="4486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 sz="2200">
                <a:solidFill>
                  <a:schemeClr val="tx2"/>
                </a:solidFill>
                <a:latin typeface="Tahoma" panose="020B0604030504040204" pitchFamily="34" charset="0"/>
              </a:rPr>
              <a:t>客户端</a:t>
            </a:r>
            <a:r>
              <a:rPr lang="en-US" altLang="zh-CN" sz="2200">
                <a:solidFill>
                  <a:schemeClr val="tx2"/>
                </a:solidFill>
                <a:latin typeface="Tahoma" panose="020B0604030504040204" pitchFamily="34" charset="0"/>
              </a:rPr>
              <a:t>:</a:t>
            </a:r>
          </a:p>
          <a:p>
            <a:pPr eaLnBrk="1" hangingPunct="1"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</a:pPr>
            <a:r>
              <a:rPr lang="zh-CN" altLang="en-US" sz="2200">
                <a:latin typeface="Tahoma" panose="020B0604030504040204" pitchFamily="34" charset="0"/>
              </a:rPr>
              <a:t>初始化与服务器的连接 </a:t>
            </a:r>
            <a:r>
              <a:rPr lang="en-US" altLang="zh-CN" sz="2200">
                <a:latin typeface="Tahoma" panose="020B0604030504040204" pitchFamily="34" charset="0"/>
              </a:rPr>
              <a:t>(</a:t>
            </a:r>
            <a:r>
              <a:rPr lang="en-US" altLang="zh-CN" sz="2200">
                <a:latin typeface="Arial" panose="020B0604020202020204" pitchFamily="34" charset="0"/>
              </a:rPr>
              <a:t>“</a:t>
            </a:r>
            <a:r>
              <a:rPr lang="en-US" altLang="zh-CN" sz="2200">
                <a:latin typeface="Tahoma" panose="020B0604030504040204" pitchFamily="34" charset="0"/>
              </a:rPr>
              <a:t>speaks first</a:t>
            </a:r>
            <a:r>
              <a:rPr lang="en-US" altLang="zh-CN" sz="2200">
                <a:latin typeface="Arial" panose="020B0604020202020204" pitchFamily="34" charset="0"/>
              </a:rPr>
              <a:t>”</a:t>
            </a:r>
            <a:r>
              <a:rPr lang="en-US" altLang="zh-CN" sz="2200">
                <a:latin typeface="Tahoma" panose="020B0604030504040204" pitchFamily="34" charset="0"/>
              </a:rPr>
              <a:t>)</a:t>
            </a:r>
          </a:p>
          <a:p>
            <a:pPr eaLnBrk="1" hangingPunct="1"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</a:pPr>
            <a:r>
              <a:rPr lang="zh-CN" altLang="en-US" sz="2200">
                <a:latin typeface="Tahoma" panose="020B0604030504040204" pitchFamily="34" charset="0"/>
              </a:rPr>
              <a:t>典型的是</a:t>
            </a:r>
            <a:r>
              <a:rPr lang="zh-CN" altLang="en-US" sz="2200">
                <a:solidFill>
                  <a:schemeClr val="tx2"/>
                </a:solidFill>
                <a:latin typeface="Tahoma" panose="020B0604030504040204" pitchFamily="34" charset="0"/>
              </a:rPr>
              <a:t> </a:t>
            </a:r>
            <a:r>
              <a:rPr lang="zh-CN" altLang="en-US" sz="2200">
                <a:latin typeface="Tahoma" panose="020B0604030504040204" pitchFamily="34" charset="0"/>
              </a:rPr>
              <a:t>从服务器端</a:t>
            </a:r>
            <a:r>
              <a:rPr lang="zh-CN" altLang="en-US" sz="2200">
                <a:solidFill>
                  <a:schemeClr val="tx2"/>
                </a:solidFill>
                <a:latin typeface="Tahoma" panose="020B0604030504040204" pitchFamily="34" charset="0"/>
              </a:rPr>
              <a:t>请求</a:t>
            </a:r>
            <a:r>
              <a:rPr lang="zh-CN" altLang="en-US" sz="2200">
                <a:latin typeface="Tahoma" panose="020B0604030504040204" pitchFamily="34" charset="0"/>
              </a:rPr>
              <a:t>服务</a:t>
            </a:r>
          </a:p>
          <a:p>
            <a:pPr eaLnBrk="1" hangingPunct="1"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</a:pPr>
            <a:r>
              <a:rPr lang="en-US" altLang="zh-CN" sz="2200">
                <a:latin typeface="Tahoma" panose="020B0604030504040204" pitchFamily="34" charset="0"/>
              </a:rPr>
              <a:t>Web</a:t>
            </a:r>
            <a:r>
              <a:rPr lang="zh-CN" altLang="en-US" sz="2200">
                <a:latin typeface="Tahoma" panose="020B0604030504040204" pitchFamily="34" charset="0"/>
              </a:rPr>
              <a:t>由</a:t>
            </a:r>
            <a:r>
              <a:rPr lang="en-US" altLang="zh-CN" sz="2200">
                <a:latin typeface="Tahoma" panose="020B0604030504040204" pitchFamily="34" charset="0"/>
              </a:rPr>
              <a:t>browser</a:t>
            </a:r>
            <a:r>
              <a:rPr lang="zh-CN" altLang="en-US" sz="2200">
                <a:latin typeface="Tahoma" panose="020B0604030504040204" pitchFamily="34" charset="0"/>
              </a:rPr>
              <a:t>实现</a:t>
            </a:r>
          </a:p>
          <a:p>
            <a:pPr eaLnBrk="1" hangingPunct="1"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</a:pPr>
            <a:r>
              <a:rPr lang="en-US" altLang="zh-CN" sz="2200">
                <a:latin typeface="Tahoma" panose="020B0604030504040204" pitchFamily="34" charset="0"/>
              </a:rPr>
              <a:t>E-mail</a:t>
            </a:r>
            <a:r>
              <a:rPr lang="zh-CN" altLang="en-US" sz="2200">
                <a:latin typeface="Tahoma" panose="020B0604030504040204" pitchFamily="34" charset="0"/>
              </a:rPr>
              <a:t>由邮件阅读器实现</a:t>
            </a:r>
          </a:p>
          <a:p>
            <a:pPr eaLnBrk="1" hangingPunct="1"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 sz="2200">
                <a:solidFill>
                  <a:schemeClr val="tx2"/>
                </a:solidFill>
                <a:latin typeface="Tahoma" panose="020B0604030504040204" pitchFamily="34" charset="0"/>
              </a:rPr>
              <a:t>服务器端</a:t>
            </a:r>
            <a:r>
              <a:rPr lang="en-US" altLang="zh-CN" sz="2200">
                <a:solidFill>
                  <a:schemeClr val="tx2"/>
                </a:solidFill>
                <a:latin typeface="Tahoma" panose="020B0604030504040204" pitchFamily="34" charset="0"/>
              </a:rPr>
              <a:t>:</a:t>
            </a:r>
          </a:p>
          <a:p>
            <a:pPr eaLnBrk="1" hangingPunct="1"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</a:pPr>
            <a:r>
              <a:rPr lang="zh-CN" altLang="en-US" sz="2200">
                <a:latin typeface="Tahoma" panose="020B0604030504040204" pitchFamily="34" charset="0"/>
              </a:rPr>
              <a:t>通过</a:t>
            </a:r>
            <a:r>
              <a:rPr lang="zh-CN" altLang="en-US" sz="2200">
                <a:solidFill>
                  <a:schemeClr val="tx2"/>
                </a:solidFill>
                <a:latin typeface="Tahoma" panose="020B0604030504040204" pitchFamily="34" charset="0"/>
              </a:rPr>
              <a:t>应答</a:t>
            </a:r>
            <a:r>
              <a:rPr lang="zh-CN" altLang="en-US" sz="2200">
                <a:latin typeface="Tahoma" panose="020B0604030504040204" pitchFamily="34" charset="0"/>
              </a:rPr>
              <a:t>，给客户端提供请求的服务</a:t>
            </a:r>
          </a:p>
          <a:p>
            <a:pPr eaLnBrk="1" hangingPunct="1"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</a:pPr>
            <a:r>
              <a:rPr lang="zh-CN" altLang="en-US" sz="2200">
                <a:latin typeface="Tahoma" panose="020B0604030504040204" pitchFamily="34" charset="0"/>
              </a:rPr>
              <a:t>例如</a:t>
            </a:r>
            <a:r>
              <a:rPr lang="en-US" altLang="zh-CN" sz="2200">
                <a:latin typeface="Tahoma" panose="020B0604030504040204" pitchFamily="34" charset="0"/>
              </a:rPr>
              <a:t>, Web</a:t>
            </a:r>
            <a:r>
              <a:rPr lang="zh-CN" altLang="en-US" sz="2200">
                <a:latin typeface="Tahoma" panose="020B0604030504040204" pitchFamily="34" charset="0"/>
              </a:rPr>
              <a:t>服务器向客户发送被请求的</a:t>
            </a:r>
            <a:r>
              <a:rPr lang="en-US" altLang="zh-CN" sz="2200">
                <a:latin typeface="Tahoma" panose="020B0604030504040204" pitchFamily="34" charset="0"/>
              </a:rPr>
              <a:t>Web</a:t>
            </a:r>
            <a:r>
              <a:rPr lang="zh-CN" altLang="en-US" sz="2200">
                <a:latin typeface="Tahoma" panose="020B0604030504040204" pitchFamily="34" charset="0"/>
              </a:rPr>
              <a:t>页面</a:t>
            </a:r>
          </a:p>
          <a:p>
            <a:pPr eaLnBrk="1" hangingPunct="1"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</a:pPr>
            <a:r>
              <a:rPr lang="zh-CN" altLang="en-US" sz="2200">
                <a:latin typeface="Tahoma" panose="020B0604030504040204" pitchFamily="34" charset="0"/>
              </a:rPr>
              <a:t>邮件服务器则向客户端发送</a:t>
            </a:r>
            <a:r>
              <a:rPr lang="en-US" altLang="zh-CN" sz="2200">
                <a:latin typeface="Tahoma" panose="020B0604030504040204" pitchFamily="34" charset="0"/>
              </a:rPr>
              <a:t>e-mail</a:t>
            </a:r>
          </a:p>
        </p:txBody>
      </p:sp>
      <p:grpSp>
        <p:nvGrpSpPr>
          <p:cNvPr id="510196" name="Group 244">
            <a:extLst>
              <a:ext uri="{FF2B5EF4-FFF2-40B4-BE49-F238E27FC236}">
                <a16:creationId xmlns:a16="http://schemas.microsoft.com/office/drawing/2014/main" id="{E2DE9EEC-2B1E-4261-90E5-6F0706540905}"/>
              </a:ext>
            </a:extLst>
          </p:cNvPr>
          <p:cNvGrpSpPr>
            <a:grpSpLocks/>
          </p:cNvGrpSpPr>
          <p:nvPr/>
        </p:nvGrpSpPr>
        <p:grpSpPr bwMode="auto">
          <a:xfrm>
            <a:off x="7000876" y="2684463"/>
            <a:ext cx="2238375" cy="2743200"/>
            <a:chOff x="3450" y="1086"/>
            <a:chExt cx="1410" cy="1728"/>
          </a:xfrm>
        </p:grpSpPr>
        <p:sp>
          <p:nvSpPr>
            <p:cNvPr id="13325" name="Line 245">
              <a:extLst>
                <a:ext uri="{FF2B5EF4-FFF2-40B4-BE49-F238E27FC236}">
                  <a16:creationId xmlns:a16="http://schemas.microsoft.com/office/drawing/2014/main" id="{51E0CE1F-6CB4-4EB1-9895-E76684C86AE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62" y="1086"/>
              <a:ext cx="1398" cy="1728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13326" name="Group 246">
              <a:extLst>
                <a:ext uri="{FF2B5EF4-FFF2-40B4-BE49-F238E27FC236}">
                  <a16:creationId xmlns:a16="http://schemas.microsoft.com/office/drawing/2014/main" id="{41A32F53-08DC-4179-9BF5-CB90532AF37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450" y="1481"/>
              <a:ext cx="688" cy="250"/>
              <a:chOff x="4032" y="2303"/>
              <a:chExt cx="688" cy="250"/>
            </a:xfrm>
          </p:grpSpPr>
          <p:sp>
            <p:nvSpPr>
              <p:cNvPr id="13327" name="Rectangle 247">
                <a:extLst>
                  <a:ext uri="{FF2B5EF4-FFF2-40B4-BE49-F238E27FC236}">
                    <a16:creationId xmlns:a16="http://schemas.microsoft.com/office/drawing/2014/main" id="{927DC4CB-D806-46A1-83D8-888E75C235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86" y="2358"/>
                <a:ext cx="594" cy="16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3328" name="Text Box 248">
                <a:extLst>
                  <a:ext uri="{FF2B5EF4-FFF2-40B4-BE49-F238E27FC236}">
                    <a16:creationId xmlns:a16="http://schemas.microsoft.com/office/drawing/2014/main" id="{BDA90759-7D07-4A0F-AFFF-6DB452DB3A6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032" y="2303"/>
                <a:ext cx="688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/>
                <a:r>
                  <a:rPr kumimoji="0" lang="en-US" altLang="zh-CN" sz="2000">
                    <a:solidFill>
                      <a:srgbClr val="FF0000"/>
                    </a:solidFill>
                    <a:latin typeface="Comic Sans MS" panose="030F0702030302020204" pitchFamily="66" charset="0"/>
                  </a:rPr>
                  <a:t>request</a:t>
                </a:r>
                <a:endParaRPr kumimoji="0" lang="en-US" altLang="zh-CN" sz="2400"/>
              </a:p>
            </p:txBody>
          </p:sp>
        </p:grpSp>
      </p:grpSp>
      <p:grpSp>
        <p:nvGrpSpPr>
          <p:cNvPr id="510201" name="Group 249">
            <a:extLst>
              <a:ext uri="{FF2B5EF4-FFF2-40B4-BE49-F238E27FC236}">
                <a16:creationId xmlns:a16="http://schemas.microsoft.com/office/drawing/2014/main" id="{EE50B5E1-B4B9-4E7A-9CAA-F53E89476074}"/>
              </a:ext>
            </a:extLst>
          </p:cNvPr>
          <p:cNvGrpSpPr>
            <a:grpSpLocks/>
          </p:cNvGrpSpPr>
          <p:nvPr/>
        </p:nvGrpSpPr>
        <p:grpSpPr bwMode="auto">
          <a:xfrm>
            <a:off x="7096125" y="2570163"/>
            <a:ext cx="2914650" cy="2743200"/>
            <a:chOff x="3510" y="1014"/>
            <a:chExt cx="1836" cy="1728"/>
          </a:xfrm>
        </p:grpSpPr>
        <p:sp>
          <p:nvSpPr>
            <p:cNvPr id="13321" name="Line 250">
              <a:extLst>
                <a:ext uri="{FF2B5EF4-FFF2-40B4-BE49-F238E27FC236}">
                  <a16:creationId xmlns:a16="http://schemas.microsoft.com/office/drawing/2014/main" id="{F8F3B0FD-8D84-458C-A6CD-0754ED47D8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10" y="1014"/>
              <a:ext cx="1440" cy="1728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13322" name="Group 251">
              <a:extLst>
                <a:ext uri="{FF2B5EF4-FFF2-40B4-BE49-F238E27FC236}">
                  <a16:creationId xmlns:a16="http://schemas.microsoft.com/office/drawing/2014/main" id="{2AFD2998-858F-4AFD-9E84-7440FAC56FA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52" y="2387"/>
              <a:ext cx="594" cy="250"/>
              <a:chOff x="4086" y="2303"/>
              <a:chExt cx="594" cy="250"/>
            </a:xfrm>
          </p:grpSpPr>
          <p:sp>
            <p:nvSpPr>
              <p:cNvPr id="13323" name="Rectangle 252">
                <a:extLst>
                  <a:ext uri="{FF2B5EF4-FFF2-40B4-BE49-F238E27FC236}">
                    <a16:creationId xmlns:a16="http://schemas.microsoft.com/office/drawing/2014/main" id="{AB50A644-851A-4FBC-984F-BA5CF7839E7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86" y="2358"/>
                <a:ext cx="594" cy="16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3324" name="Text Box 253">
                <a:extLst>
                  <a:ext uri="{FF2B5EF4-FFF2-40B4-BE49-F238E27FC236}">
                    <a16:creationId xmlns:a16="http://schemas.microsoft.com/office/drawing/2014/main" id="{E51996F2-4D1B-46BA-9985-3876743195F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129" y="2303"/>
                <a:ext cx="494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/>
                <a:r>
                  <a:rPr kumimoji="0" lang="en-US" altLang="zh-CN" sz="2000">
                    <a:solidFill>
                      <a:srgbClr val="FF0000"/>
                    </a:solidFill>
                    <a:latin typeface="Comic Sans MS" panose="030F0702030302020204" pitchFamily="66" charset="0"/>
                  </a:rPr>
                  <a:t>reply</a:t>
                </a:r>
                <a:endParaRPr kumimoji="0" lang="en-US" altLang="zh-CN" sz="2400"/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99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099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099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995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0995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0995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99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099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099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0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510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0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0" dur="500"/>
                                        <p:tgtEl>
                                          <p:spTgt spid="510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0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35" dur="500"/>
                                        <p:tgtEl>
                                          <p:spTgt spid="510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0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510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510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01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5101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5101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01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5101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5101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01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5101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5101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01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5101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5101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01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5101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5101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01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5101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5101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01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5101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5101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 nodeType="clickPar">
                      <p:stCondLst>
                        <p:cond delay="indefinite"/>
                      </p:stCondLst>
                      <p:childTnLst>
                        <p:par>
                          <p:cTn id="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6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019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51019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51019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9956" grpId="0" build="p" autoUpdateAnimBg="0"/>
      <p:bldP spid="510195" grpId="0" build="p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ext Box 3">
            <a:extLst>
              <a:ext uri="{FF2B5EF4-FFF2-40B4-BE49-F238E27FC236}">
                <a16:creationId xmlns:a16="http://schemas.microsoft.com/office/drawing/2014/main" id="{DB69AD99-E374-414A-B8E4-3384FF43A8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39975" y="1506539"/>
            <a:ext cx="2032000" cy="3140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r"/>
            <a:r>
              <a:rPr kumimoji="0" lang="zh-CN" altLang="en-US" sz="2000" b="1">
                <a:solidFill>
                  <a:schemeClr val="tx2"/>
                </a:solidFill>
                <a:latin typeface="Arial" panose="020B0604020202020204" pitchFamily="34" charset="0"/>
              </a:rPr>
              <a:t>应用 </a:t>
            </a:r>
          </a:p>
          <a:p>
            <a:pPr algn="r"/>
            <a:endParaRPr kumimoji="0" lang="zh-CN" altLang="en-US" sz="2000">
              <a:latin typeface="Arial" panose="020B0604020202020204" pitchFamily="34" charset="0"/>
            </a:endParaRPr>
          </a:p>
          <a:p>
            <a:pPr algn="r"/>
            <a:r>
              <a:rPr kumimoji="0" lang="zh-CN" altLang="en-US" sz="2000">
                <a:latin typeface="Arial" panose="020B0604020202020204" pitchFamily="34" charset="0"/>
              </a:rPr>
              <a:t>文件传输</a:t>
            </a:r>
          </a:p>
          <a:p>
            <a:pPr algn="r"/>
            <a:r>
              <a:rPr kumimoji="0" lang="en-US" altLang="zh-CN" sz="2000">
                <a:latin typeface="Arial" panose="020B0604020202020204" pitchFamily="34" charset="0"/>
              </a:rPr>
              <a:t>e-mail</a:t>
            </a:r>
          </a:p>
          <a:p>
            <a:pPr algn="r"/>
            <a:r>
              <a:rPr kumimoji="0" lang="en-US" altLang="zh-CN" sz="2000">
                <a:latin typeface="Arial" panose="020B0604020202020204" pitchFamily="34" charset="0"/>
              </a:rPr>
              <a:t>Web</a:t>
            </a:r>
            <a:r>
              <a:rPr kumimoji="0" lang="zh-CN" altLang="en-US" sz="2000">
                <a:latin typeface="Arial" panose="020B0604020202020204" pitchFamily="34" charset="0"/>
              </a:rPr>
              <a:t>文档</a:t>
            </a:r>
          </a:p>
          <a:p>
            <a:pPr algn="r"/>
            <a:r>
              <a:rPr kumimoji="0" lang="zh-CN" altLang="en-US" sz="2000">
                <a:latin typeface="Arial" panose="020B0604020202020204" pitchFamily="34" charset="0"/>
              </a:rPr>
              <a:t> 实时音频</a:t>
            </a:r>
            <a:r>
              <a:rPr kumimoji="0" lang="en-US" altLang="zh-CN" sz="2000">
                <a:latin typeface="Arial" panose="020B0604020202020204" pitchFamily="34" charset="0"/>
              </a:rPr>
              <a:t>/</a:t>
            </a:r>
            <a:r>
              <a:rPr kumimoji="0" lang="zh-CN" altLang="en-US" sz="2000">
                <a:latin typeface="Arial" panose="020B0604020202020204" pitchFamily="34" charset="0"/>
              </a:rPr>
              <a:t>视频</a:t>
            </a:r>
          </a:p>
          <a:p>
            <a:pPr algn="r"/>
            <a:endParaRPr kumimoji="0" lang="zh-CN" altLang="en-US" sz="2000">
              <a:latin typeface="Arial" panose="020B0604020202020204" pitchFamily="34" charset="0"/>
            </a:endParaRPr>
          </a:p>
          <a:p>
            <a:pPr algn="r"/>
            <a:r>
              <a:rPr kumimoji="0" lang="zh-CN" altLang="en-US" sz="2000">
                <a:latin typeface="Arial" panose="020B0604020202020204" pitchFamily="34" charset="0"/>
              </a:rPr>
              <a:t>存贮的音频</a:t>
            </a:r>
            <a:r>
              <a:rPr kumimoji="0" lang="en-US" altLang="zh-CN" sz="2000">
                <a:latin typeface="Arial" panose="020B0604020202020204" pitchFamily="34" charset="0"/>
              </a:rPr>
              <a:t>/</a:t>
            </a:r>
            <a:r>
              <a:rPr kumimoji="0" lang="zh-CN" altLang="en-US" sz="2000">
                <a:latin typeface="Arial" panose="020B0604020202020204" pitchFamily="34" charset="0"/>
              </a:rPr>
              <a:t>视频</a:t>
            </a:r>
          </a:p>
          <a:p>
            <a:pPr algn="r"/>
            <a:r>
              <a:rPr kumimoji="0" lang="zh-CN" altLang="en-US" sz="2000">
                <a:latin typeface="Arial" panose="020B0604020202020204" pitchFamily="34" charset="0"/>
              </a:rPr>
              <a:t>交互式游戏</a:t>
            </a:r>
          </a:p>
          <a:p>
            <a:pPr algn="r"/>
            <a:r>
              <a:rPr kumimoji="0" lang="zh-CN" altLang="en-US" sz="2000">
                <a:latin typeface="Arial" panose="020B0604020202020204" pitchFamily="34" charset="0"/>
              </a:rPr>
              <a:t>金融应用程序</a:t>
            </a:r>
          </a:p>
        </p:txBody>
      </p:sp>
      <p:sp>
        <p:nvSpPr>
          <p:cNvPr id="14339" name="Text Box 4">
            <a:extLst>
              <a:ext uri="{FF2B5EF4-FFF2-40B4-BE49-F238E27FC236}">
                <a16:creationId xmlns:a16="http://schemas.microsoft.com/office/drawing/2014/main" id="{DA205FED-2A0C-4D22-9403-FC2CE9C631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75163" y="1492251"/>
            <a:ext cx="1708150" cy="3140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kumimoji="0" lang="zh-CN" altLang="en-US" sz="2000" b="1">
                <a:solidFill>
                  <a:schemeClr val="tx2"/>
                </a:solidFill>
                <a:latin typeface="Arial" panose="020B0604020202020204" pitchFamily="34" charset="0"/>
              </a:rPr>
              <a:t>数据丢失</a:t>
            </a:r>
          </a:p>
          <a:p>
            <a:endParaRPr kumimoji="0" lang="zh-CN" altLang="en-US" sz="2000">
              <a:latin typeface="Arial" panose="020B0604020202020204" pitchFamily="34" charset="0"/>
            </a:endParaRPr>
          </a:p>
          <a:p>
            <a:r>
              <a:rPr kumimoji="0" lang="zh-CN" altLang="en-US" sz="2000">
                <a:latin typeface="Arial" panose="020B0604020202020204" pitchFamily="34" charset="0"/>
              </a:rPr>
              <a:t>无丢失</a:t>
            </a:r>
          </a:p>
          <a:p>
            <a:r>
              <a:rPr kumimoji="0" lang="zh-CN" altLang="en-US" sz="2000">
                <a:latin typeface="Arial" panose="020B0604020202020204" pitchFamily="34" charset="0"/>
              </a:rPr>
              <a:t>无丢失</a:t>
            </a:r>
          </a:p>
          <a:p>
            <a:r>
              <a:rPr kumimoji="0" lang="zh-CN" altLang="en-US" sz="2000">
                <a:latin typeface="Arial" panose="020B0604020202020204" pitchFamily="34" charset="0"/>
              </a:rPr>
              <a:t>可以容忍丢包</a:t>
            </a:r>
          </a:p>
          <a:p>
            <a:r>
              <a:rPr kumimoji="0" lang="zh-CN" altLang="en-US" sz="2000">
                <a:latin typeface="Arial" panose="020B0604020202020204" pitchFamily="34" charset="0"/>
              </a:rPr>
              <a:t>可以容忍丢包</a:t>
            </a:r>
          </a:p>
          <a:p>
            <a:endParaRPr kumimoji="0" lang="zh-CN" altLang="en-US" sz="2000">
              <a:latin typeface="Arial" panose="020B0604020202020204" pitchFamily="34" charset="0"/>
            </a:endParaRPr>
          </a:p>
          <a:p>
            <a:r>
              <a:rPr kumimoji="0" lang="zh-CN" altLang="en-US" sz="2000">
                <a:latin typeface="Arial" panose="020B0604020202020204" pitchFamily="34" charset="0"/>
              </a:rPr>
              <a:t>可以容忍丢包</a:t>
            </a:r>
          </a:p>
          <a:p>
            <a:r>
              <a:rPr kumimoji="0" lang="zh-CN" altLang="en-US" sz="2000">
                <a:latin typeface="Arial" panose="020B0604020202020204" pitchFamily="34" charset="0"/>
              </a:rPr>
              <a:t>可以容忍丢包</a:t>
            </a:r>
          </a:p>
          <a:p>
            <a:r>
              <a:rPr kumimoji="0" lang="zh-CN" altLang="en-US" sz="2000">
                <a:latin typeface="Arial" panose="020B0604020202020204" pitchFamily="34" charset="0"/>
              </a:rPr>
              <a:t>无丢失</a:t>
            </a:r>
          </a:p>
        </p:txBody>
      </p:sp>
      <p:sp>
        <p:nvSpPr>
          <p:cNvPr id="14340" name="Text Box 5">
            <a:extLst>
              <a:ext uri="{FF2B5EF4-FFF2-40B4-BE49-F238E27FC236}">
                <a16:creationId xmlns:a16="http://schemas.microsoft.com/office/drawing/2014/main" id="{75A4E276-E941-45D7-93C0-95CAE60880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99188" y="1506539"/>
            <a:ext cx="2062162" cy="3140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kumimoji="0" lang="zh-CN" altLang="en-US" sz="2000" b="1">
                <a:solidFill>
                  <a:schemeClr val="tx2"/>
                </a:solidFill>
                <a:latin typeface="Arial" panose="020B0604020202020204" pitchFamily="34" charset="0"/>
              </a:rPr>
              <a:t>带宽</a:t>
            </a:r>
            <a:r>
              <a:rPr kumimoji="0" lang="en-US" altLang="zh-CN" sz="2000" b="1">
                <a:solidFill>
                  <a:schemeClr val="tx2"/>
                </a:solidFill>
                <a:latin typeface="Arial" panose="020B0604020202020204" pitchFamily="34" charset="0"/>
              </a:rPr>
              <a:t>bps</a:t>
            </a:r>
            <a:endParaRPr kumimoji="0" lang="zh-CN" altLang="en-US" sz="2000" b="1">
              <a:solidFill>
                <a:schemeClr val="tx2"/>
              </a:solidFill>
              <a:latin typeface="Arial" panose="020B0604020202020204" pitchFamily="34" charset="0"/>
            </a:endParaRPr>
          </a:p>
          <a:p>
            <a:endParaRPr kumimoji="0" lang="zh-CN" altLang="en-US" sz="2000">
              <a:latin typeface="Arial" panose="020B0604020202020204" pitchFamily="34" charset="0"/>
            </a:endParaRPr>
          </a:p>
          <a:p>
            <a:r>
              <a:rPr kumimoji="0" lang="zh-CN" altLang="en-US" sz="2000">
                <a:latin typeface="Arial" panose="020B0604020202020204" pitchFamily="34" charset="0"/>
              </a:rPr>
              <a:t>弹性 </a:t>
            </a:r>
          </a:p>
          <a:p>
            <a:r>
              <a:rPr kumimoji="0" lang="zh-CN" altLang="en-US" sz="2000">
                <a:latin typeface="Arial" panose="020B0604020202020204" pitchFamily="34" charset="0"/>
              </a:rPr>
              <a:t>弹性 </a:t>
            </a:r>
          </a:p>
          <a:p>
            <a:r>
              <a:rPr kumimoji="0" lang="zh-CN" altLang="en-US" sz="2000">
                <a:latin typeface="Arial" panose="020B0604020202020204" pitchFamily="34" charset="0"/>
              </a:rPr>
              <a:t>弹性 </a:t>
            </a:r>
          </a:p>
          <a:p>
            <a:r>
              <a:rPr kumimoji="0" lang="zh-CN" altLang="en-US" sz="2000">
                <a:latin typeface="Arial" panose="020B0604020202020204" pitchFamily="34" charset="0"/>
              </a:rPr>
              <a:t>音频</a:t>
            </a:r>
            <a:r>
              <a:rPr kumimoji="0" lang="en-US" altLang="zh-CN" sz="2000">
                <a:latin typeface="Arial" panose="020B0604020202020204" pitchFamily="34" charset="0"/>
              </a:rPr>
              <a:t>: 5K-1M</a:t>
            </a:r>
          </a:p>
          <a:p>
            <a:r>
              <a:rPr kumimoji="0" lang="zh-CN" altLang="en-US" sz="2000">
                <a:latin typeface="Arial" panose="020B0604020202020204" pitchFamily="34" charset="0"/>
              </a:rPr>
              <a:t>视频</a:t>
            </a:r>
            <a:r>
              <a:rPr kumimoji="0" lang="en-US" altLang="zh-CN" sz="2000">
                <a:latin typeface="Arial" panose="020B0604020202020204" pitchFamily="34" charset="0"/>
              </a:rPr>
              <a:t>:10K-5M</a:t>
            </a:r>
          </a:p>
          <a:p>
            <a:r>
              <a:rPr kumimoji="0" lang="zh-CN" altLang="en-US" sz="2000">
                <a:latin typeface="Arial" panose="020B0604020202020204" pitchFamily="34" charset="0"/>
              </a:rPr>
              <a:t>同上 </a:t>
            </a:r>
          </a:p>
          <a:p>
            <a:r>
              <a:rPr kumimoji="0" lang="zh-CN" altLang="en-US" sz="2000">
                <a:latin typeface="Arial" panose="020B0604020202020204" pitchFamily="34" charset="0"/>
              </a:rPr>
              <a:t>几个 </a:t>
            </a:r>
            <a:r>
              <a:rPr kumimoji="0" lang="en-US" altLang="zh-CN" sz="2000">
                <a:latin typeface="Arial" panose="020B0604020202020204" pitchFamily="34" charset="0"/>
              </a:rPr>
              <a:t>K</a:t>
            </a:r>
            <a:r>
              <a:rPr kumimoji="0" lang="zh-CN" altLang="en-US" sz="2000">
                <a:latin typeface="Arial" panose="020B0604020202020204" pitchFamily="34" charset="0"/>
              </a:rPr>
              <a:t>以上</a:t>
            </a:r>
          </a:p>
          <a:p>
            <a:r>
              <a:rPr kumimoji="0" lang="zh-CN" altLang="en-US" sz="2000">
                <a:latin typeface="Arial" panose="020B0604020202020204" pitchFamily="34" charset="0"/>
              </a:rPr>
              <a:t>弹性 </a:t>
            </a:r>
          </a:p>
        </p:txBody>
      </p:sp>
      <p:sp>
        <p:nvSpPr>
          <p:cNvPr id="14341" name="Text Box 6">
            <a:extLst>
              <a:ext uri="{FF2B5EF4-FFF2-40B4-BE49-F238E27FC236}">
                <a16:creationId xmlns:a16="http://schemas.microsoft.com/office/drawing/2014/main" id="{EBB62342-CD1E-4351-8341-EE55E00E2E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42288" y="1487489"/>
            <a:ext cx="2062162" cy="3140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CCEC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kumimoji="0" lang="zh-CN" altLang="en-US" sz="2000" b="1">
                <a:solidFill>
                  <a:schemeClr val="tx2"/>
                </a:solidFill>
                <a:latin typeface="Arial" panose="020B0604020202020204" pitchFamily="34" charset="0"/>
              </a:rPr>
              <a:t>时间敏感性</a:t>
            </a:r>
          </a:p>
          <a:p>
            <a:endParaRPr kumimoji="0" lang="zh-CN" altLang="en-US" sz="2000">
              <a:latin typeface="Arial" panose="020B0604020202020204" pitchFamily="34" charset="0"/>
            </a:endParaRPr>
          </a:p>
          <a:p>
            <a:r>
              <a:rPr kumimoji="0" lang="zh-CN" altLang="en-US" sz="2000">
                <a:latin typeface="Arial" panose="020B0604020202020204" pitchFamily="34" charset="0"/>
              </a:rPr>
              <a:t>无</a:t>
            </a:r>
          </a:p>
          <a:p>
            <a:r>
              <a:rPr kumimoji="0" lang="zh-CN" altLang="en-US" sz="2000">
                <a:latin typeface="Arial" panose="020B0604020202020204" pitchFamily="34" charset="0"/>
              </a:rPr>
              <a:t>无</a:t>
            </a:r>
            <a:endParaRPr kumimoji="0" lang="zh-CN" altLang="en-US" sz="2000" b="1">
              <a:latin typeface="Arial" panose="020B0604020202020204" pitchFamily="34" charset="0"/>
            </a:endParaRPr>
          </a:p>
          <a:p>
            <a:r>
              <a:rPr kumimoji="0" lang="zh-CN" altLang="en-US" sz="2000">
                <a:latin typeface="Arial" panose="020B0604020202020204" pitchFamily="34" charset="0"/>
              </a:rPr>
              <a:t>无</a:t>
            </a:r>
          </a:p>
          <a:p>
            <a:r>
              <a:rPr kumimoji="0" lang="zh-CN" altLang="en-US" sz="2000">
                <a:latin typeface="Arial" panose="020B0604020202020204" pitchFamily="34" charset="0"/>
              </a:rPr>
              <a:t>有</a:t>
            </a:r>
            <a:r>
              <a:rPr kumimoji="0" lang="en-US" altLang="zh-CN" sz="2000">
                <a:latin typeface="Arial" panose="020B0604020202020204" pitchFamily="34" charset="0"/>
              </a:rPr>
              <a:t>, 100</a:t>
            </a:r>
            <a:r>
              <a:rPr kumimoji="0" lang="zh-CN" altLang="en-US" sz="2000">
                <a:latin typeface="Arial" panose="020B0604020202020204" pitchFamily="34" charset="0"/>
              </a:rPr>
              <a:t>毫秒</a:t>
            </a:r>
          </a:p>
          <a:p>
            <a:endParaRPr kumimoji="0" lang="zh-CN" altLang="en-US" sz="2000">
              <a:latin typeface="Arial" panose="020B0604020202020204" pitchFamily="34" charset="0"/>
            </a:endParaRPr>
          </a:p>
          <a:p>
            <a:r>
              <a:rPr kumimoji="0" lang="zh-CN" altLang="en-US" sz="2000">
                <a:latin typeface="Arial" panose="020B0604020202020204" pitchFamily="34" charset="0"/>
              </a:rPr>
              <a:t>有</a:t>
            </a:r>
            <a:r>
              <a:rPr kumimoji="0" lang="en-US" altLang="zh-CN" sz="2000">
                <a:latin typeface="Arial" panose="020B0604020202020204" pitchFamily="34" charset="0"/>
              </a:rPr>
              <a:t>, </a:t>
            </a:r>
            <a:r>
              <a:rPr kumimoji="0" lang="zh-CN" altLang="en-US" sz="2000">
                <a:latin typeface="Arial" panose="020B0604020202020204" pitchFamily="34" charset="0"/>
              </a:rPr>
              <a:t>几秒</a:t>
            </a:r>
          </a:p>
          <a:p>
            <a:r>
              <a:rPr kumimoji="0" lang="zh-CN" altLang="en-US" sz="2000">
                <a:latin typeface="Arial" panose="020B0604020202020204" pitchFamily="34" charset="0"/>
              </a:rPr>
              <a:t>有</a:t>
            </a:r>
            <a:r>
              <a:rPr kumimoji="0" lang="en-US" altLang="zh-CN" sz="2000">
                <a:latin typeface="Arial" panose="020B0604020202020204" pitchFamily="34" charset="0"/>
              </a:rPr>
              <a:t>, 100</a:t>
            </a:r>
            <a:r>
              <a:rPr kumimoji="0" lang="zh-CN" altLang="en-US" sz="2000">
                <a:latin typeface="Arial" panose="020B0604020202020204" pitchFamily="34" charset="0"/>
              </a:rPr>
              <a:t>毫秒</a:t>
            </a:r>
          </a:p>
          <a:p>
            <a:r>
              <a:rPr kumimoji="0" lang="zh-CN" altLang="en-US" sz="2000">
                <a:latin typeface="Arial" panose="020B0604020202020204" pitchFamily="34" charset="0"/>
              </a:rPr>
              <a:t>视具体情况而定</a:t>
            </a:r>
          </a:p>
        </p:txBody>
      </p:sp>
      <p:sp>
        <p:nvSpPr>
          <p:cNvPr id="14342" name="Line 7">
            <a:extLst>
              <a:ext uri="{FF2B5EF4-FFF2-40B4-BE49-F238E27FC236}">
                <a16:creationId xmlns:a16="http://schemas.microsoft.com/office/drawing/2014/main" id="{A7816543-5A7A-46D0-8681-7A058811603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420938" y="1876426"/>
            <a:ext cx="7562850" cy="9525"/>
          </a:xfrm>
          <a:prstGeom prst="line">
            <a:avLst/>
          </a:prstGeom>
          <a:noFill/>
          <a:ln w="28575">
            <a:solidFill>
              <a:srgbClr val="CCEC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343" name="Line 8">
            <a:extLst>
              <a:ext uri="{FF2B5EF4-FFF2-40B4-BE49-F238E27FC236}">
                <a16:creationId xmlns:a16="http://schemas.microsoft.com/office/drawing/2014/main" id="{45C40596-9BF4-4FDC-A9BE-319ECB7DC1F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373314" y="2476500"/>
            <a:ext cx="7629525" cy="0"/>
          </a:xfrm>
          <a:prstGeom prst="line">
            <a:avLst/>
          </a:prstGeom>
          <a:noFill/>
          <a:ln w="12700">
            <a:solidFill>
              <a:srgbClr val="CCEC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344" name="Line 9">
            <a:extLst>
              <a:ext uri="{FF2B5EF4-FFF2-40B4-BE49-F238E27FC236}">
                <a16:creationId xmlns:a16="http://schemas.microsoft.com/office/drawing/2014/main" id="{C954E40D-8EB0-4236-B057-3D0EFF5DB92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382839" y="2771775"/>
            <a:ext cx="7629525" cy="0"/>
          </a:xfrm>
          <a:prstGeom prst="line">
            <a:avLst/>
          </a:prstGeom>
          <a:noFill/>
          <a:ln w="12700">
            <a:solidFill>
              <a:srgbClr val="CCEC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345" name="Line 10">
            <a:extLst>
              <a:ext uri="{FF2B5EF4-FFF2-40B4-BE49-F238E27FC236}">
                <a16:creationId xmlns:a16="http://schemas.microsoft.com/office/drawing/2014/main" id="{C2F0D726-B111-4C3C-9351-8CC8E41DF09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392364" y="3067050"/>
            <a:ext cx="7629525" cy="0"/>
          </a:xfrm>
          <a:prstGeom prst="line">
            <a:avLst/>
          </a:prstGeom>
          <a:noFill/>
          <a:ln w="12700">
            <a:solidFill>
              <a:srgbClr val="CCEC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346" name="Line 11">
            <a:extLst>
              <a:ext uri="{FF2B5EF4-FFF2-40B4-BE49-F238E27FC236}">
                <a16:creationId xmlns:a16="http://schemas.microsoft.com/office/drawing/2014/main" id="{BDF1AA05-CB79-4722-9959-FE53E8D563F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411414" y="3676650"/>
            <a:ext cx="7629525" cy="0"/>
          </a:xfrm>
          <a:prstGeom prst="line">
            <a:avLst/>
          </a:prstGeom>
          <a:noFill/>
          <a:ln w="12700">
            <a:solidFill>
              <a:srgbClr val="CCEC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347" name="Line 12">
            <a:extLst>
              <a:ext uri="{FF2B5EF4-FFF2-40B4-BE49-F238E27FC236}">
                <a16:creationId xmlns:a16="http://schemas.microsoft.com/office/drawing/2014/main" id="{A245C94E-931E-4600-804F-377CCB18CE7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363789" y="3990975"/>
            <a:ext cx="7629525" cy="0"/>
          </a:xfrm>
          <a:prstGeom prst="line">
            <a:avLst/>
          </a:prstGeom>
          <a:noFill/>
          <a:ln w="12700">
            <a:solidFill>
              <a:srgbClr val="CCEC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348" name="Line 13">
            <a:extLst>
              <a:ext uri="{FF2B5EF4-FFF2-40B4-BE49-F238E27FC236}">
                <a16:creationId xmlns:a16="http://schemas.microsoft.com/office/drawing/2014/main" id="{37EBC460-AF3A-4B09-B7CC-9C81B79A9D3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363789" y="4314825"/>
            <a:ext cx="7629525" cy="0"/>
          </a:xfrm>
          <a:prstGeom prst="line">
            <a:avLst/>
          </a:prstGeom>
          <a:noFill/>
          <a:ln w="12700">
            <a:solidFill>
              <a:srgbClr val="CCEC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349" name="Line 14">
            <a:extLst>
              <a:ext uri="{FF2B5EF4-FFF2-40B4-BE49-F238E27FC236}">
                <a16:creationId xmlns:a16="http://schemas.microsoft.com/office/drawing/2014/main" id="{9BB819C8-F8BB-4B3B-9DFF-1875839C459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325689" y="4648200"/>
            <a:ext cx="7629525" cy="0"/>
          </a:xfrm>
          <a:prstGeom prst="line">
            <a:avLst/>
          </a:prstGeom>
          <a:noFill/>
          <a:ln w="12700">
            <a:solidFill>
              <a:srgbClr val="CCEC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350" name="Rectangle 15">
            <a:extLst>
              <a:ext uri="{FF2B5EF4-FFF2-40B4-BE49-F238E27FC236}">
                <a16:creationId xmlns:a16="http://schemas.microsoft.com/office/drawing/2014/main" id="{B73A6691-7238-4BB0-B199-995A1063952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3203575" y="508000"/>
            <a:ext cx="5894388" cy="6096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 eaLnBrk="1" hangingPunct="1"/>
            <a:r>
              <a:rPr lang="zh-CN" altLang="en-US" sz="3600">
                <a:latin typeface="Times New Roman" panose="02020603050405020304" pitchFamily="18" charset="0"/>
                <a:ea typeface="华文新魏" panose="02010800040101010101" pitchFamily="2" charset="-122"/>
              </a:rPr>
              <a:t>公共应用的传输服务要求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ext Box 1027">
            <a:extLst>
              <a:ext uri="{FF2B5EF4-FFF2-40B4-BE49-F238E27FC236}">
                <a16:creationId xmlns:a16="http://schemas.microsoft.com/office/drawing/2014/main" id="{885EEF2A-095E-4AF5-81A1-31AE9D630C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73350" y="1674813"/>
            <a:ext cx="1962150" cy="3505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r"/>
            <a:r>
              <a:rPr kumimoji="0" lang="zh-CN" altLang="en-US" sz="2000" b="1">
                <a:solidFill>
                  <a:schemeClr val="tx2"/>
                </a:solidFill>
                <a:latin typeface="Arial" panose="020B0604020202020204" pitchFamily="34" charset="0"/>
              </a:rPr>
              <a:t>应用 </a:t>
            </a:r>
          </a:p>
          <a:p>
            <a:pPr algn="r"/>
            <a:endParaRPr kumimoji="0" lang="zh-CN" altLang="en-US" sz="2000">
              <a:latin typeface="Arial" panose="020B0604020202020204" pitchFamily="34" charset="0"/>
            </a:endParaRPr>
          </a:p>
          <a:p>
            <a:pPr algn="r"/>
            <a:r>
              <a:rPr kumimoji="0" lang="en-US" altLang="zh-CN" sz="2000">
                <a:latin typeface="Arial" panose="020B0604020202020204" pitchFamily="34" charset="0"/>
              </a:rPr>
              <a:t>e-mail</a:t>
            </a:r>
          </a:p>
          <a:p>
            <a:pPr algn="r"/>
            <a:r>
              <a:rPr kumimoji="0" lang="zh-CN" altLang="en-US" sz="2000">
                <a:latin typeface="Arial" panose="020B0604020202020204" pitchFamily="34" charset="0"/>
              </a:rPr>
              <a:t>远程终端访问</a:t>
            </a:r>
          </a:p>
          <a:p>
            <a:pPr algn="r"/>
            <a:r>
              <a:rPr kumimoji="0" lang="en-US" altLang="zh-CN" sz="2000">
                <a:latin typeface="Arial" panose="020B0604020202020204" pitchFamily="34" charset="0"/>
              </a:rPr>
              <a:t>Web </a:t>
            </a:r>
          </a:p>
          <a:p>
            <a:pPr algn="r"/>
            <a:r>
              <a:rPr kumimoji="0" lang="zh-CN" altLang="en-US" sz="2000">
                <a:latin typeface="Arial" panose="020B0604020202020204" pitchFamily="34" charset="0"/>
              </a:rPr>
              <a:t>文件传输</a:t>
            </a:r>
          </a:p>
          <a:p>
            <a:pPr algn="r"/>
            <a:r>
              <a:rPr kumimoji="0" lang="zh-CN" altLang="en-US" sz="2000">
                <a:latin typeface="Arial" panose="020B0604020202020204" pitchFamily="34" charset="0"/>
              </a:rPr>
              <a:t>多媒体流</a:t>
            </a:r>
          </a:p>
          <a:p>
            <a:pPr algn="r"/>
            <a:endParaRPr kumimoji="0" lang="zh-CN" altLang="en-US" sz="2000">
              <a:latin typeface="Arial" panose="020B0604020202020204" pitchFamily="34" charset="0"/>
            </a:endParaRPr>
          </a:p>
          <a:p>
            <a:pPr algn="r"/>
            <a:r>
              <a:rPr kumimoji="0" lang="zh-CN" altLang="en-US" sz="2000">
                <a:latin typeface="Arial" panose="020B0604020202020204" pitchFamily="34" charset="0"/>
              </a:rPr>
              <a:t>远程文件服务器</a:t>
            </a:r>
          </a:p>
          <a:p>
            <a:pPr algn="r"/>
            <a:r>
              <a:rPr kumimoji="0" lang="en-US" altLang="zh-CN" sz="2000">
                <a:latin typeface="Arial" panose="020B0604020202020204" pitchFamily="34" charset="0"/>
              </a:rPr>
              <a:t>Internet</a:t>
            </a:r>
            <a:r>
              <a:rPr kumimoji="0" lang="zh-CN" altLang="en-US" sz="2000">
                <a:latin typeface="Arial" panose="020B0604020202020204" pitchFamily="34" charset="0"/>
              </a:rPr>
              <a:t>电话</a:t>
            </a:r>
          </a:p>
          <a:p>
            <a:pPr algn="r"/>
            <a:endParaRPr kumimoji="0" lang="en-US" altLang="zh-CN" sz="2400"/>
          </a:p>
        </p:txBody>
      </p:sp>
      <p:sp>
        <p:nvSpPr>
          <p:cNvPr id="15363" name="Text Box 1028">
            <a:extLst>
              <a:ext uri="{FF2B5EF4-FFF2-40B4-BE49-F238E27FC236}">
                <a16:creationId xmlns:a16="http://schemas.microsoft.com/office/drawing/2014/main" id="{8381A760-4EBA-4AB0-9A51-3ADADFA383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14889" y="1657351"/>
            <a:ext cx="2441575" cy="3444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kumimoji="0" lang="zh-CN" altLang="en-US" sz="2000" b="1">
                <a:solidFill>
                  <a:schemeClr val="tx2"/>
                </a:solidFill>
                <a:latin typeface="Arial" panose="020B0604020202020204" pitchFamily="34" charset="0"/>
              </a:rPr>
              <a:t>应用层协议</a:t>
            </a:r>
          </a:p>
          <a:p>
            <a:endParaRPr kumimoji="0" lang="zh-CN" altLang="en-US" sz="2000">
              <a:latin typeface="Arial" panose="020B0604020202020204" pitchFamily="34" charset="0"/>
            </a:endParaRPr>
          </a:p>
          <a:p>
            <a:r>
              <a:rPr kumimoji="0" lang="en-US" altLang="zh-CN" sz="2000">
                <a:latin typeface="Arial" panose="020B0604020202020204" pitchFamily="34" charset="0"/>
              </a:rPr>
              <a:t>smtp [RFC 821]</a:t>
            </a:r>
          </a:p>
          <a:p>
            <a:r>
              <a:rPr kumimoji="0" lang="en-US" altLang="zh-CN" sz="2000">
                <a:latin typeface="Arial" panose="020B0604020202020204" pitchFamily="34" charset="0"/>
              </a:rPr>
              <a:t>telnet [RFC 854]</a:t>
            </a:r>
          </a:p>
          <a:p>
            <a:r>
              <a:rPr kumimoji="0" lang="en-US" altLang="zh-CN" sz="2000">
                <a:latin typeface="Arial" panose="020B0604020202020204" pitchFamily="34" charset="0"/>
              </a:rPr>
              <a:t>http [RFC 2068]</a:t>
            </a:r>
          </a:p>
          <a:p>
            <a:r>
              <a:rPr kumimoji="0" lang="en-US" altLang="zh-CN" sz="2000">
                <a:latin typeface="Arial" panose="020B0604020202020204" pitchFamily="34" charset="0"/>
              </a:rPr>
              <a:t>ftp [RFC 959]</a:t>
            </a:r>
          </a:p>
          <a:p>
            <a:r>
              <a:rPr kumimoji="0" lang="en-US" altLang="zh-CN" sz="2000">
                <a:latin typeface="Arial" panose="020B0604020202020204" pitchFamily="34" charset="0"/>
              </a:rPr>
              <a:t>Proprietary(</a:t>
            </a:r>
            <a:r>
              <a:rPr kumimoji="0" lang="zh-CN" altLang="en-US" sz="2000">
                <a:latin typeface="Arial" panose="020B0604020202020204" pitchFamily="34" charset="0"/>
              </a:rPr>
              <a:t>专利</a:t>
            </a:r>
            <a:r>
              <a:rPr kumimoji="0" lang="en-US" altLang="zh-CN" sz="2000">
                <a:latin typeface="Arial" panose="020B0604020202020204" pitchFamily="34" charset="0"/>
              </a:rPr>
              <a:t>)</a:t>
            </a:r>
          </a:p>
          <a:p>
            <a:r>
              <a:rPr kumimoji="0" lang="en-US" altLang="zh-CN" sz="2000">
                <a:latin typeface="Arial" panose="020B0604020202020204" pitchFamily="34" charset="0"/>
              </a:rPr>
              <a:t>(</a:t>
            </a:r>
            <a:r>
              <a:rPr kumimoji="0" lang="zh-CN" altLang="en-US" sz="2000">
                <a:latin typeface="Arial" panose="020B0604020202020204" pitchFamily="34" charset="0"/>
              </a:rPr>
              <a:t>如： 实时网络</a:t>
            </a:r>
            <a:r>
              <a:rPr kumimoji="0" lang="en-US" altLang="zh-CN" sz="2000">
                <a:latin typeface="Arial" panose="020B0604020202020204" pitchFamily="34" charset="0"/>
              </a:rPr>
              <a:t>)</a:t>
            </a:r>
          </a:p>
          <a:p>
            <a:r>
              <a:rPr kumimoji="0" lang="en-US" altLang="zh-CN" sz="2000">
                <a:latin typeface="Arial" panose="020B0604020202020204" pitchFamily="34" charset="0"/>
              </a:rPr>
              <a:t>NFS</a:t>
            </a:r>
          </a:p>
          <a:p>
            <a:r>
              <a:rPr kumimoji="0" lang="en-US" altLang="zh-CN" sz="2000">
                <a:latin typeface="Arial" panose="020B0604020202020204" pitchFamily="34" charset="0"/>
              </a:rPr>
              <a:t>Proprietary</a:t>
            </a:r>
            <a:r>
              <a:rPr kumimoji="0" lang="zh-CN" altLang="en-US" sz="2000">
                <a:latin typeface="Arial" panose="020B0604020202020204" pitchFamily="34" charset="0"/>
              </a:rPr>
              <a:t>（专利）</a:t>
            </a:r>
          </a:p>
          <a:p>
            <a:r>
              <a:rPr kumimoji="0" lang="en-US" altLang="zh-CN" sz="2000">
                <a:latin typeface="Arial" panose="020B0604020202020204" pitchFamily="34" charset="0"/>
              </a:rPr>
              <a:t>(</a:t>
            </a:r>
            <a:r>
              <a:rPr kumimoji="0" lang="zh-CN" altLang="en-US" sz="2000">
                <a:latin typeface="Arial" panose="020B0604020202020204" pitchFamily="34" charset="0"/>
              </a:rPr>
              <a:t>如： </a:t>
            </a:r>
            <a:r>
              <a:rPr kumimoji="0" lang="en-US" altLang="zh-CN" sz="2000">
                <a:latin typeface="Arial" panose="020B0604020202020204" pitchFamily="34" charset="0"/>
              </a:rPr>
              <a:t>Vocaltec)</a:t>
            </a:r>
            <a:endParaRPr kumimoji="0" lang="en-US" altLang="zh-CN" sz="2400"/>
          </a:p>
        </p:txBody>
      </p:sp>
      <p:sp>
        <p:nvSpPr>
          <p:cNvPr id="15364" name="Text Box 1029">
            <a:extLst>
              <a:ext uri="{FF2B5EF4-FFF2-40B4-BE49-F238E27FC236}">
                <a16:creationId xmlns:a16="http://schemas.microsoft.com/office/drawing/2014/main" id="{D37E3939-2724-410D-9375-C4BB82A4B7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29500" y="1730376"/>
            <a:ext cx="2624138" cy="3140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kumimoji="0" lang="zh-CN" altLang="en-US" sz="2000" b="1">
                <a:solidFill>
                  <a:schemeClr val="tx2"/>
                </a:solidFill>
                <a:latin typeface="Arial" panose="020B0604020202020204" pitchFamily="34" charset="0"/>
              </a:rPr>
              <a:t>下层传输协议</a:t>
            </a:r>
          </a:p>
          <a:p>
            <a:endParaRPr kumimoji="0" lang="zh-CN" altLang="en-US" sz="2000">
              <a:latin typeface="Arial" panose="020B0604020202020204" pitchFamily="34" charset="0"/>
            </a:endParaRPr>
          </a:p>
          <a:p>
            <a:r>
              <a:rPr kumimoji="0" lang="en-US" altLang="zh-CN" sz="2000">
                <a:latin typeface="Arial" panose="020B0604020202020204" pitchFamily="34" charset="0"/>
              </a:rPr>
              <a:t>TCP</a:t>
            </a:r>
          </a:p>
          <a:p>
            <a:r>
              <a:rPr kumimoji="0" lang="en-US" altLang="zh-CN" sz="2000">
                <a:latin typeface="Arial" panose="020B0604020202020204" pitchFamily="34" charset="0"/>
              </a:rPr>
              <a:t>TCP</a:t>
            </a:r>
          </a:p>
          <a:p>
            <a:r>
              <a:rPr kumimoji="0" lang="en-US" altLang="zh-CN" sz="2000">
                <a:latin typeface="Arial" panose="020B0604020202020204" pitchFamily="34" charset="0"/>
              </a:rPr>
              <a:t>TCP</a:t>
            </a:r>
          </a:p>
          <a:p>
            <a:r>
              <a:rPr kumimoji="0" lang="en-US" altLang="zh-CN" sz="2000">
                <a:latin typeface="Arial" panose="020B0604020202020204" pitchFamily="34" charset="0"/>
              </a:rPr>
              <a:t>TCP</a:t>
            </a:r>
          </a:p>
          <a:p>
            <a:r>
              <a:rPr kumimoji="0" lang="en-US" altLang="zh-CN" sz="2000">
                <a:latin typeface="Arial" panose="020B0604020202020204" pitchFamily="34" charset="0"/>
              </a:rPr>
              <a:t>TCP</a:t>
            </a:r>
            <a:r>
              <a:rPr kumimoji="0" lang="zh-CN" altLang="en-US" sz="2000">
                <a:latin typeface="Arial" panose="020B0604020202020204" pitchFamily="34" charset="0"/>
              </a:rPr>
              <a:t>或 </a:t>
            </a:r>
            <a:r>
              <a:rPr kumimoji="0" lang="en-US" altLang="zh-CN" sz="2000">
                <a:latin typeface="Arial" panose="020B0604020202020204" pitchFamily="34" charset="0"/>
              </a:rPr>
              <a:t>UDP</a:t>
            </a:r>
          </a:p>
          <a:p>
            <a:endParaRPr kumimoji="0" lang="en-US" altLang="zh-CN" sz="2000">
              <a:latin typeface="Arial" panose="020B0604020202020204" pitchFamily="34" charset="0"/>
            </a:endParaRPr>
          </a:p>
          <a:p>
            <a:r>
              <a:rPr kumimoji="0" lang="en-US" altLang="zh-CN" sz="2000">
                <a:latin typeface="Arial" panose="020B0604020202020204" pitchFamily="34" charset="0"/>
              </a:rPr>
              <a:t>TCP or UDP</a:t>
            </a:r>
          </a:p>
          <a:p>
            <a:r>
              <a:rPr kumimoji="0" lang="en-US" altLang="zh-CN" sz="2000">
                <a:latin typeface="Arial" panose="020B0604020202020204" pitchFamily="34" charset="0"/>
              </a:rPr>
              <a:t>UDP</a:t>
            </a:r>
          </a:p>
        </p:txBody>
      </p:sp>
      <p:sp>
        <p:nvSpPr>
          <p:cNvPr id="15365" name="Line 1030">
            <a:extLst>
              <a:ext uri="{FF2B5EF4-FFF2-40B4-BE49-F238E27FC236}">
                <a16:creationId xmlns:a16="http://schemas.microsoft.com/office/drawing/2014/main" id="{0C2E875C-FF09-4212-8017-5C4A3317C547}"/>
              </a:ext>
            </a:extLst>
          </p:cNvPr>
          <p:cNvSpPr>
            <a:spLocks noChangeShapeType="1"/>
          </p:cNvSpPr>
          <p:nvPr/>
        </p:nvSpPr>
        <p:spPr bwMode="auto">
          <a:xfrm>
            <a:off x="2684463" y="2054226"/>
            <a:ext cx="7334250" cy="9525"/>
          </a:xfrm>
          <a:prstGeom prst="line">
            <a:avLst/>
          </a:prstGeom>
          <a:noFill/>
          <a:ln w="28575">
            <a:solidFill>
              <a:srgbClr val="CCEC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366" name="Line 1031">
            <a:extLst>
              <a:ext uri="{FF2B5EF4-FFF2-40B4-BE49-F238E27FC236}">
                <a16:creationId xmlns:a16="http://schemas.microsoft.com/office/drawing/2014/main" id="{4939170F-0C53-48A5-82C3-D2BDD63DDA0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636839" y="2644775"/>
            <a:ext cx="7324725" cy="0"/>
          </a:xfrm>
          <a:prstGeom prst="line">
            <a:avLst/>
          </a:prstGeom>
          <a:noFill/>
          <a:ln w="12700">
            <a:solidFill>
              <a:srgbClr val="CCEC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367" name="Line 1032">
            <a:extLst>
              <a:ext uri="{FF2B5EF4-FFF2-40B4-BE49-F238E27FC236}">
                <a16:creationId xmlns:a16="http://schemas.microsoft.com/office/drawing/2014/main" id="{8B9329AD-A6FC-4267-9809-20BD940BBC0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646363" y="2940050"/>
            <a:ext cx="7296150" cy="0"/>
          </a:xfrm>
          <a:prstGeom prst="line">
            <a:avLst/>
          </a:prstGeom>
          <a:noFill/>
          <a:ln w="12700">
            <a:solidFill>
              <a:srgbClr val="CCEC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368" name="Line 1033">
            <a:extLst>
              <a:ext uri="{FF2B5EF4-FFF2-40B4-BE49-F238E27FC236}">
                <a16:creationId xmlns:a16="http://schemas.microsoft.com/office/drawing/2014/main" id="{38726B5D-EA3F-4CA0-8435-FDBA77F9E08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655888" y="3235325"/>
            <a:ext cx="7277100" cy="0"/>
          </a:xfrm>
          <a:prstGeom prst="line">
            <a:avLst/>
          </a:prstGeom>
          <a:noFill/>
          <a:ln w="12700">
            <a:solidFill>
              <a:srgbClr val="CCEC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369" name="Line 1034">
            <a:extLst>
              <a:ext uri="{FF2B5EF4-FFF2-40B4-BE49-F238E27FC236}">
                <a16:creationId xmlns:a16="http://schemas.microsoft.com/office/drawing/2014/main" id="{F342F0EE-0C0B-47A5-A1D1-DFB1B2CB21F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674938" y="3559176"/>
            <a:ext cx="7258050" cy="9525"/>
          </a:xfrm>
          <a:prstGeom prst="line">
            <a:avLst/>
          </a:prstGeom>
          <a:noFill/>
          <a:ln w="12700">
            <a:solidFill>
              <a:srgbClr val="CCEC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370" name="Line 1035">
            <a:extLst>
              <a:ext uri="{FF2B5EF4-FFF2-40B4-BE49-F238E27FC236}">
                <a16:creationId xmlns:a16="http://schemas.microsoft.com/office/drawing/2014/main" id="{F3AA4409-C812-451D-8352-F00579826EE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627313" y="4159250"/>
            <a:ext cx="7315200" cy="0"/>
          </a:xfrm>
          <a:prstGeom prst="line">
            <a:avLst/>
          </a:prstGeom>
          <a:noFill/>
          <a:ln w="12700">
            <a:solidFill>
              <a:srgbClr val="CCEC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371" name="Line 1036">
            <a:extLst>
              <a:ext uri="{FF2B5EF4-FFF2-40B4-BE49-F238E27FC236}">
                <a16:creationId xmlns:a16="http://schemas.microsoft.com/office/drawing/2014/main" id="{8719F56B-9669-4571-BD10-4471B0C515A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627313" y="4483100"/>
            <a:ext cx="7315200" cy="0"/>
          </a:xfrm>
          <a:prstGeom prst="line">
            <a:avLst/>
          </a:prstGeom>
          <a:noFill/>
          <a:ln w="12700">
            <a:solidFill>
              <a:srgbClr val="CCEC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372" name="Line 1037">
            <a:extLst>
              <a:ext uri="{FF2B5EF4-FFF2-40B4-BE49-F238E27FC236}">
                <a16:creationId xmlns:a16="http://schemas.microsoft.com/office/drawing/2014/main" id="{C287AF8F-DA3D-49FA-BB74-1BA345D5234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474914" y="5083175"/>
            <a:ext cx="7343775" cy="0"/>
          </a:xfrm>
          <a:prstGeom prst="line">
            <a:avLst/>
          </a:prstGeom>
          <a:noFill/>
          <a:ln w="12700">
            <a:solidFill>
              <a:srgbClr val="CCEC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373" name="Rectangle 1038">
            <a:extLst>
              <a:ext uri="{FF2B5EF4-FFF2-40B4-BE49-F238E27FC236}">
                <a16:creationId xmlns:a16="http://schemas.microsoft.com/office/drawing/2014/main" id="{86E544DA-8537-496E-AE02-A886DB3609A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457451" y="549275"/>
            <a:ext cx="7097713" cy="73183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 eaLnBrk="1" hangingPunct="1"/>
            <a:r>
              <a:rPr lang="en-US" altLang="zh-CN" sz="3200"/>
              <a:t>Internet</a:t>
            </a:r>
            <a:r>
              <a:rPr lang="zh-CN" altLang="en-US" sz="3200"/>
              <a:t>应用</a:t>
            </a:r>
            <a:r>
              <a:rPr lang="en-US" altLang="zh-CN" sz="3200"/>
              <a:t>:</a:t>
            </a:r>
            <a:r>
              <a:rPr lang="zh-CN" altLang="en-US" sz="3200"/>
              <a:t>应用协议和传输协议</a:t>
            </a:r>
            <a:endParaRPr lang="zh-CN" altLang="en-US"/>
          </a:p>
        </p:txBody>
      </p:sp>
    </p:spTree>
  </p:cSld>
  <p:clrMapOvr>
    <a:masterClrMapping/>
  </p:clrMapOvr>
  <p:transition spd="med">
    <p:random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01" name="Rectangle 26">
            <a:extLst>
              <a:ext uri="{FF2B5EF4-FFF2-40B4-BE49-F238E27FC236}">
                <a16:creationId xmlns:a16="http://schemas.microsoft.com/office/drawing/2014/main" id="{FE4810AF-A03A-44CD-9EE8-ABC2295D82E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3635375" y="506413"/>
            <a:ext cx="4973638" cy="11430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 eaLnBrk="1" hangingPunct="1"/>
            <a:r>
              <a:rPr lang="en-US" altLang="zh-CN" sz="3600">
                <a:latin typeface="Times New Roman" panose="02020603050405020304" pitchFamily="18" charset="0"/>
                <a:ea typeface="华文新魏" panose="02010800040101010101" pitchFamily="2" charset="-122"/>
              </a:rPr>
              <a:t>Web: http</a:t>
            </a:r>
            <a:r>
              <a:rPr lang="zh-CN" altLang="en-US" sz="3600">
                <a:latin typeface="Times New Roman" panose="02020603050405020304" pitchFamily="18" charset="0"/>
                <a:ea typeface="华文新魏" panose="02010800040101010101" pitchFamily="2" charset="-122"/>
              </a:rPr>
              <a:t>协议</a:t>
            </a:r>
          </a:p>
        </p:txBody>
      </p:sp>
      <p:sp>
        <p:nvSpPr>
          <p:cNvPr id="16386" name="Rectangle 3">
            <a:extLst>
              <a:ext uri="{FF2B5EF4-FFF2-40B4-BE49-F238E27FC236}">
                <a16:creationId xmlns:a16="http://schemas.microsoft.com/office/drawing/2014/main" id="{EFB8311F-3DB7-4A7A-A40F-FAC4D724BF27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6213475" y="1684338"/>
            <a:ext cx="3810000" cy="4114800"/>
          </a:xfrm>
          <a:solidFill>
            <a:srgbClr val="FFFFFF"/>
          </a:solidFill>
          <a:ln>
            <a:solidFill>
              <a:schemeClr val="tx1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>
                <a:solidFill>
                  <a:srgbClr val="FF0000"/>
                </a:solidFill>
              </a:rPr>
              <a:t>http:</a:t>
            </a:r>
            <a:r>
              <a:rPr lang="zh-CN" altLang="en-US" sz="2400">
                <a:solidFill>
                  <a:schemeClr val="tx2"/>
                </a:solidFill>
              </a:rPr>
              <a:t>超文本传输协议</a:t>
            </a:r>
          </a:p>
          <a:p>
            <a:pPr eaLnBrk="1" hangingPunct="1"/>
            <a:r>
              <a:rPr lang="en-US" altLang="zh-CN" sz="2400"/>
              <a:t>Web</a:t>
            </a:r>
            <a:r>
              <a:rPr lang="zh-CN" altLang="en-US" sz="2400"/>
              <a:t>应用层协议</a:t>
            </a:r>
          </a:p>
          <a:p>
            <a:pPr eaLnBrk="1" hangingPunct="1"/>
            <a:r>
              <a:rPr lang="zh-CN" altLang="en-US" sz="2400"/>
              <a:t>客户机</a:t>
            </a:r>
            <a:r>
              <a:rPr lang="en-US" altLang="zh-CN" sz="2400"/>
              <a:t>/</a:t>
            </a:r>
            <a:r>
              <a:rPr lang="zh-CN" altLang="en-US" sz="2400"/>
              <a:t>服务器模式</a:t>
            </a:r>
          </a:p>
          <a:p>
            <a:pPr lvl="1" eaLnBrk="1" hangingPunct="1"/>
            <a:r>
              <a:rPr lang="zh-CN" altLang="en-US" sz="2200" i="1">
                <a:solidFill>
                  <a:schemeClr val="accent2"/>
                </a:solidFill>
              </a:rPr>
              <a:t>客户机</a:t>
            </a:r>
            <a:r>
              <a:rPr lang="en-US" altLang="zh-CN" sz="2200" i="1">
                <a:solidFill>
                  <a:schemeClr val="accent2"/>
                </a:solidFill>
              </a:rPr>
              <a:t>: </a:t>
            </a:r>
            <a:r>
              <a:rPr lang="zh-CN" altLang="en-US" sz="2200"/>
              <a:t>浏览器提出请求，接收并</a:t>
            </a:r>
            <a:r>
              <a:rPr lang="zh-CN" altLang="en-US" sz="2200">
                <a:latin typeface="Comic Sans MS" panose="030F0702030302020204" pitchFamily="66" charset="0"/>
              </a:rPr>
              <a:t>“</a:t>
            </a:r>
            <a:r>
              <a:rPr lang="zh-CN" altLang="en-US" sz="2200"/>
              <a:t>显示</a:t>
            </a:r>
            <a:r>
              <a:rPr lang="zh-CN" altLang="en-US" sz="2200">
                <a:latin typeface="Comic Sans MS" panose="030F0702030302020204" pitchFamily="66" charset="0"/>
              </a:rPr>
              <a:t>”</a:t>
            </a:r>
            <a:r>
              <a:rPr lang="zh-CN" altLang="en-US" sz="2200"/>
              <a:t> </a:t>
            </a:r>
            <a:r>
              <a:rPr lang="en-US" altLang="zh-CN" sz="2200"/>
              <a:t>Web</a:t>
            </a:r>
            <a:r>
              <a:rPr lang="en-US" altLang="zh-CN" sz="2200">
                <a:latin typeface="Comic Sans MS" panose="030F0702030302020204" pitchFamily="66" charset="0"/>
              </a:rPr>
              <a:t>”</a:t>
            </a:r>
            <a:r>
              <a:rPr lang="zh-CN" altLang="en-US" sz="2200"/>
              <a:t>对象 </a:t>
            </a:r>
          </a:p>
          <a:p>
            <a:pPr lvl="1" eaLnBrk="1" hangingPunct="1"/>
            <a:r>
              <a:rPr lang="zh-CN" altLang="en-US" sz="2200" i="1">
                <a:solidFill>
                  <a:schemeClr val="accent2"/>
                </a:solidFill>
              </a:rPr>
              <a:t>服务器</a:t>
            </a:r>
            <a:r>
              <a:rPr lang="en-US" altLang="zh-CN" sz="2200" i="1">
                <a:solidFill>
                  <a:schemeClr val="accent2"/>
                </a:solidFill>
              </a:rPr>
              <a:t>:</a:t>
            </a:r>
            <a:r>
              <a:rPr lang="en-US" altLang="zh-CN" sz="2200"/>
              <a:t> Web</a:t>
            </a:r>
            <a:r>
              <a:rPr lang="zh-CN" altLang="en-US" sz="2200"/>
              <a:t>服务器访问存储器中存放的一系列</a:t>
            </a:r>
            <a:r>
              <a:rPr lang="en-US" altLang="zh-CN" sz="2200"/>
              <a:t>Web</a:t>
            </a:r>
            <a:r>
              <a:rPr lang="zh-CN" altLang="en-US" sz="2200"/>
              <a:t>文档</a:t>
            </a:r>
            <a:r>
              <a:rPr lang="en-US" altLang="zh-CN" sz="2200"/>
              <a:t>;</a:t>
            </a:r>
            <a:r>
              <a:rPr lang="zh-CN" altLang="en-US" sz="2200"/>
              <a:t>并发送副本以响应（客户）请求</a:t>
            </a:r>
          </a:p>
        </p:txBody>
      </p:sp>
      <p:graphicFrame>
        <p:nvGraphicFramePr>
          <p:cNvPr id="16387" name="Object 4">
            <a:extLst>
              <a:ext uri="{FF2B5EF4-FFF2-40B4-BE49-F238E27FC236}">
                <a16:creationId xmlns:a16="http://schemas.microsoft.com/office/drawing/2014/main" id="{C4FADA1F-144D-4B7E-9AA3-F98225D49E7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25651" y="2552700"/>
          <a:ext cx="752475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14" name="Clip" r:id="rId3" imgW="1307263" imgH="1084139" progId="MS_ClipArt_Gallery.2">
                  <p:embed/>
                </p:oleObj>
              </mc:Choice>
              <mc:Fallback>
                <p:oleObj name="Clip" r:id="rId3" imgW="1307263" imgH="1084139" progId="MS_ClipArt_Gallery.2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25651" y="2552700"/>
                        <a:ext cx="752475" cy="596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388" name="Text Box 5">
            <a:extLst>
              <a:ext uri="{FF2B5EF4-FFF2-40B4-BE49-F238E27FC236}">
                <a16:creationId xmlns:a16="http://schemas.microsoft.com/office/drawing/2014/main" id="{AA5F55BA-E0D3-4EDD-93B6-8AFF3DFBBC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90675" y="3148013"/>
            <a:ext cx="17272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kumimoji="0" lang="en-US" altLang="zh-CN" sz="1600">
                <a:latin typeface="Comic Sans MS" panose="030F0702030302020204" pitchFamily="66" charset="0"/>
              </a:rPr>
              <a:t>PC </a:t>
            </a:r>
            <a:r>
              <a:rPr kumimoji="0" lang="zh-CN" altLang="en-US" sz="1600">
                <a:latin typeface="Comic Sans MS" panose="030F0702030302020204" pitchFamily="66" charset="0"/>
              </a:rPr>
              <a:t>运行</a:t>
            </a:r>
            <a:r>
              <a:rPr kumimoji="0" lang="en-US" altLang="zh-CN" sz="1600">
                <a:latin typeface="Comic Sans MS" panose="030F0702030302020204" pitchFamily="66" charset="0"/>
              </a:rPr>
              <a:t>IE</a:t>
            </a:r>
            <a:r>
              <a:rPr lang="zh-CN" altLang="en-US" sz="1600">
                <a:latin typeface="Tahoma" panose="020B0604030504040204" pitchFamily="34" charset="0"/>
              </a:rPr>
              <a:t>浏览器</a:t>
            </a:r>
          </a:p>
        </p:txBody>
      </p:sp>
      <p:graphicFrame>
        <p:nvGraphicFramePr>
          <p:cNvPr id="16389" name="Object 6">
            <a:extLst>
              <a:ext uri="{FF2B5EF4-FFF2-40B4-BE49-F238E27FC236}">
                <a16:creationId xmlns:a16="http://schemas.microsoft.com/office/drawing/2014/main" id="{E759C002-93CD-4145-91A2-AF4874C124A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20901" y="5248275"/>
          <a:ext cx="752475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15" name="Clip" r:id="rId5" imgW="1307263" imgH="1084139" progId="MS_ClipArt_Gallery.2">
                  <p:embed/>
                </p:oleObj>
              </mc:Choice>
              <mc:Fallback>
                <p:oleObj name="Clip" r:id="rId5" imgW="1307263" imgH="1084139" progId="MS_ClipArt_Gallery.2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0901" y="5248275"/>
                        <a:ext cx="752475" cy="596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390" name="Text Box 7">
            <a:extLst>
              <a:ext uri="{FF2B5EF4-FFF2-40B4-BE49-F238E27FC236}">
                <a16:creationId xmlns:a16="http://schemas.microsoft.com/office/drawing/2014/main" id="{B6BF458D-27F5-41A4-97C3-E111083C65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52963" y="4513264"/>
            <a:ext cx="1262062" cy="1069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kumimoji="0" lang="zh-CN" altLang="en-US" sz="1600">
                <a:latin typeface="Comic Sans MS" panose="030F0702030302020204" pitchFamily="66" charset="0"/>
              </a:rPr>
              <a:t>服务器</a:t>
            </a:r>
          </a:p>
          <a:p>
            <a:pPr algn="ctr"/>
            <a:r>
              <a:rPr kumimoji="0" lang="zh-CN" altLang="en-US" sz="1600">
                <a:latin typeface="Comic Sans MS" panose="030F0702030302020204" pitchFamily="66" charset="0"/>
              </a:rPr>
              <a:t>运行</a:t>
            </a:r>
          </a:p>
          <a:p>
            <a:pPr algn="ctr"/>
            <a:r>
              <a:rPr kumimoji="0" lang="en-US" altLang="zh-CN" sz="1600">
                <a:latin typeface="Comic Sans MS" panose="030F0702030302020204" pitchFamily="66" charset="0"/>
              </a:rPr>
              <a:t>NCSA Web</a:t>
            </a:r>
          </a:p>
          <a:p>
            <a:pPr algn="ctr"/>
            <a:r>
              <a:rPr kumimoji="0" lang="zh-CN" altLang="en-US" sz="1600">
                <a:latin typeface="Comic Sans MS" panose="030F0702030302020204" pitchFamily="66" charset="0"/>
              </a:rPr>
              <a:t>服务器</a:t>
            </a:r>
          </a:p>
        </p:txBody>
      </p:sp>
      <p:grpSp>
        <p:nvGrpSpPr>
          <p:cNvPr id="16391" name="Group 8">
            <a:extLst>
              <a:ext uri="{FF2B5EF4-FFF2-40B4-BE49-F238E27FC236}">
                <a16:creationId xmlns:a16="http://schemas.microsoft.com/office/drawing/2014/main" id="{6D168143-F71B-4CB0-B072-BCCC287DEF29}"/>
              </a:ext>
            </a:extLst>
          </p:cNvPr>
          <p:cNvGrpSpPr>
            <a:grpSpLocks/>
          </p:cNvGrpSpPr>
          <p:nvPr/>
        </p:nvGrpSpPr>
        <p:grpSpPr bwMode="auto">
          <a:xfrm>
            <a:off x="5011739" y="3417888"/>
            <a:ext cx="504825" cy="1071562"/>
            <a:chOff x="4180" y="783"/>
            <a:chExt cx="150" cy="307"/>
          </a:xfrm>
        </p:grpSpPr>
        <p:sp>
          <p:nvSpPr>
            <p:cNvPr id="16402" name="AutoShape 9">
              <a:extLst>
                <a:ext uri="{FF2B5EF4-FFF2-40B4-BE49-F238E27FC236}">
                  <a16:creationId xmlns:a16="http://schemas.microsoft.com/office/drawing/2014/main" id="{28B3E0E8-4868-4BED-BEEE-AB950726BE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80" y="1019"/>
              <a:ext cx="150" cy="71"/>
            </a:xfrm>
            <a:prstGeom prst="parallelogram">
              <a:avLst>
                <a:gd name="adj" fmla="val 81387"/>
              </a:avLst>
            </a:prstGeom>
            <a:solidFill>
              <a:srgbClr val="33CC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6403" name="Rectangle 10">
              <a:extLst>
                <a:ext uri="{FF2B5EF4-FFF2-40B4-BE49-F238E27FC236}">
                  <a16:creationId xmlns:a16="http://schemas.microsoft.com/office/drawing/2014/main" id="{78641AFE-2FF8-4D01-92EC-550DA2CACA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56" y="785"/>
              <a:ext cx="69" cy="236"/>
            </a:xfrm>
            <a:prstGeom prst="rect">
              <a:avLst/>
            </a:prstGeom>
            <a:solidFill>
              <a:srgbClr val="33CC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6404" name="Rectangle 11">
              <a:extLst>
                <a:ext uri="{FF2B5EF4-FFF2-40B4-BE49-F238E27FC236}">
                  <a16:creationId xmlns:a16="http://schemas.microsoft.com/office/drawing/2014/main" id="{6F3137AF-1014-4603-91D5-F3DBD96EF4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81" y="852"/>
              <a:ext cx="95" cy="236"/>
            </a:xfrm>
            <a:prstGeom prst="rect">
              <a:avLst/>
            </a:prstGeom>
            <a:solidFill>
              <a:srgbClr val="33CC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6405" name="AutoShape 12">
              <a:extLst>
                <a:ext uri="{FF2B5EF4-FFF2-40B4-BE49-F238E27FC236}">
                  <a16:creationId xmlns:a16="http://schemas.microsoft.com/office/drawing/2014/main" id="{9B425FDB-23AB-4BD7-9B34-6673D0446D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80" y="783"/>
              <a:ext cx="150" cy="71"/>
            </a:xfrm>
            <a:prstGeom prst="parallelogram">
              <a:avLst>
                <a:gd name="adj" fmla="val 81387"/>
              </a:avLst>
            </a:prstGeom>
            <a:solidFill>
              <a:srgbClr val="33CC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6406" name="Line 13">
              <a:extLst>
                <a:ext uri="{FF2B5EF4-FFF2-40B4-BE49-F238E27FC236}">
                  <a16:creationId xmlns:a16="http://schemas.microsoft.com/office/drawing/2014/main" id="{72B1A2F3-5668-40BD-B375-CA3664721F0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30" y="788"/>
              <a:ext cx="0" cy="23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407" name="Line 14">
              <a:extLst>
                <a:ext uri="{FF2B5EF4-FFF2-40B4-BE49-F238E27FC236}">
                  <a16:creationId xmlns:a16="http://schemas.microsoft.com/office/drawing/2014/main" id="{4C87D122-B4E5-407D-BF97-65E2EEFE8E0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276" y="1019"/>
              <a:ext cx="54" cy="6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408" name="Rectangle 15">
              <a:extLst>
                <a:ext uri="{FF2B5EF4-FFF2-40B4-BE49-F238E27FC236}">
                  <a16:creationId xmlns:a16="http://schemas.microsoft.com/office/drawing/2014/main" id="{35BE1741-2D48-438A-805B-0E90C85678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93" y="883"/>
              <a:ext cx="63" cy="136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6409" name="Rectangle 16">
              <a:extLst>
                <a:ext uri="{FF2B5EF4-FFF2-40B4-BE49-F238E27FC236}">
                  <a16:creationId xmlns:a16="http://schemas.microsoft.com/office/drawing/2014/main" id="{5425B989-7A03-4408-B290-F025C4E5FE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2" y="924"/>
              <a:ext cx="48" cy="4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sp>
        <p:nvSpPr>
          <p:cNvPr id="16392" name="Line 17">
            <a:extLst>
              <a:ext uri="{FF2B5EF4-FFF2-40B4-BE49-F238E27FC236}">
                <a16:creationId xmlns:a16="http://schemas.microsoft.com/office/drawing/2014/main" id="{99482D40-0624-47C4-A709-E4F2B5E75AFF}"/>
              </a:ext>
            </a:extLst>
          </p:cNvPr>
          <p:cNvSpPr>
            <a:spLocks noChangeShapeType="1"/>
          </p:cNvSpPr>
          <p:nvPr/>
        </p:nvSpPr>
        <p:spPr bwMode="auto">
          <a:xfrm>
            <a:off x="2844801" y="2825751"/>
            <a:ext cx="2085975" cy="962025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393" name="Line 18">
            <a:extLst>
              <a:ext uri="{FF2B5EF4-FFF2-40B4-BE49-F238E27FC236}">
                <a16:creationId xmlns:a16="http://schemas.microsoft.com/office/drawing/2014/main" id="{A320E923-0AE2-4F17-87BA-BF83623CD2E7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2901951" y="3025776"/>
            <a:ext cx="1971675" cy="904875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394" name="Line 19">
            <a:extLst>
              <a:ext uri="{FF2B5EF4-FFF2-40B4-BE49-F238E27FC236}">
                <a16:creationId xmlns:a16="http://schemas.microsoft.com/office/drawing/2014/main" id="{2953215C-54B1-447A-8AA5-92F911DFACE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835276" y="4197351"/>
            <a:ext cx="2047875" cy="1095375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395" name="Line 20">
            <a:extLst>
              <a:ext uri="{FF2B5EF4-FFF2-40B4-BE49-F238E27FC236}">
                <a16:creationId xmlns:a16="http://schemas.microsoft.com/office/drawing/2014/main" id="{46A4D04B-C96F-435A-8839-A78C460E763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911476" y="4321176"/>
            <a:ext cx="2047875" cy="1133475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396" name="Text Box 21">
            <a:extLst>
              <a:ext uri="{FF2B5EF4-FFF2-40B4-BE49-F238E27FC236}">
                <a16:creationId xmlns:a16="http://schemas.microsoft.com/office/drawing/2014/main" id="{7320212F-9DFE-4248-9706-A8BB292213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19275" y="5910264"/>
            <a:ext cx="1728788" cy="581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kumimoji="0" lang="en-US" altLang="zh-CN" sz="1600">
                <a:latin typeface="Comic Sans MS" panose="030F0702030302020204" pitchFamily="66" charset="0"/>
              </a:rPr>
              <a:t>Mac</a:t>
            </a:r>
            <a:r>
              <a:rPr kumimoji="0" lang="zh-CN" altLang="en-US" sz="1600">
                <a:latin typeface="Comic Sans MS" panose="030F0702030302020204" pitchFamily="66" charset="0"/>
              </a:rPr>
              <a:t>运行</a:t>
            </a:r>
          </a:p>
          <a:p>
            <a:pPr algn="ctr"/>
            <a:r>
              <a:rPr kumimoji="0" lang="en-US" altLang="zh-CN" sz="1600">
                <a:latin typeface="Comic Sans MS" panose="030F0702030302020204" pitchFamily="66" charset="0"/>
              </a:rPr>
              <a:t>Navigator</a:t>
            </a:r>
            <a:r>
              <a:rPr lang="zh-CN" altLang="en-US" sz="1600">
                <a:latin typeface="Tahoma" panose="020B0604030504040204" pitchFamily="34" charset="0"/>
              </a:rPr>
              <a:t>浏览器</a:t>
            </a:r>
          </a:p>
        </p:txBody>
      </p:sp>
      <p:sp>
        <p:nvSpPr>
          <p:cNvPr id="16397" name="Text Box 22">
            <a:extLst>
              <a:ext uri="{FF2B5EF4-FFF2-40B4-BE49-F238E27FC236}">
                <a16:creationId xmlns:a16="http://schemas.microsoft.com/office/drawing/2014/main" id="{8D32D88B-2246-4E2D-B9E1-9A907AEED294}"/>
              </a:ext>
            </a:extLst>
          </p:cNvPr>
          <p:cNvSpPr txBox="1">
            <a:spLocks noChangeArrowheads="1"/>
          </p:cNvSpPr>
          <p:nvPr/>
        </p:nvSpPr>
        <p:spPr bwMode="auto">
          <a:xfrm rot="1422049">
            <a:off x="3257551" y="2986088"/>
            <a:ext cx="138747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kumimoji="0" lang="en-US" altLang="zh-CN" sz="1600">
                <a:solidFill>
                  <a:srgbClr val="FF0000"/>
                </a:solidFill>
                <a:latin typeface="Comic Sans MS" panose="030F0702030302020204" pitchFamily="66" charset="0"/>
              </a:rPr>
              <a:t>http request</a:t>
            </a:r>
            <a:endParaRPr kumimoji="0" lang="en-US" altLang="zh-CN" sz="2400"/>
          </a:p>
        </p:txBody>
      </p:sp>
      <p:sp>
        <p:nvSpPr>
          <p:cNvPr id="16398" name="Text Box 23">
            <a:extLst>
              <a:ext uri="{FF2B5EF4-FFF2-40B4-BE49-F238E27FC236}">
                <a16:creationId xmlns:a16="http://schemas.microsoft.com/office/drawing/2014/main" id="{E8F2CD91-F9E5-429D-899A-518738927B4D}"/>
              </a:ext>
            </a:extLst>
          </p:cNvPr>
          <p:cNvSpPr txBox="1">
            <a:spLocks noChangeArrowheads="1"/>
          </p:cNvSpPr>
          <p:nvPr/>
        </p:nvSpPr>
        <p:spPr bwMode="auto">
          <a:xfrm rot="19907361">
            <a:off x="3048001" y="4481513"/>
            <a:ext cx="138747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kumimoji="0" lang="en-US" altLang="zh-CN" sz="1600">
                <a:solidFill>
                  <a:srgbClr val="FF0000"/>
                </a:solidFill>
                <a:latin typeface="Comic Sans MS" panose="030F0702030302020204" pitchFamily="66" charset="0"/>
              </a:rPr>
              <a:t>http request</a:t>
            </a:r>
            <a:endParaRPr kumimoji="0" lang="en-US" altLang="zh-CN" sz="2400"/>
          </a:p>
        </p:txBody>
      </p:sp>
      <p:sp>
        <p:nvSpPr>
          <p:cNvPr id="16399" name="Text Box 24">
            <a:extLst>
              <a:ext uri="{FF2B5EF4-FFF2-40B4-BE49-F238E27FC236}">
                <a16:creationId xmlns:a16="http://schemas.microsoft.com/office/drawing/2014/main" id="{3D13A260-6FEE-45D3-8DB6-BD1FBD1D8FE1}"/>
              </a:ext>
            </a:extLst>
          </p:cNvPr>
          <p:cNvSpPr txBox="1">
            <a:spLocks noChangeArrowheads="1"/>
          </p:cNvSpPr>
          <p:nvPr/>
        </p:nvSpPr>
        <p:spPr bwMode="auto">
          <a:xfrm rot="1411598">
            <a:off x="3070225" y="3433763"/>
            <a:ext cx="14986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kumimoji="0" lang="en-US" altLang="zh-CN" sz="1600">
                <a:solidFill>
                  <a:srgbClr val="FF0000"/>
                </a:solidFill>
                <a:latin typeface="Comic Sans MS" panose="030F0702030302020204" pitchFamily="66" charset="0"/>
              </a:rPr>
              <a:t>http response</a:t>
            </a:r>
            <a:endParaRPr kumimoji="0" lang="en-US" altLang="zh-CN" sz="2400"/>
          </a:p>
        </p:txBody>
      </p:sp>
      <p:sp>
        <p:nvSpPr>
          <p:cNvPr id="16400" name="Text Box 25">
            <a:extLst>
              <a:ext uri="{FF2B5EF4-FFF2-40B4-BE49-F238E27FC236}">
                <a16:creationId xmlns:a16="http://schemas.microsoft.com/office/drawing/2014/main" id="{0E9C97FE-59B7-485D-97B8-A42810C4131F}"/>
              </a:ext>
            </a:extLst>
          </p:cNvPr>
          <p:cNvSpPr txBox="1">
            <a:spLocks noChangeArrowheads="1"/>
          </p:cNvSpPr>
          <p:nvPr/>
        </p:nvSpPr>
        <p:spPr bwMode="auto">
          <a:xfrm rot="19862217">
            <a:off x="3251200" y="4814888"/>
            <a:ext cx="14986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kumimoji="0" lang="en-US" altLang="zh-CN" sz="1600">
                <a:solidFill>
                  <a:srgbClr val="FF0000"/>
                </a:solidFill>
                <a:latin typeface="Comic Sans MS" panose="030F0702030302020204" pitchFamily="66" charset="0"/>
              </a:rPr>
              <a:t>http response</a:t>
            </a:r>
            <a:endParaRPr kumimoji="0" lang="en-US" altLang="zh-CN" sz="2400"/>
          </a:p>
        </p:txBody>
      </p:sp>
    </p:spTree>
  </p:cSld>
  <p:clrMapOvr>
    <a:masterClrMapping/>
  </p:clrMapOvr>
  <p:transition spd="med">
    <p:random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>
            <a:extLst>
              <a:ext uri="{FF2B5EF4-FFF2-40B4-BE49-F238E27FC236}">
                <a16:creationId xmlns:a16="http://schemas.microsoft.com/office/drawing/2014/main" id="{DE851E78-F598-4039-ABA6-D193C3AAE7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51213" y="2433639"/>
            <a:ext cx="1471612" cy="465137"/>
          </a:xfrm>
          <a:prstGeom prst="rect">
            <a:avLst/>
          </a:prstGeom>
          <a:solidFill>
            <a:srgbClr val="00FF00"/>
          </a:solidFill>
          <a:ln w="222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7411" name="Rectangle 8">
            <a:extLst>
              <a:ext uri="{FF2B5EF4-FFF2-40B4-BE49-F238E27FC236}">
                <a16:creationId xmlns:a16="http://schemas.microsoft.com/office/drawing/2014/main" id="{4C9E0445-3054-4F10-802F-A7244D8AFB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51213" y="3049589"/>
            <a:ext cx="1471612" cy="465137"/>
          </a:xfrm>
          <a:prstGeom prst="rect">
            <a:avLst/>
          </a:prstGeom>
          <a:solidFill>
            <a:srgbClr val="FFFF00"/>
          </a:solidFill>
          <a:ln w="222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7412" name="Rectangle 9">
            <a:extLst>
              <a:ext uri="{FF2B5EF4-FFF2-40B4-BE49-F238E27FC236}">
                <a16:creationId xmlns:a16="http://schemas.microsoft.com/office/drawing/2014/main" id="{E1E10223-0867-491C-9F83-BE21910523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51213" y="3665539"/>
            <a:ext cx="1471612" cy="466725"/>
          </a:xfrm>
          <a:prstGeom prst="rect">
            <a:avLst/>
          </a:prstGeom>
          <a:solidFill>
            <a:srgbClr val="FFFF00"/>
          </a:solidFill>
          <a:ln w="222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7413" name="Rectangle 10">
            <a:extLst>
              <a:ext uri="{FF2B5EF4-FFF2-40B4-BE49-F238E27FC236}">
                <a16:creationId xmlns:a16="http://schemas.microsoft.com/office/drawing/2014/main" id="{C8CABE7C-2FBB-458D-BFC3-234C2292AB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52851" y="2466975"/>
            <a:ext cx="80310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>
                <a:solidFill>
                  <a:srgbClr val="000000"/>
                </a:solidFill>
                <a:latin typeface="Arial" panose="020B0604020202020204" pitchFamily="34" charset="0"/>
              </a:rPr>
              <a:t>HTTP</a:t>
            </a:r>
            <a:endParaRPr lang="en-US" altLang="zh-CN"/>
          </a:p>
        </p:txBody>
      </p:sp>
      <p:sp>
        <p:nvSpPr>
          <p:cNvPr id="17414" name="Rectangle 11">
            <a:extLst>
              <a:ext uri="{FF2B5EF4-FFF2-40B4-BE49-F238E27FC236}">
                <a16:creationId xmlns:a16="http://schemas.microsoft.com/office/drawing/2014/main" id="{A6F98C49-584B-4751-9174-A7935702EB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52851" y="3082925"/>
            <a:ext cx="61555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>
                <a:solidFill>
                  <a:srgbClr val="000000"/>
                </a:solidFill>
                <a:latin typeface="Arial" panose="020B0604020202020204" pitchFamily="34" charset="0"/>
              </a:rPr>
              <a:t>TCP</a:t>
            </a:r>
            <a:endParaRPr lang="en-US" altLang="zh-CN"/>
          </a:p>
        </p:txBody>
      </p:sp>
      <p:sp>
        <p:nvSpPr>
          <p:cNvPr id="17415" name="Rectangle 12">
            <a:extLst>
              <a:ext uri="{FF2B5EF4-FFF2-40B4-BE49-F238E27FC236}">
                <a16:creationId xmlns:a16="http://schemas.microsoft.com/office/drawing/2014/main" id="{ADF1BC2B-2265-475B-ADDD-BAC103C46D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84564" y="3698875"/>
            <a:ext cx="127522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>
                <a:solidFill>
                  <a:srgbClr val="000000"/>
                </a:solidFill>
                <a:latin typeface="Arial" panose="020B0604020202020204" pitchFamily="34" charset="0"/>
              </a:rPr>
              <a:t>IP &amp; </a:t>
            </a:r>
            <a:r>
              <a:rPr lang="zh-CN" altLang="en-US" sz="2400">
                <a:solidFill>
                  <a:srgbClr val="000000"/>
                </a:solidFill>
                <a:latin typeface="Arial" panose="020B0604020202020204" pitchFamily="34" charset="0"/>
              </a:rPr>
              <a:t>低层</a:t>
            </a:r>
            <a:endParaRPr lang="zh-CN" altLang="en-US"/>
          </a:p>
        </p:txBody>
      </p:sp>
      <p:sp>
        <p:nvSpPr>
          <p:cNvPr id="17416" name="Line 13">
            <a:extLst>
              <a:ext uri="{FF2B5EF4-FFF2-40B4-BE49-F238E27FC236}">
                <a16:creationId xmlns:a16="http://schemas.microsoft.com/office/drawing/2014/main" id="{BC155568-8023-4015-B8AF-4010231CFE1E}"/>
              </a:ext>
            </a:extLst>
          </p:cNvPr>
          <p:cNvSpPr>
            <a:spLocks noChangeShapeType="1"/>
          </p:cNvSpPr>
          <p:nvPr/>
        </p:nvSpPr>
        <p:spPr bwMode="auto">
          <a:xfrm>
            <a:off x="4021139" y="2897189"/>
            <a:ext cx="1587" cy="153987"/>
          </a:xfrm>
          <a:prstGeom prst="line">
            <a:avLst/>
          </a:prstGeom>
          <a:noFill/>
          <a:ln w="2222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417" name="Line 14">
            <a:extLst>
              <a:ext uri="{FF2B5EF4-FFF2-40B4-BE49-F238E27FC236}">
                <a16:creationId xmlns:a16="http://schemas.microsoft.com/office/drawing/2014/main" id="{2ACA79EA-14AB-4702-871D-50293D9B430B}"/>
              </a:ext>
            </a:extLst>
          </p:cNvPr>
          <p:cNvSpPr>
            <a:spLocks noChangeShapeType="1"/>
          </p:cNvSpPr>
          <p:nvPr/>
        </p:nvSpPr>
        <p:spPr bwMode="auto">
          <a:xfrm>
            <a:off x="4021139" y="3513139"/>
            <a:ext cx="1587" cy="153987"/>
          </a:xfrm>
          <a:prstGeom prst="line">
            <a:avLst/>
          </a:prstGeom>
          <a:noFill/>
          <a:ln w="2222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418" name="Rectangle 15">
            <a:extLst>
              <a:ext uri="{FF2B5EF4-FFF2-40B4-BE49-F238E27FC236}">
                <a16:creationId xmlns:a16="http://schemas.microsoft.com/office/drawing/2014/main" id="{EC396053-3A6A-4EC0-8C28-B4E8DBE4EF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84564" y="1851025"/>
            <a:ext cx="163589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>
                <a:solidFill>
                  <a:schemeClr val="tx2"/>
                </a:solidFill>
                <a:latin typeface="Arial" panose="020B0604020202020204" pitchFamily="34" charset="0"/>
              </a:rPr>
              <a:t>Web </a:t>
            </a:r>
            <a:r>
              <a:rPr lang="zh-CN" altLang="en-US" sz="2400">
                <a:solidFill>
                  <a:schemeClr val="tx2"/>
                </a:solidFill>
                <a:latin typeface="Arial" panose="020B0604020202020204" pitchFamily="34" charset="0"/>
              </a:rPr>
              <a:t>服务器</a:t>
            </a:r>
            <a:endParaRPr lang="zh-CN" altLang="en-US">
              <a:solidFill>
                <a:schemeClr val="tx2"/>
              </a:solidFill>
            </a:endParaRPr>
          </a:p>
        </p:txBody>
      </p:sp>
      <p:sp>
        <p:nvSpPr>
          <p:cNvPr id="17419" name="Rectangle 16">
            <a:extLst>
              <a:ext uri="{FF2B5EF4-FFF2-40B4-BE49-F238E27FC236}">
                <a16:creationId xmlns:a16="http://schemas.microsoft.com/office/drawing/2014/main" id="{6BDAEF2B-2432-4B26-A681-B56E55BF20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97713" y="2433639"/>
            <a:ext cx="1473200" cy="465137"/>
          </a:xfrm>
          <a:prstGeom prst="rect">
            <a:avLst/>
          </a:prstGeom>
          <a:solidFill>
            <a:srgbClr val="00FF00"/>
          </a:solidFill>
          <a:ln w="222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7420" name="Rectangle 17">
            <a:extLst>
              <a:ext uri="{FF2B5EF4-FFF2-40B4-BE49-F238E27FC236}">
                <a16:creationId xmlns:a16="http://schemas.microsoft.com/office/drawing/2014/main" id="{F260D303-BED7-4735-AC8A-5C684F45B9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97713" y="3049589"/>
            <a:ext cx="1473200" cy="465137"/>
          </a:xfrm>
          <a:prstGeom prst="rect">
            <a:avLst/>
          </a:prstGeom>
          <a:solidFill>
            <a:srgbClr val="FFFF00"/>
          </a:solidFill>
          <a:ln w="222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7421" name="Rectangle 18">
            <a:extLst>
              <a:ext uri="{FF2B5EF4-FFF2-40B4-BE49-F238E27FC236}">
                <a16:creationId xmlns:a16="http://schemas.microsoft.com/office/drawing/2014/main" id="{ED7B8FC8-560F-4D3E-805D-490171B6BE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97713" y="3665539"/>
            <a:ext cx="1473200" cy="466725"/>
          </a:xfrm>
          <a:prstGeom prst="rect">
            <a:avLst/>
          </a:prstGeom>
          <a:solidFill>
            <a:srgbClr val="FFFF00"/>
          </a:solidFill>
          <a:ln w="222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7422" name="Rectangle 19">
            <a:extLst>
              <a:ext uri="{FF2B5EF4-FFF2-40B4-BE49-F238E27FC236}">
                <a16:creationId xmlns:a16="http://schemas.microsoft.com/office/drawing/2014/main" id="{A18B9523-CFEE-4FFB-8BBE-A0477A6C0D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99351" y="2466975"/>
            <a:ext cx="80310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>
                <a:solidFill>
                  <a:srgbClr val="000000"/>
                </a:solidFill>
                <a:latin typeface="Arial" panose="020B0604020202020204" pitchFamily="34" charset="0"/>
              </a:rPr>
              <a:t>HTTP</a:t>
            </a:r>
            <a:endParaRPr lang="en-US" altLang="zh-CN"/>
          </a:p>
        </p:txBody>
      </p:sp>
      <p:sp>
        <p:nvSpPr>
          <p:cNvPr id="17423" name="Rectangle 20">
            <a:extLst>
              <a:ext uri="{FF2B5EF4-FFF2-40B4-BE49-F238E27FC236}">
                <a16:creationId xmlns:a16="http://schemas.microsoft.com/office/drawing/2014/main" id="{D8299B98-1DC5-4B7A-B43C-B47519D2D6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99351" y="3082925"/>
            <a:ext cx="61555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>
                <a:solidFill>
                  <a:srgbClr val="000000"/>
                </a:solidFill>
                <a:latin typeface="Arial" panose="020B0604020202020204" pitchFamily="34" charset="0"/>
              </a:rPr>
              <a:t>TCP</a:t>
            </a:r>
            <a:endParaRPr lang="en-US" altLang="zh-CN"/>
          </a:p>
        </p:txBody>
      </p:sp>
      <p:sp>
        <p:nvSpPr>
          <p:cNvPr id="17424" name="Rectangle 21">
            <a:extLst>
              <a:ext uri="{FF2B5EF4-FFF2-40B4-BE49-F238E27FC236}">
                <a16:creationId xmlns:a16="http://schemas.microsoft.com/office/drawing/2014/main" id="{A36C7B61-6C9A-496F-9127-3C6B0134FD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32651" y="3698875"/>
            <a:ext cx="127522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>
                <a:solidFill>
                  <a:srgbClr val="000000"/>
                </a:solidFill>
                <a:latin typeface="Arial" panose="020B0604020202020204" pitchFamily="34" charset="0"/>
              </a:rPr>
              <a:t>IP &amp; </a:t>
            </a:r>
            <a:r>
              <a:rPr lang="zh-CN" altLang="en-US" sz="2400">
                <a:solidFill>
                  <a:srgbClr val="000000"/>
                </a:solidFill>
                <a:latin typeface="Arial" panose="020B0604020202020204" pitchFamily="34" charset="0"/>
              </a:rPr>
              <a:t>低层</a:t>
            </a:r>
            <a:endParaRPr lang="zh-CN" altLang="en-US"/>
          </a:p>
        </p:txBody>
      </p:sp>
      <p:sp>
        <p:nvSpPr>
          <p:cNvPr id="17425" name="Rectangle 22">
            <a:extLst>
              <a:ext uri="{FF2B5EF4-FFF2-40B4-BE49-F238E27FC236}">
                <a16:creationId xmlns:a16="http://schemas.microsoft.com/office/drawing/2014/main" id="{E9B385A1-E2F5-4BB5-826C-4A1F04E31A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64364" y="1851025"/>
            <a:ext cx="163589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>
                <a:solidFill>
                  <a:schemeClr val="tx2"/>
                </a:solidFill>
                <a:latin typeface="Arial" panose="020B0604020202020204" pitchFamily="34" charset="0"/>
              </a:rPr>
              <a:t>Web </a:t>
            </a:r>
            <a:r>
              <a:rPr lang="zh-CN" altLang="en-US" sz="2400">
                <a:solidFill>
                  <a:schemeClr val="tx2"/>
                </a:solidFill>
                <a:latin typeface="Arial" panose="020B0604020202020204" pitchFamily="34" charset="0"/>
              </a:rPr>
              <a:t>客户机</a:t>
            </a:r>
            <a:endParaRPr lang="zh-CN" altLang="en-US">
              <a:solidFill>
                <a:schemeClr val="tx2"/>
              </a:solidFill>
            </a:endParaRPr>
          </a:p>
        </p:txBody>
      </p:sp>
      <p:sp>
        <p:nvSpPr>
          <p:cNvPr id="17426" name="Line 23">
            <a:extLst>
              <a:ext uri="{FF2B5EF4-FFF2-40B4-BE49-F238E27FC236}">
                <a16:creationId xmlns:a16="http://schemas.microsoft.com/office/drawing/2014/main" id="{B94E078E-E925-4387-9BB5-B01002B691E3}"/>
              </a:ext>
            </a:extLst>
          </p:cNvPr>
          <p:cNvSpPr>
            <a:spLocks noChangeShapeType="1"/>
          </p:cNvSpPr>
          <p:nvPr/>
        </p:nvSpPr>
        <p:spPr bwMode="auto">
          <a:xfrm>
            <a:off x="7767639" y="2897189"/>
            <a:ext cx="1587" cy="153987"/>
          </a:xfrm>
          <a:prstGeom prst="line">
            <a:avLst/>
          </a:prstGeom>
          <a:noFill/>
          <a:ln w="2222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427" name="Line 24">
            <a:extLst>
              <a:ext uri="{FF2B5EF4-FFF2-40B4-BE49-F238E27FC236}">
                <a16:creationId xmlns:a16="http://schemas.microsoft.com/office/drawing/2014/main" id="{BBE536A7-9AD5-40BA-9829-90956AD2F64A}"/>
              </a:ext>
            </a:extLst>
          </p:cNvPr>
          <p:cNvSpPr>
            <a:spLocks noChangeShapeType="1"/>
          </p:cNvSpPr>
          <p:nvPr/>
        </p:nvSpPr>
        <p:spPr bwMode="auto">
          <a:xfrm>
            <a:off x="7767639" y="3513139"/>
            <a:ext cx="1587" cy="153987"/>
          </a:xfrm>
          <a:prstGeom prst="line">
            <a:avLst/>
          </a:prstGeom>
          <a:noFill/>
          <a:ln w="2222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428" name="Line 25">
            <a:extLst>
              <a:ext uri="{FF2B5EF4-FFF2-40B4-BE49-F238E27FC236}">
                <a16:creationId xmlns:a16="http://schemas.microsoft.com/office/drawing/2014/main" id="{6D25282E-C466-4511-BEEA-630E58358AB9}"/>
              </a:ext>
            </a:extLst>
          </p:cNvPr>
          <p:cNvSpPr>
            <a:spLocks noChangeShapeType="1"/>
          </p:cNvSpPr>
          <p:nvPr/>
        </p:nvSpPr>
        <p:spPr bwMode="auto">
          <a:xfrm>
            <a:off x="4021139" y="4129089"/>
            <a:ext cx="1587" cy="155575"/>
          </a:xfrm>
          <a:prstGeom prst="line">
            <a:avLst/>
          </a:prstGeom>
          <a:noFill/>
          <a:ln w="2222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429" name="Line 26">
            <a:extLst>
              <a:ext uri="{FF2B5EF4-FFF2-40B4-BE49-F238E27FC236}">
                <a16:creationId xmlns:a16="http://schemas.microsoft.com/office/drawing/2014/main" id="{CA3F7384-165F-4AFF-9A41-A1895ED76D96}"/>
              </a:ext>
            </a:extLst>
          </p:cNvPr>
          <p:cNvSpPr>
            <a:spLocks noChangeShapeType="1"/>
          </p:cNvSpPr>
          <p:nvPr/>
        </p:nvSpPr>
        <p:spPr bwMode="auto">
          <a:xfrm>
            <a:off x="7767639" y="4129089"/>
            <a:ext cx="1587" cy="155575"/>
          </a:xfrm>
          <a:prstGeom prst="line">
            <a:avLst/>
          </a:prstGeom>
          <a:noFill/>
          <a:ln w="2222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430" name="Line 27">
            <a:extLst>
              <a:ext uri="{FF2B5EF4-FFF2-40B4-BE49-F238E27FC236}">
                <a16:creationId xmlns:a16="http://schemas.microsoft.com/office/drawing/2014/main" id="{33F11E4F-551E-4230-B71B-EC67A1A070E7}"/>
              </a:ext>
            </a:extLst>
          </p:cNvPr>
          <p:cNvSpPr>
            <a:spLocks noChangeShapeType="1"/>
          </p:cNvSpPr>
          <p:nvPr/>
        </p:nvSpPr>
        <p:spPr bwMode="auto">
          <a:xfrm>
            <a:off x="3752850" y="4284664"/>
            <a:ext cx="4281488" cy="1587"/>
          </a:xfrm>
          <a:prstGeom prst="line">
            <a:avLst/>
          </a:prstGeom>
          <a:noFill/>
          <a:ln w="2222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431" name="Rectangle 28">
            <a:extLst>
              <a:ext uri="{FF2B5EF4-FFF2-40B4-BE49-F238E27FC236}">
                <a16:creationId xmlns:a16="http://schemas.microsoft.com/office/drawing/2014/main" id="{8C7395B0-FDCF-4B42-B318-3AA72EEF3C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9401" y="4316413"/>
            <a:ext cx="61555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>
                <a:solidFill>
                  <a:schemeClr val="tx2"/>
                </a:solidFill>
                <a:latin typeface="Arial" panose="020B0604020202020204" pitchFamily="34" charset="0"/>
              </a:rPr>
              <a:t>网络</a:t>
            </a:r>
            <a:endParaRPr lang="zh-CN" altLang="en-US">
              <a:solidFill>
                <a:schemeClr val="tx2"/>
              </a:solidFill>
            </a:endParaRPr>
          </a:p>
        </p:txBody>
      </p:sp>
      <p:sp>
        <p:nvSpPr>
          <p:cNvPr id="17432" name="Rectangle 5">
            <a:extLst>
              <a:ext uri="{FF2B5EF4-FFF2-40B4-BE49-F238E27FC236}">
                <a16:creationId xmlns:a16="http://schemas.microsoft.com/office/drawing/2014/main" id="{8EA6A9A0-8345-4FF8-989B-CB8E5A2B009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166938" y="495300"/>
            <a:ext cx="7772400" cy="11430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 eaLnBrk="1" hangingPunct="1"/>
            <a:r>
              <a:rPr lang="en-US" altLang="zh-CN" sz="3600">
                <a:latin typeface="Times New Roman" panose="02020603050405020304" pitchFamily="18" charset="0"/>
                <a:ea typeface="华文新魏" panose="02010800040101010101" pitchFamily="2" charset="-122"/>
              </a:rPr>
              <a:t>Web </a:t>
            </a:r>
            <a:r>
              <a:rPr lang="zh-CN" altLang="en-US" sz="3600">
                <a:latin typeface="Times New Roman" panose="02020603050405020304" pitchFamily="18" charset="0"/>
                <a:ea typeface="华文新魏" panose="02010800040101010101" pitchFamily="2" charset="-122"/>
              </a:rPr>
              <a:t>体系结构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Rectangle 4">
            <a:extLst>
              <a:ext uri="{FF2B5EF4-FFF2-40B4-BE49-F238E27FC236}">
                <a16:creationId xmlns:a16="http://schemas.microsoft.com/office/drawing/2014/main" id="{F9DBE576-0FD8-4AFD-A354-32C96417A67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168525" y="500063"/>
            <a:ext cx="7772400" cy="11430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 eaLnBrk="1" hangingPunct="1"/>
            <a:r>
              <a:rPr lang="en-US" altLang="zh-CN" sz="3600"/>
              <a:t>HTTP </a:t>
            </a:r>
            <a:r>
              <a:rPr lang="zh-CN" altLang="en-US" sz="3600"/>
              <a:t>概述</a:t>
            </a:r>
          </a:p>
        </p:txBody>
      </p:sp>
      <p:sp>
        <p:nvSpPr>
          <p:cNvPr id="857091" name="Rectangle 3">
            <a:extLst>
              <a:ext uri="{FF2B5EF4-FFF2-40B4-BE49-F238E27FC236}">
                <a16:creationId xmlns:a16="http://schemas.microsoft.com/office/drawing/2014/main" id="{00950844-1375-4436-B7C1-4DDED767972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297113" y="1544638"/>
            <a:ext cx="7772400" cy="3783012"/>
          </a:xfrm>
          <a:solidFill>
            <a:srgbClr val="FFFFFF"/>
          </a:solidFill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zh-CN" altLang="en-US"/>
              <a:t>客户机</a:t>
            </a:r>
            <a:r>
              <a:rPr lang="en-US" altLang="zh-CN"/>
              <a:t>(</a:t>
            </a:r>
            <a:r>
              <a:rPr lang="zh-CN" altLang="en-US"/>
              <a:t>浏览器</a:t>
            </a:r>
            <a:r>
              <a:rPr lang="en-US" altLang="zh-CN"/>
              <a:t>)</a:t>
            </a:r>
            <a:r>
              <a:rPr lang="zh-CN" altLang="en-US"/>
              <a:t>向服务器发送</a:t>
            </a:r>
            <a:r>
              <a:rPr lang="en-US" altLang="zh-CN"/>
              <a:t>HTTP</a:t>
            </a:r>
            <a:r>
              <a:rPr lang="zh-CN" altLang="en-US"/>
              <a:t>请求 </a:t>
            </a:r>
          </a:p>
          <a:p>
            <a:pPr eaLnBrk="1" hangingPunct="1"/>
            <a:r>
              <a:rPr lang="zh-CN" altLang="en-US"/>
              <a:t>请求指定的相关</a:t>
            </a:r>
            <a:r>
              <a:rPr lang="en-US" altLang="zh-CN" i="1"/>
              <a:t>URL</a:t>
            </a:r>
            <a:r>
              <a:rPr lang="zh-CN" altLang="en-US" i="1"/>
              <a:t>（统一资源定位符）</a:t>
            </a:r>
            <a:endParaRPr lang="zh-CN" altLang="en-US"/>
          </a:p>
          <a:p>
            <a:pPr eaLnBrk="1" hangingPunct="1"/>
            <a:r>
              <a:rPr lang="zh-CN" altLang="en-US"/>
              <a:t>客户请求指定的期望操作</a:t>
            </a:r>
          </a:p>
          <a:p>
            <a:pPr eaLnBrk="1" hangingPunct="1"/>
            <a:r>
              <a:rPr lang="zh-CN" altLang="en-US"/>
              <a:t>服务器在</a:t>
            </a:r>
            <a:r>
              <a:rPr lang="en-US" altLang="zh-CN" i="1"/>
              <a:t>URL</a:t>
            </a:r>
            <a:r>
              <a:rPr lang="zh-CN" altLang="en-US"/>
              <a:t>执行操作</a:t>
            </a:r>
          </a:p>
          <a:p>
            <a:pPr eaLnBrk="1" hangingPunct="1"/>
            <a:r>
              <a:rPr lang="zh-CN" altLang="en-US"/>
              <a:t>服务器发送响应</a:t>
            </a:r>
          </a:p>
          <a:p>
            <a:pPr eaLnBrk="1" hangingPunct="1"/>
            <a:r>
              <a:rPr lang="zh-CN" altLang="en-US"/>
              <a:t>请求和应答报头采用的是纯文本的形式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70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570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570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70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570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570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70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570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570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70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570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570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70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570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570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70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8570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8570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57091" grpId="0" build="p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9" name="Rectangle 3">
            <a:extLst>
              <a:ext uri="{FF2B5EF4-FFF2-40B4-BE49-F238E27FC236}">
                <a16:creationId xmlns:a16="http://schemas.microsoft.com/office/drawing/2014/main" id="{7D7CD7CE-AA9E-42E9-9046-011E591233B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205038" y="511175"/>
            <a:ext cx="7772400" cy="11430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 eaLnBrk="1" hangingPunct="1"/>
            <a:r>
              <a:rPr lang="zh-CN" altLang="en-US" sz="3600">
                <a:latin typeface="Times New Roman" panose="02020603050405020304" pitchFamily="18" charset="0"/>
                <a:ea typeface="华文新魏" panose="02010800040101010101" pitchFamily="2" charset="-122"/>
              </a:rPr>
              <a:t>统一资源定位符 </a:t>
            </a:r>
            <a:r>
              <a:rPr lang="en-US" altLang="zh-CN" sz="3600">
                <a:latin typeface="Times New Roman" panose="02020603050405020304" pitchFamily="18" charset="0"/>
                <a:ea typeface="华文新魏" panose="02010800040101010101" pitchFamily="2" charset="-122"/>
              </a:rPr>
              <a:t>(URL)</a:t>
            </a:r>
          </a:p>
        </p:txBody>
      </p:sp>
      <p:sp>
        <p:nvSpPr>
          <p:cNvPr id="869378" name="Rectangle 2">
            <a:extLst>
              <a:ext uri="{FF2B5EF4-FFF2-40B4-BE49-F238E27FC236}">
                <a16:creationId xmlns:a16="http://schemas.microsoft.com/office/drawing/2014/main" id="{3A491A63-58AA-4DE7-AAC9-B557C15E4E9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146301" y="1458913"/>
            <a:ext cx="8093075" cy="4114800"/>
          </a:xfrm>
          <a:solidFill>
            <a:srgbClr val="FFFFFF"/>
          </a:solidFill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ct val="90000"/>
              </a:lnSpc>
            </a:pPr>
            <a:endParaRPr lang="en-US" altLang="zh-CN" sz="2800"/>
          </a:p>
          <a:p>
            <a:pPr eaLnBrk="1" hangingPunct="1">
              <a:lnSpc>
                <a:spcPct val="90000"/>
              </a:lnSpc>
            </a:pPr>
            <a:r>
              <a:rPr lang="en-US" altLang="zh-CN" sz="2800" u="sng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http:</a:t>
            </a:r>
            <a:r>
              <a:rPr lang="en-US" altLang="zh-CN" sz="2800">
                <a:latin typeface="Times New Roman" panose="02020603050405020304" pitchFamily="18" charset="0"/>
                <a:cs typeface="Times New Roman" panose="02020603050405020304" pitchFamily="18" charset="0"/>
              </a:rPr>
              <a:t>//</a:t>
            </a:r>
            <a:r>
              <a:rPr lang="en-US" altLang="zh-CN" sz="2800" u="sng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home.netscape.com</a:t>
            </a:r>
            <a:r>
              <a:rPr lang="en-US" altLang="zh-CN" sz="280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altLang="zh-CN" sz="2800" u="sng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80</a:t>
            </a:r>
            <a:r>
              <a:rPr lang="en-US" altLang="zh-CN" sz="2800" u="sng">
                <a:solidFill>
                  <a:srgbClr val="0099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/home/white_paper.html</a:t>
            </a:r>
            <a:r>
              <a:rPr lang="en-US" altLang="zh-CN" sz="2800" i="1" u="sng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#intro_1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latin typeface="Times New Roman" panose="02020603050405020304" pitchFamily="18" charset="0"/>
              </a:rPr>
              <a:t>    </a:t>
            </a:r>
            <a:r>
              <a:rPr lang="zh-CN" altLang="en-US" sz="2000">
                <a:latin typeface="Times New Roman" panose="02020603050405020304" pitchFamily="18" charset="0"/>
              </a:rPr>
              <a:t>协议</a:t>
            </a:r>
            <a:r>
              <a:rPr lang="zh-CN" altLang="en-US" sz="2000">
                <a:latin typeface="Comic Sans MS" panose="030F0702030302020204" pitchFamily="66" charset="0"/>
                <a:cs typeface="Times New Roman" panose="02020603050405020304" pitchFamily="18" charset="0"/>
              </a:rPr>
              <a:t>  </a:t>
            </a:r>
            <a:r>
              <a:rPr lang="zh-CN" altLang="en-US" sz="2000">
                <a:latin typeface="Times New Roman" panose="02020603050405020304" pitchFamily="18" charset="0"/>
              </a:rPr>
              <a:t>主机域名（</a:t>
            </a:r>
            <a:r>
              <a:rPr lang="en-US" altLang="zh-CN" sz="2000">
                <a:latin typeface="Times New Roman" panose="02020603050405020304" pitchFamily="18" charset="0"/>
                <a:cs typeface="Times New Roman" panose="02020603050405020304" pitchFamily="18" charset="0"/>
              </a:rPr>
              <a:t>IP</a:t>
            </a:r>
            <a:r>
              <a:rPr lang="zh-CN" altLang="en-US" sz="2000">
                <a:latin typeface="Times New Roman" panose="02020603050405020304" pitchFamily="18" charset="0"/>
              </a:rPr>
              <a:t>地址）</a:t>
            </a:r>
            <a:r>
              <a:rPr lang="zh-CN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000">
                <a:latin typeface="Times New Roman" panose="02020603050405020304" pitchFamily="18" charset="0"/>
              </a:rPr>
              <a:t>端口号</a:t>
            </a:r>
            <a:r>
              <a:rPr lang="zh-CN" altLang="en-US" sz="2000">
                <a:latin typeface="Comic Sans MS" panose="030F0702030302020204" pitchFamily="66" charset="0"/>
                <a:cs typeface="Times New Roman" panose="02020603050405020304" pitchFamily="18" charset="0"/>
              </a:rPr>
              <a:t> </a:t>
            </a:r>
            <a:r>
              <a:rPr lang="zh-CN" altLang="en-US" sz="2000">
                <a:latin typeface="Times New Roman" panose="02020603050405020304" pitchFamily="18" charset="0"/>
              </a:rPr>
              <a:t>目录</a:t>
            </a:r>
            <a:r>
              <a:rPr lang="zh-CN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zh-CN" altLang="en-US" sz="2000">
                <a:latin typeface="Times New Roman" panose="02020603050405020304" pitchFamily="18" charset="0"/>
              </a:rPr>
              <a:t>文件名</a:t>
            </a:r>
            <a:r>
              <a:rPr lang="zh-CN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altLang="zh-CN" sz="2000">
                <a:latin typeface="Times New Roman" panose="02020603050405020304" pitchFamily="18" charset="0"/>
                <a:cs typeface="Times New Roman" panose="02020603050405020304" pitchFamily="18" charset="0"/>
              </a:rPr>
              <a:t>HTML</a:t>
            </a:r>
            <a:r>
              <a:rPr lang="zh-CN" altLang="en-US" sz="2000">
                <a:latin typeface="Times New Roman" panose="02020603050405020304" pitchFamily="18" charset="0"/>
              </a:rPr>
              <a:t>参考点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sz="2800"/>
              <a:t>HTTP</a:t>
            </a:r>
            <a:r>
              <a:rPr lang="zh-CN" altLang="en-US" sz="2800"/>
              <a:t>默认端口号为</a:t>
            </a:r>
            <a:r>
              <a:rPr lang="en-US" altLang="zh-CN" sz="2800"/>
              <a:t>80</a:t>
            </a:r>
          </a:p>
          <a:p>
            <a:pPr eaLnBrk="1" hangingPunct="1">
              <a:lnSpc>
                <a:spcPct val="90000"/>
              </a:lnSpc>
            </a:pPr>
            <a:r>
              <a:rPr lang="zh-CN" altLang="en-US" sz="2400" b="1">
                <a:latin typeface="华文新魏" panose="02010800040101010101" pitchFamily="2" charset="-122"/>
                <a:ea typeface="华文新魏" panose="02010800040101010101" pitchFamily="2" charset="-122"/>
              </a:rPr>
              <a:t>参 考 点 </a:t>
            </a:r>
            <a:r>
              <a:rPr lang="zh-CN" altLang="en-US" sz="2400">
                <a:latin typeface="华文新魏" panose="02010800040101010101" pitchFamily="2" charset="-122"/>
                <a:ea typeface="华文新魏" panose="02010800040101010101" pitchFamily="2" charset="-122"/>
              </a:rPr>
              <a:t>（ </a:t>
            </a:r>
            <a:r>
              <a:rPr lang="en-US" altLang="zh-CN" sz="2400">
                <a:latin typeface="华文新魏" panose="02010800040101010101" pitchFamily="2" charset="-122"/>
                <a:ea typeface="华文新魏" panose="02010800040101010101" pitchFamily="2" charset="-122"/>
              </a:rPr>
              <a:t>reference </a:t>
            </a:r>
            <a:r>
              <a:rPr lang="zh-CN" altLang="en-US" sz="2400">
                <a:latin typeface="华文新魏" panose="02010800040101010101" pitchFamily="2" charset="-122"/>
                <a:ea typeface="华文新魏" panose="02010800040101010101" pitchFamily="2" charset="-122"/>
              </a:rPr>
              <a:t>） ： 资 源 中 的 特 定 位 置 ， 用 来 标 识 一 个 文 件 中 特 定 的 偏 移 位 置 。 通 过 参 考 点 我 们 可 以 对 一 个 文 件 中 感 兴 趣 的 部 分 创 建 </a:t>
            </a:r>
            <a:r>
              <a:rPr lang="en-US" altLang="zh-CN" sz="2400">
                <a:latin typeface="华文新魏" panose="02010800040101010101" pitchFamily="2" charset="-122"/>
                <a:ea typeface="华文新魏" panose="02010800040101010101" pitchFamily="2" charset="-122"/>
              </a:rPr>
              <a:t>URL </a:t>
            </a:r>
            <a:r>
              <a:rPr lang="zh-CN" altLang="en-US" sz="2400">
                <a:latin typeface="华文新魏" panose="02010800040101010101" pitchFamily="2" charset="-122"/>
                <a:ea typeface="华文新魏" panose="02010800040101010101" pitchFamily="2" charset="-122"/>
              </a:rPr>
              <a:t>对 象 。</a:t>
            </a:r>
            <a:br>
              <a:rPr lang="zh-CN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zh-CN" alt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460" name="Line 4">
            <a:extLst>
              <a:ext uri="{FF2B5EF4-FFF2-40B4-BE49-F238E27FC236}">
                <a16:creationId xmlns:a16="http://schemas.microsoft.com/office/drawing/2014/main" id="{ECFAB4D8-B13D-4E84-A6C6-02D260E4493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720976" y="2306638"/>
            <a:ext cx="22225" cy="411162"/>
          </a:xfrm>
          <a:prstGeom prst="line">
            <a:avLst/>
          </a:prstGeom>
          <a:noFill/>
          <a:ln w="9525">
            <a:solidFill>
              <a:srgbClr val="FF00FF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9461" name="Line 5">
            <a:extLst>
              <a:ext uri="{FF2B5EF4-FFF2-40B4-BE49-F238E27FC236}">
                <a16:creationId xmlns:a16="http://schemas.microsoft.com/office/drawing/2014/main" id="{8B23C598-D513-45ED-93CB-F8F79806042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321175" y="2328863"/>
            <a:ext cx="0" cy="412750"/>
          </a:xfrm>
          <a:prstGeom prst="line">
            <a:avLst/>
          </a:prstGeom>
          <a:noFill/>
          <a:ln w="9525">
            <a:solidFill>
              <a:srgbClr val="FF00FF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9462" name="Line 6">
            <a:extLst>
              <a:ext uri="{FF2B5EF4-FFF2-40B4-BE49-F238E27FC236}">
                <a16:creationId xmlns:a16="http://schemas.microsoft.com/office/drawing/2014/main" id="{74A73B89-6ECE-45C2-948E-4DFD6ADB681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989639" y="2374900"/>
            <a:ext cx="388937" cy="457200"/>
          </a:xfrm>
          <a:prstGeom prst="line">
            <a:avLst/>
          </a:prstGeom>
          <a:noFill/>
          <a:ln w="9525">
            <a:solidFill>
              <a:srgbClr val="FF00FF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9463" name="Line 7">
            <a:extLst>
              <a:ext uri="{FF2B5EF4-FFF2-40B4-BE49-F238E27FC236}">
                <a16:creationId xmlns:a16="http://schemas.microsoft.com/office/drawing/2014/main" id="{E23A8BDD-1DFC-4581-8CDF-30870A8DAFC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607175" y="2328864"/>
            <a:ext cx="342900" cy="549275"/>
          </a:xfrm>
          <a:prstGeom prst="line">
            <a:avLst/>
          </a:prstGeom>
          <a:noFill/>
          <a:ln w="9525">
            <a:solidFill>
              <a:srgbClr val="FF00FF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9464" name="Line 8">
            <a:extLst>
              <a:ext uri="{FF2B5EF4-FFF2-40B4-BE49-F238E27FC236}">
                <a16:creationId xmlns:a16="http://schemas.microsoft.com/office/drawing/2014/main" id="{6FC6FF9F-2839-4280-B2AC-60EFDBD776B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429501" y="2284413"/>
            <a:ext cx="639763" cy="525462"/>
          </a:xfrm>
          <a:prstGeom prst="line">
            <a:avLst/>
          </a:prstGeom>
          <a:noFill/>
          <a:ln w="9525">
            <a:solidFill>
              <a:srgbClr val="FF00FF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9465" name="Line 9">
            <a:extLst>
              <a:ext uri="{FF2B5EF4-FFF2-40B4-BE49-F238E27FC236}">
                <a16:creationId xmlns:a16="http://schemas.microsoft.com/office/drawing/2014/main" id="{6FB0E53E-6154-4DD5-B24C-9DDB47A2DD5C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3725863" y="2557464"/>
            <a:ext cx="4756150" cy="206375"/>
          </a:xfrm>
          <a:prstGeom prst="line">
            <a:avLst/>
          </a:prstGeom>
          <a:noFill/>
          <a:ln w="9525">
            <a:solidFill>
              <a:srgbClr val="FF00FF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937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6937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6937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937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6937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6937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937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6937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6937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937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6937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6937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69378" grpId="0" build="p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id="{29198307-A2DC-4872-8BB9-6B9F449EE81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209800" y="461963"/>
            <a:ext cx="7772400" cy="11430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 eaLnBrk="1" hangingPunct="1"/>
            <a:r>
              <a:rPr lang="en-US" altLang="zh-CN" sz="3600">
                <a:latin typeface="Times New Roman" panose="02020603050405020304" pitchFamily="18" charset="0"/>
                <a:ea typeface="华文新魏" panose="02010800040101010101" pitchFamily="2" charset="-122"/>
              </a:rPr>
              <a:t>Web</a:t>
            </a:r>
            <a:r>
              <a:rPr lang="zh-CN" altLang="en-US" sz="3600">
                <a:latin typeface="Times New Roman" panose="02020603050405020304" pitchFamily="18" charset="0"/>
                <a:ea typeface="华文新魏" panose="02010800040101010101" pitchFamily="2" charset="-122"/>
              </a:rPr>
              <a:t>支持的协议</a:t>
            </a:r>
          </a:p>
        </p:txBody>
      </p:sp>
      <p:grpSp>
        <p:nvGrpSpPr>
          <p:cNvPr id="20483" name="Group 66">
            <a:extLst>
              <a:ext uri="{FF2B5EF4-FFF2-40B4-BE49-F238E27FC236}">
                <a16:creationId xmlns:a16="http://schemas.microsoft.com/office/drawing/2014/main" id="{82CA0971-D13F-4FA7-AA30-2BE3A02A7105}"/>
              </a:ext>
            </a:extLst>
          </p:cNvPr>
          <p:cNvGrpSpPr>
            <a:grpSpLocks/>
          </p:cNvGrpSpPr>
          <p:nvPr/>
        </p:nvGrpSpPr>
        <p:grpSpPr bwMode="auto">
          <a:xfrm>
            <a:off x="1958975" y="1533525"/>
            <a:ext cx="8235950" cy="3189288"/>
            <a:chOff x="-3" y="-3"/>
            <a:chExt cx="5188" cy="2009"/>
          </a:xfrm>
        </p:grpSpPr>
        <p:grpSp>
          <p:nvGrpSpPr>
            <p:cNvPr id="20484" name="Group 64">
              <a:extLst>
                <a:ext uri="{FF2B5EF4-FFF2-40B4-BE49-F238E27FC236}">
                  <a16:creationId xmlns:a16="http://schemas.microsoft.com/office/drawing/2014/main" id="{513275B6-569F-49BD-B5FE-538147BB987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0"/>
              <a:ext cx="5182" cy="2003"/>
              <a:chOff x="0" y="0"/>
              <a:chExt cx="5182" cy="2003"/>
            </a:xfrm>
          </p:grpSpPr>
          <p:grpSp>
            <p:nvGrpSpPr>
              <p:cNvPr id="20486" name="Group 25">
                <a:extLst>
                  <a:ext uri="{FF2B5EF4-FFF2-40B4-BE49-F238E27FC236}">
                    <a16:creationId xmlns:a16="http://schemas.microsoft.com/office/drawing/2014/main" id="{0887A3E6-55E0-4359-91CB-244CA9AF4BB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0"/>
                <a:ext cx="944" cy="391"/>
                <a:chOff x="0" y="0"/>
                <a:chExt cx="944" cy="391"/>
              </a:xfrm>
            </p:grpSpPr>
            <p:sp>
              <p:nvSpPr>
                <p:cNvPr id="20544" name="Rectangle 4">
                  <a:extLst>
                    <a:ext uri="{FF2B5EF4-FFF2-40B4-BE49-F238E27FC236}">
                      <a16:creationId xmlns:a16="http://schemas.microsoft.com/office/drawing/2014/main" id="{93458A20-92EA-474F-B6DC-00C2868B8DF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" y="6"/>
                  <a:ext cx="932" cy="37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>
                  <a:lvl1pPr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zh-CN" altLang="en-US" sz="2000"/>
                    <a:t>协　议</a:t>
                  </a:r>
                </a:p>
              </p:txBody>
            </p:sp>
            <p:sp>
              <p:nvSpPr>
                <p:cNvPr id="20545" name="Rectangle 24">
                  <a:extLst>
                    <a:ext uri="{FF2B5EF4-FFF2-40B4-BE49-F238E27FC236}">
                      <a16:creationId xmlns:a16="http://schemas.microsoft.com/office/drawing/2014/main" id="{FAEE552D-0D53-49A9-96FB-F221FED2C43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944" cy="391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>
                  <a:lvl1pPr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20487" name="Group 27">
                <a:extLst>
                  <a:ext uri="{FF2B5EF4-FFF2-40B4-BE49-F238E27FC236}">
                    <a16:creationId xmlns:a16="http://schemas.microsoft.com/office/drawing/2014/main" id="{B6AE1E95-C4D2-427B-BE3B-DE1CDBBF594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944" y="0"/>
                <a:ext cx="1479" cy="391"/>
                <a:chOff x="944" y="0"/>
                <a:chExt cx="1479" cy="391"/>
              </a:xfrm>
            </p:grpSpPr>
            <p:sp>
              <p:nvSpPr>
                <p:cNvPr id="20542" name="Rectangle 5">
                  <a:extLst>
                    <a:ext uri="{FF2B5EF4-FFF2-40B4-BE49-F238E27FC236}">
                      <a16:creationId xmlns:a16="http://schemas.microsoft.com/office/drawing/2014/main" id="{C9045D39-24C2-4D50-9D19-C83D3A59F4A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50" y="6"/>
                  <a:ext cx="1467" cy="37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>
                  <a:lvl1pPr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zh-CN" altLang="en-US" sz="2000"/>
                    <a:t>全　名</a:t>
                  </a:r>
                </a:p>
              </p:txBody>
            </p:sp>
            <p:sp>
              <p:nvSpPr>
                <p:cNvPr id="20543" name="Rectangle 26">
                  <a:extLst>
                    <a:ext uri="{FF2B5EF4-FFF2-40B4-BE49-F238E27FC236}">
                      <a16:creationId xmlns:a16="http://schemas.microsoft.com/office/drawing/2014/main" id="{5E673847-6AE3-448F-89B2-EDC1C6100F2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44" y="0"/>
                  <a:ext cx="1479" cy="391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>
                  <a:lvl1pPr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20488" name="Group 29">
                <a:extLst>
                  <a:ext uri="{FF2B5EF4-FFF2-40B4-BE49-F238E27FC236}">
                    <a16:creationId xmlns:a16="http://schemas.microsoft.com/office/drawing/2014/main" id="{58406D8A-2C37-4E17-B451-0B9C7EEB088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23" y="0"/>
                <a:ext cx="926" cy="391"/>
                <a:chOff x="2423" y="0"/>
                <a:chExt cx="926" cy="391"/>
              </a:xfrm>
            </p:grpSpPr>
            <p:sp>
              <p:nvSpPr>
                <p:cNvPr id="20540" name="Rectangle 6">
                  <a:extLst>
                    <a:ext uri="{FF2B5EF4-FFF2-40B4-BE49-F238E27FC236}">
                      <a16:creationId xmlns:a16="http://schemas.microsoft.com/office/drawing/2014/main" id="{5CAE67CF-C891-4DE3-8488-8467FAD8388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429" y="6"/>
                  <a:ext cx="914" cy="37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>
                  <a:lvl1pPr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zh-CN" altLang="en-US" sz="2000"/>
                    <a:t>协　议</a:t>
                  </a:r>
                </a:p>
              </p:txBody>
            </p:sp>
            <p:sp>
              <p:nvSpPr>
                <p:cNvPr id="20541" name="Rectangle 28">
                  <a:extLst>
                    <a:ext uri="{FF2B5EF4-FFF2-40B4-BE49-F238E27FC236}">
                      <a16:creationId xmlns:a16="http://schemas.microsoft.com/office/drawing/2014/main" id="{50FC8358-3F1A-4178-B2C0-CCA1D0E6470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423" y="0"/>
                  <a:ext cx="926" cy="391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>
                  <a:lvl1pPr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20489" name="Group 31">
                <a:extLst>
                  <a:ext uri="{FF2B5EF4-FFF2-40B4-BE49-F238E27FC236}">
                    <a16:creationId xmlns:a16="http://schemas.microsoft.com/office/drawing/2014/main" id="{8719D475-78DC-4AAD-8EF8-0C1B51E9EC9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349" y="0"/>
                <a:ext cx="1833" cy="391"/>
                <a:chOff x="3349" y="0"/>
                <a:chExt cx="1833" cy="391"/>
              </a:xfrm>
            </p:grpSpPr>
            <p:sp>
              <p:nvSpPr>
                <p:cNvPr id="20538" name="Rectangle 7">
                  <a:extLst>
                    <a:ext uri="{FF2B5EF4-FFF2-40B4-BE49-F238E27FC236}">
                      <a16:creationId xmlns:a16="http://schemas.microsoft.com/office/drawing/2014/main" id="{9576E3EC-EE41-4FBC-B880-F826A99817B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355" y="6"/>
                  <a:ext cx="1821" cy="37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>
                  <a:lvl1pPr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zh-CN" altLang="en-US" sz="2000"/>
                    <a:t>全　名</a:t>
                  </a:r>
                </a:p>
              </p:txBody>
            </p:sp>
            <p:sp>
              <p:nvSpPr>
                <p:cNvPr id="20539" name="Rectangle 30">
                  <a:extLst>
                    <a:ext uri="{FF2B5EF4-FFF2-40B4-BE49-F238E27FC236}">
                      <a16:creationId xmlns:a16="http://schemas.microsoft.com/office/drawing/2014/main" id="{8AC54C17-A289-45E3-8833-67C5536FFAB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349" y="0"/>
                  <a:ext cx="1833" cy="391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>
                  <a:lvl1pPr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20490" name="Group 33">
                <a:extLst>
                  <a:ext uri="{FF2B5EF4-FFF2-40B4-BE49-F238E27FC236}">
                    <a16:creationId xmlns:a16="http://schemas.microsoft.com/office/drawing/2014/main" id="{244944D0-814C-426E-9F56-E74EFDB7CA8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403"/>
                <a:ext cx="944" cy="391"/>
                <a:chOff x="0" y="403"/>
                <a:chExt cx="944" cy="391"/>
              </a:xfrm>
            </p:grpSpPr>
            <p:sp>
              <p:nvSpPr>
                <p:cNvPr id="20536" name="Rectangle 8">
                  <a:extLst>
                    <a:ext uri="{FF2B5EF4-FFF2-40B4-BE49-F238E27FC236}">
                      <a16:creationId xmlns:a16="http://schemas.microsoft.com/office/drawing/2014/main" id="{727E430C-2455-454F-A457-91552E5DA7B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" y="409"/>
                  <a:ext cx="932" cy="37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>
                  <a:lvl1pPr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en-US" altLang="zh-CN" sz="2000"/>
                    <a:t>File</a:t>
                  </a:r>
                </a:p>
              </p:txBody>
            </p:sp>
            <p:sp>
              <p:nvSpPr>
                <p:cNvPr id="20537" name="Rectangle 32">
                  <a:extLst>
                    <a:ext uri="{FF2B5EF4-FFF2-40B4-BE49-F238E27FC236}">
                      <a16:creationId xmlns:a16="http://schemas.microsoft.com/office/drawing/2014/main" id="{07B33A97-EC8D-4B66-8B83-099BAA78D4A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403"/>
                  <a:ext cx="944" cy="391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>
                  <a:lvl1pPr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20491" name="Group 35">
                <a:extLst>
                  <a:ext uri="{FF2B5EF4-FFF2-40B4-BE49-F238E27FC236}">
                    <a16:creationId xmlns:a16="http://schemas.microsoft.com/office/drawing/2014/main" id="{4F814EC4-947C-48CE-9C08-D3C0F2AF3F5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944" y="403"/>
                <a:ext cx="1479" cy="391"/>
                <a:chOff x="944" y="403"/>
                <a:chExt cx="1479" cy="391"/>
              </a:xfrm>
            </p:grpSpPr>
            <p:sp>
              <p:nvSpPr>
                <p:cNvPr id="20534" name="Rectangle 9">
                  <a:extLst>
                    <a:ext uri="{FF2B5EF4-FFF2-40B4-BE49-F238E27FC236}">
                      <a16:creationId xmlns:a16="http://schemas.microsoft.com/office/drawing/2014/main" id="{1507D4D3-1D8D-4617-9158-67B7E61B80A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50" y="409"/>
                  <a:ext cx="1467" cy="37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>
                  <a:lvl1pPr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zh-CN" altLang="en-US" sz="2000"/>
                    <a:t>本地文件</a:t>
                  </a:r>
                </a:p>
              </p:txBody>
            </p:sp>
            <p:sp>
              <p:nvSpPr>
                <p:cNvPr id="20535" name="Rectangle 34">
                  <a:extLst>
                    <a:ext uri="{FF2B5EF4-FFF2-40B4-BE49-F238E27FC236}">
                      <a16:creationId xmlns:a16="http://schemas.microsoft.com/office/drawing/2014/main" id="{BA8EE214-73CD-4F0E-9498-EE3ABEA0450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44" y="403"/>
                  <a:ext cx="1479" cy="391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>
                  <a:lvl1pPr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20492" name="Group 37">
                <a:extLst>
                  <a:ext uri="{FF2B5EF4-FFF2-40B4-BE49-F238E27FC236}">
                    <a16:creationId xmlns:a16="http://schemas.microsoft.com/office/drawing/2014/main" id="{FBFD3F52-98D1-488B-83A5-36CC23DFE4A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23" y="403"/>
                <a:ext cx="926" cy="391"/>
                <a:chOff x="2423" y="403"/>
                <a:chExt cx="926" cy="391"/>
              </a:xfrm>
            </p:grpSpPr>
            <p:sp>
              <p:nvSpPr>
                <p:cNvPr id="20532" name="Rectangle 10">
                  <a:extLst>
                    <a:ext uri="{FF2B5EF4-FFF2-40B4-BE49-F238E27FC236}">
                      <a16:creationId xmlns:a16="http://schemas.microsoft.com/office/drawing/2014/main" id="{C7B2515F-32D8-4C6F-847B-67CE342C796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429" y="409"/>
                  <a:ext cx="914" cy="37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>
                  <a:lvl1pPr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en-US" altLang="zh-CN" sz="2000"/>
                    <a:t>TELNET</a:t>
                  </a:r>
                </a:p>
              </p:txBody>
            </p:sp>
            <p:sp>
              <p:nvSpPr>
                <p:cNvPr id="20533" name="Rectangle 36">
                  <a:extLst>
                    <a:ext uri="{FF2B5EF4-FFF2-40B4-BE49-F238E27FC236}">
                      <a16:creationId xmlns:a16="http://schemas.microsoft.com/office/drawing/2014/main" id="{C8A48B2C-5DBD-47D2-8ED2-C1C1295A21C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423" y="403"/>
                  <a:ext cx="926" cy="391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>
                  <a:lvl1pPr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20493" name="Group 39">
                <a:extLst>
                  <a:ext uri="{FF2B5EF4-FFF2-40B4-BE49-F238E27FC236}">
                    <a16:creationId xmlns:a16="http://schemas.microsoft.com/office/drawing/2014/main" id="{85AC9FE8-4961-49C6-9233-50613CAF02B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349" y="403"/>
                <a:ext cx="1833" cy="391"/>
                <a:chOff x="3349" y="403"/>
                <a:chExt cx="1833" cy="391"/>
              </a:xfrm>
            </p:grpSpPr>
            <p:sp>
              <p:nvSpPr>
                <p:cNvPr id="20530" name="Rectangle 11">
                  <a:extLst>
                    <a:ext uri="{FF2B5EF4-FFF2-40B4-BE49-F238E27FC236}">
                      <a16:creationId xmlns:a16="http://schemas.microsoft.com/office/drawing/2014/main" id="{2EB47CC5-2C7F-4390-9108-809D389659D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355" y="409"/>
                  <a:ext cx="1821" cy="37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>
                  <a:lvl1pPr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zh-CN" altLang="en-US" sz="2000"/>
                    <a:t>远程登录协议</a:t>
                  </a:r>
                </a:p>
              </p:txBody>
            </p:sp>
            <p:sp>
              <p:nvSpPr>
                <p:cNvPr id="20531" name="Rectangle 38">
                  <a:extLst>
                    <a:ext uri="{FF2B5EF4-FFF2-40B4-BE49-F238E27FC236}">
                      <a16:creationId xmlns:a16="http://schemas.microsoft.com/office/drawing/2014/main" id="{93E256BC-8EB7-454F-B143-AE6F9BB3FD8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349" y="403"/>
                  <a:ext cx="1833" cy="391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>
                  <a:lvl1pPr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20494" name="Group 41">
                <a:extLst>
                  <a:ext uri="{FF2B5EF4-FFF2-40B4-BE49-F238E27FC236}">
                    <a16:creationId xmlns:a16="http://schemas.microsoft.com/office/drawing/2014/main" id="{1D6932A1-103D-492F-9DE7-9894B3208C7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806"/>
                <a:ext cx="944" cy="391"/>
                <a:chOff x="0" y="806"/>
                <a:chExt cx="944" cy="391"/>
              </a:xfrm>
            </p:grpSpPr>
            <p:sp>
              <p:nvSpPr>
                <p:cNvPr id="20528" name="Rectangle 12">
                  <a:extLst>
                    <a:ext uri="{FF2B5EF4-FFF2-40B4-BE49-F238E27FC236}">
                      <a16:creationId xmlns:a16="http://schemas.microsoft.com/office/drawing/2014/main" id="{44CB0BDD-B371-40C9-B3B3-C5079E34D13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" y="812"/>
                  <a:ext cx="932" cy="37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>
                  <a:lvl1pPr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en-US" altLang="zh-CN" sz="2000"/>
                    <a:t>HTTP</a:t>
                  </a:r>
                </a:p>
              </p:txBody>
            </p:sp>
            <p:sp>
              <p:nvSpPr>
                <p:cNvPr id="20529" name="Rectangle 40">
                  <a:extLst>
                    <a:ext uri="{FF2B5EF4-FFF2-40B4-BE49-F238E27FC236}">
                      <a16:creationId xmlns:a16="http://schemas.microsoft.com/office/drawing/2014/main" id="{E7967446-6CD6-43D4-BAD1-E579008D9F6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806"/>
                  <a:ext cx="944" cy="391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>
                  <a:lvl1pPr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20495" name="Group 43">
                <a:extLst>
                  <a:ext uri="{FF2B5EF4-FFF2-40B4-BE49-F238E27FC236}">
                    <a16:creationId xmlns:a16="http://schemas.microsoft.com/office/drawing/2014/main" id="{91888815-9215-4B95-AF3A-E656C280F92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944" y="806"/>
                <a:ext cx="1479" cy="391"/>
                <a:chOff x="944" y="806"/>
                <a:chExt cx="1479" cy="391"/>
              </a:xfrm>
            </p:grpSpPr>
            <p:sp>
              <p:nvSpPr>
                <p:cNvPr id="20526" name="Rectangle 13">
                  <a:extLst>
                    <a:ext uri="{FF2B5EF4-FFF2-40B4-BE49-F238E27FC236}">
                      <a16:creationId xmlns:a16="http://schemas.microsoft.com/office/drawing/2014/main" id="{0D5E8448-AF58-4C8D-9FF2-3713483D3D0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50" y="812"/>
                  <a:ext cx="1467" cy="37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>
                  <a:lvl1pPr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zh-CN" altLang="en-US" sz="2000"/>
                    <a:t>超文本传输协议</a:t>
                  </a:r>
                </a:p>
              </p:txBody>
            </p:sp>
            <p:sp>
              <p:nvSpPr>
                <p:cNvPr id="20527" name="Rectangle 42">
                  <a:extLst>
                    <a:ext uri="{FF2B5EF4-FFF2-40B4-BE49-F238E27FC236}">
                      <a16:creationId xmlns:a16="http://schemas.microsoft.com/office/drawing/2014/main" id="{E299C4DE-DD93-4854-B7B7-D0F1B074690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44" y="806"/>
                  <a:ext cx="1479" cy="391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>
                  <a:lvl1pPr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20496" name="Group 45">
                <a:extLst>
                  <a:ext uri="{FF2B5EF4-FFF2-40B4-BE49-F238E27FC236}">
                    <a16:creationId xmlns:a16="http://schemas.microsoft.com/office/drawing/2014/main" id="{554B5688-568D-411F-A1A7-626652CCD0B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23" y="806"/>
                <a:ext cx="926" cy="391"/>
                <a:chOff x="2423" y="806"/>
                <a:chExt cx="926" cy="391"/>
              </a:xfrm>
            </p:grpSpPr>
            <p:sp>
              <p:nvSpPr>
                <p:cNvPr id="20524" name="Rectangle 14">
                  <a:extLst>
                    <a:ext uri="{FF2B5EF4-FFF2-40B4-BE49-F238E27FC236}">
                      <a16:creationId xmlns:a16="http://schemas.microsoft.com/office/drawing/2014/main" id="{CB8E365D-C79E-42A1-BE65-E0BE53651F1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429" y="812"/>
                  <a:ext cx="914" cy="37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>
                  <a:lvl1pPr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en-US" altLang="zh-CN" sz="2000"/>
                    <a:t>WAIS</a:t>
                  </a:r>
                </a:p>
              </p:txBody>
            </p:sp>
            <p:sp>
              <p:nvSpPr>
                <p:cNvPr id="20525" name="Rectangle 44">
                  <a:extLst>
                    <a:ext uri="{FF2B5EF4-FFF2-40B4-BE49-F238E27FC236}">
                      <a16:creationId xmlns:a16="http://schemas.microsoft.com/office/drawing/2014/main" id="{E3C9E277-8C94-4561-8967-4ED12E2AD8E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423" y="806"/>
                  <a:ext cx="926" cy="391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>
                  <a:lvl1pPr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20497" name="Group 47">
                <a:extLst>
                  <a:ext uri="{FF2B5EF4-FFF2-40B4-BE49-F238E27FC236}">
                    <a16:creationId xmlns:a16="http://schemas.microsoft.com/office/drawing/2014/main" id="{3D963F51-A1EB-409A-A67C-5C57007D7EB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349" y="806"/>
                <a:ext cx="1833" cy="391"/>
                <a:chOff x="3349" y="806"/>
                <a:chExt cx="1833" cy="391"/>
              </a:xfrm>
            </p:grpSpPr>
            <p:sp>
              <p:nvSpPr>
                <p:cNvPr id="20522" name="Rectangle 15">
                  <a:extLst>
                    <a:ext uri="{FF2B5EF4-FFF2-40B4-BE49-F238E27FC236}">
                      <a16:creationId xmlns:a16="http://schemas.microsoft.com/office/drawing/2014/main" id="{49F6CAB4-EE1F-4739-9530-EBF32EE0CA8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355" y="812"/>
                  <a:ext cx="1821" cy="37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>
                  <a:lvl1pPr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zh-CN" altLang="en-US" sz="2000"/>
                    <a:t>广域信息检索协议</a:t>
                  </a:r>
                </a:p>
              </p:txBody>
            </p:sp>
            <p:sp>
              <p:nvSpPr>
                <p:cNvPr id="20523" name="Rectangle 46">
                  <a:extLst>
                    <a:ext uri="{FF2B5EF4-FFF2-40B4-BE49-F238E27FC236}">
                      <a16:creationId xmlns:a16="http://schemas.microsoft.com/office/drawing/2014/main" id="{9413C34D-47DF-4600-8C35-5EA7642FBD8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349" y="806"/>
                  <a:ext cx="1833" cy="391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>
                  <a:lvl1pPr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20498" name="Group 49">
                <a:extLst>
                  <a:ext uri="{FF2B5EF4-FFF2-40B4-BE49-F238E27FC236}">
                    <a16:creationId xmlns:a16="http://schemas.microsoft.com/office/drawing/2014/main" id="{7C21C78B-52B3-4A81-9B64-19B5DE5DD49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1209"/>
                <a:ext cx="944" cy="391"/>
                <a:chOff x="0" y="1209"/>
                <a:chExt cx="944" cy="391"/>
              </a:xfrm>
            </p:grpSpPr>
            <p:sp>
              <p:nvSpPr>
                <p:cNvPr id="20520" name="Rectangle 16">
                  <a:extLst>
                    <a:ext uri="{FF2B5EF4-FFF2-40B4-BE49-F238E27FC236}">
                      <a16:creationId xmlns:a16="http://schemas.microsoft.com/office/drawing/2014/main" id="{F5791CD6-8E21-4B85-B5ED-1EA9818F8C3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" y="1215"/>
                  <a:ext cx="932" cy="37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>
                  <a:lvl1pPr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en-US" altLang="zh-CN" sz="2000"/>
                    <a:t>FTP</a:t>
                  </a:r>
                </a:p>
              </p:txBody>
            </p:sp>
            <p:sp>
              <p:nvSpPr>
                <p:cNvPr id="20521" name="Rectangle 48">
                  <a:extLst>
                    <a:ext uri="{FF2B5EF4-FFF2-40B4-BE49-F238E27FC236}">
                      <a16:creationId xmlns:a16="http://schemas.microsoft.com/office/drawing/2014/main" id="{C9A85DE3-42A4-41CB-8A11-6C2E26089F6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1209"/>
                  <a:ext cx="944" cy="391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>
                  <a:lvl1pPr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20499" name="Group 51">
                <a:extLst>
                  <a:ext uri="{FF2B5EF4-FFF2-40B4-BE49-F238E27FC236}">
                    <a16:creationId xmlns:a16="http://schemas.microsoft.com/office/drawing/2014/main" id="{9F480E83-8499-4ED4-AE50-8DF99A5CC3B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944" y="1209"/>
                <a:ext cx="1479" cy="391"/>
                <a:chOff x="944" y="1209"/>
                <a:chExt cx="1479" cy="391"/>
              </a:xfrm>
            </p:grpSpPr>
            <p:sp>
              <p:nvSpPr>
                <p:cNvPr id="20518" name="Rectangle 17">
                  <a:extLst>
                    <a:ext uri="{FF2B5EF4-FFF2-40B4-BE49-F238E27FC236}">
                      <a16:creationId xmlns:a16="http://schemas.microsoft.com/office/drawing/2014/main" id="{F2F72439-A89F-4A59-B340-C7ED4049939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50" y="1215"/>
                  <a:ext cx="1467" cy="37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>
                  <a:lvl1pPr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zh-CN" altLang="en-US" sz="2000"/>
                    <a:t>（远程）文件传输协议</a:t>
                  </a:r>
                </a:p>
              </p:txBody>
            </p:sp>
            <p:sp>
              <p:nvSpPr>
                <p:cNvPr id="20519" name="Rectangle 50">
                  <a:extLst>
                    <a:ext uri="{FF2B5EF4-FFF2-40B4-BE49-F238E27FC236}">
                      <a16:creationId xmlns:a16="http://schemas.microsoft.com/office/drawing/2014/main" id="{B26E95FB-7A56-4C9D-9F32-4BA6731969E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44" y="1209"/>
                  <a:ext cx="1479" cy="391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>
                  <a:lvl1pPr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20500" name="Group 53">
                <a:extLst>
                  <a:ext uri="{FF2B5EF4-FFF2-40B4-BE49-F238E27FC236}">
                    <a16:creationId xmlns:a16="http://schemas.microsoft.com/office/drawing/2014/main" id="{393753CB-59AE-43ED-A5EF-33E7002F947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23" y="1209"/>
                <a:ext cx="926" cy="391"/>
                <a:chOff x="2423" y="1209"/>
                <a:chExt cx="926" cy="391"/>
              </a:xfrm>
            </p:grpSpPr>
            <p:sp>
              <p:nvSpPr>
                <p:cNvPr id="20516" name="Rectangle 18">
                  <a:extLst>
                    <a:ext uri="{FF2B5EF4-FFF2-40B4-BE49-F238E27FC236}">
                      <a16:creationId xmlns:a16="http://schemas.microsoft.com/office/drawing/2014/main" id="{4F92FD93-9C09-4BD3-BE6A-32E3809B901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429" y="1215"/>
                  <a:ext cx="914" cy="37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>
                  <a:lvl1pPr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en-US" altLang="zh-CN" sz="2000"/>
                    <a:t>NEWS</a:t>
                  </a:r>
                </a:p>
              </p:txBody>
            </p:sp>
            <p:sp>
              <p:nvSpPr>
                <p:cNvPr id="20517" name="Rectangle 52">
                  <a:extLst>
                    <a:ext uri="{FF2B5EF4-FFF2-40B4-BE49-F238E27FC236}">
                      <a16:creationId xmlns:a16="http://schemas.microsoft.com/office/drawing/2014/main" id="{73D9AB46-4763-47D7-A37D-09FC8EE954E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423" y="1209"/>
                  <a:ext cx="926" cy="391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>
                  <a:lvl1pPr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20501" name="Group 55">
                <a:extLst>
                  <a:ext uri="{FF2B5EF4-FFF2-40B4-BE49-F238E27FC236}">
                    <a16:creationId xmlns:a16="http://schemas.microsoft.com/office/drawing/2014/main" id="{4C5C178F-69D9-4315-8F23-425C1B0E580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349" y="1209"/>
                <a:ext cx="1833" cy="391"/>
                <a:chOff x="3349" y="1209"/>
                <a:chExt cx="1833" cy="391"/>
              </a:xfrm>
            </p:grpSpPr>
            <p:sp>
              <p:nvSpPr>
                <p:cNvPr id="20514" name="Rectangle 19">
                  <a:extLst>
                    <a:ext uri="{FF2B5EF4-FFF2-40B4-BE49-F238E27FC236}">
                      <a16:creationId xmlns:a16="http://schemas.microsoft.com/office/drawing/2014/main" id="{24131059-D1D7-4F87-AF89-C6D6591B382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355" y="1215"/>
                  <a:ext cx="1821" cy="37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>
                  <a:lvl1pPr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zh-CN" altLang="en-US" sz="2000"/>
                    <a:t>新闻传输协议</a:t>
                  </a:r>
                </a:p>
              </p:txBody>
            </p:sp>
            <p:sp>
              <p:nvSpPr>
                <p:cNvPr id="20515" name="Rectangle 54">
                  <a:extLst>
                    <a:ext uri="{FF2B5EF4-FFF2-40B4-BE49-F238E27FC236}">
                      <a16:creationId xmlns:a16="http://schemas.microsoft.com/office/drawing/2014/main" id="{03C6AA7A-34AD-4FFE-966F-E99F860341F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349" y="1209"/>
                  <a:ext cx="1833" cy="391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>
                  <a:lvl1pPr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20502" name="Group 57">
                <a:extLst>
                  <a:ext uri="{FF2B5EF4-FFF2-40B4-BE49-F238E27FC236}">
                    <a16:creationId xmlns:a16="http://schemas.microsoft.com/office/drawing/2014/main" id="{790DA83B-3277-4E04-8BF5-C6E8DE9A2B2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1612"/>
                <a:ext cx="944" cy="391"/>
                <a:chOff x="0" y="1612"/>
                <a:chExt cx="944" cy="391"/>
              </a:xfrm>
            </p:grpSpPr>
            <p:sp>
              <p:nvSpPr>
                <p:cNvPr id="20512" name="Rectangle 20">
                  <a:extLst>
                    <a:ext uri="{FF2B5EF4-FFF2-40B4-BE49-F238E27FC236}">
                      <a16:creationId xmlns:a16="http://schemas.microsoft.com/office/drawing/2014/main" id="{0D19C7C4-1F5C-4EFA-B67E-9295A1C6863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" y="1618"/>
                  <a:ext cx="932" cy="37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>
                  <a:lvl1pPr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en-US" altLang="zh-CN" sz="2000"/>
                    <a:t>GOPHER</a:t>
                  </a:r>
                </a:p>
              </p:txBody>
            </p:sp>
            <p:sp>
              <p:nvSpPr>
                <p:cNvPr id="20513" name="Rectangle 56">
                  <a:extLst>
                    <a:ext uri="{FF2B5EF4-FFF2-40B4-BE49-F238E27FC236}">
                      <a16:creationId xmlns:a16="http://schemas.microsoft.com/office/drawing/2014/main" id="{C664A3BA-AEEC-4115-8AB3-E2533631367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1612"/>
                  <a:ext cx="944" cy="391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>
                  <a:lvl1pPr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20503" name="Group 59">
                <a:extLst>
                  <a:ext uri="{FF2B5EF4-FFF2-40B4-BE49-F238E27FC236}">
                    <a16:creationId xmlns:a16="http://schemas.microsoft.com/office/drawing/2014/main" id="{263A11CF-DE7B-48F4-B036-1F3D5DAEB52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944" y="1612"/>
                <a:ext cx="1479" cy="391"/>
                <a:chOff x="944" y="1612"/>
                <a:chExt cx="1479" cy="391"/>
              </a:xfrm>
            </p:grpSpPr>
            <p:sp>
              <p:nvSpPr>
                <p:cNvPr id="20510" name="Rectangle 21">
                  <a:extLst>
                    <a:ext uri="{FF2B5EF4-FFF2-40B4-BE49-F238E27FC236}">
                      <a16:creationId xmlns:a16="http://schemas.microsoft.com/office/drawing/2014/main" id="{ED9E67E6-D7E9-4536-B12F-2CDC87DAC6F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50" y="1618"/>
                  <a:ext cx="1467" cy="37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>
                  <a:lvl1pPr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en-US" altLang="zh-CN" sz="2000"/>
                    <a:t>GOPHER</a:t>
                  </a:r>
                  <a:r>
                    <a:rPr lang="zh-CN" altLang="en-US" sz="2000"/>
                    <a:t>协议</a:t>
                  </a:r>
                </a:p>
              </p:txBody>
            </p:sp>
            <p:sp>
              <p:nvSpPr>
                <p:cNvPr id="20511" name="Rectangle 58">
                  <a:extLst>
                    <a:ext uri="{FF2B5EF4-FFF2-40B4-BE49-F238E27FC236}">
                      <a16:creationId xmlns:a16="http://schemas.microsoft.com/office/drawing/2014/main" id="{879BEA0D-1322-4294-B840-CA474F8B657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44" y="1612"/>
                  <a:ext cx="1479" cy="391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>
                  <a:lvl1pPr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20504" name="Group 61">
                <a:extLst>
                  <a:ext uri="{FF2B5EF4-FFF2-40B4-BE49-F238E27FC236}">
                    <a16:creationId xmlns:a16="http://schemas.microsoft.com/office/drawing/2014/main" id="{4E9E16FB-F873-41E7-80D7-96B90761055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23" y="1612"/>
                <a:ext cx="926" cy="391"/>
                <a:chOff x="2423" y="1612"/>
                <a:chExt cx="926" cy="391"/>
              </a:xfrm>
            </p:grpSpPr>
            <p:sp>
              <p:nvSpPr>
                <p:cNvPr id="20508" name="Rectangle 22">
                  <a:extLst>
                    <a:ext uri="{FF2B5EF4-FFF2-40B4-BE49-F238E27FC236}">
                      <a16:creationId xmlns:a16="http://schemas.microsoft.com/office/drawing/2014/main" id="{22FD58C2-5BF6-453F-8B3D-336C51C3020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429" y="1618"/>
                  <a:ext cx="914" cy="37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>
                  <a:lvl1pPr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en-US" altLang="zh-CN" sz="2000"/>
                    <a:t>MAILTO</a:t>
                  </a:r>
                </a:p>
              </p:txBody>
            </p:sp>
            <p:sp>
              <p:nvSpPr>
                <p:cNvPr id="20509" name="Rectangle 60">
                  <a:extLst>
                    <a:ext uri="{FF2B5EF4-FFF2-40B4-BE49-F238E27FC236}">
                      <a16:creationId xmlns:a16="http://schemas.microsoft.com/office/drawing/2014/main" id="{3311C9AC-9EBF-4638-B31E-A6DFFDD407D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423" y="1612"/>
                  <a:ext cx="926" cy="391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>
                  <a:lvl1pPr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20505" name="Group 63">
                <a:extLst>
                  <a:ext uri="{FF2B5EF4-FFF2-40B4-BE49-F238E27FC236}">
                    <a16:creationId xmlns:a16="http://schemas.microsoft.com/office/drawing/2014/main" id="{0BF52ED7-804F-45CD-A4BF-653622B6601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349" y="1612"/>
                <a:ext cx="1833" cy="391"/>
                <a:chOff x="3349" y="1612"/>
                <a:chExt cx="1833" cy="391"/>
              </a:xfrm>
            </p:grpSpPr>
            <p:sp>
              <p:nvSpPr>
                <p:cNvPr id="20506" name="Rectangle 23">
                  <a:extLst>
                    <a:ext uri="{FF2B5EF4-FFF2-40B4-BE49-F238E27FC236}">
                      <a16:creationId xmlns:a16="http://schemas.microsoft.com/office/drawing/2014/main" id="{D18C5392-6808-4FE7-8D02-58785D32153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355" y="1618"/>
                  <a:ext cx="1821" cy="37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>
                  <a:lvl1pPr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zh-CN" altLang="en-US" sz="2000"/>
                    <a:t>电子邮件的相关协议</a:t>
                  </a:r>
                </a:p>
              </p:txBody>
            </p:sp>
            <p:sp>
              <p:nvSpPr>
                <p:cNvPr id="20507" name="Rectangle 62">
                  <a:extLst>
                    <a:ext uri="{FF2B5EF4-FFF2-40B4-BE49-F238E27FC236}">
                      <a16:creationId xmlns:a16="http://schemas.microsoft.com/office/drawing/2014/main" id="{3E32AAC8-02C3-44D5-AD99-28DFC9E09ED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349" y="1612"/>
                  <a:ext cx="1833" cy="391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>
                  <a:lvl1pPr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</p:grpSp>
        <p:sp>
          <p:nvSpPr>
            <p:cNvPr id="20485" name="Rectangle 65">
              <a:extLst>
                <a:ext uri="{FF2B5EF4-FFF2-40B4-BE49-F238E27FC236}">
                  <a16:creationId xmlns:a16="http://schemas.microsoft.com/office/drawing/2014/main" id="{607AF8A0-D74B-437E-BD4B-664DA96428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3" y="-3"/>
              <a:ext cx="5188" cy="2009"/>
            </a:xfrm>
            <a:prstGeom prst="rect">
              <a:avLst/>
            </a:prstGeom>
            <a:noFill/>
            <a:ln w="11112">
              <a:solidFill>
                <a:srgbClr val="A0A0A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>
              <a:lvl1pPr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</p:spTree>
  </p:cSld>
  <p:clrMapOvr>
    <a:masterClrMapping/>
  </p:clrMapOvr>
  <p:transition spd="med">
    <p:random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Line 2">
            <a:extLst>
              <a:ext uri="{FF2B5EF4-FFF2-40B4-BE49-F238E27FC236}">
                <a16:creationId xmlns:a16="http://schemas.microsoft.com/office/drawing/2014/main" id="{C4E0C9F5-9D4C-4766-BB1A-FE73DED6D456}"/>
              </a:ext>
            </a:extLst>
          </p:cNvPr>
          <p:cNvSpPr>
            <a:spLocks noChangeShapeType="1"/>
          </p:cNvSpPr>
          <p:nvPr/>
        </p:nvSpPr>
        <p:spPr bwMode="auto">
          <a:xfrm>
            <a:off x="3505200" y="2133600"/>
            <a:ext cx="0" cy="44958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1507" name="Line 3">
            <a:extLst>
              <a:ext uri="{FF2B5EF4-FFF2-40B4-BE49-F238E27FC236}">
                <a16:creationId xmlns:a16="http://schemas.microsoft.com/office/drawing/2014/main" id="{EDBA23AA-4D2E-4311-9304-D3D756E026C0}"/>
              </a:ext>
            </a:extLst>
          </p:cNvPr>
          <p:cNvSpPr>
            <a:spLocks noChangeShapeType="1"/>
          </p:cNvSpPr>
          <p:nvPr/>
        </p:nvSpPr>
        <p:spPr bwMode="auto">
          <a:xfrm>
            <a:off x="8077200" y="2057400"/>
            <a:ext cx="0" cy="45720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1508" name="Text Box 4">
            <a:extLst>
              <a:ext uri="{FF2B5EF4-FFF2-40B4-BE49-F238E27FC236}">
                <a16:creationId xmlns:a16="http://schemas.microsoft.com/office/drawing/2014/main" id="{6E5408B0-9F55-4033-BE5F-58B58EF8A5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65525" y="2014538"/>
            <a:ext cx="45847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 sz="2400">
                <a:latin typeface="Tahoma" panose="020B0604030504040204" pitchFamily="34" charset="0"/>
              </a:rPr>
              <a:t>客户机                           服务器</a:t>
            </a:r>
          </a:p>
        </p:txBody>
      </p:sp>
      <p:sp>
        <p:nvSpPr>
          <p:cNvPr id="21509" name="Line 5">
            <a:extLst>
              <a:ext uri="{FF2B5EF4-FFF2-40B4-BE49-F238E27FC236}">
                <a16:creationId xmlns:a16="http://schemas.microsoft.com/office/drawing/2014/main" id="{52218B36-E608-4965-8ACE-8A92794B8ED1}"/>
              </a:ext>
            </a:extLst>
          </p:cNvPr>
          <p:cNvSpPr>
            <a:spLocks noChangeShapeType="1"/>
          </p:cNvSpPr>
          <p:nvPr/>
        </p:nvSpPr>
        <p:spPr bwMode="auto">
          <a:xfrm>
            <a:off x="3657600" y="2667000"/>
            <a:ext cx="4267200" cy="9144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1510" name="Text Box 6">
            <a:extLst>
              <a:ext uri="{FF2B5EF4-FFF2-40B4-BE49-F238E27FC236}">
                <a16:creationId xmlns:a16="http://schemas.microsoft.com/office/drawing/2014/main" id="{5FB79389-AF89-406C-AEB5-190B49596D24}"/>
              </a:ext>
            </a:extLst>
          </p:cNvPr>
          <p:cNvSpPr txBox="1">
            <a:spLocks noChangeArrowheads="1"/>
          </p:cNvSpPr>
          <p:nvPr/>
        </p:nvSpPr>
        <p:spPr bwMode="auto">
          <a:xfrm rot="720003">
            <a:off x="4114801" y="2667000"/>
            <a:ext cx="35353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en-US" altLang="zh-CN" sz="2400">
                <a:latin typeface="Tahoma" panose="020B0604030504040204" pitchFamily="34" charset="0"/>
              </a:rPr>
              <a:t>GET www.cs.virginia.edu</a:t>
            </a:r>
          </a:p>
        </p:txBody>
      </p:sp>
      <p:sp>
        <p:nvSpPr>
          <p:cNvPr id="21511" name="Line 7">
            <a:extLst>
              <a:ext uri="{FF2B5EF4-FFF2-40B4-BE49-F238E27FC236}">
                <a16:creationId xmlns:a16="http://schemas.microsoft.com/office/drawing/2014/main" id="{7F41DC41-6B68-4DB8-98F4-81A22AF5D96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657600" y="4495800"/>
            <a:ext cx="4267200" cy="14478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1512" name="Rectangle 8">
            <a:extLst>
              <a:ext uri="{FF2B5EF4-FFF2-40B4-BE49-F238E27FC236}">
                <a16:creationId xmlns:a16="http://schemas.microsoft.com/office/drawing/2014/main" id="{AD124661-8D7E-4CA3-8F94-B3C47F5A13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6800" y="4495800"/>
            <a:ext cx="609600" cy="762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1513" name="Line 9">
            <a:extLst>
              <a:ext uri="{FF2B5EF4-FFF2-40B4-BE49-F238E27FC236}">
                <a16:creationId xmlns:a16="http://schemas.microsoft.com/office/drawing/2014/main" id="{D330C639-2B7A-4103-BD31-58FD9F3F2DDC}"/>
              </a:ext>
            </a:extLst>
          </p:cNvPr>
          <p:cNvSpPr>
            <a:spLocks noChangeShapeType="1"/>
          </p:cNvSpPr>
          <p:nvPr/>
        </p:nvSpPr>
        <p:spPr bwMode="auto">
          <a:xfrm>
            <a:off x="4953000" y="4648200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1514" name="Line 10">
            <a:extLst>
              <a:ext uri="{FF2B5EF4-FFF2-40B4-BE49-F238E27FC236}">
                <a16:creationId xmlns:a16="http://schemas.microsoft.com/office/drawing/2014/main" id="{AA6DA22F-52DB-4EA1-B4FD-57BFA0D282D4}"/>
              </a:ext>
            </a:extLst>
          </p:cNvPr>
          <p:cNvSpPr>
            <a:spLocks noChangeShapeType="1"/>
          </p:cNvSpPr>
          <p:nvPr/>
        </p:nvSpPr>
        <p:spPr bwMode="auto">
          <a:xfrm>
            <a:off x="4953000" y="4724400"/>
            <a:ext cx="2286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1515" name="Line 11">
            <a:extLst>
              <a:ext uri="{FF2B5EF4-FFF2-40B4-BE49-F238E27FC236}">
                <a16:creationId xmlns:a16="http://schemas.microsoft.com/office/drawing/2014/main" id="{E5B45B48-D574-4ADC-B99D-446D1EB8FE70}"/>
              </a:ext>
            </a:extLst>
          </p:cNvPr>
          <p:cNvSpPr>
            <a:spLocks noChangeShapeType="1"/>
          </p:cNvSpPr>
          <p:nvPr/>
        </p:nvSpPr>
        <p:spPr bwMode="auto">
          <a:xfrm>
            <a:off x="4953000" y="4876800"/>
            <a:ext cx="3810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1516" name="Line 12">
            <a:extLst>
              <a:ext uri="{FF2B5EF4-FFF2-40B4-BE49-F238E27FC236}">
                <a16:creationId xmlns:a16="http://schemas.microsoft.com/office/drawing/2014/main" id="{7FD39329-DF32-46C5-AA30-B0774CAC94A5}"/>
              </a:ext>
            </a:extLst>
          </p:cNvPr>
          <p:cNvSpPr>
            <a:spLocks noChangeShapeType="1"/>
          </p:cNvSpPr>
          <p:nvPr/>
        </p:nvSpPr>
        <p:spPr bwMode="auto">
          <a:xfrm>
            <a:off x="4953000" y="4953000"/>
            <a:ext cx="1524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1517" name="Line 13">
            <a:extLst>
              <a:ext uri="{FF2B5EF4-FFF2-40B4-BE49-F238E27FC236}">
                <a16:creationId xmlns:a16="http://schemas.microsoft.com/office/drawing/2014/main" id="{EA9E8923-32EE-46D9-A581-C0BE1002205C}"/>
              </a:ext>
            </a:extLst>
          </p:cNvPr>
          <p:cNvSpPr>
            <a:spLocks noChangeShapeType="1"/>
          </p:cNvSpPr>
          <p:nvPr/>
        </p:nvSpPr>
        <p:spPr bwMode="auto">
          <a:xfrm>
            <a:off x="4953000" y="5029200"/>
            <a:ext cx="1524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1518" name="Rectangle 14">
            <a:extLst>
              <a:ext uri="{FF2B5EF4-FFF2-40B4-BE49-F238E27FC236}">
                <a16:creationId xmlns:a16="http://schemas.microsoft.com/office/drawing/2014/main" id="{8636E94A-AF81-41F3-B9A1-B0373BFD27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57800" y="5029200"/>
            <a:ext cx="152400" cy="1524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1519" name="Text Box 15">
            <a:extLst>
              <a:ext uri="{FF2B5EF4-FFF2-40B4-BE49-F238E27FC236}">
                <a16:creationId xmlns:a16="http://schemas.microsoft.com/office/drawing/2014/main" id="{55E75E4B-66CF-4E03-B1EB-FC41E1135F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53400" y="3568701"/>
            <a:ext cx="1415772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 sz="2400">
                <a:latin typeface="Tahoma" panose="020B0604030504040204" pitchFamily="34" charset="0"/>
              </a:rPr>
              <a:t>从磁盘</a:t>
            </a:r>
          </a:p>
          <a:p>
            <a:pPr eaLnBrk="1" hangingPunct="1"/>
            <a:r>
              <a:rPr kumimoji="0" lang="zh-CN" altLang="en-US" sz="2400">
                <a:latin typeface="Tahoma" panose="020B0604030504040204" pitchFamily="34" charset="0"/>
              </a:rPr>
              <a:t>检索数据</a:t>
            </a:r>
          </a:p>
        </p:txBody>
      </p:sp>
      <p:sp>
        <p:nvSpPr>
          <p:cNvPr id="21520" name="Rectangle 16">
            <a:extLst>
              <a:ext uri="{FF2B5EF4-FFF2-40B4-BE49-F238E27FC236}">
                <a16:creationId xmlns:a16="http://schemas.microsoft.com/office/drawing/2014/main" id="{197B0009-442C-46A1-9A03-AA2271DD4C6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3295650" y="533400"/>
            <a:ext cx="5475288" cy="43338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 fontScale="90000"/>
          </a:bodyPr>
          <a:lstStyle/>
          <a:p>
            <a:pPr algn="ctr" eaLnBrk="1" hangingPunct="1"/>
            <a:r>
              <a:rPr lang="en-US" altLang="zh-CN" sz="3600">
                <a:latin typeface="Times New Roman" panose="02020603050405020304" pitchFamily="18" charset="0"/>
                <a:ea typeface="华文新魏" panose="02010800040101010101" pitchFamily="2" charset="-122"/>
              </a:rPr>
              <a:t>HTTP</a:t>
            </a:r>
            <a:r>
              <a:rPr lang="zh-CN" altLang="en-US" sz="3600">
                <a:latin typeface="Times New Roman" panose="02020603050405020304" pitchFamily="18" charset="0"/>
                <a:ea typeface="华文新魏" panose="02010800040101010101" pitchFamily="2" charset="-122"/>
              </a:rPr>
              <a:t>交换的一个实例</a:t>
            </a:r>
            <a:r>
              <a:rPr lang="zh-CN" altLang="en-US" sz="3200"/>
              <a:t> 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1" name="Rectangle 1027">
            <a:extLst>
              <a:ext uri="{FF2B5EF4-FFF2-40B4-BE49-F238E27FC236}">
                <a16:creationId xmlns:a16="http://schemas.microsoft.com/office/drawing/2014/main" id="{D4ED97D5-9CA1-4040-8CB4-3A8222F2991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3816350" y="539751"/>
            <a:ext cx="4357688" cy="62071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 eaLnBrk="1" hangingPunct="1"/>
            <a:r>
              <a:rPr lang="zh-CN" altLang="en-US" sz="3600">
                <a:latin typeface="Times New Roman" panose="02020603050405020304" pitchFamily="18" charset="0"/>
                <a:ea typeface="华文新魏" panose="02010800040101010101" pitchFamily="2" charset="-122"/>
              </a:rPr>
              <a:t>获取多个对象</a:t>
            </a:r>
          </a:p>
        </p:txBody>
      </p:sp>
      <p:sp>
        <p:nvSpPr>
          <p:cNvPr id="883714" name="Rectangle 1026">
            <a:extLst>
              <a:ext uri="{FF2B5EF4-FFF2-40B4-BE49-F238E27FC236}">
                <a16:creationId xmlns:a16="http://schemas.microsoft.com/office/drawing/2014/main" id="{784D9132-CA3D-4BAC-A340-9E37C0C4C4F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406650" y="2105025"/>
            <a:ext cx="7772400" cy="4114800"/>
          </a:xfrm>
          <a:solidFill>
            <a:srgbClr val="FFFFFF"/>
          </a:solidFill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zh-CN" altLang="en-US"/>
              <a:t>大多数</a:t>
            </a:r>
            <a:r>
              <a:rPr lang="en-US" altLang="zh-CN"/>
              <a:t>web</a:t>
            </a:r>
            <a:r>
              <a:rPr lang="zh-CN" altLang="en-US"/>
              <a:t>页面包含着嵌入式对象 </a:t>
            </a:r>
            <a:r>
              <a:rPr lang="en-US" altLang="zh-CN"/>
              <a:t>(</a:t>
            </a:r>
            <a:r>
              <a:rPr lang="zh-CN" altLang="en-US"/>
              <a:t>例如</a:t>
            </a:r>
            <a:r>
              <a:rPr lang="en-US" altLang="zh-CN"/>
              <a:t>, </a:t>
            </a:r>
            <a:r>
              <a:rPr lang="zh-CN" altLang="en-US"/>
              <a:t>图像</a:t>
            </a:r>
            <a:r>
              <a:rPr lang="en-US" altLang="zh-CN"/>
              <a:t>,</a:t>
            </a:r>
            <a:r>
              <a:rPr lang="zh-CN" altLang="en-US"/>
              <a:t>背景等</a:t>
            </a:r>
            <a:r>
              <a:rPr lang="en-US" altLang="zh-CN"/>
              <a:t>)</a:t>
            </a:r>
          </a:p>
          <a:p>
            <a:pPr eaLnBrk="1" hangingPunct="1"/>
            <a:r>
              <a:rPr lang="zh-CN" altLang="en-US"/>
              <a:t>浏览器请求</a:t>
            </a:r>
            <a:r>
              <a:rPr lang="en-US" altLang="zh-CN"/>
              <a:t>HTML</a:t>
            </a:r>
            <a:r>
              <a:rPr lang="zh-CN" altLang="en-US"/>
              <a:t>页面</a:t>
            </a:r>
          </a:p>
          <a:p>
            <a:pPr eaLnBrk="1" hangingPunct="1"/>
            <a:r>
              <a:rPr lang="zh-CN" altLang="en-US"/>
              <a:t>服务器发送</a:t>
            </a:r>
            <a:r>
              <a:rPr lang="en-US" altLang="zh-CN"/>
              <a:t>HTML</a:t>
            </a:r>
            <a:r>
              <a:rPr lang="zh-CN" altLang="en-US"/>
              <a:t>文件</a:t>
            </a:r>
          </a:p>
          <a:p>
            <a:pPr eaLnBrk="1" hangingPunct="1"/>
            <a:r>
              <a:rPr lang="zh-CN" altLang="en-US"/>
              <a:t>浏览器解析文件同时请求嵌入式对象</a:t>
            </a:r>
          </a:p>
          <a:p>
            <a:pPr eaLnBrk="1" hangingPunct="1"/>
            <a:r>
              <a:rPr lang="zh-CN" altLang="en-US"/>
              <a:t>服务器发送请求的嵌入对象</a:t>
            </a: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37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837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837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37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837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837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37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837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837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37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837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837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37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837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837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83714" grpId="0" build="p" autoUpdateAnimBg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>
            <a:extLst>
              <a:ext uri="{FF2B5EF4-FFF2-40B4-BE49-F238E27FC236}">
                <a16:creationId xmlns:a16="http://schemas.microsoft.com/office/drawing/2014/main" id="{C5CA627B-BCDE-444D-810D-5E6F851738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5943600"/>
            <a:ext cx="609600" cy="762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3555" name="Line 3">
            <a:extLst>
              <a:ext uri="{FF2B5EF4-FFF2-40B4-BE49-F238E27FC236}">
                <a16:creationId xmlns:a16="http://schemas.microsoft.com/office/drawing/2014/main" id="{D404ACBA-6672-464C-9892-D1D3E69B2173}"/>
              </a:ext>
            </a:extLst>
          </p:cNvPr>
          <p:cNvSpPr>
            <a:spLocks noChangeShapeType="1"/>
          </p:cNvSpPr>
          <p:nvPr/>
        </p:nvSpPr>
        <p:spPr bwMode="auto">
          <a:xfrm>
            <a:off x="3505200" y="2133600"/>
            <a:ext cx="0" cy="44958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3556" name="Line 4">
            <a:extLst>
              <a:ext uri="{FF2B5EF4-FFF2-40B4-BE49-F238E27FC236}">
                <a16:creationId xmlns:a16="http://schemas.microsoft.com/office/drawing/2014/main" id="{BE7F4441-33BB-4FE7-8372-2B08DF7145B9}"/>
              </a:ext>
            </a:extLst>
          </p:cNvPr>
          <p:cNvSpPr>
            <a:spLocks noChangeShapeType="1"/>
          </p:cNvSpPr>
          <p:nvPr/>
        </p:nvSpPr>
        <p:spPr bwMode="auto">
          <a:xfrm>
            <a:off x="8077200" y="2057400"/>
            <a:ext cx="0" cy="45720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3557" name="Text Box 5">
            <a:extLst>
              <a:ext uri="{FF2B5EF4-FFF2-40B4-BE49-F238E27FC236}">
                <a16:creationId xmlns:a16="http://schemas.microsoft.com/office/drawing/2014/main" id="{D7107D35-B830-4D13-BDC1-94E77EF34E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05200" y="1752600"/>
            <a:ext cx="45847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 sz="2400">
                <a:latin typeface="Tahoma" panose="020B0604030504040204" pitchFamily="34" charset="0"/>
              </a:rPr>
              <a:t>客户机                           服务器</a:t>
            </a:r>
          </a:p>
        </p:txBody>
      </p:sp>
      <p:sp>
        <p:nvSpPr>
          <p:cNvPr id="23558" name="Line 6">
            <a:extLst>
              <a:ext uri="{FF2B5EF4-FFF2-40B4-BE49-F238E27FC236}">
                <a16:creationId xmlns:a16="http://schemas.microsoft.com/office/drawing/2014/main" id="{36AE1F59-90A8-4B8A-8177-2D409006D922}"/>
              </a:ext>
            </a:extLst>
          </p:cNvPr>
          <p:cNvSpPr>
            <a:spLocks noChangeShapeType="1"/>
          </p:cNvSpPr>
          <p:nvPr/>
        </p:nvSpPr>
        <p:spPr bwMode="auto">
          <a:xfrm>
            <a:off x="3733800" y="2286000"/>
            <a:ext cx="4267200" cy="9144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3559" name="Text Box 7">
            <a:extLst>
              <a:ext uri="{FF2B5EF4-FFF2-40B4-BE49-F238E27FC236}">
                <a16:creationId xmlns:a16="http://schemas.microsoft.com/office/drawing/2014/main" id="{7D75DE5B-735E-47B7-B6D5-E6EC38B7F130}"/>
              </a:ext>
            </a:extLst>
          </p:cNvPr>
          <p:cNvSpPr txBox="1">
            <a:spLocks noChangeArrowheads="1"/>
          </p:cNvSpPr>
          <p:nvPr/>
        </p:nvSpPr>
        <p:spPr bwMode="auto">
          <a:xfrm rot="720003">
            <a:off x="4038601" y="2286000"/>
            <a:ext cx="35353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en-US" altLang="zh-CN" sz="2400">
                <a:latin typeface="Tahoma" panose="020B0604030504040204" pitchFamily="34" charset="0"/>
              </a:rPr>
              <a:t>GET www.cs.virginia.edu</a:t>
            </a:r>
          </a:p>
        </p:txBody>
      </p:sp>
      <p:sp>
        <p:nvSpPr>
          <p:cNvPr id="23560" name="Line 8">
            <a:extLst>
              <a:ext uri="{FF2B5EF4-FFF2-40B4-BE49-F238E27FC236}">
                <a16:creationId xmlns:a16="http://schemas.microsoft.com/office/drawing/2014/main" id="{071A196A-E3A8-45CA-8328-90D0A2C0CD9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657600" y="3276600"/>
            <a:ext cx="4343400" cy="9906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3561" name="Rectangle 9">
            <a:extLst>
              <a:ext uri="{FF2B5EF4-FFF2-40B4-BE49-F238E27FC236}">
                <a16:creationId xmlns:a16="http://schemas.microsoft.com/office/drawing/2014/main" id="{B66A20E2-103D-4C8C-BC64-D38BAE52EB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6800" y="2971800"/>
            <a:ext cx="609600" cy="762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3562" name="Line 10">
            <a:extLst>
              <a:ext uri="{FF2B5EF4-FFF2-40B4-BE49-F238E27FC236}">
                <a16:creationId xmlns:a16="http://schemas.microsoft.com/office/drawing/2014/main" id="{A78510CD-7B8C-4495-A656-B4589F2C5025}"/>
              </a:ext>
            </a:extLst>
          </p:cNvPr>
          <p:cNvSpPr>
            <a:spLocks noChangeShapeType="1"/>
          </p:cNvSpPr>
          <p:nvPr/>
        </p:nvSpPr>
        <p:spPr bwMode="auto">
          <a:xfrm>
            <a:off x="4953000" y="3124200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3563" name="Line 11">
            <a:extLst>
              <a:ext uri="{FF2B5EF4-FFF2-40B4-BE49-F238E27FC236}">
                <a16:creationId xmlns:a16="http://schemas.microsoft.com/office/drawing/2014/main" id="{5D73EE2D-B63F-4B1D-A36E-76F08E3CE90C}"/>
              </a:ext>
            </a:extLst>
          </p:cNvPr>
          <p:cNvSpPr>
            <a:spLocks noChangeShapeType="1"/>
          </p:cNvSpPr>
          <p:nvPr/>
        </p:nvSpPr>
        <p:spPr bwMode="auto">
          <a:xfrm>
            <a:off x="4953000" y="3200400"/>
            <a:ext cx="2286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3564" name="Line 12">
            <a:extLst>
              <a:ext uri="{FF2B5EF4-FFF2-40B4-BE49-F238E27FC236}">
                <a16:creationId xmlns:a16="http://schemas.microsoft.com/office/drawing/2014/main" id="{D0AB2B61-4BEE-45B4-903F-CB6142F17FDF}"/>
              </a:ext>
            </a:extLst>
          </p:cNvPr>
          <p:cNvSpPr>
            <a:spLocks noChangeShapeType="1"/>
          </p:cNvSpPr>
          <p:nvPr/>
        </p:nvSpPr>
        <p:spPr bwMode="auto">
          <a:xfrm>
            <a:off x="4953000" y="3352800"/>
            <a:ext cx="3810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3565" name="Line 13">
            <a:extLst>
              <a:ext uri="{FF2B5EF4-FFF2-40B4-BE49-F238E27FC236}">
                <a16:creationId xmlns:a16="http://schemas.microsoft.com/office/drawing/2014/main" id="{47882228-81E1-47FA-88F9-73FA2622A9CA}"/>
              </a:ext>
            </a:extLst>
          </p:cNvPr>
          <p:cNvSpPr>
            <a:spLocks noChangeShapeType="1"/>
          </p:cNvSpPr>
          <p:nvPr/>
        </p:nvSpPr>
        <p:spPr bwMode="auto">
          <a:xfrm>
            <a:off x="4953000" y="3429000"/>
            <a:ext cx="1524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3566" name="Line 14">
            <a:extLst>
              <a:ext uri="{FF2B5EF4-FFF2-40B4-BE49-F238E27FC236}">
                <a16:creationId xmlns:a16="http://schemas.microsoft.com/office/drawing/2014/main" id="{72A00B5F-2367-4DD4-A157-8CA72259527C}"/>
              </a:ext>
            </a:extLst>
          </p:cNvPr>
          <p:cNvSpPr>
            <a:spLocks noChangeShapeType="1"/>
          </p:cNvSpPr>
          <p:nvPr/>
        </p:nvSpPr>
        <p:spPr bwMode="auto">
          <a:xfrm>
            <a:off x="4953000" y="3505200"/>
            <a:ext cx="1524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3567" name="Rectangle 15">
            <a:extLst>
              <a:ext uri="{FF2B5EF4-FFF2-40B4-BE49-F238E27FC236}">
                <a16:creationId xmlns:a16="http://schemas.microsoft.com/office/drawing/2014/main" id="{C4CDF003-E3AA-42FA-82B5-64DA96B9C6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4200" y="6477000"/>
            <a:ext cx="152400" cy="1524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3568" name="Text Box 16">
            <a:extLst>
              <a:ext uri="{FF2B5EF4-FFF2-40B4-BE49-F238E27FC236}">
                <a16:creationId xmlns:a16="http://schemas.microsoft.com/office/drawing/2014/main" id="{26EE3FE2-0DE8-49CD-8FD1-037D5F3EEE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77201" y="3111501"/>
            <a:ext cx="1723549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 sz="2400">
                <a:latin typeface="Tahoma" panose="020B0604030504040204" pitchFamily="34" charset="0"/>
              </a:rPr>
              <a:t>从磁盘检索</a:t>
            </a:r>
          </a:p>
          <a:p>
            <a:pPr eaLnBrk="1" hangingPunct="1"/>
            <a:r>
              <a:rPr kumimoji="0" lang="zh-CN" altLang="en-US" sz="2400">
                <a:latin typeface="Tahoma" panose="020B0604030504040204" pitchFamily="34" charset="0"/>
              </a:rPr>
              <a:t>数据</a:t>
            </a:r>
          </a:p>
          <a:p>
            <a:pPr eaLnBrk="1" hangingPunct="1"/>
            <a:endParaRPr kumimoji="0" lang="en-US" altLang="zh-CN" sz="2400">
              <a:latin typeface="Tahoma" panose="020B0604030504040204" pitchFamily="34" charset="0"/>
            </a:endParaRPr>
          </a:p>
        </p:txBody>
      </p:sp>
      <p:sp>
        <p:nvSpPr>
          <p:cNvPr id="23569" name="Line 17">
            <a:extLst>
              <a:ext uri="{FF2B5EF4-FFF2-40B4-BE49-F238E27FC236}">
                <a16:creationId xmlns:a16="http://schemas.microsoft.com/office/drawing/2014/main" id="{2D0E3D0B-32D6-4004-85C8-0088A5CEBD02}"/>
              </a:ext>
            </a:extLst>
          </p:cNvPr>
          <p:cNvSpPr>
            <a:spLocks noChangeShapeType="1"/>
          </p:cNvSpPr>
          <p:nvPr/>
        </p:nvSpPr>
        <p:spPr bwMode="auto">
          <a:xfrm>
            <a:off x="3657600" y="4419600"/>
            <a:ext cx="4267200" cy="9144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3570" name="Text Box 18">
            <a:extLst>
              <a:ext uri="{FF2B5EF4-FFF2-40B4-BE49-F238E27FC236}">
                <a16:creationId xmlns:a16="http://schemas.microsoft.com/office/drawing/2014/main" id="{77A48247-9178-44CE-A302-7A5754E78320}"/>
              </a:ext>
            </a:extLst>
          </p:cNvPr>
          <p:cNvSpPr txBox="1">
            <a:spLocks noChangeArrowheads="1"/>
          </p:cNvSpPr>
          <p:nvPr/>
        </p:nvSpPr>
        <p:spPr bwMode="auto">
          <a:xfrm rot="730714">
            <a:off x="5105401" y="4495800"/>
            <a:ext cx="20732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en-US" altLang="zh-CN" sz="2400">
                <a:latin typeface="Tahoma" panose="020B0604030504040204" pitchFamily="34" charset="0"/>
              </a:rPr>
              <a:t>GET image.gif</a:t>
            </a:r>
          </a:p>
        </p:txBody>
      </p:sp>
      <p:sp>
        <p:nvSpPr>
          <p:cNvPr id="23571" name="Line 19">
            <a:extLst>
              <a:ext uri="{FF2B5EF4-FFF2-40B4-BE49-F238E27FC236}">
                <a16:creationId xmlns:a16="http://schemas.microsoft.com/office/drawing/2014/main" id="{89D8E73E-D994-48CD-9889-BCAF1EBDB31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581400" y="5410200"/>
            <a:ext cx="4343400" cy="9906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3572" name="Text Box 20">
            <a:extLst>
              <a:ext uri="{FF2B5EF4-FFF2-40B4-BE49-F238E27FC236}">
                <a16:creationId xmlns:a16="http://schemas.microsoft.com/office/drawing/2014/main" id="{097B88CE-B46C-4D1C-8BC0-D4A8C6C06E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61326" y="4973639"/>
            <a:ext cx="1723549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 sz="2400">
                <a:latin typeface="Tahoma" panose="020B0604030504040204" pitchFamily="34" charset="0"/>
              </a:rPr>
              <a:t>从磁盘检索</a:t>
            </a:r>
          </a:p>
          <a:p>
            <a:pPr eaLnBrk="1" hangingPunct="1"/>
            <a:r>
              <a:rPr kumimoji="0" lang="zh-CN" altLang="en-US" sz="2400">
                <a:latin typeface="Tahoma" panose="020B0604030504040204" pitchFamily="34" charset="0"/>
              </a:rPr>
              <a:t>图象</a:t>
            </a:r>
          </a:p>
        </p:txBody>
      </p:sp>
      <p:sp>
        <p:nvSpPr>
          <p:cNvPr id="23573" name="Rectangle 21">
            <a:extLst>
              <a:ext uri="{FF2B5EF4-FFF2-40B4-BE49-F238E27FC236}">
                <a16:creationId xmlns:a16="http://schemas.microsoft.com/office/drawing/2014/main" id="{8EEF6F74-6FDA-4557-8E99-86B7A354F1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3962400"/>
            <a:ext cx="609600" cy="762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3574" name="Line 22">
            <a:extLst>
              <a:ext uri="{FF2B5EF4-FFF2-40B4-BE49-F238E27FC236}">
                <a16:creationId xmlns:a16="http://schemas.microsoft.com/office/drawing/2014/main" id="{9F50C015-0612-4975-B039-0C0AF750E463}"/>
              </a:ext>
            </a:extLst>
          </p:cNvPr>
          <p:cNvSpPr>
            <a:spLocks noChangeShapeType="1"/>
          </p:cNvSpPr>
          <p:nvPr/>
        </p:nvSpPr>
        <p:spPr bwMode="auto">
          <a:xfrm>
            <a:off x="2819400" y="4114800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3575" name="Line 23">
            <a:extLst>
              <a:ext uri="{FF2B5EF4-FFF2-40B4-BE49-F238E27FC236}">
                <a16:creationId xmlns:a16="http://schemas.microsoft.com/office/drawing/2014/main" id="{655BE2B8-CEF3-42B0-8CBA-BAB7A4A65B8E}"/>
              </a:ext>
            </a:extLst>
          </p:cNvPr>
          <p:cNvSpPr>
            <a:spLocks noChangeShapeType="1"/>
          </p:cNvSpPr>
          <p:nvPr/>
        </p:nvSpPr>
        <p:spPr bwMode="auto">
          <a:xfrm>
            <a:off x="2819400" y="4191000"/>
            <a:ext cx="2286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3576" name="Line 24">
            <a:extLst>
              <a:ext uri="{FF2B5EF4-FFF2-40B4-BE49-F238E27FC236}">
                <a16:creationId xmlns:a16="http://schemas.microsoft.com/office/drawing/2014/main" id="{E0F12AC2-BA24-48D5-9C49-1646234CACA3}"/>
              </a:ext>
            </a:extLst>
          </p:cNvPr>
          <p:cNvSpPr>
            <a:spLocks noChangeShapeType="1"/>
          </p:cNvSpPr>
          <p:nvPr/>
        </p:nvSpPr>
        <p:spPr bwMode="auto">
          <a:xfrm>
            <a:off x="2819400" y="4343400"/>
            <a:ext cx="3810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3577" name="Line 25">
            <a:extLst>
              <a:ext uri="{FF2B5EF4-FFF2-40B4-BE49-F238E27FC236}">
                <a16:creationId xmlns:a16="http://schemas.microsoft.com/office/drawing/2014/main" id="{25AA768B-65FD-49F6-AE7D-D4AE871A6989}"/>
              </a:ext>
            </a:extLst>
          </p:cNvPr>
          <p:cNvSpPr>
            <a:spLocks noChangeShapeType="1"/>
          </p:cNvSpPr>
          <p:nvPr/>
        </p:nvSpPr>
        <p:spPr bwMode="auto">
          <a:xfrm>
            <a:off x="2819400" y="4419600"/>
            <a:ext cx="1524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3578" name="Line 26">
            <a:extLst>
              <a:ext uri="{FF2B5EF4-FFF2-40B4-BE49-F238E27FC236}">
                <a16:creationId xmlns:a16="http://schemas.microsoft.com/office/drawing/2014/main" id="{C75CB579-0B9E-4AD4-AC4D-C2DF50008C8C}"/>
              </a:ext>
            </a:extLst>
          </p:cNvPr>
          <p:cNvSpPr>
            <a:spLocks noChangeShapeType="1"/>
          </p:cNvSpPr>
          <p:nvPr/>
        </p:nvSpPr>
        <p:spPr bwMode="auto">
          <a:xfrm>
            <a:off x="2819400" y="4495800"/>
            <a:ext cx="1524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3579" name="Line 27">
            <a:extLst>
              <a:ext uri="{FF2B5EF4-FFF2-40B4-BE49-F238E27FC236}">
                <a16:creationId xmlns:a16="http://schemas.microsoft.com/office/drawing/2014/main" id="{BF8BE799-83DB-4B5E-B4D9-A1224D4AEBDF}"/>
              </a:ext>
            </a:extLst>
          </p:cNvPr>
          <p:cNvSpPr>
            <a:spLocks noChangeShapeType="1"/>
          </p:cNvSpPr>
          <p:nvPr/>
        </p:nvSpPr>
        <p:spPr bwMode="auto">
          <a:xfrm>
            <a:off x="2819400" y="6096000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3580" name="Line 28">
            <a:extLst>
              <a:ext uri="{FF2B5EF4-FFF2-40B4-BE49-F238E27FC236}">
                <a16:creationId xmlns:a16="http://schemas.microsoft.com/office/drawing/2014/main" id="{2BAC8AB7-B3E1-43C5-827F-C319801AB7C1}"/>
              </a:ext>
            </a:extLst>
          </p:cNvPr>
          <p:cNvSpPr>
            <a:spLocks noChangeShapeType="1"/>
          </p:cNvSpPr>
          <p:nvPr/>
        </p:nvSpPr>
        <p:spPr bwMode="auto">
          <a:xfrm>
            <a:off x="2819400" y="6172200"/>
            <a:ext cx="2286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3581" name="Line 29">
            <a:extLst>
              <a:ext uri="{FF2B5EF4-FFF2-40B4-BE49-F238E27FC236}">
                <a16:creationId xmlns:a16="http://schemas.microsoft.com/office/drawing/2014/main" id="{804433CD-BDC3-4F29-A7CF-BE738B84A645}"/>
              </a:ext>
            </a:extLst>
          </p:cNvPr>
          <p:cNvSpPr>
            <a:spLocks noChangeShapeType="1"/>
          </p:cNvSpPr>
          <p:nvPr/>
        </p:nvSpPr>
        <p:spPr bwMode="auto">
          <a:xfrm>
            <a:off x="2819400" y="6324600"/>
            <a:ext cx="3810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3582" name="Line 30">
            <a:extLst>
              <a:ext uri="{FF2B5EF4-FFF2-40B4-BE49-F238E27FC236}">
                <a16:creationId xmlns:a16="http://schemas.microsoft.com/office/drawing/2014/main" id="{E1EC2C3A-FBED-4D1C-82F9-0594351A19AB}"/>
              </a:ext>
            </a:extLst>
          </p:cNvPr>
          <p:cNvSpPr>
            <a:spLocks noChangeShapeType="1"/>
          </p:cNvSpPr>
          <p:nvPr/>
        </p:nvSpPr>
        <p:spPr bwMode="auto">
          <a:xfrm>
            <a:off x="2819400" y="6400800"/>
            <a:ext cx="1524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3583" name="Line 31">
            <a:extLst>
              <a:ext uri="{FF2B5EF4-FFF2-40B4-BE49-F238E27FC236}">
                <a16:creationId xmlns:a16="http://schemas.microsoft.com/office/drawing/2014/main" id="{F331E685-2E92-440E-B185-BD0CEA0C3060}"/>
              </a:ext>
            </a:extLst>
          </p:cNvPr>
          <p:cNvSpPr>
            <a:spLocks noChangeShapeType="1"/>
          </p:cNvSpPr>
          <p:nvPr/>
        </p:nvSpPr>
        <p:spPr bwMode="auto">
          <a:xfrm>
            <a:off x="2819400" y="6477000"/>
            <a:ext cx="1524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3584" name="Rectangle 32">
            <a:extLst>
              <a:ext uri="{FF2B5EF4-FFF2-40B4-BE49-F238E27FC236}">
                <a16:creationId xmlns:a16="http://schemas.microsoft.com/office/drawing/2014/main" id="{92263B03-5F06-4218-8401-4FC287D7DC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0200" y="5715000"/>
            <a:ext cx="152400" cy="1524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3585" name="Rectangle 33">
            <a:extLst>
              <a:ext uri="{FF2B5EF4-FFF2-40B4-BE49-F238E27FC236}">
                <a16:creationId xmlns:a16="http://schemas.microsoft.com/office/drawing/2014/main" id="{3B8805BA-F631-4F68-8ABF-261E77B1188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193925" y="436563"/>
            <a:ext cx="7772400" cy="11430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 eaLnBrk="1" hangingPunct="1"/>
            <a:r>
              <a:rPr lang="zh-CN" altLang="en-US" sz="3600">
                <a:latin typeface="Times New Roman" panose="02020603050405020304" pitchFamily="18" charset="0"/>
                <a:ea typeface="华文新魏" panose="02010800040101010101" pitchFamily="2" charset="-122"/>
              </a:rPr>
              <a:t>获取嵌入式对象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9" name="Rectangle 3">
            <a:extLst>
              <a:ext uri="{FF2B5EF4-FFF2-40B4-BE49-F238E27FC236}">
                <a16:creationId xmlns:a16="http://schemas.microsoft.com/office/drawing/2014/main" id="{4E894ED1-47F9-4578-801D-E2D0B3D8B71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606925" y="412750"/>
            <a:ext cx="7772400" cy="11430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altLang="zh-CN"/>
              <a:t>HTTP 1.0</a:t>
            </a:r>
          </a:p>
        </p:txBody>
      </p:sp>
      <p:sp>
        <p:nvSpPr>
          <p:cNvPr id="896002" name="Rectangle 2">
            <a:extLst>
              <a:ext uri="{FF2B5EF4-FFF2-40B4-BE49-F238E27FC236}">
                <a16:creationId xmlns:a16="http://schemas.microsoft.com/office/drawing/2014/main" id="{E0CD3AD3-5AFC-46F6-B6B3-04C6D22346E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365375" y="1720850"/>
            <a:ext cx="7772400" cy="4114800"/>
          </a:xfrm>
          <a:solidFill>
            <a:srgbClr val="FFFFFF"/>
          </a:solidFill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zh-CN" altLang="en-US" sz="2800"/>
              <a:t>客户机分别为每个请求对象打开一个</a:t>
            </a:r>
            <a:r>
              <a:rPr lang="en-US" altLang="zh-CN" sz="2800"/>
              <a:t>TCP</a:t>
            </a:r>
            <a:r>
              <a:rPr lang="zh-CN" altLang="en-US" sz="2800"/>
              <a:t>连接</a:t>
            </a:r>
          </a:p>
          <a:p>
            <a:pPr eaLnBrk="1" hangingPunct="1"/>
            <a:r>
              <a:rPr lang="zh-CN" altLang="en-US" sz="2800"/>
              <a:t>对象服务，然后关闭连接</a:t>
            </a:r>
          </a:p>
          <a:p>
            <a:pPr eaLnBrk="1" hangingPunct="1"/>
            <a:r>
              <a:rPr lang="zh-CN" altLang="en-US" sz="2800"/>
              <a:t>优点</a:t>
            </a:r>
          </a:p>
          <a:p>
            <a:pPr lvl="1" eaLnBrk="1" hangingPunct="1"/>
            <a:r>
              <a:rPr lang="zh-CN" altLang="en-US"/>
              <a:t>最大并发性</a:t>
            </a:r>
          </a:p>
          <a:p>
            <a:pPr eaLnBrk="1" hangingPunct="1"/>
            <a:r>
              <a:rPr lang="zh-CN" altLang="en-US" sz="2800"/>
              <a:t>缺点</a:t>
            </a:r>
          </a:p>
          <a:p>
            <a:pPr lvl="1" eaLnBrk="1" hangingPunct="1"/>
            <a:r>
              <a:rPr lang="en-US" altLang="zh-CN"/>
              <a:t>TCP</a:t>
            </a:r>
            <a:r>
              <a:rPr lang="zh-CN" altLang="en-US"/>
              <a:t>连接建立</a:t>
            </a:r>
            <a:r>
              <a:rPr lang="en-US" altLang="zh-CN"/>
              <a:t>/</a:t>
            </a:r>
            <a:r>
              <a:rPr lang="zh-CN" altLang="en-US"/>
              <a:t>拆除开销</a:t>
            </a:r>
          </a:p>
          <a:p>
            <a:pPr lvl="1" eaLnBrk="1" hangingPunct="1"/>
            <a:r>
              <a:rPr lang="en-US" altLang="zh-CN"/>
              <a:t>TCP</a:t>
            </a:r>
            <a:r>
              <a:rPr lang="zh-CN" altLang="en-US"/>
              <a:t>慢启动开销</a:t>
            </a:r>
          </a:p>
          <a:p>
            <a:pPr lvl="1" eaLnBrk="1" hangingPunct="1"/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60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960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960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60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960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960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60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960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960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600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89600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89600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600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89600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89600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600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89600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89600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600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89600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89600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96002" grpId="0" build="p" autoUpdateAnimBg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902F6A98-1EE8-4DA7-B47D-A7CF4722B8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5638800"/>
            <a:ext cx="609600" cy="762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5603" name="Line 3">
            <a:extLst>
              <a:ext uri="{FF2B5EF4-FFF2-40B4-BE49-F238E27FC236}">
                <a16:creationId xmlns:a16="http://schemas.microsoft.com/office/drawing/2014/main" id="{C095ACD6-F03C-4BCC-9F51-AF3CBDAD13C3}"/>
              </a:ext>
            </a:extLst>
          </p:cNvPr>
          <p:cNvSpPr>
            <a:spLocks noChangeShapeType="1"/>
          </p:cNvSpPr>
          <p:nvPr/>
        </p:nvSpPr>
        <p:spPr bwMode="auto">
          <a:xfrm>
            <a:off x="3505200" y="2133600"/>
            <a:ext cx="0" cy="44958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5604" name="Line 4">
            <a:extLst>
              <a:ext uri="{FF2B5EF4-FFF2-40B4-BE49-F238E27FC236}">
                <a16:creationId xmlns:a16="http://schemas.microsoft.com/office/drawing/2014/main" id="{4C59F62A-F501-4792-86DC-E90C598F92BF}"/>
              </a:ext>
            </a:extLst>
          </p:cNvPr>
          <p:cNvSpPr>
            <a:spLocks noChangeShapeType="1"/>
          </p:cNvSpPr>
          <p:nvPr/>
        </p:nvSpPr>
        <p:spPr bwMode="auto">
          <a:xfrm>
            <a:off x="8077200" y="2057400"/>
            <a:ext cx="0" cy="45720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5605" name="Text Box 5">
            <a:extLst>
              <a:ext uri="{FF2B5EF4-FFF2-40B4-BE49-F238E27FC236}">
                <a16:creationId xmlns:a16="http://schemas.microsoft.com/office/drawing/2014/main" id="{83EFDB1F-AB05-4877-A499-4320CA1CC0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05201" y="1752600"/>
            <a:ext cx="43719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en-US" altLang="zh-CN" sz="2400">
                <a:latin typeface="Tahoma" panose="020B0604030504040204" pitchFamily="34" charset="0"/>
              </a:rPr>
              <a:t>Client                           Server</a:t>
            </a:r>
          </a:p>
        </p:txBody>
      </p:sp>
      <p:sp>
        <p:nvSpPr>
          <p:cNvPr id="25606" name="Line 6">
            <a:extLst>
              <a:ext uri="{FF2B5EF4-FFF2-40B4-BE49-F238E27FC236}">
                <a16:creationId xmlns:a16="http://schemas.microsoft.com/office/drawing/2014/main" id="{94A93C32-F09A-469B-BB14-B6729BC42283}"/>
              </a:ext>
            </a:extLst>
          </p:cNvPr>
          <p:cNvSpPr>
            <a:spLocks noChangeShapeType="1"/>
          </p:cNvSpPr>
          <p:nvPr/>
        </p:nvSpPr>
        <p:spPr bwMode="auto">
          <a:xfrm>
            <a:off x="3733800" y="3124200"/>
            <a:ext cx="4267200" cy="3810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5607" name="Text Box 7">
            <a:extLst>
              <a:ext uri="{FF2B5EF4-FFF2-40B4-BE49-F238E27FC236}">
                <a16:creationId xmlns:a16="http://schemas.microsoft.com/office/drawing/2014/main" id="{1ECC6E48-8438-41DF-87C1-77F3C40BA4D4}"/>
              </a:ext>
            </a:extLst>
          </p:cNvPr>
          <p:cNvSpPr txBox="1">
            <a:spLocks noChangeArrowheads="1"/>
          </p:cNvSpPr>
          <p:nvPr/>
        </p:nvSpPr>
        <p:spPr bwMode="auto">
          <a:xfrm rot="286350">
            <a:off x="3810000" y="2819400"/>
            <a:ext cx="4267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en-US" altLang="zh-CN" sz="2400">
                <a:latin typeface="Tahoma" panose="020B0604030504040204" pitchFamily="34" charset="0"/>
              </a:rPr>
              <a:t>ACK, GET www.cs.virginia.edu</a:t>
            </a:r>
          </a:p>
        </p:txBody>
      </p:sp>
      <p:sp>
        <p:nvSpPr>
          <p:cNvPr id="25608" name="Line 8">
            <a:extLst>
              <a:ext uri="{FF2B5EF4-FFF2-40B4-BE49-F238E27FC236}">
                <a16:creationId xmlns:a16="http://schemas.microsoft.com/office/drawing/2014/main" id="{5F2CA573-DCBE-47C5-8DCE-AD9FF3511E0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657600" y="3581400"/>
            <a:ext cx="4343400" cy="5334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5609" name="Rectangle 9">
            <a:extLst>
              <a:ext uri="{FF2B5EF4-FFF2-40B4-BE49-F238E27FC236}">
                <a16:creationId xmlns:a16="http://schemas.microsoft.com/office/drawing/2014/main" id="{D35617D7-BD96-460F-B6FC-20E4E94E92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00600" y="3352800"/>
            <a:ext cx="609600" cy="762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5610" name="Line 10">
            <a:extLst>
              <a:ext uri="{FF2B5EF4-FFF2-40B4-BE49-F238E27FC236}">
                <a16:creationId xmlns:a16="http://schemas.microsoft.com/office/drawing/2014/main" id="{FC912C4B-C4D5-44DD-8E86-647DA9E9AC2D}"/>
              </a:ext>
            </a:extLst>
          </p:cNvPr>
          <p:cNvSpPr>
            <a:spLocks noChangeShapeType="1"/>
          </p:cNvSpPr>
          <p:nvPr/>
        </p:nvSpPr>
        <p:spPr bwMode="auto">
          <a:xfrm>
            <a:off x="4876800" y="3505200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5611" name="Line 11">
            <a:extLst>
              <a:ext uri="{FF2B5EF4-FFF2-40B4-BE49-F238E27FC236}">
                <a16:creationId xmlns:a16="http://schemas.microsoft.com/office/drawing/2014/main" id="{3B2EFC55-DD52-4923-951B-3646865D386B}"/>
              </a:ext>
            </a:extLst>
          </p:cNvPr>
          <p:cNvSpPr>
            <a:spLocks noChangeShapeType="1"/>
          </p:cNvSpPr>
          <p:nvPr/>
        </p:nvSpPr>
        <p:spPr bwMode="auto">
          <a:xfrm>
            <a:off x="4876800" y="3581400"/>
            <a:ext cx="2286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5612" name="Line 12">
            <a:extLst>
              <a:ext uri="{FF2B5EF4-FFF2-40B4-BE49-F238E27FC236}">
                <a16:creationId xmlns:a16="http://schemas.microsoft.com/office/drawing/2014/main" id="{DA022F04-3A6F-4BE5-A5FD-9A51B6FC9E7C}"/>
              </a:ext>
            </a:extLst>
          </p:cNvPr>
          <p:cNvSpPr>
            <a:spLocks noChangeShapeType="1"/>
          </p:cNvSpPr>
          <p:nvPr/>
        </p:nvSpPr>
        <p:spPr bwMode="auto">
          <a:xfrm>
            <a:off x="4876800" y="3733800"/>
            <a:ext cx="3810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5613" name="Line 13">
            <a:extLst>
              <a:ext uri="{FF2B5EF4-FFF2-40B4-BE49-F238E27FC236}">
                <a16:creationId xmlns:a16="http://schemas.microsoft.com/office/drawing/2014/main" id="{E3DD8AA2-54D4-4994-AB49-910C9DDCA84B}"/>
              </a:ext>
            </a:extLst>
          </p:cNvPr>
          <p:cNvSpPr>
            <a:spLocks noChangeShapeType="1"/>
          </p:cNvSpPr>
          <p:nvPr/>
        </p:nvSpPr>
        <p:spPr bwMode="auto">
          <a:xfrm>
            <a:off x="4876800" y="3810000"/>
            <a:ext cx="1524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5614" name="Line 14">
            <a:extLst>
              <a:ext uri="{FF2B5EF4-FFF2-40B4-BE49-F238E27FC236}">
                <a16:creationId xmlns:a16="http://schemas.microsoft.com/office/drawing/2014/main" id="{3A02C714-5318-49C2-ACD7-8F52C4D508DC}"/>
              </a:ext>
            </a:extLst>
          </p:cNvPr>
          <p:cNvSpPr>
            <a:spLocks noChangeShapeType="1"/>
          </p:cNvSpPr>
          <p:nvPr/>
        </p:nvSpPr>
        <p:spPr bwMode="auto">
          <a:xfrm>
            <a:off x="4876800" y="3886200"/>
            <a:ext cx="1524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5615" name="Rectangle 15">
            <a:extLst>
              <a:ext uri="{FF2B5EF4-FFF2-40B4-BE49-F238E27FC236}">
                <a16:creationId xmlns:a16="http://schemas.microsoft.com/office/drawing/2014/main" id="{818F743F-3541-4491-AF8E-13D68A42C8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4200" y="6172200"/>
            <a:ext cx="152400" cy="1524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5616" name="Text Box 16">
            <a:extLst>
              <a:ext uri="{FF2B5EF4-FFF2-40B4-BE49-F238E27FC236}">
                <a16:creationId xmlns:a16="http://schemas.microsoft.com/office/drawing/2014/main" id="{3A5B8052-93EA-4F8B-9E4D-ECC379D449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77201" y="3111501"/>
            <a:ext cx="1998663" cy="830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 sz="2400">
                <a:latin typeface="Tahoma" panose="020B0604030504040204" pitchFamily="34" charset="0"/>
              </a:rPr>
              <a:t>从磁盘检索</a:t>
            </a:r>
          </a:p>
          <a:p>
            <a:pPr eaLnBrk="1" hangingPunct="1"/>
            <a:r>
              <a:rPr kumimoji="0" lang="zh-CN" altLang="en-US" sz="2400">
                <a:latin typeface="Tahoma" panose="020B0604030504040204" pitchFamily="34" charset="0"/>
              </a:rPr>
              <a:t>数据</a:t>
            </a:r>
          </a:p>
        </p:txBody>
      </p:sp>
      <p:sp>
        <p:nvSpPr>
          <p:cNvPr id="25617" name="Text Box 17">
            <a:extLst>
              <a:ext uri="{FF2B5EF4-FFF2-40B4-BE49-F238E27FC236}">
                <a16:creationId xmlns:a16="http://schemas.microsoft.com/office/drawing/2014/main" id="{08960F28-5CA4-4391-910C-C928150540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53401" y="5473701"/>
            <a:ext cx="1723549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 sz="2400">
                <a:latin typeface="Tahoma" panose="020B0604030504040204" pitchFamily="34" charset="0"/>
              </a:rPr>
              <a:t>从磁盘检索</a:t>
            </a:r>
          </a:p>
          <a:p>
            <a:pPr eaLnBrk="1" hangingPunct="1"/>
            <a:r>
              <a:rPr kumimoji="0" lang="zh-CN" altLang="en-US" sz="2400">
                <a:latin typeface="Tahoma" panose="020B0604030504040204" pitchFamily="34" charset="0"/>
              </a:rPr>
              <a:t>图像</a:t>
            </a:r>
          </a:p>
        </p:txBody>
      </p:sp>
      <p:sp>
        <p:nvSpPr>
          <p:cNvPr id="25618" name="Rectangle 18">
            <a:extLst>
              <a:ext uri="{FF2B5EF4-FFF2-40B4-BE49-F238E27FC236}">
                <a16:creationId xmlns:a16="http://schemas.microsoft.com/office/drawing/2014/main" id="{3C782946-D3E8-4B55-9853-1FCE394C81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3352800"/>
            <a:ext cx="609600" cy="762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5619" name="Line 19">
            <a:extLst>
              <a:ext uri="{FF2B5EF4-FFF2-40B4-BE49-F238E27FC236}">
                <a16:creationId xmlns:a16="http://schemas.microsoft.com/office/drawing/2014/main" id="{BD9AAE31-A561-41B2-B23D-958433AA854E}"/>
              </a:ext>
            </a:extLst>
          </p:cNvPr>
          <p:cNvSpPr>
            <a:spLocks noChangeShapeType="1"/>
          </p:cNvSpPr>
          <p:nvPr/>
        </p:nvSpPr>
        <p:spPr bwMode="auto">
          <a:xfrm>
            <a:off x="2819400" y="3505200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5620" name="Line 20">
            <a:extLst>
              <a:ext uri="{FF2B5EF4-FFF2-40B4-BE49-F238E27FC236}">
                <a16:creationId xmlns:a16="http://schemas.microsoft.com/office/drawing/2014/main" id="{1B409C0F-6533-4795-A0ED-F26B601C0C5B}"/>
              </a:ext>
            </a:extLst>
          </p:cNvPr>
          <p:cNvSpPr>
            <a:spLocks noChangeShapeType="1"/>
          </p:cNvSpPr>
          <p:nvPr/>
        </p:nvSpPr>
        <p:spPr bwMode="auto">
          <a:xfrm>
            <a:off x="2819400" y="3581400"/>
            <a:ext cx="2286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5621" name="Line 21">
            <a:extLst>
              <a:ext uri="{FF2B5EF4-FFF2-40B4-BE49-F238E27FC236}">
                <a16:creationId xmlns:a16="http://schemas.microsoft.com/office/drawing/2014/main" id="{D048AA84-A1B6-4C33-8692-2C3A02D55F0C}"/>
              </a:ext>
            </a:extLst>
          </p:cNvPr>
          <p:cNvSpPr>
            <a:spLocks noChangeShapeType="1"/>
          </p:cNvSpPr>
          <p:nvPr/>
        </p:nvSpPr>
        <p:spPr bwMode="auto">
          <a:xfrm>
            <a:off x="2819400" y="3733800"/>
            <a:ext cx="3810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5622" name="Line 22">
            <a:extLst>
              <a:ext uri="{FF2B5EF4-FFF2-40B4-BE49-F238E27FC236}">
                <a16:creationId xmlns:a16="http://schemas.microsoft.com/office/drawing/2014/main" id="{3C62BE0C-E8F7-4F34-8B62-3241C6149031}"/>
              </a:ext>
            </a:extLst>
          </p:cNvPr>
          <p:cNvSpPr>
            <a:spLocks noChangeShapeType="1"/>
          </p:cNvSpPr>
          <p:nvPr/>
        </p:nvSpPr>
        <p:spPr bwMode="auto">
          <a:xfrm>
            <a:off x="2819400" y="3810000"/>
            <a:ext cx="1524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5623" name="Line 23">
            <a:extLst>
              <a:ext uri="{FF2B5EF4-FFF2-40B4-BE49-F238E27FC236}">
                <a16:creationId xmlns:a16="http://schemas.microsoft.com/office/drawing/2014/main" id="{310F7106-C2C3-4846-9AC1-D96156259059}"/>
              </a:ext>
            </a:extLst>
          </p:cNvPr>
          <p:cNvSpPr>
            <a:spLocks noChangeShapeType="1"/>
          </p:cNvSpPr>
          <p:nvPr/>
        </p:nvSpPr>
        <p:spPr bwMode="auto">
          <a:xfrm>
            <a:off x="2819400" y="3886200"/>
            <a:ext cx="1524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5624" name="Line 24">
            <a:extLst>
              <a:ext uri="{FF2B5EF4-FFF2-40B4-BE49-F238E27FC236}">
                <a16:creationId xmlns:a16="http://schemas.microsoft.com/office/drawing/2014/main" id="{30621E68-DCEE-41AC-A341-0B978C78FF49}"/>
              </a:ext>
            </a:extLst>
          </p:cNvPr>
          <p:cNvSpPr>
            <a:spLocks noChangeShapeType="1"/>
          </p:cNvSpPr>
          <p:nvPr/>
        </p:nvSpPr>
        <p:spPr bwMode="auto">
          <a:xfrm>
            <a:off x="2819400" y="5791200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5625" name="Line 25">
            <a:extLst>
              <a:ext uri="{FF2B5EF4-FFF2-40B4-BE49-F238E27FC236}">
                <a16:creationId xmlns:a16="http://schemas.microsoft.com/office/drawing/2014/main" id="{9A107A26-7C23-4541-A1D3-2687F7A6327F}"/>
              </a:ext>
            </a:extLst>
          </p:cNvPr>
          <p:cNvSpPr>
            <a:spLocks noChangeShapeType="1"/>
          </p:cNvSpPr>
          <p:nvPr/>
        </p:nvSpPr>
        <p:spPr bwMode="auto">
          <a:xfrm>
            <a:off x="2819400" y="5867400"/>
            <a:ext cx="2286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5626" name="Line 26">
            <a:extLst>
              <a:ext uri="{FF2B5EF4-FFF2-40B4-BE49-F238E27FC236}">
                <a16:creationId xmlns:a16="http://schemas.microsoft.com/office/drawing/2014/main" id="{5B167756-3787-4974-8464-88D46C5D348B}"/>
              </a:ext>
            </a:extLst>
          </p:cNvPr>
          <p:cNvSpPr>
            <a:spLocks noChangeShapeType="1"/>
          </p:cNvSpPr>
          <p:nvPr/>
        </p:nvSpPr>
        <p:spPr bwMode="auto">
          <a:xfrm>
            <a:off x="2819400" y="6019800"/>
            <a:ext cx="3810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5627" name="Line 27">
            <a:extLst>
              <a:ext uri="{FF2B5EF4-FFF2-40B4-BE49-F238E27FC236}">
                <a16:creationId xmlns:a16="http://schemas.microsoft.com/office/drawing/2014/main" id="{06618DC1-562D-4919-815F-77A0E3FF72E1}"/>
              </a:ext>
            </a:extLst>
          </p:cNvPr>
          <p:cNvSpPr>
            <a:spLocks noChangeShapeType="1"/>
          </p:cNvSpPr>
          <p:nvPr/>
        </p:nvSpPr>
        <p:spPr bwMode="auto">
          <a:xfrm>
            <a:off x="2819400" y="6096000"/>
            <a:ext cx="1524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5628" name="Line 28">
            <a:extLst>
              <a:ext uri="{FF2B5EF4-FFF2-40B4-BE49-F238E27FC236}">
                <a16:creationId xmlns:a16="http://schemas.microsoft.com/office/drawing/2014/main" id="{BA1B6A49-2C9F-4F3B-AA86-0EEBA40B3D1B}"/>
              </a:ext>
            </a:extLst>
          </p:cNvPr>
          <p:cNvSpPr>
            <a:spLocks noChangeShapeType="1"/>
          </p:cNvSpPr>
          <p:nvPr/>
        </p:nvSpPr>
        <p:spPr bwMode="auto">
          <a:xfrm>
            <a:off x="2819400" y="6172200"/>
            <a:ext cx="1524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5629" name="Line 29">
            <a:extLst>
              <a:ext uri="{FF2B5EF4-FFF2-40B4-BE49-F238E27FC236}">
                <a16:creationId xmlns:a16="http://schemas.microsoft.com/office/drawing/2014/main" id="{10377FAD-BBFA-4A22-8FF1-919AE83F9B53}"/>
              </a:ext>
            </a:extLst>
          </p:cNvPr>
          <p:cNvSpPr>
            <a:spLocks noChangeShapeType="1"/>
          </p:cNvSpPr>
          <p:nvPr/>
        </p:nvSpPr>
        <p:spPr bwMode="auto">
          <a:xfrm>
            <a:off x="3657600" y="2133600"/>
            <a:ext cx="4343400" cy="3048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5630" name="Line 30">
            <a:extLst>
              <a:ext uri="{FF2B5EF4-FFF2-40B4-BE49-F238E27FC236}">
                <a16:creationId xmlns:a16="http://schemas.microsoft.com/office/drawing/2014/main" id="{0DAC3029-D7C3-44FE-8FD5-D53E57F9191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657600" y="2514600"/>
            <a:ext cx="4267200" cy="5334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5631" name="Text Box 31">
            <a:extLst>
              <a:ext uri="{FF2B5EF4-FFF2-40B4-BE49-F238E27FC236}">
                <a16:creationId xmlns:a16="http://schemas.microsoft.com/office/drawing/2014/main" id="{00A93B6E-5E3E-4497-A349-E085E305105A}"/>
              </a:ext>
            </a:extLst>
          </p:cNvPr>
          <p:cNvSpPr txBox="1">
            <a:spLocks noChangeArrowheads="1"/>
          </p:cNvSpPr>
          <p:nvPr/>
        </p:nvSpPr>
        <p:spPr bwMode="auto">
          <a:xfrm rot="363928">
            <a:off x="5410201" y="1905000"/>
            <a:ext cx="7334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en-US" altLang="zh-CN" sz="2400">
                <a:latin typeface="Tahoma" panose="020B0604030504040204" pitchFamily="34" charset="0"/>
              </a:rPr>
              <a:t>SYN</a:t>
            </a:r>
          </a:p>
        </p:txBody>
      </p:sp>
      <p:sp>
        <p:nvSpPr>
          <p:cNvPr id="25632" name="Text Box 32">
            <a:extLst>
              <a:ext uri="{FF2B5EF4-FFF2-40B4-BE49-F238E27FC236}">
                <a16:creationId xmlns:a16="http://schemas.microsoft.com/office/drawing/2014/main" id="{B3415838-A590-4EB7-9017-411652E0DB7D}"/>
              </a:ext>
            </a:extLst>
          </p:cNvPr>
          <p:cNvSpPr txBox="1">
            <a:spLocks noChangeArrowheads="1"/>
          </p:cNvSpPr>
          <p:nvPr/>
        </p:nvSpPr>
        <p:spPr bwMode="auto">
          <a:xfrm rot="21196353">
            <a:off x="5086351" y="2352675"/>
            <a:ext cx="14652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en-US" altLang="zh-CN" sz="2400">
                <a:latin typeface="Tahoma" panose="020B0604030504040204" pitchFamily="34" charset="0"/>
              </a:rPr>
              <a:t>SYN, ACK</a:t>
            </a:r>
          </a:p>
        </p:txBody>
      </p:sp>
      <p:sp>
        <p:nvSpPr>
          <p:cNvPr id="25633" name="Text Box 33">
            <a:extLst>
              <a:ext uri="{FF2B5EF4-FFF2-40B4-BE49-F238E27FC236}">
                <a16:creationId xmlns:a16="http://schemas.microsoft.com/office/drawing/2014/main" id="{5E586C5A-BBC1-4A41-9974-DE5044A919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7400" y="1905000"/>
            <a:ext cx="14684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en-US" altLang="zh-CN" sz="2400">
                <a:solidFill>
                  <a:schemeClr val="folHlink"/>
                </a:solidFill>
                <a:latin typeface="Tahoma" panose="020B0604030504040204" pitchFamily="34" charset="0"/>
              </a:rPr>
              <a:t>connect()</a:t>
            </a:r>
          </a:p>
        </p:txBody>
      </p:sp>
      <p:sp>
        <p:nvSpPr>
          <p:cNvPr id="25634" name="Text Box 34">
            <a:extLst>
              <a:ext uri="{FF2B5EF4-FFF2-40B4-BE49-F238E27FC236}">
                <a16:creationId xmlns:a16="http://schemas.microsoft.com/office/drawing/2014/main" id="{736FA04D-B8C9-4680-B886-95AAB7A55D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33600" y="4038601"/>
            <a:ext cx="1481496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en-US" altLang="zh-CN" sz="2400">
                <a:solidFill>
                  <a:schemeClr val="folHlink"/>
                </a:solidFill>
                <a:latin typeface="Tahoma" panose="020B0604030504040204" pitchFamily="34" charset="0"/>
              </a:rPr>
              <a:t>close()</a:t>
            </a:r>
          </a:p>
          <a:p>
            <a:pPr eaLnBrk="1" hangingPunct="1"/>
            <a:r>
              <a:rPr kumimoji="0" lang="en-US" altLang="zh-CN" sz="2400">
                <a:solidFill>
                  <a:schemeClr val="folHlink"/>
                </a:solidFill>
                <a:latin typeface="Tahoma" panose="020B0604030504040204" pitchFamily="34" charset="0"/>
              </a:rPr>
              <a:t>connect()</a:t>
            </a:r>
          </a:p>
        </p:txBody>
      </p:sp>
      <p:sp>
        <p:nvSpPr>
          <p:cNvPr id="25635" name="Line 35">
            <a:extLst>
              <a:ext uri="{FF2B5EF4-FFF2-40B4-BE49-F238E27FC236}">
                <a16:creationId xmlns:a16="http://schemas.microsoft.com/office/drawing/2014/main" id="{D549D1FE-E389-4A66-B312-5278B1DD3015}"/>
              </a:ext>
            </a:extLst>
          </p:cNvPr>
          <p:cNvSpPr>
            <a:spLocks noChangeShapeType="1"/>
          </p:cNvSpPr>
          <p:nvPr/>
        </p:nvSpPr>
        <p:spPr bwMode="auto">
          <a:xfrm>
            <a:off x="3733800" y="5638800"/>
            <a:ext cx="4267200" cy="3810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5636" name="Text Box 36">
            <a:extLst>
              <a:ext uri="{FF2B5EF4-FFF2-40B4-BE49-F238E27FC236}">
                <a16:creationId xmlns:a16="http://schemas.microsoft.com/office/drawing/2014/main" id="{4F5B0A4B-3400-477C-8F29-351C03D6F693}"/>
              </a:ext>
            </a:extLst>
          </p:cNvPr>
          <p:cNvSpPr txBox="1">
            <a:spLocks noChangeArrowheads="1"/>
          </p:cNvSpPr>
          <p:nvPr/>
        </p:nvSpPr>
        <p:spPr bwMode="auto">
          <a:xfrm rot="286350">
            <a:off x="4953001" y="5410200"/>
            <a:ext cx="28051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en-US" altLang="zh-CN" sz="2400">
                <a:latin typeface="Tahoma" panose="020B0604030504040204" pitchFamily="34" charset="0"/>
              </a:rPr>
              <a:t>ACK, GET image.gif</a:t>
            </a:r>
          </a:p>
        </p:txBody>
      </p:sp>
      <p:sp>
        <p:nvSpPr>
          <p:cNvPr id="25637" name="Line 37">
            <a:extLst>
              <a:ext uri="{FF2B5EF4-FFF2-40B4-BE49-F238E27FC236}">
                <a16:creationId xmlns:a16="http://schemas.microsoft.com/office/drawing/2014/main" id="{0F596EF9-8FEA-48AA-B5DB-3A3C4929CA3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657600" y="6096000"/>
            <a:ext cx="4343400" cy="5334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5638" name="Line 38">
            <a:extLst>
              <a:ext uri="{FF2B5EF4-FFF2-40B4-BE49-F238E27FC236}">
                <a16:creationId xmlns:a16="http://schemas.microsoft.com/office/drawing/2014/main" id="{C88A7D64-5070-4867-BE01-074066ED881B}"/>
              </a:ext>
            </a:extLst>
          </p:cNvPr>
          <p:cNvSpPr>
            <a:spLocks noChangeShapeType="1"/>
          </p:cNvSpPr>
          <p:nvPr/>
        </p:nvSpPr>
        <p:spPr bwMode="auto">
          <a:xfrm>
            <a:off x="3657600" y="4648200"/>
            <a:ext cx="4343400" cy="3048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5639" name="Line 39">
            <a:extLst>
              <a:ext uri="{FF2B5EF4-FFF2-40B4-BE49-F238E27FC236}">
                <a16:creationId xmlns:a16="http://schemas.microsoft.com/office/drawing/2014/main" id="{BBC54CA9-FB52-4876-A246-5F11FAD6579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657600" y="5029200"/>
            <a:ext cx="4267200" cy="5334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5640" name="Text Box 40">
            <a:extLst>
              <a:ext uri="{FF2B5EF4-FFF2-40B4-BE49-F238E27FC236}">
                <a16:creationId xmlns:a16="http://schemas.microsoft.com/office/drawing/2014/main" id="{A5B331FA-DC32-4491-938C-00AD5FE21D9D}"/>
              </a:ext>
            </a:extLst>
          </p:cNvPr>
          <p:cNvSpPr txBox="1">
            <a:spLocks noChangeArrowheads="1"/>
          </p:cNvSpPr>
          <p:nvPr/>
        </p:nvSpPr>
        <p:spPr bwMode="auto">
          <a:xfrm rot="363928">
            <a:off x="5334001" y="4419600"/>
            <a:ext cx="7334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en-US" altLang="zh-CN" sz="2400">
                <a:latin typeface="Tahoma" panose="020B0604030504040204" pitchFamily="34" charset="0"/>
              </a:rPr>
              <a:t>SYN</a:t>
            </a:r>
          </a:p>
        </p:txBody>
      </p:sp>
      <p:sp>
        <p:nvSpPr>
          <p:cNvPr id="25641" name="Text Box 41">
            <a:extLst>
              <a:ext uri="{FF2B5EF4-FFF2-40B4-BE49-F238E27FC236}">
                <a16:creationId xmlns:a16="http://schemas.microsoft.com/office/drawing/2014/main" id="{6C4B65C8-AB7E-40EB-8703-68BF76045F0B}"/>
              </a:ext>
            </a:extLst>
          </p:cNvPr>
          <p:cNvSpPr txBox="1">
            <a:spLocks noChangeArrowheads="1"/>
          </p:cNvSpPr>
          <p:nvPr/>
        </p:nvSpPr>
        <p:spPr bwMode="auto">
          <a:xfrm rot="21196353">
            <a:off x="5086351" y="4867275"/>
            <a:ext cx="14652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en-US" altLang="zh-CN" sz="2400">
                <a:latin typeface="Tahoma" panose="020B0604030504040204" pitchFamily="34" charset="0"/>
              </a:rPr>
              <a:t>SYN, ACK</a:t>
            </a:r>
          </a:p>
        </p:txBody>
      </p:sp>
      <p:sp>
        <p:nvSpPr>
          <p:cNvPr id="25642" name="Rectangle 42">
            <a:extLst>
              <a:ext uri="{FF2B5EF4-FFF2-40B4-BE49-F238E27FC236}">
                <a16:creationId xmlns:a16="http://schemas.microsoft.com/office/drawing/2014/main" id="{F64CBC64-08AC-4485-B514-C7DBBF5577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1600" y="6172200"/>
            <a:ext cx="152400" cy="1524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5643" name="Text Box 43">
            <a:extLst>
              <a:ext uri="{FF2B5EF4-FFF2-40B4-BE49-F238E27FC236}">
                <a16:creationId xmlns:a16="http://schemas.microsoft.com/office/drawing/2014/main" id="{6EC939D7-BDAB-496D-B1C8-2D2ABC43D2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33600" y="6400800"/>
            <a:ext cx="1092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en-US" altLang="zh-CN" sz="2400">
                <a:solidFill>
                  <a:schemeClr val="folHlink"/>
                </a:solidFill>
                <a:latin typeface="Tahoma" panose="020B0604030504040204" pitchFamily="34" charset="0"/>
              </a:rPr>
              <a:t>close()</a:t>
            </a:r>
          </a:p>
        </p:txBody>
      </p:sp>
      <p:sp>
        <p:nvSpPr>
          <p:cNvPr id="25644" name="Text Box 44">
            <a:extLst>
              <a:ext uri="{FF2B5EF4-FFF2-40B4-BE49-F238E27FC236}">
                <a16:creationId xmlns:a16="http://schemas.microsoft.com/office/drawing/2014/main" id="{F328E44D-8C2F-4A2C-B5E2-26839AA8F0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93925" y="2776538"/>
            <a:ext cx="10874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en-US" altLang="zh-CN" sz="2400">
                <a:latin typeface="Tahoma" panose="020B0604030504040204" pitchFamily="34" charset="0"/>
              </a:rPr>
              <a:t>write()</a:t>
            </a:r>
          </a:p>
        </p:txBody>
      </p:sp>
      <p:sp>
        <p:nvSpPr>
          <p:cNvPr id="25645" name="Text Box 45">
            <a:extLst>
              <a:ext uri="{FF2B5EF4-FFF2-40B4-BE49-F238E27FC236}">
                <a16:creationId xmlns:a16="http://schemas.microsoft.com/office/drawing/2014/main" id="{521BFED5-9BF2-4670-AA8E-C081BB2941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9800" y="5181600"/>
            <a:ext cx="10874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en-US" altLang="zh-CN" sz="2400">
                <a:latin typeface="Tahoma" panose="020B0604030504040204" pitchFamily="34" charset="0"/>
              </a:rPr>
              <a:t>write()</a:t>
            </a:r>
          </a:p>
        </p:txBody>
      </p:sp>
      <p:sp>
        <p:nvSpPr>
          <p:cNvPr id="25646" name="Rectangle 46">
            <a:extLst>
              <a:ext uri="{FF2B5EF4-FFF2-40B4-BE49-F238E27FC236}">
                <a16:creationId xmlns:a16="http://schemas.microsoft.com/office/drawing/2014/main" id="{36DC01B4-2031-4BDE-A4F1-C88E2FAB07D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157413" y="458789"/>
            <a:ext cx="7772400" cy="700087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 eaLnBrk="1" hangingPunct="1"/>
            <a:r>
              <a:rPr lang="en-US" altLang="zh-CN"/>
              <a:t>HTTP 1.0</a:t>
            </a:r>
          </a:p>
        </p:txBody>
      </p:sp>
    </p:spTree>
  </p:cSld>
  <p:clrMapOvr>
    <a:masterClrMapping/>
  </p:clrMapOvr>
  <p:transition spd="med">
    <p:random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9801759E-A902-49DE-A7B0-6CD9761434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2126" y="6019801"/>
            <a:ext cx="657225" cy="29527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6633" name="Rectangle 19">
            <a:extLst>
              <a:ext uri="{FF2B5EF4-FFF2-40B4-BE49-F238E27FC236}">
                <a16:creationId xmlns:a16="http://schemas.microsoft.com/office/drawing/2014/main" id="{00F2460E-AE75-4058-8D9A-1BCB69A9816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128838" y="341313"/>
            <a:ext cx="7772400" cy="11430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 eaLnBrk="1" hangingPunct="1"/>
            <a:r>
              <a:rPr lang="en-US" altLang="zh-CN" sz="3600">
                <a:latin typeface="Times New Roman" panose="02020603050405020304" pitchFamily="18" charset="0"/>
                <a:ea typeface="华文新魏" panose="02010800040101010101" pitchFamily="2" charset="-122"/>
              </a:rPr>
              <a:t>http1.0 </a:t>
            </a:r>
            <a:r>
              <a:rPr lang="zh-CN" altLang="en-US" sz="3600">
                <a:latin typeface="Times New Roman" panose="02020603050405020304" pitchFamily="18" charset="0"/>
                <a:ea typeface="华文新魏" panose="02010800040101010101" pitchFamily="2" charset="-122"/>
              </a:rPr>
              <a:t>工作过程</a:t>
            </a:r>
          </a:p>
        </p:txBody>
      </p:sp>
      <p:sp>
        <p:nvSpPr>
          <p:cNvPr id="871427" name="Rectangle 3">
            <a:extLst>
              <a:ext uri="{FF2B5EF4-FFF2-40B4-BE49-F238E27FC236}">
                <a16:creationId xmlns:a16="http://schemas.microsoft.com/office/drawing/2014/main" id="{D5DE9A7A-0077-43F5-885E-93C3620AD755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2324100" y="1503364"/>
            <a:ext cx="8343900" cy="466725"/>
          </a:xfrm>
          <a:solidFill>
            <a:srgbClr val="FFFFFF"/>
          </a:solidFill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 fontScale="77500" lnSpcReduction="20000"/>
          </a:bodyPr>
          <a:lstStyle/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800"/>
              <a:t>假设用户输入 </a:t>
            </a:r>
            <a:r>
              <a:rPr lang="en-US" altLang="zh-CN" sz="2800"/>
              <a:t>URL </a:t>
            </a:r>
            <a:r>
              <a:rPr lang="en-US" altLang="zh-CN" sz="2400">
                <a:latin typeface="Arial" panose="020B0604020202020204" pitchFamily="34" charset="0"/>
              </a:rPr>
              <a:t>www.someSchool.edu/someDepartment/home.index</a:t>
            </a:r>
            <a:endParaRPr lang="en-US" altLang="zh-CN" sz="2800"/>
          </a:p>
        </p:txBody>
      </p:sp>
      <p:grpSp>
        <p:nvGrpSpPr>
          <p:cNvPr id="871428" name="Group 4">
            <a:extLst>
              <a:ext uri="{FF2B5EF4-FFF2-40B4-BE49-F238E27FC236}">
                <a16:creationId xmlns:a16="http://schemas.microsoft.com/office/drawing/2014/main" id="{066F76A7-1996-4C25-959E-B028153A37CB}"/>
              </a:ext>
            </a:extLst>
          </p:cNvPr>
          <p:cNvGrpSpPr>
            <a:grpSpLocks/>
          </p:cNvGrpSpPr>
          <p:nvPr/>
        </p:nvGrpSpPr>
        <p:grpSpPr bwMode="auto">
          <a:xfrm>
            <a:off x="2333626" y="2419351"/>
            <a:ext cx="4333875" cy="1685925"/>
            <a:chOff x="510" y="1524"/>
            <a:chExt cx="2730" cy="1062"/>
          </a:xfrm>
        </p:grpSpPr>
        <p:sp>
          <p:nvSpPr>
            <p:cNvPr id="26642" name="Rectangle 5">
              <a:extLst>
                <a:ext uri="{FF2B5EF4-FFF2-40B4-BE49-F238E27FC236}">
                  <a16:creationId xmlns:a16="http://schemas.microsoft.com/office/drawing/2014/main" id="{B365BD50-F1B5-4F13-BA63-F2DEC778D3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0" y="1524"/>
              <a:ext cx="2400" cy="106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marL="342900" indent="-3429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None/>
              </a:pPr>
              <a:r>
                <a:rPr lang="en-US" altLang="zh-CN" sz="2400">
                  <a:solidFill>
                    <a:srgbClr val="FF0000"/>
                  </a:solidFill>
                  <a:latin typeface="Tahoma" panose="020B0604030504040204" pitchFamily="34" charset="0"/>
                </a:rPr>
                <a:t>1a</a:t>
              </a:r>
              <a:r>
                <a:rPr lang="en-US" altLang="zh-CN" sz="2000">
                  <a:solidFill>
                    <a:srgbClr val="FF0000"/>
                  </a:solidFill>
                  <a:latin typeface="Tahoma" panose="020B0604030504040204" pitchFamily="34" charset="0"/>
                </a:rPr>
                <a:t>.</a:t>
              </a:r>
              <a:r>
                <a:rPr lang="en-US" altLang="zh-CN" sz="2000">
                  <a:latin typeface="Tahoma" panose="020B0604030504040204" pitchFamily="34" charset="0"/>
                </a:rPr>
                <a:t> Http</a:t>
              </a:r>
              <a:r>
                <a:rPr lang="zh-CN" altLang="en-US" sz="2000">
                  <a:latin typeface="Tahoma" panose="020B0604030504040204" pitchFamily="34" charset="0"/>
                </a:rPr>
                <a:t>客户端初始化与</a:t>
              </a:r>
              <a:r>
                <a:rPr lang="en-US" altLang="zh-CN" sz="2000">
                  <a:latin typeface="Arial" panose="020B0604020202020204" pitchFamily="34" charset="0"/>
                </a:rPr>
                <a:t>www.someSchool.edu</a:t>
              </a:r>
              <a:r>
                <a:rPr lang="en-US" altLang="zh-CN" sz="2000">
                  <a:latin typeface="Tahoma" panose="020B0604030504040204" pitchFamily="34" charset="0"/>
                </a:rPr>
                <a:t> </a:t>
              </a:r>
              <a:r>
                <a:rPr lang="zh-CN" altLang="en-US" sz="2000">
                  <a:latin typeface="Tahoma" panose="020B0604030504040204" pitchFamily="34" charset="0"/>
                </a:rPr>
                <a:t>处</a:t>
              </a:r>
              <a:r>
                <a:rPr lang="en-US" altLang="zh-CN" sz="2000">
                  <a:latin typeface="Tahoma" panose="020B0604030504040204" pitchFamily="34" charset="0"/>
                </a:rPr>
                <a:t>http</a:t>
              </a:r>
              <a:r>
                <a:rPr lang="zh-CN" altLang="en-US" sz="2000">
                  <a:latin typeface="Tahoma" panose="020B0604030504040204" pitchFamily="34" charset="0"/>
                </a:rPr>
                <a:t>服务器的</a:t>
              </a:r>
              <a:r>
                <a:rPr lang="en-US" altLang="zh-CN" sz="2000">
                  <a:latin typeface="Tahoma" panose="020B0604030504040204" pitchFamily="34" charset="0"/>
                </a:rPr>
                <a:t>TCP</a:t>
              </a:r>
              <a:r>
                <a:rPr lang="zh-CN" altLang="en-US" sz="2000">
                  <a:latin typeface="Tahoma" panose="020B0604030504040204" pitchFamily="34" charset="0"/>
                </a:rPr>
                <a:t>连接</a:t>
              </a:r>
              <a:r>
                <a:rPr lang="zh-CN" altLang="en-US" sz="2000">
                  <a:latin typeface="Arial" panose="020B0604020202020204" pitchFamily="34" charset="0"/>
                </a:rPr>
                <a:t>。</a:t>
              </a:r>
              <a:r>
                <a:rPr lang="zh-CN" altLang="en-US" sz="2000">
                  <a:latin typeface="Tahoma" panose="020B0604030504040204" pitchFamily="34" charset="0"/>
                </a:rPr>
                <a:t> </a:t>
              </a:r>
              <a:r>
                <a:rPr lang="en-US" altLang="zh-CN" sz="2000">
                  <a:latin typeface="Tahoma" panose="020B0604030504040204" pitchFamily="34" charset="0"/>
                </a:rPr>
                <a:t>http</a:t>
              </a:r>
              <a:r>
                <a:rPr lang="zh-CN" altLang="en-US" sz="2000">
                  <a:latin typeface="Tahoma" panose="020B0604030504040204" pitchFamily="34" charset="0"/>
                </a:rPr>
                <a:t>服务器默认的端口号是</a:t>
              </a:r>
              <a:r>
                <a:rPr lang="en-US" altLang="zh-CN" sz="2000">
                  <a:latin typeface="Tahoma" panose="020B0604030504040204" pitchFamily="34" charset="0"/>
                </a:rPr>
                <a:t>80.</a:t>
              </a:r>
            </a:p>
          </p:txBody>
        </p:sp>
        <p:sp>
          <p:nvSpPr>
            <p:cNvPr id="26643" name="Line 6">
              <a:extLst>
                <a:ext uri="{FF2B5EF4-FFF2-40B4-BE49-F238E27FC236}">
                  <a16:creationId xmlns:a16="http://schemas.microsoft.com/office/drawing/2014/main" id="{19A6CAA5-B025-4FE4-98D4-4A82E084178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50" y="1668"/>
              <a:ext cx="690" cy="33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871431" name="Group 7">
            <a:extLst>
              <a:ext uri="{FF2B5EF4-FFF2-40B4-BE49-F238E27FC236}">
                <a16:creationId xmlns:a16="http://schemas.microsoft.com/office/drawing/2014/main" id="{06F65E7F-2F56-49EA-B961-C3941F2DB2E9}"/>
              </a:ext>
            </a:extLst>
          </p:cNvPr>
          <p:cNvGrpSpPr>
            <a:grpSpLocks/>
          </p:cNvGrpSpPr>
          <p:nvPr/>
        </p:nvGrpSpPr>
        <p:grpSpPr bwMode="auto">
          <a:xfrm>
            <a:off x="2160589" y="4011613"/>
            <a:ext cx="4492625" cy="1377950"/>
            <a:chOff x="401" y="2527"/>
            <a:chExt cx="2830" cy="868"/>
          </a:xfrm>
        </p:grpSpPr>
        <p:sp>
          <p:nvSpPr>
            <p:cNvPr id="26640" name="Rectangle 8">
              <a:extLst>
                <a:ext uri="{FF2B5EF4-FFF2-40B4-BE49-F238E27FC236}">
                  <a16:creationId xmlns:a16="http://schemas.microsoft.com/office/drawing/2014/main" id="{2258506F-AB2E-4204-8471-0B4B661093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1" y="2527"/>
              <a:ext cx="2400" cy="67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marL="342900" indent="-3429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None/>
              </a:pPr>
              <a:r>
                <a:rPr lang="en-US" altLang="zh-CN" sz="2400">
                  <a:solidFill>
                    <a:srgbClr val="FF0000"/>
                  </a:solidFill>
                  <a:latin typeface="Tahoma" panose="020B0604030504040204" pitchFamily="34" charset="0"/>
                </a:rPr>
                <a:t>2.</a:t>
              </a:r>
              <a:r>
                <a:rPr lang="en-US" altLang="zh-CN" sz="2400">
                  <a:latin typeface="Tahoma" panose="020B0604030504040204" pitchFamily="34" charset="0"/>
                </a:rPr>
                <a:t> </a:t>
              </a:r>
              <a:r>
                <a:rPr lang="en-US" altLang="zh-CN" sz="2000">
                  <a:latin typeface="Tahoma" panose="020B0604030504040204" pitchFamily="34" charset="0"/>
                </a:rPr>
                <a:t>Http</a:t>
              </a:r>
              <a:r>
                <a:rPr lang="zh-CN" altLang="en-US" sz="2000">
                  <a:latin typeface="Tahoma" panose="020B0604030504040204" pitchFamily="34" charset="0"/>
                </a:rPr>
                <a:t>客户机通过</a:t>
              </a:r>
              <a:r>
                <a:rPr lang="en-US" altLang="zh-CN" sz="2000">
                  <a:latin typeface="Tahoma" panose="020B0604030504040204" pitchFamily="34" charset="0"/>
                </a:rPr>
                <a:t>TCP </a:t>
              </a:r>
              <a:r>
                <a:rPr lang="zh-CN" altLang="en-US" sz="2000">
                  <a:latin typeface="Tahoma" panose="020B0604030504040204" pitchFamily="34" charset="0"/>
                </a:rPr>
                <a:t>连接套接口（</a:t>
              </a:r>
              <a:r>
                <a:rPr lang="en-US" altLang="zh-CN" sz="2000">
                  <a:latin typeface="Tahoma" panose="020B0604030504040204" pitchFamily="34" charset="0"/>
                </a:rPr>
                <a:t>socket)</a:t>
              </a:r>
              <a:r>
                <a:rPr lang="zh-CN" altLang="en-US" sz="2000">
                  <a:latin typeface="Tahoma" panose="020B0604030504040204" pitchFamily="34" charset="0"/>
                </a:rPr>
                <a:t>发送</a:t>
              </a:r>
              <a:r>
                <a:rPr lang="en-US" altLang="zh-CN" sz="2000">
                  <a:latin typeface="Tahoma" panose="020B0604030504040204" pitchFamily="34" charset="0"/>
                </a:rPr>
                <a:t>(</a:t>
              </a:r>
              <a:r>
                <a:rPr lang="zh-CN" altLang="en-US" sz="2000">
                  <a:latin typeface="Tahoma" panose="020B0604030504040204" pitchFamily="34" charset="0"/>
                </a:rPr>
                <a:t>包含着</a:t>
              </a:r>
              <a:r>
                <a:rPr lang="en-US" altLang="zh-CN" sz="2000">
                  <a:latin typeface="Tahoma" panose="020B0604030504040204" pitchFamily="34" charset="0"/>
                </a:rPr>
                <a:t>URL</a:t>
              </a:r>
              <a:r>
                <a:rPr lang="zh-CN" altLang="en-US" sz="2000">
                  <a:latin typeface="Tahoma" panose="020B0604030504040204" pitchFamily="34" charset="0"/>
                </a:rPr>
                <a:t>的</a:t>
              </a:r>
              <a:r>
                <a:rPr lang="en-US" altLang="zh-CN" sz="2000">
                  <a:latin typeface="Tahoma" panose="020B0604030504040204" pitchFamily="34" charset="0"/>
                </a:rPr>
                <a:t>)</a:t>
              </a:r>
              <a:r>
                <a:rPr lang="en-US" altLang="zh-CN" sz="2400">
                  <a:latin typeface="Tahoma" panose="020B0604030504040204" pitchFamily="34" charset="0"/>
                </a:rPr>
                <a:t> </a:t>
              </a:r>
              <a:r>
                <a:rPr lang="en-US" altLang="zh-CN" sz="2000">
                  <a:latin typeface="Tahoma" panose="020B0604030504040204" pitchFamily="34" charset="0"/>
                </a:rPr>
                <a:t>http</a:t>
              </a:r>
              <a:r>
                <a:rPr lang="zh-CN" altLang="en-US" sz="2000">
                  <a:solidFill>
                    <a:schemeClr val="accent2"/>
                  </a:solidFill>
                  <a:latin typeface="Tahoma" panose="020B0604030504040204" pitchFamily="34" charset="0"/>
                </a:rPr>
                <a:t>请求报文</a:t>
              </a:r>
              <a:endParaRPr lang="zh-CN" altLang="en-US" sz="2000">
                <a:latin typeface="Tahoma" panose="020B0604030504040204" pitchFamily="34" charset="0"/>
              </a:endParaRPr>
            </a:p>
          </p:txBody>
        </p:sp>
        <p:sp>
          <p:nvSpPr>
            <p:cNvPr id="26641" name="Line 9">
              <a:extLst>
                <a:ext uri="{FF2B5EF4-FFF2-40B4-BE49-F238E27FC236}">
                  <a16:creationId xmlns:a16="http://schemas.microsoft.com/office/drawing/2014/main" id="{DA4EBAC9-FB40-4BEE-AB15-842BEBCB488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41" y="3065"/>
              <a:ext cx="690" cy="33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871434" name="Group 10">
            <a:extLst>
              <a:ext uri="{FF2B5EF4-FFF2-40B4-BE49-F238E27FC236}">
                <a16:creationId xmlns:a16="http://schemas.microsoft.com/office/drawing/2014/main" id="{573BF7A4-1897-47BB-AF3D-021081260B54}"/>
              </a:ext>
            </a:extLst>
          </p:cNvPr>
          <p:cNvGrpSpPr>
            <a:grpSpLocks/>
          </p:cNvGrpSpPr>
          <p:nvPr/>
        </p:nvGrpSpPr>
        <p:grpSpPr bwMode="auto">
          <a:xfrm>
            <a:off x="5253038" y="4381501"/>
            <a:ext cx="4805362" cy="1814513"/>
            <a:chOff x="2349" y="2760"/>
            <a:chExt cx="3027" cy="1143"/>
          </a:xfrm>
        </p:grpSpPr>
        <p:sp>
          <p:nvSpPr>
            <p:cNvPr id="26638" name="Rectangle 11">
              <a:extLst>
                <a:ext uri="{FF2B5EF4-FFF2-40B4-BE49-F238E27FC236}">
                  <a16:creationId xmlns:a16="http://schemas.microsoft.com/office/drawing/2014/main" id="{5E68ABDD-2F5F-462F-8731-0CA2E598A9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76" y="2760"/>
              <a:ext cx="2400" cy="11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marL="342900" indent="-3429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None/>
              </a:pPr>
              <a:r>
                <a:rPr lang="en-US" altLang="zh-CN" sz="2400">
                  <a:solidFill>
                    <a:srgbClr val="FF0000"/>
                  </a:solidFill>
                  <a:latin typeface="Tahoma" panose="020B0604030504040204" pitchFamily="34" charset="0"/>
                </a:rPr>
                <a:t>3.</a:t>
              </a:r>
              <a:r>
                <a:rPr lang="en-US" altLang="zh-CN" sz="2400">
                  <a:latin typeface="Tahoma" panose="020B0604030504040204" pitchFamily="34" charset="0"/>
                </a:rPr>
                <a:t> </a:t>
              </a:r>
              <a:r>
                <a:rPr lang="en-US" altLang="zh-CN" sz="2000">
                  <a:latin typeface="Tahoma" panose="020B0604030504040204" pitchFamily="34" charset="0"/>
                </a:rPr>
                <a:t>Http</a:t>
              </a:r>
              <a:r>
                <a:rPr lang="zh-CN" altLang="en-US" sz="2000">
                  <a:latin typeface="Tahoma" panose="020B0604030504040204" pitchFamily="34" charset="0"/>
                </a:rPr>
                <a:t>服务器接收请求报文</a:t>
              </a:r>
              <a:r>
                <a:rPr lang="en-US" altLang="zh-CN" sz="2000">
                  <a:latin typeface="Tahoma" panose="020B0604030504040204" pitchFamily="34" charset="0"/>
                </a:rPr>
                <a:t>, </a:t>
              </a:r>
              <a:r>
                <a:rPr lang="zh-CN" altLang="en-US" sz="2000">
                  <a:latin typeface="Tahoma" panose="020B0604030504040204" pitchFamily="34" charset="0"/>
                </a:rPr>
                <a:t>并形成包含被请求对象的</a:t>
              </a:r>
              <a:r>
                <a:rPr lang="zh-CN" altLang="en-US" sz="2000">
                  <a:solidFill>
                    <a:schemeClr val="accent2"/>
                  </a:solidFill>
                  <a:latin typeface="Tahoma" panose="020B0604030504040204" pitchFamily="34" charset="0"/>
                </a:rPr>
                <a:t>响应报文</a:t>
              </a:r>
              <a:r>
                <a:rPr lang="zh-CN" altLang="en-US" sz="2000">
                  <a:latin typeface="Tahoma" panose="020B0604030504040204" pitchFamily="34" charset="0"/>
                </a:rPr>
                <a:t> </a:t>
              </a:r>
              <a:r>
                <a:rPr lang="en-US" altLang="zh-CN" sz="2000">
                  <a:latin typeface="Tahoma" panose="020B0604030504040204" pitchFamily="34" charset="0"/>
                </a:rPr>
                <a:t>(</a:t>
              </a:r>
              <a:r>
                <a:rPr lang="zh-CN" altLang="en-US" sz="2000">
                  <a:latin typeface="Tahoma" panose="020B0604030504040204" pitchFamily="34" charset="0"/>
                </a:rPr>
                <a:t>如，一些部门</a:t>
              </a:r>
              <a:r>
                <a:rPr lang="en-US" altLang="zh-CN" sz="2000">
                  <a:latin typeface="Tahoma" panose="020B0604030504040204" pitchFamily="34" charset="0"/>
                </a:rPr>
                <a:t>/</a:t>
              </a:r>
              <a:r>
                <a:rPr lang="zh-CN" altLang="en-US" sz="2000">
                  <a:latin typeface="Tahoma" panose="020B0604030504040204" pitchFamily="34" charset="0"/>
                </a:rPr>
                <a:t>家庭索引信息</a:t>
              </a:r>
              <a:r>
                <a:rPr lang="en-US" altLang="zh-CN" sz="2000">
                  <a:latin typeface="Tahoma" panose="020B0604030504040204" pitchFamily="34" charset="0"/>
                </a:rPr>
                <a:t>), </a:t>
              </a:r>
              <a:r>
                <a:rPr lang="zh-CN" altLang="en-US" sz="2000">
                  <a:latin typeface="Tahoma" panose="020B0604030504040204" pitchFamily="34" charset="0"/>
                </a:rPr>
                <a:t>利用套接口发送响应报文</a:t>
              </a:r>
            </a:p>
          </p:txBody>
        </p:sp>
        <p:sp>
          <p:nvSpPr>
            <p:cNvPr id="26639" name="Line 12">
              <a:extLst>
                <a:ext uri="{FF2B5EF4-FFF2-40B4-BE49-F238E27FC236}">
                  <a16:creationId xmlns:a16="http://schemas.microsoft.com/office/drawing/2014/main" id="{1177D612-A6AA-41F5-AB82-BC0D755D408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349" y="3573"/>
              <a:ext cx="690" cy="33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871437" name="Group 13">
            <a:extLst>
              <a:ext uri="{FF2B5EF4-FFF2-40B4-BE49-F238E27FC236}">
                <a16:creationId xmlns:a16="http://schemas.microsoft.com/office/drawing/2014/main" id="{28CA06A8-A593-4DCA-9B56-140332A02695}"/>
              </a:ext>
            </a:extLst>
          </p:cNvPr>
          <p:cNvGrpSpPr>
            <a:grpSpLocks/>
          </p:cNvGrpSpPr>
          <p:nvPr/>
        </p:nvGrpSpPr>
        <p:grpSpPr bwMode="auto">
          <a:xfrm>
            <a:off x="1700214" y="2095500"/>
            <a:ext cx="815975" cy="4495800"/>
            <a:chOff x="111" y="1320"/>
            <a:chExt cx="514" cy="2832"/>
          </a:xfrm>
        </p:grpSpPr>
        <p:sp>
          <p:nvSpPr>
            <p:cNvPr id="26636" name="Line 14">
              <a:extLst>
                <a:ext uri="{FF2B5EF4-FFF2-40B4-BE49-F238E27FC236}">
                  <a16:creationId xmlns:a16="http://schemas.microsoft.com/office/drawing/2014/main" id="{4C89206A-1750-45FC-82B9-4EA5BB8FC03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0" y="1320"/>
              <a:ext cx="0" cy="2832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637" name="Text Box 15">
              <a:extLst>
                <a:ext uri="{FF2B5EF4-FFF2-40B4-BE49-F238E27FC236}">
                  <a16:creationId xmlns:a16="http://schemas.microsoft.com/office/drawing/2014/main" id="{527EDFFA-8585-4F03-ADBC-29B805503ED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1" y="3743"/>
              <a:ext cx="51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kumimoji="0" lang="en-US" altLang="zh-CN" sz="2400">
                  <a:solidFill>
                    <a:schemeClr val="accent2"/>
                  </a:solidFill>
                  <a:latin typeface="Comic Sans MS" panose="030F0702030302020204" pitchFamily="66" charset="0"/>
                </a:rPr>
                <a:t>time</a:t>
              </a:r>
              <a:endParaRPr kumimoji="0" lang="en-US" altLang="zh-CN" sz="2400"/>
            </a:p>
          </p:txBody>
        </p:sp>
      </p:grpSp>
      <p:grpSp>
        <p:nvGrpSpPr>
          <p:cNvPr id="871440" name="Group 16">
            <a:extLst>
              <a:ext uri="{FF2B5EF4-FFF2-40B4-BE49-F238E27FC236}">
                <a16:creationId xmlns:a16="http://schemas.microsoft.com/office/drawing/2014/main" id="{E9E6C9B1-C136-4941-9C66-964E3A57E579}"/>
              </a:ext>
            </a:extLst>
          </p:cNvPr>
          <p:cNvGrpSpPr>
            <a:grpSpLocks/>
          </p:cNvGrpSpPr>
          <p:nvPr/>
        </p:nvGrpSpPr>
        <p:grpSpPr bwMode="auto">
          <a:xfrm>
            <a:off x="5519738" y="2524126"/>
            <a:ext cx="4595812" cy="1871663"/>
            <a:chOff x="2517" y="1590"/>
            <a:chExt cx="2895" cy="1179"/>
          </a:xfrm>
        </p:grpSpPr>
        <p:sp>
          <p:nvSpPr>
            <p:cNvPr id="26634" name="Rectangle 17">
              <a:extLst>
                <a:ext uri="{FF2B5EF4-FFF2-40B4-BE49-F238E27FC236}">
                  <a16:creationId xmlns:a16="http://schemas.microsoft.com/office/drawing/2014/main" id="{C4CF2E5E-ED6D-4D1C-9783-2267D1C394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12" y="1590"/>
              <a:ext cx="2400" cy="94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marL="342900" indent="-3429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None/>
              </a:pPr>
              <a:r>
                <a:rPr lang="en-US" altLang="zh-CN" sz="2400">
                  <a:solidFill>
                    <a:srgbClr val="FF0000"/>
                  </a:solidFill>
                  <a:latin typeface="Tahoma" panose="020B0604030504040204" pitchFamily="34" charset="0"/>
                </a:rPr>
                <a:t>1b.</a:t>
              </a:r>
              <a:r>
                <a:rPr lang="zh-CN" altLang="en-US" sz="2000">
                  <a:latin typeface="Tahoma" panose="020B0604030504040204" pitchFamily="34" charset="0"/>
                </a:rPr>
                <a:t>在主机</a:t>
              </a:r>
              <a:r>
                <a:rPr lang="en-US" altLang="zh-CN" sz="2400">
                  <a:latin typeface="Arial" panose="020B0604020202020204" pitchFamily="34" charset="0"/>
                </a:rPr>
                <a:t>www.someSchool.edu</a:t>
              </a:r>
              <a:r>
                <a:rPr lang="en-US" altLang="zh-CN" sz="2400">
                  <a:latin typeface="Tahoma" panose="020B0604030504040204" pitchFamily="34" charset="0"/>
                </a:rPr>
                <a:t> </a:t>
              </a:r>
              <a:r>
                <a:rPr lang="zh-CN" altLang="en-US" sz="2000">
                  <a:latin typeface="Tahoma" panose="020B0604030504040204" pitchFamily="34" charset="0"/>
                </a:rPr>
                <a:t>处的</a:t>
              </a:r>
              <a:r>
                <a:rPr lang="en-US" altLang="zh-CN" sz="2000">
                  <a:latin typeface="Tahoma" panose="020B0604030504040204" pitchFamily="34" charset="0"/>
                </a:rPr>
                <a:t>http</a:t>
              </a:r>
              <a:r>
                <a:rPr lang="zh-CN" altLang="en-US" sz="2000">
                  <a:latin typeface="Tahoma" panose="020B0604030504040204" pitchFamily="34" charset="0"/>
                </a:rPr>
                <a:t>服务器用端口</a:t>
              </a:r>
              <a:r>
                <a:rPr lang="en-US" altLang="zh-CN" sz="2000">
                  <a:latin typeface="Tahoma" panose="020B0604030504040204" pitchFamily="34" charset="0"/>
                </a:rPr>
                <a:t>80</a:t>
              </a:r>
              <a:r>
                <a:rPr lang="zh-CN" altLang="en-US" sz="2000">
                  <a:latin typeface="Tahoma" panose="020B0604030504040204" pitchFamily="34" charset="0"/>
                </a:rPr>
                <a:t>等待</a:t>
              </a:r>
              <a:r>
                <a:rPr lang="en-US" altLang="zh-CN" sz="2000">
                  <a:latin typeface="Tahoma" panose="020B0604030504040204" pitchFamily="34" charset="0"/>
                </a:rPr>
                <a:t>TCP</a:t>
              </a:r>
              <a:r>
                <a:rPr lang="zh-CN" altLang="en-US" sz="2000">
                  <a:latin typeface="Tahoma" panose="020B0604030504040204" pitchFamily="34" charset="0"/>
                </a:rPr>
                <a:t>连接报文。  </a:t>
              </a:r>
              <a:r>
                <a:rPr lang="zh-CN" altLang="en-US" sz="2000">
                  <a:latin typeface="Comic Sans MS" panose="030F0702030302020204" pitchFamily="66" charset="0"/>
                </a:rPr>
                <a:t>“</a:t>
              </a:r>
              <a:r>
                <a:rPr lang="zh-CN" altLang="en-US" sz="2000">
                  <a:latin typeface="Tahoma" panose="020B0604030504040204" pitchFamily="34" charset="0"/>
                </a:rPr>
                <a:t>接受</a:t>
              </a:r>
              <a:r>
                <a:rPr lang="zh-CN" altLang="en-US" sz="2000">
                  <a:latin typeface="Comic Sans MS" panose="030F0702030302020204" pitchFamily="66" charset="0"/>
                </a:rPr>
                <a:t>”</a:t>
              </a:r>
              <a:r>
                <a:rPr lang="zh-CN" altLang="en-US" sz="2000">
                  <a:latin typeface="Tahoma" panose="020B0604030504040204" pitchFamily="34" charset="0"/>
                </a:rPr>
                <a:t>连接</a:t>
              </a:r>
              <a:r>
                <a:rPr lang="en-US" altLang="zh-CN" sz="2000">
                  <a:latin typeface="Tahoma" panose="020B0604030504040204" pitchFamily="34" charset="0"/>
                </a:rPr>
                <a:t>, </a:t>
              </a:r>
              <a:r>
                <a:rPr lang="zh-CN" altLang="en-US" sz="2000">
                  <a:latin typeface="Tahoma" panose="020B0604030504040204" pitchFamily="34" charset="0"/>
                </a:rPr>
                <a:t>并通知用户</a:t>
              </a:r>
            </a:p>
          </p:txBody>
        </p:sp>
        <p:sp>
          <p:nvSpPr>
            <p:cNvPr id="26635" name="Line 18">
              <a:extLst>
                <a:ext uri="{FF2B5EF4-FFF2-40B4-BE49-F238E27FC236}">
                  <a16:creationId xmlns:a16="http://schemas.microsoft.com/office/drawing/2014/main" id="{1D67E88F-B236-4E60-8CEA-68C089C8223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517" y="2439"/>
              <a:ext cx="690" cy="33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14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714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714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1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714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714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1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714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714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1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714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714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1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714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714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1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8714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8714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71427" grpId="0" build="p" autoUpdateAnimBg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6" name="Rectangle 8">
            <a:extLst>
              <a:ext uri="{FF2B5EF4-FFF2-40B4-BE49-F238E27FC236}">
                <a16:creationId xmlns:a16="http://schemas.microsoft.com/office/drawing/2014/main" id="{AC767273-536C-43DE-AB39-4D12327C9AA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205038" y="455613"/>
            <a:ext cx="7772400" cy="11430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 eaLnBrk="1" hangingPunct="1"/>
            <a:r>
              <a:rPr lang="en-US" altLang="zh-CN" sz="3600">
                <a:latin typeface="Times New Roman" panose="02020603050405020304" pitchFamily="18" charset="0"/>
                <a:ea typeface="华文新魏" panose="02010800040101010101" pitchFamily="2" charset="-122"/>
              </a:rPr>
              <a:t>http1.0 </a:t>
            </a:r>
            <a:r>
              <a:rPr lang="zh-CN" altLang="en-US" sz="3600">
                <a:latin typeface="Times New Roman" panose="02020603050405020304" pitchFamily="18" charset="0"/>
                <a:ea typeface="华文新魏" panose="02010800040101010101" pitchFamily="2" charset="-122"/>
              </a:rPr>
              <a:t>工作过程</a:t>
            </a:r>
          </a:p>
        </p:txBody>
      </p:sp>
      <p:sp>
        <p:nvSpPr>
          <p:cNvPr id="872450" name="Rectangle 2">
            <a:extLst>
              <a:ext uri="{FF2B5EF4-FFF2-40B4-BE49-F238E27FC236}">
                <a16:creationId xmlns:a16="http://schemas.microsoft.com/office/drawing/2014/main" id="{B85DCF8A-6268-4C46-8565-CA5F2BB78311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3392488" y="3355976"/>
            <a:ext cx="3810000" cy="1357313"/>
          </a:xfrm>
          <a:solidFill>
            <a:srgbClr val="FFFFFF"/>
          </a:solidFill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>
                <a:solidFill>
                  <a:srgbClr val="FF0000"/>
                </a:solidFill>
              </a:rPr>
              <a:t>5</a:t>
            </a:r>
            <a:r>
              <a:rPr lang="en-US" altLang="zh-CN" sz="2000">
                <a:solidFill>
                  <a:srgbClr val="FF0000"/>
                </a:solidFill>
              </a:rPr>
              <a:t>.</a:t>
            </a:r>
            <a:r>
              <a:rPr lang="en-US" altLang="zh-CN" sz="2000"/>
              <a:t> Http</a:t>
            </a:r>
            <a:r>
              <a:rPr lang="zh-CN" altLang="en-US" sz="2000"/>
              <a:t>客户机接收包含</a:t>
            </a:r>
            <a:r>
              <a:rPr lang="en-US" altLang="zh-CN" sz="2000"/>
              <a:t>html</a:t>
            </a:r>
            <a:r>
              <a:rPr lang="zh-CN" altLang="en-US" sz="2000"/>
              <a:t>文件的响应报文</a:t>
            </a:r>
            <a:r>
              <a:rPr lang="en-US" altLang="zh-CN" sz="2000"/>
              <a:t>,</a:t>
            </a:r>
            <a:r>
              <a:rPr lang="zh-CN" altLang="en-US" sz="2000"/>
              <a:t>并显示</a:t>
            </a:r>
            <a:r>
              <a:rPr lang="en-US" altLang="zh-CN" sz="2000"/>
              <a:t>html.  </a:t>
            </a:r>
            <a:r>
              <a:rPr lang="zh-CN" altLang="en-US" sz="2000"/>
              <a:t>解析</a:t>
            </a:r>
            <a:r>
              <a:rPr lang="en-US" altLang="zh-CN" sz="2000"/>
              <a:t>html</a:t>
            </a:r>
            <a:r>
              <a:rPr lang="zh-CN" altLang="en-US" sz="2000"/>
              <a:t>文件</a:t>
            </a:r>
            <a:r>
              <a:rPr lang="en-US" altLang="zh-CN" sz="2000"/>
              <a:t>, </a:t>
            </a:r>
            <a:r>
              <a:rPr lang="zh-CN" altLang="en-US" sz="2000"/>
              <a:t>找出</a:t>
            </a:r>
            <a:r>
              <a:rPr lang="en-US" altLang="zh-CN" sz="2000"/>
              <a:t>10</a:t>
            </a:r>
            <a:r>
              <a:rPr lang="zh-CN" altLang="en-US" sz="2000"/>
              <a:t>个引用的 </a:t>
            </a:r>
            <a:r>
              <a:rPr lang="en-US" altLang="zh-CN" sz="2000"/>
              <a:t>jpeg</a:t>
            </a:r>
            <a:r>
              <a:rPr lang="zh-CN" altLang="en-US" sz="2000"/>
              <a:t>对象</a:t>
            </a:r>
            <a:endParaRPr lang="zh-CN" altLang="en-US" sz="2400"/>
          </a:p>
        </p:txBody>
      </p:sp>
      <p:sp>
        <p:nvSpPr>
          <p:cNvPr id="872451" name="Rectangle 3">
            <a:extLst>
              <a:ext uri="{FF2B5EF4-FFF2-40B4-BE49-F238E27FC236}">
                <a16:creationId xmlns:a16="http://schemas.microsoft.com/office/drawing/2014/main" id="{9A854D91-1914-4D0E-AC12-37DE7A763F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46438" y="5103813"/>
            <a:ext cx="3810000" cy="666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sz="2400">
                <a:solidFill>
                  <a:srgbClr val="FF0000"/>
                </a:solidFill>
                <a:latin typeface="Tahoma" panose="020B0604030504040204" pitchFamily="34" charset="0"/>
              </a:rPr>
              <a:t>6.</a:t>
            </a:r>
            <a:r>
              <a:rPr lang="en-US" altLang="zh-CN" sz="2400">
                <a:latin typeface="Tahoma" panose="020B0604030504040204" pitchFamily="34" charset="0"/>
              </a:rPr>
              <a:t> </a:t>
            </a:r>
            <a:r>
              <a:rPr lang="zh-CN" altLang="en-US" sz="2000">
                <a:latin typeface="Tahoma" panose="020B0604030504040204" pitchFamily="34" charset="0"/>
              </a:rPr>
              <a:t>对这</a:t>
            </a:r>
            <a:r>
              <a:rPr lang="en-US" altLang="zh-CN" sz="2000">
                <a:latin typeface="Tahoma" panose="020B0604030504040204" pitchFamily="34" charset="0"/>
              </a:rPr>
              <a:t>10</a:t>
            </a:r>
            <a:r>
              <a:rPr lang="zh-CN" altLang="en-US" sz="2000">
                <a:latin typeface="Tahoma" panose="020B0604030504040204" pitchFamily="34" charset="0"/>
              </a:rPr>
              <a:t>个</a:t>
            </a:r>
            <a:r>
              <a:rPr lang="en-US" altLang="zh-CN" sz="2000">
                <a:latin typeface="Tahoma" panose="020B0604030504040204" pitchFamily="34" charset="0"/>
              </a:rPr>
              <a:t>jpeg</a:t>
            </a:r>
            <a:r>
              <a:rPr lang="zh-CN" altLang="en-US" sz="2000">
                <a:latin typeface="Tahoma" panose="020B0604030504040204" pitchFamily="34" charset="0"/>
              </a:rPr>
              <a:t>对象分别重复步骤</a:t>
            </a:r>
            <a:r>
              <a:rPr lang="en-US" altLang="zh-CN" sz="2000">
                <a:latin typeface="Tahoma" panose="020B0604030504040204" pitchFamily="34" charset="0"/>
              </a:rPr>
              <a:t>1-5</a:t>
            </a:r>
          </a:p>
        </p:txBody>
      </p:sp>
      <p:sp>
        <p:nvSpPr>
          <p:cNvPr id="872452" name="Rectangle 4">
            <a:extLst>
              <a:ext uri="{FF2B5EF4-FFF2-40B4-BE49-F238E27FC236}">
                <a16:creationId xmlns:a16="http://schemas.microsoft.com/office/drawing/2014/main" id="{86BEEB6F-770E-48E4-9670-BE172400FB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40100" y="2249489"/>
            <a:ext cx="3810000" cy="733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sz="2400">
                <a:solidFill>
                  <a:srgbClr val="FF0000"/>
                </a:solidFill>
                <a:latin typeface="Tahoma" panose="020B0604030504040204" pitchFamily="34" charset="0"/>
              </a:rPr>
              <a:t>4.</a:t>
            </a:r>
            <a:r>
              <a:rPr lang="en-US" altLang="zh-CN" sz="2400">
                <a:latin typeface="Tahoma" panose="020B0604030504040204" pitchFamily="34" charset="0"/>
              </a:rPr>
              <a:t> </a:t>
            </a:r>
            <a:r>
              <a:rPr lang="en-US" altLang="zh-CN" sz="2000">
                <a:latin typeface="Tahoma" panose="020B0604030504040204" pitchFamily="34" charset="0"/>
              </a:rPr>
              <a:t>Http</a:t>
            </a:r>
            <a:r>
              <a:rPr lang="zh-CN" altLang="en-US" sz="2000">
                <a:latin typeface="Tahoma" panose="020B0604030504040204" pitchFamily="34" charset="0"/>
              </a:rPr>
              <a:t>服务器关闭</a:t>
            </a:r>
            <a:r>
              <a:rPr lang="en-US" altLang="zh-CN" sz="2000">
                <a:latin typeface="Tahoma" panose="020B0604030504040204" pitchFamily="34" charset="0"/>
              </a:rPr>
              <a:t>TCP</a:t>
            </a:r>
            <a:r>
              <a:rPr lang="zh-CN" altLang="en-US" sz="2000">
                <a:latin typeface="Tahoma" panose="020B0604030504040204" pitchFamily="34" charset="0"/>
              </a:rPr>
              <a:t>连接</a:t>
            </a:r>
            <a:r>
              <a:rPr lang="en-US" altLang="zh-CN" sz="2000">
                <a:latin typeface="Tahoma" panose="020B0604030504040204" pitchFamily="34" charset="0"/>
              </a:rPr>
              <a:t>. </a:t>
            </a:r>
            <a:endParaRPr lang="en-US" altLang="zh-CN" sz="2400">
              <a:latin typeface="Tahoma" panose="020B0604030504040204" pitchFamily="34" charset="0"/>
            </a:endParaRPr>
          </a:p>
        </p:txBody>
      </p:sp>
      <p:sp>
        <p:nvSpPr>
          <p:cNvPr id="27653" name="Line 5">
            <a:extLst>
              <a:ext uri="{FF2B5EF4-FFF2-40B4-BE49-F238E27FC236}">
                <a16:creationId xmlns:a16="http://schemas.microsoft.com/office/drawing/2014/main" id="{459ACDCD-76B9-4CF4-8A43-8DCC21A225B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097213" y="2511426"/>
            <a:ext cx="0" cy="3203575"/>
          </a:xfrm>
          <a:prstGeom prst="line">
            <a:avLst/>
          </a:prstGeom>
          <a:noFill/>
          <a:ln w="19050">
            <a:solidFill>
              <a:schemeClr val="accent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7654" name="Rectangle 6">
            <a:extLst>
              <a:ext uri="{FF2B5EF4-FFF2-40B4-BE49-F238E27FC236}">
                <a16:creationId xmlns:a16="http://schemas.microsoft.com/office/drawing/2014/main" id="{E85AB3F6-E8FB-4FB6-930D-921655F105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59088" y="4511676"/>
            <a:ext cx="342900" cy="29527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7655" name="Text Box 7">
            <a:extLst>
              <a:ext uri="{FF2B5EF4-FFF2-40B4-BE49-F238E27FC236}">
                <a16:creationId xmlns:a16="http://schemas.microsoft.com/office/drawing/2014/main" id="{FA0AA565-9CB4-429D-A1F6-980909DF11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6226" y="4462463"/>
            <a:ext cx="8159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kumimoji="0" lang="en-US" altLang="zh-CN" sz="2400">
                <a:solidFill>
                  <a:schemeClr val="accent2"/>
                </a:solidFill>
                <a:latin typeface="Comic Sans MS" panose="030F0702030302020204" pitchFamily="66" charset="0"/>
              </a:rPr>
              <a:t>time</a:t>
            </a:r>
            <a:endParaRPr kumimoji="0" lang="en-US" altLang="zh-CN" sz="2400"/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24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724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724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24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724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724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24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724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724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72450" grpId="0" build="p" autoUpdateAnimBg="0"/>
      <p:bldP spid="872451" grpId="0" build="p" autoUpdateAnimBg="0"/>
      <p:bldP spid="872452" grpId="0" build="p" autoUpdateAnimBg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5" name="Rectangle 3">
            <a:extLst>
              <a:ext uri="{FF2B5EF4-FFF2-40B4-BE49-F238E27FC236}">
                <a16:creationId xmlns:a16="http://schemas.microsoft.com/office/drawing/2014/main" id="{2DCC9439-FC57-46F6-BD40-ADA52A53C0C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190750" y="439738"/>
            <a:ext cx="7772400" cy="11430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 eaLnBrk="1" hangingPunct="1"/>
            <a:r>
              <a:rPr lang="en-US" altLang="zh-CN" sz="3600">
                <a:latin typeface="Times New Roman" panose="02020603050405020304" pitchFamily="18" charset="0"/>
                <a:ea typeface="华文新魏" panose="02010800040101010101" pitchFamily="2" charset="-122"/>
              </a:rPr>
              <a:t>HTML </a:t>
            </a:r>
            <a:r>
              <a:rPr lang="zh-CN" altLang="en-US" sz="3600">
                <a:latin typeface="Times New Roman" panose="02020603050405020304" pitchFamily="18" charset="0"/>
                <a:ea typeface="华文新魏" panose="02010800040101010101" pitchFamily="2" charset="-122"/>
              </a:rPr>
              <a:t>概述</a:t>
            </a:r>
          </a:p>
        </p:txBody>
      </p:sp>
      <p:sp>
        <p:nvSpPr>
          <p:cNvPr id="903170" name="Rectangle 2">
            <a:extLst>
              <a:ext uri="{FF2B5EF4-FFF2-40B4-BE49-F238E27FC236}">
                <a16:creationId xmlns:a16="http://schemas.microsoft.com/office/drawing/2014/main" id="{6CD867AE-74B0-4636-A742-AE106E30FDE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284413" y="1616075"/>
            <a:ext cx="7772400" cy="4114800"/>
          </a:xfrm>
          <a:solidFill>
            <a:srgbClr val="FFFFFF"/>
          </a:solidFill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zh-CN" altLang="en-US" sz="2800"/>
              <a:t>标记语言给出一般的布局准则</a:t>
            </a:r>
            <a:r>
              <a:rPr lang="en-US" altLang="zh-CN" sz="2800"/>
              <a:t>-</a:t>
            </a:r>
            <a:r>
              <a:rPr lang="zh-CN" altLang="en-US" sz="2800"/>
              <a:t>而不是准确位置或格式</a:t>
            </a:r>
            <a:r>
              <a:rPr lang="en-US" altLang="zh-CN" sz="2800"/>
              <a:t>- </a:t>
            </a:r>
            <a:r>
              <a:rPr lang="zh-CN" altLang="en-US" sz="2800"/>
              <a:t>从而浏览器可以以不同的方式显示同一个文档</a:t>
            </a:r>
          </a:p>
          <a:p>
            <a:pPr eaLnBrk="1" hangingPunct="1"/>
            <a:r>
              <a:rPr lang="zh-CN" altLang="en-US" sz="2800"/>
              <a:t>形式自由</a:t>
            </a:r>
          </a:p>
          <a:p>
            <a:pPr eaLnBrk="1" hangingPunct="1"/>
            <a:r>
              <a:rPr lang="zh-CN" altLang="en-US" sz="2800"/>
              <a:t>嵌入的标记给定准则</a:t>
            </a:r>
            <a:r>
              <a:rPr lang="en-US" altLang="zh-CN" sz="2800"/>
              <a:t>(guidelines)</a:t>
            </a:r>
          </a:p>
          <a:p>
            <a:pPr eaLnBrk="1" hangingPunct="1"/>
            <a:r>
              <a:rPr lang="zh-CN" altLang="en-US" sz="2800"/>
              <a:t>标记经常是成对出现</a:t>
            </a:r>
          </a:p>
          <a:p>
            <a:pPr lvl="1" eaLnBrk="1" hangingPunct="1"/>
            <a:r>
              <a:rPr lang="zh-CN" altLang="en-US"/>
              <a:t>开始 </a:t>
            </a:r>
            <a:r>
              <a:rPr lang="en-US" altLang="zh-CN"/>
              <a:t>&lt;</a:t>
            </a:r>
            <a:r>
              <a:rPr lang="zh-CN" altLang="en-US"/>
              <a:t>标记名</a:t>
            </a:r>
            <a:r>
              <a:rPr lang="en-US" altLang="zh-CN"/>
              <a:t>&gt; </a:t>
            </a:r>
          </a:p>
          <a:p>
            <a:pPr lvl="1" eaLnBrk="1" hangingPunct="1"/>
            <a:r>
              <a:rPr lang="zh-CN" altLang="en-US"/>
              <a:t>结束 </a:t>
            </a:r>
            <a:r>
              <a:rPr lang="en-US" altLang="zh-CN"/>
              <a:t>&lt;/</a:t>
            </a:r>
            <a:r>
              <a:rPr lang="zh-CN" altLang="en-US"/>
              <a:t>标记名</a:t>
            </a:r>
            <a:r>
              <a:rPr lang="en-US" altLang="zh-CN"/>
              <a:t>&gt;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31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031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031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31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031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031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317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0317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0317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317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0317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0317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317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90317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90317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317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90317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90317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03170" grpId="0" build="p" autoUpdateAnimBg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9" name="Rectangle 3">
            <a:extLst>
              <a:ext uri="{FF2B5EF4-FFF2-40B4-BE49-F238E27FC236}">
                <a16:creationId xmlns:a16="http://schemas.microsoft.com/office/drawing/2014/main" id="{CF77C61A-D549-4078-81DC-72A40868FB0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189163" y="538163"/>
            <a:ext cx="7772400" cy="11430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 eaLnBrk="1" hangingPunct="1"/>
            <a:r>
              <a:rPr lang="en-US" altLang="zh-CN" sz="3600">
                <a:latin typeface="Times New Roman" panose="02020603050405020304" pitchFamily="18" charset="0"/>
                <a:ea typeface="华文新魏" panose="02010800040101010101" pitchFamily="2" charset="-122"/>
              </a:rPr>
              <a:t>HTTP</a:t>
            </a:r>
            <a:r>
              <a:rPr lang="zh-CN" altLang="en-US" sz="3600">
                <a:latin typeface="Times New Roman" panose="02020603050405020304" pitchFamily="18" charset="0"/>
                <a:ea typeface="华文新魏" panose="02010800040101010101" pitchFamily="2" charset="-122"/>
              </a:rPr>
              <a:t>和</a:t>
            </a:r>
            <a:r>
              <a:rPr lang="en-US" altLang="zh-CN" sz="3600">
                <a:latin typeface="Times New Roman" panose="02020603050405020304" pitchFamily="18" charset="0"/>
                <a:ea typeface="华文新魏" panose="02010800040101010101" pitchFamily="2" charset="-122"/>
              </a:rPr>
              <a:t>HTML</a:t>
            </a:r>
          </a:p>
        </p:txBody>
      </p:sp>
      <p:sp>
        <p:nvSpPr>
          <p:cNvPr id="904194" name="Rectangle 2">
            <a:extLst>
              <a:ext uri="{FF2B5EF4-FFF2-40B4-BE49-F238E27FC236}">
                <a16:creationId xmlns:a16="http://schemas.microsoft.com/office/drawing/2014/main" id="{95E5DF59-F8D4-4EA0-A4C3-00A99AB35F6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316163" y="1449389"/>
            <a:ext cx="7772400" cy="2332037"/>
          </a:xfrm>
          <a:solidFill>
            <a:srgbClr val="FFFFFF"/>
          </a:solidFill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altLang="zh-CN" sz="2800"/>
              <a:t>HTML</a:t>
            </a:r>
            <a:r>
              <a:rPr lang="zh-CN" altLang="en-US" sz="2800"/>
              <a:t>格式明确指定，同时考虑了</a:t>
            </a:r>
            <a:r>
              <a:rPr lang="en-US" altLang="zh-CN" sz="2800"/>
              <a:t>HTTP</a:t>
            </a:r>
            <a:r>
              <a:rPr lang="zh-CN" altLang="en-US" sz="2800"/>
              <a:t>报文的数据或报文体</a:t>
            </a:r>
            <a:r>
              <a:rPr lang="en-US" altLang="zh-CN" sz="2800"/>
              <a:t>. </a:t>
            </a:r>
          </a:p>
          <a:p>
            <a:pPr eaLnBrk="1" hangingPunct="1"/>
            <a:r>
              <a:rPr lang="en-US" altLang="zh-CN" sz="2800"/>
              <a:t>HTML </a:t>
            </a:r>
            <a:r>
              <a:rPr lang="zh-CN" altLang="en-US" sz="2800"/>
              <a:t>不是</a:t>
            </a:r>
            <a:r>
              <a:rPr lang="en-US" altLang="zh-CN" sz="2800"/>
              <a:t>HTTP</a:t>
            </a:r>
            <a:r>
              <a:rPr lang="zh-CN" altLang="en-US" sz="2800"/>
              <a:t>协议的一部分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41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041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041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419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0419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0419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04194" grpId="0" build="p" autoUpdateAnimBg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3" name="Rectangle 3">
            <a:extLst>
              <a:ext uri="{FF2B5EF4-FFF2-40B4-BE49-F238E27FC236}">
                <a16:creationId xmlns:a16="http://schemas.microsoft.com/office/drawing/2014/main" id="{8B32CBCF-6AD7-4844-9355-EB0E60E5025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3640139" y="561975"/>
            <a:ext cx="5265737" cy="5842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zh-CN" altLang="en-US" sz="3200">
                <a:latin typeface="Times New Roman" panose="02020603050405020304" pitchFamily="18" charset="0"/>
                <a:ea typeface="华文新魏" panose="02010800040101010101" pitchFamily="2" charset="-122"/>
              </a:rPr>
              <a:t>静态、动态、活动</a:t>
            </a:r>
            <a:r>
              <a:rPr lang="en-US" altLang="zh-CN" sz="3200">
                <a:latin typeface="Times New Roman" panose="02020603050405020304" pitchFamily="18" charset="0"/>
                <a:ea typeface="华文新魏" panose="02010800040101010101" pitchFamily="2" charset="-122"/>
              </a:rPr>
              <a:t>Web</a:t>
            </a:r>
            <a:r>
              <a:rPr lang="zh-CN" altLang="en-US" sz="3200">
                <a:latin typeface="Times New Roman" panose="02020603050405020304" pitchFamily="18" charset="0"/>
                <a:ea typeface="华文新魏" panose="02010800040101010101" pitchFamily="2" charset="-122"/>
              </a:rPr>
              <a:t>页面</a:t>
            </a:r>
          </a:p>
        </p:txBody>
      </p:sp>
      <p:sp>
        <p:nvSpPr>
          <p:cNvPr id="905218" name="Rectangle 2">
            <a:extLst>
              <a:ext uri="{FF2B5EF4-FFF2-40B4-BE49-F238E27FC236}">
                <a16:creationId xmlns:a16="http://schemas.microsoft.com/office/drawing/2014/main" id="{C25A85F0-AAD6-479F-9CAF-D594BE950E1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365375" y="2325688"/>
            <a:ext cx="7772400" cy="4114800"/>
          </a:xfrm>
          <a:solidFill>
            <a:srgbClr val="FFFFFF"/>
          </a:solidFill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zh-CN" altLang="en-US" sz="2800">
                <a:solidFill>
                  <a:schemeClr val="accent2"/>
                </a:solidFill>
              </a:rPr>
              <a:t>静态页面</a:t>
            </a:r>
            <a:r>
              <a:rPr lang="en-US" altLang="zh-CN" sz="2800"/>
              <a:t>: </a:t>
            </a:r>
            <a:r>
              <a:rPr lang="zh-CN" altLang="en-US" sz="2800"/>
              <a:t>存贮在文件中</a:t>
            </a:r>
            <a:r>
              <a:rPr lang="en-US" altLang="zh-CN" sz="2800"/>
              <a:t>,</a:t>
            </a:r>
            <a:r>
              <a:rPr lang="zh-CN" altLang="en-US" sz="2800"/>
              <a:t>无变化</a:t>
            </a:r>
          </a:p>
          <a:p>
            <a:pPr eaLnBrk="1" hangingPunct="1"/>
            <a:r>
              <a:rPr lang="zh-CN" altLang="en-US" sz="2800">
                <a:solidFill>
                  <a:schemeClr val="accent2"/>
                </a:solidFill>
              </a:rPr>
              <a:t>动态页面</a:t>
            </a:r>
            <a:r>
              <a:rPr lang="en-US" altLang="zh-CN" sz="2800"/>
              <a:t>:</a:t>
            </a:r>
            <a:r>
              <a:rPr lang="zh-CN" altLang="en-US" sz="2800"/>
              <a:t>由服务器根据响应请求的需要而形成</a:t>
            </a:r>
          </a:p>
          <a:p>
            <a:pPr lvl="1" eaLnBrk="1" hangingPunct="1"/>
            <a:r>
              <a:rPr lang="zh-CN" altLang="en-US"/>
              <a:t>由程序输出</a:t>
            </a:r>
            <a:r>
              <a:rPr lang="en-US" altLang="zh-CN"/>
              <a:t>(</a:t>
            </a:r>
            <a:r>
              <a:rPr lang="zh-CN" altLang="en-US"/>
              <a:t>例如</a:t>
            </a:r>
            <a:r>
              <a:rPr lang="en-US" altLang="zh-CN"/>
              <a:t>. </a:t>
            </a:r>
            <a:r>
              <a:rPr lang="zh-CN" altLang="en-US"/>
              <a:t>公共网关接口</a:t>
            </a:r>
            <a:r>
              <a:rPr lang="en-US" altLang="zh-CN"/>
              <a:t>(CGI) )</a:t>
            </a:r>
          </a:p>
          <a:p>
            <a:pPr eaLnBrk="1" hangingPunct="1"/>
            <a:r>
              <a:rPr lang="zh-CN" altLang="en-US" sz="2800">
                <a:solidFill>
                  <a:schemeClr val="accent2"/>
                </a:solidFill>
              </a:rPr>
              <a:t>活动页面</a:t>
            </a:r>
            <a:r>
              <a:rPr lang="en-US" altLang="zh-CN" sz="2800"/>
              <a:t>: </a:t>
            </a:r>
            <a:r>
              <a:rPr lang="zh-CN" altLang="en-US" sz="2800"/>
              <a:t>在客户机端执行</a:t>
            </a:r>
            <a:r>
              <a:rPr lang="en-US" altLang="zh-CN" sz="2800"/>
              <a:t>!</a:t>
            </a:r>
          </a:p>
          <a:p>
            <a:pPr lvl="1" eaLnBrk="1" hangingPunct="1"/>
            <a:r>
              <a:rPr lang="zh-CN" altLang="en-US"/>
              <a:t>可以同用户交互的电脑程序（并不仅仅是输出。例如</a:t>
            </a:r>
            <a:r>
              <a:rPr lang="en-US" altLang="zh-CN"/>
              <a:t>Java applet</a:t>
            </a:r>
            <a:r>
              <a:rPr lang="zh-CN" altLang="en-US"/>
              <a:t>）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52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052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052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52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052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052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52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9052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9052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52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9052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9052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52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9052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9052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05218" grpId="0" build="p" autoUpdateAnimBg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7" name="Rectangle 4">
            <a:extLst>
              <a:ext uri="{FF2B5EF4-FFF2-40B4-BE49-F238E27FC236}">
                <a16:creationId xmlns:a16="http://schemas.microsoft.com/office/drawing/2014/main" id="{4F31CD45-DCA7-48B9-81E4-2E9D5050E06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484688" y="436563"/>
            <a:ext cx="4437062" cy="11430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altLang="zh-CN"/>
              <a:t>HTTP 1.1</a:t>
            </a:r>
          </a:p>
        </p:txBody>
      </p:sp>
      <p:sp>
        <p:nvSpPr>
          <p:cNvPr id="866307" name="Rectangle 3">
            <a:extLst>
              <a:ext uri="{FF2B5EF4-FFF2-40B4-BE49-F238E27FC236}">
                <a16:creationId xmlns:a16="http://schemas.microsoft.com/office/drawing/2014/main" id="{0B7523A6-FCB4-4D22-9507-662758A7B9B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408238" y="2252663"/>
            <a:ext cx="7772400" cy="4114800"/>
          </a:xfrm>
          <a:solidFill>
            <a:srgbClr val="FFFFFF"/>
          </a:solidFill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zh-CN" altLang="en-US" sz="2800"/>
              <a:t>为了避免每一个目标模型一个连接</a:t>
            </a:r>
            <a:r>
              <a:rPr lang="en-US" altLang="zh-CN" sz="2800"/>
              <a:t>, HTTP 1.1 </a:t>
            </a:r>
            <a:r>
              <a:rPr lang="zh-CN" altLang="en-US" sz="2800"/>
              <a:t>支持持久连接</a:t>
            </a:r>
            <a:endParaRPr lang="zh-CN" altLang="en-US" sz="2800" i="1"/>
          </a:p>
          <a:p>
            <a:pPr eaLnBrk="1" hangingPunct="1"/>
            <a:r>
              <a:rPr lang="zh-CN" altLang="en-US" sz="2800"/>
              <a:t>客户机打开与服务器的</a:t>
            </a:r>
            <a:r>
              <a:rPr lang="en-US" altLang="zh-CN" sz="2800"/>
              <a:t>TCP</a:t>
            </a:r>
            <a:r>
              <a:rPr lang="zh-CN" altLang="en-US" sz="2800"/>
              <a:t>连接</a:t>
            </a:r>
          </a:p>
          <a:p>
            <a:pPr eaLnBrk="1" hangingPunct="1"/>
            <a:r>
              <a:rPr lang="zh-CN" altLang="en-US" sz="2800"/>
              <a:t>所有请求使用同一个连接</a:t>
            </a:r>
          </a:p>
          <a:p>
            <a:pPr eaLnBrk="1" hangingPunct="1"/>
            <a:r>
              <a:rPr lang="zh-CN" altLang="en-US" sz="2800">
                <a:solidFill>
                  <a:schemeClr val="tx2"/>
                </a:solidFill>
              </a:rPr>
              <a:t>特点</a:t>
            </a:r>
          </a:p>
          <a:p>
            <a:pPr lvl="1" eaLnBrk="1" hangingPunct="1"/>
            <a:r>
              <a:rPr lang="zh-CN" altLang="en-US" sz="2400"/>
              <a:t>并发性少</a:t>
            </a:r>
          </a:p>
          <a:p>
            <a:pPr lvl="1" eaLnBrk="1" hangingPunct="1"/>
            <a:r>
              <a:rPr lang="zh-CN" altLang="en-US" sz="2400"/>
              <a:t>服务器不知道何时该关闭无用的连接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63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663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663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63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663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663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63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663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663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63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663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663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63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8663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8663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63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8663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8663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66307" grpId="0" build="p" autoUpdateAnimBg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>
            <a:extLst>
              <a:ext uri="{FF2B5EF4-FFF2-40B4-BE49-F238E27FC236}">
                <a16:creationId xmlns:a16="http://schemas.microsoft.com/office/drawing/2014/main" id="{6499E18D-616A-44DA-A281-2970BD16D4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5029200"/>
            <a:ext cx="609600" cy="762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2771" name="Line 4">
            <a:extLst>
              <a:ext uri="{FF2B5EF4-FFF2-40B4-BE49-F238E27FC236}">
                <a16:creationId xmlns:a16="http://schemas.microsoft.com/office/drawing/2014/main" id="{2294CAA1-33FF-40D2-87D1-70DD6EF57474}"/>
              </a:ext>
            </a:extLst>
          </p:cNvPr>
          <p:cNvSpPr>
            <a:spLocks noChangeShapeType="1"/>
          </p:cNvSpPr>
          <p:nvPr/>
        </p:nvSpPr>
        <p:spPr bwMode="auto">
          <a:xfrm>
            <a:off x="3505200" y="2133600"/>
            <a:ext cx="0" cy="44958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32772" name="Line 5">
            <a:extLst>
              <a:ext uri="{FF2B5EF4-FFF2-40B4-BE49-F238E27FC236}">
                <a16:creationId xmlns:a16="http://schemas.microsoft.com/office/drawing/2014/main" id="{A80E1600-9625-4F1D-8855-6BC104A53996}"/>
              </a:ext>
            </a:extLst>
          </p:cNvPr>
          <p:cNvSpPr>
            <a:spLocks noChangeShapeType="1"/>
          </p:cNvSpPr>
          <p:nvPr/>
        </p:nvSpPr>
        <p:spPr bwMode="auto">
          <a:xfrm>
            <a:off x="8077200" y="2057400"/>
            <a:ext cx="0" cy="45720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32773" name="Text Box 6">
            <a:extLst>
              <a:ext uri="{FF2B5EF4-FFF2-40B4-BE49-F238E27FC236}">
                <a16:creationId xmlns:a16="http://schemas.microsoft.com/office/drawing/2014/main" id="{5118D646-C1EB-474C-BB0F-68A06B0468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05200" y="1752600"/>
            <a:ext cx="44894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 sz="2400">
                <a:latin typeface="Tahoma" panose="020B0604030504040204" pitchFamily="34" charset="0"/>
              </a:rPr>
              <a:t>客户机                          服务器</a:t>
            </a:r>
          </a:p>
        </p:txBody>
      </p:sp>
      <p:sp>
        <p:nvSpPr>
          <p:cNvPr id="32774" name="Line 7">
            <a:extLst>
              <a:ext uri="{FF2B5EF4-FFF2-40B4-BE49-F238E27FC236}">
                <a16:creationId xmlns:a16="http://schemas.microsoft.com/office/drawing/2014/main" id="{138C427F-5899-4EC2-9DCA-4F5C8D81D24E}"/>
              </a:ext>
            </a:extLst>
          </p:cNvPr>
          <p:cNvSpPr>
            <a:spLocks noChangeShapeType="1"/>
          </p:cNvSpPr>
          <p:nvPr/>
        </p:nvSpPr>
        <p:spPr bwMode="auto">
          <a:xfrm>
            <a:off x="3733800" y="3276600"/>
            <a:ext cx="4267200" cy="3810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32775" name="Text Box 8">
            <a:extLst>
              <a:ext uri="{FF2B5EF4-FFF2-40B4-BE49-F238E27FC236}">
                <a16:creationId xmlns:a16="http://schemas.microsoft.com/office/drawing/2014/main" id="{B4E8592D-7DB4-401B-A5EE-60902E64A8A5}"/>
              </a:ext>
            </a:extLst>
          </p:cNvPr>
          <p:cNvSpPr txBox="1">
            <a:spLocks noChangeArrowheads="1"/>
          </p:cNvSpPr>
          <p:nvPr/>
        </p:nvSpPr>
        <p:spPr bwMode="auto">
          <a:xfrm rot="286350">
            <a:off x="3810000" y="2971800"/>
            <a:ext cx="4267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en-US" altLang="zh-CN" sz="2400">
                <a:latin typeface="Tahoma" panose="020B0604030504040204" pitchFamily="34" charset="0"/>
              </a:rPr>
              <a:t>ACK, GET www.cs.virginia.edu</a:t>
            </a:r>
          </a:p>
        </p:txBody>
      </p:sp>
      <p:sp>
        <p:nvSpPr>
          <p:cNvPr id="32776" name="Line 9">
            <a:extLst>
              <a:ext uri="{FF2B5EF4-FFF2-40B4-BE49-F238E27FC236}">
                <a16:creationId xmlns:a16="http://schemas.microsoft.com/office/drawing/2014/main" id="{D0A42FE9-C23E-4E13-808E-D3470630FA2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657600" y="3733800"/>
            <a:ext cx="4343400" cy="5334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32777" name="Rectangle 10">
            <a:extLst>
              <a:ext uri="{FF2B5EF4-FFF2-40B4-BE49-F238E27FC236}">
                <a16:creationId xmlns:a16="http://schemas.microsoft.com/office/drawing/2014/main" id="{C299A0C2-97FC-46A1-88D6-795D15DEAC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00600" y="3505200"/>
            <a:ext cx="609600" cy="762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2778" name="Line 11">
            <a:extLst>
              <a:ext uri="{FF2B5EF4-FFF2-40B4-BE49-F238E27FC236}">
                <a16:creationId xmlns:a16="http://schemas.microsoft.com/office/drawing/2014/main" id="{8EA1F652-DD62-43F7-B532-3152FF378897}"/>
              </a:ext>
            </a:extLst>
          </p:cNvPr>
          <p:cNvSpPr>
            <a:spLocks noChangeShapeType="1"/>
          </p:cNvSpPr>
          <p:nvPr/>
        </p:nvSpPr>
        <p:spPr bwMode="auto">
          <a:xfrm>
            <a:off x="4876800" y="3657600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32779" name="Line 12">
            <a:extLst>
              <a:ext uri="{FF2B5EF4-FFF2-40B4-BE49-F238E27FC236}">
                <a16:creationId xmlns:a16="http://schemas.microsoft.com/office/drawing/2014/main" id="{F7FA4997-9989-40A3-A168-78FD4AAB9F05}"/>
              </a:ext>
            </a:extLst>
          </p:cNvPr>
          <p:cNvSpPr>
            <a:spLocks noChangeShapeType="1"/>
          </p:cNvSpPr>
          <p:nvPr/>
        </p:nvSpPr>
        <p:spPr bwMode="auto">
          <a:xfrm>
            <a:off x="4876800" y="3733800"/>
            <a:ext cx="2286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32780" name="Line 13">
            <a:extLst>
              <a:ext uri="{FF2B5EF4-FFF2-40B4-BE49-F238E27FC236}">
                <a16:creationId xmlns:a16="http://schemas.microsoft.com/office/drawing/2014/main" id="{8536984B-2B68-4E75-AFE1-A43B923B8AB9}"/>
              </a:ext>
            </a:extLst>
          </p:cNvPr>
          <p:cNvSpPr>
            <a:spLocks noChangeShapeType="1"/>
          </p:cNvSpPr>
          <p:nvPr/>
        </p:nvSpPr>
        <p:spPr bwMode="auto">
          <a:xfrm>
            <a:off x="4876800" y="3886200"/>
            <a:ext cx="3810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32781" name="Line 14">
            <a:extLst>
              <a:ext uri="{FF2B5EF4-FFF2-40B4-BE49-F238E27FC236}">
                <a16:creationId xmlns:a16="http://schemas.microsoft.com/office/drawing/2014/main" id="{54BB78E8-F62E-414D-8A5C-37567B1BD282}"/>
              </a:ext>
            </a:extLst>
          </p:cNvPr>
          <p:cNvSpPr>
            <a:spLocks noChangeShapeType="1"/>
          </p:cNvSpPr>
          <p:nvPr/>
        </p:nvSpPr>
        <p:spPr bwMode="auto">
          <a:xfrm>
            <a:off x="4876800" y="3962400"/>
            <a:ext cx="1524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32782" name="Line 15">
            <a:extLst>
              <a:ext uri="{FF2B5EF4-FFF2-40B4-BE49-F238E27FC236}">
                <a16:creationId xmlns:a16="http://schemas.microsoft.com/office/drawing/2014/main" id="{8922C124-A0D7-4010-B762-186C64B0B162}"/>
              </a:ext>
            </a:extLst>
          </p:cNvPr>
          <p:cNvSpPr>
            <a:spLocks noChangeShapeType="1"/>
          </p:cNvSpPr>
          <p:nvPr/>
        </p:nvSpPr>
        <p:spPr bwMode="auto">
          <a:xfrm>
            <a:off x="4876800" y="4038600"/>
            <a:ext cx="1524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32783" name="Rectangle 16">
            <a:extLst>
              <a:ext uri="{FF2B5EF4-FFF2-40B4-BE49-F238E27FC236}">
                <a16:creationId xmlns:a16="http://schemas.microsoft.com/office/drawing/2014/main" id="{75D67887-443B-46F8-9A0E-D36D0C8752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4200" y="5562600"/>
            <a:ext cx="152400" cy="1524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2784" name="Text Box 17">
            <a:extLst>
              <a:ext uri="{FF2B5EF4-FFF2-40B4-BE49-F238E27FC236}">
                <a16:creationId xmlns:a16="http://schemas.microsoft.com/office/drawing/2014/main" id="{4A248E14-E181-44B9-8F1E-6341F79C9D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77201" y="3263901"/>
            <a:ext cx="1723549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 sz="2400">
                <a:latin typeface="Tahoma" panose="020B0604030504040204" pitchFamily="34" charset="0"/>
              </a:rPr>
              <a:t>从磁盘检索</a:t>
            </a:r>
          </a:p>
          <a:p>
            <a:pPr eaLnBrk="1" hangingPunct="1"/>
            <a:r>
              <a:rPr kumimoji="0" lang="zh-CN" altLang="en-US" sz="2400">
                <a:latin typeface="Tahoma" panose="020B0604030504040204" pitchFamily="34" charset="0"/>
              </a:rPr>
              <a:t>数据</a:t>
            </a:r>
          </a:p>
        </p:txBody>
      </p:sp>
      <p:sp>
        <p:nvSpPr>
          <p:cNvPr id="32785" name="Text Box 18">
            <a:extLst>
              <a:ext uri="{FF2B5EF4-FFF2-40B4-BE49-F238E27FC236}">
                <a16:creationId xmlns:a16="http://schemas.microsoft.com/office/drawing/2014/main" id="{1D82D650-6511-4C89-9E90-C52C7963DE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51814" y="4360864"/>
            <a:ext cx="1723549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 sz="2400">
                <a:latin typeface="Tahoma" panose="020B0604030504040204" pitchFamily="34" charset="0"/>
              </a:rPr>
              <a:t>从磁盘检索</a:t>
            </a:r>
          </a:p>
          <a:p>
            <a:pPr eaLnBrk="1" hangingPunct="1"/>
            <a:r>
              <a:rPr kumimoji="0" lang="zh-CN" altLang="en-US" sz="2400">
                <a:latin typeface="Tahoma" panose="020B0604030504040204" pitchFamily="34" charset="0"/>
              </a:rPr>
              <a:t>图像</a:t>
            </a:r>
          </a:p>
        </p:txBody>
      </p:sp>
      <p:sp>
        <p:nvSpPr>
          <p:cNvPr id="32786" name="Rectangle 19">
            <a:extLst>
              <a:ext uri="{FF2B5EF4-FFF2-40B4-BE49-F238E27FC236}">
                <a16:creationId xmlns:a16="http://schemas.microsoft.com/office/drawing/2014/main" id="{0B11B22B-384A-42B1-A14C-A701B08E41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3352800"/>
            <a:ext cx="609600" cy="762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2787" name="Line 20">
            <a:extLst>
              <a:ext uri="{FF2B5EF4-FFF2-40B4-BE49-F238E27FC236}">
                <a16:creationId xmlns:a16="http://schemas.microsoft.com/office/drawing/2014/main" id="{3F7F47FC-A7D5-4B0C-A0CE-38AB639E1CE5}"/>
              </a:ext>
            </a:extLst>
          </p:cNvPr>
          <p:cNvSpPr>
            <a:spLocks noChangeShapeType="1"/>
          </p:cNvSpPr>
          <p:nvPr/>
        </p:nvSpPr>
        <p:spPr bwMode="auto">
          <a:xfrm>
            <a:off x="2819400" y="3505200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32788" name="Line 21">
            <a:extLst>
              <a:ext uri="{FF2B5EF4-FFF2-40B4-BE49-F238E27FC236}">
                <a16:creationId xmlns:a16="http://schemas.microsoft.com/office/drawing/2014/main" id="{5406FA89-FBE1-4373-8780-188DA1B1FE74}"/>
              </a:ext>
            </a:extLst>
          </p:cNvPr>
          <p:cNvSpPr>
            <a:spLocks noChangeShapeType="1"/>
          </p:cNvSpPr>
          <p:nvPr/>
        </p:nvSpPr>
        <p:spPr bwMode="auto">
          <a:xfrm>
            <a:off x="2819400" y="3581400"/>
            <a:ext cx="2286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32789" name="Line 22">
            <a:extLst>
              <a:ext uri="{FF2B5EF4-FFF2-40B4-BE49-F238E27FC236}">
                <a16:creationId xmlns:a16="http://schemas.microsoft.com/office/drawing/2014/main" id="{585ED060-8D21-40A6-9A6D-BD41EC1A9AD1}"/>
              </a:ext>
            </a:extLst>
          </p:cNvPr>
          <p:cNvSpPr>
            <a:spLocks noChangeShapeType="1"/>
          </p:cNvSpPr>
          <p:nvPr/>
        </p:nvSpPr>
        <p:spPr bwMode="auto">
          <a:xfrm>
            <a:off x="2819400" y="3733800"/>
            <a:ext cx="3810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32790" name="Line 23">
            <a:extLst>
              <a:ext uri="{FF2B5EF4-FFF2-40B4-BE49-F238E27FC236}">
                <a16:creationId xmlns:a16="http://schemas.microsoft.com/office/drawing/2014/main" id="{DC89EB24-2849-4781-AA25-A543C5D6033C}"/>
              </a:ext>
            </a:extLst>
          </p:cNvPr>
          <p:cNvSpPr>
            <a:spLocks noChangeShapeType="1"/>
          </p:cNvSpPr>
          <p:nvPr/>
        </p:nvSpPr>
        <p:spPr bwMode="auto">
          <a:xfrm>
            <a:off x="2819400" y="3810000"/>
            <a:ext cx="1524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32791" name="Line 24">
            <a:extLst>
              <a:ext uri="{FF2B5EF4-FFF2-40B4-BE49-F238E27FC236}">
                <a16:creationId xmlns:a16="http://schemas.microsoft.com/office/drawing/2014/main" id="{A1EC7301-5C6E-4717-BD68-9B7D82E73CED}"/>
              </a:ext>
            </a:extLst>
          </p:cNvPr>
          <p:cNvSpPr>
            <a:spLocks noChangeShapeType="1"/>
          </p:cNvSpPr>
          <p:nvPr/>
        </p:nvSpPr>
        <p:spPr bwMode="auto">
          <a:xfrm>
            <a:off x="2819400" y="3886200"/>
            <a:ext cx="1524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32792" name="Line 25">
            <a:extLst>
              <a:ext uri="{FF2B5EF4-FFF2-40B4-BE49-F238E27FC236}">
                <a16:creationId xmlns:a16="http://schemas.microsoft.com/office/drawing/2014/main" id="{423510F6-BBE7-49C0-A5A7-B8E047883D50}"/>
              </a:ext>
            </a:extLst>
          </p:cNvPr>
          <p:cNvSpPr>
            <a:spLocks noChangeShapeType="1"/>
          </p:cNvSpPr>
          <p:nvPr/>
        </p:nvSpPr>
        <p:spPr bwMode="auto">
          <a:xfrm>
            <a:off x="2819400" y="5181600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32793" name="Line 26">
            <a:extLst>
              <a:ext uri="{FF2B5EF4-FFF2-40B4-BE49-F238E27FC236}">
                <a16:creationId xmlns:a16="http://schemas.microsoft.com/office/drawing/2014/main" id="{97F65FA5-F65A-4241-BAB0-63D379D73362}"/>
              </a:ext>
            </a:extLst>
          </p:cNvPr>
          <p:cNvSpPr>
            <a:spLocks noChangeShapeType="1"/>
          </p:cNvSpPr>
          <p:nvPr/>
        </p:nvSpPr>
        <p:spPr bwMode="auto">
          <a:xfrm>
            <a:off x="2819400" y="5257800"/>
            <a:ext cx="2286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32794" name="Line 27">
            <a:extLst>
              <a:ext uri="{FF2B5EF4-FFF2-40B4-BE49-F238E27FC236}">
                <a16:creationId xmlns:a16="http://schemas.microsoft.com/office/drawing/2014/main" id="{0047B9BF-6593-4D2D-B577-D7A9BBFB9F38}"/>
              </a:ext>
            </a:extLst>
          </p:cNvPr>
          <p:cNvSpPr>
            <a:spLocks noChangeShapeType="1"/>
          </p:cNvSpPr>
          <p:nvPr/>
        </p:nvSpPr>
        <p:spPr bwMode="auto">
          <a:xfrm>
            <a:off x="2819400" y="5410200"/>
            <a:ext cx="3810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32795" name="Line 28">
            <a:extLst>
              <a:ext uri="{FF2B5EF4-FFF2-40B4-BE49-F238E27FC236}">
                <a16:creationId xmlns:a16="http://schemas.microsoft.com/office/drawing/2014/main" id="{EB1604AD-16F3-45AB-973A-9DC9C1E28E9B}"/>
              </a:ext>
            </a:extLst>
          </p:cNvPr>
          <p:cNvSpPr>
            <a:spLocks noChangeShapeType="1"/>
          </p:cNvSpPr>
          <p:nvPr/>
        </p:nvSpPr>
        <p:spPr bwMode="auto">
          <a:xfrm>
            <a:off x="2819400" y="5486400"/>
            <a:ext cx="1524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32796" name="Line 29">
            <a:extLst>
              <a:ext uri="{FF2B5EF4-FFF2-40B4-BE49-F238E27FC236}">
                <a16:creationId xmlns:a16="http://schemas.microsoft.com/office/drawing/2014/main" id="{A26CF13C-87B2-4C54-949B-1AE44CBC4831}"/>
              </a:ext>
            </a:extLst>
          </p:cNvPr>
          <p:cNvSpPr>
            <a:spLocks noChangeShapeType="1"/>
          </p:cNvSpPr>
          <p:nvPr/>
        </p:nvSpPr>
        <p:spPr bwMode="auto">
          <a:xfrm>
            <a:off x="2819400" y="5562600"/>
            <a:ext cx="1524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32797" name="Line 30">
            <a:extLst>
              <a:ext uri="{FF2B5EF4-FFF2-40B4-BE49-F238E27FC236}">
                <a16:creationId xmlns:a16="http://schemas.microsoft.com/office/drawing/2014/main" id="{8213256A-C177-4ABB-BBB0-EF43B57C6A7C}"/>
              </a:ext>
            </a:extLst>
          </p:cNvPr>
          <p:cNvSpPr>
            <a:spLocks noChangeShapeType="1"/>
          </p:cNvSpPr>
          <p:nvPr/>
        </p:nvSpPr>
        <p:spPr bwMode="auto">
          <a:xfrm>
            <a:off x="3657600" y="2133600"/>
            <a:ext cx="4343400" cy="3048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32798" name="Line 31">
            <a:extLst>
              <a:ext uri="{FF2B5EF4-FFF2-40B4-BE49-F238E27FC236}">
                <a16:creationId xmlns:a16="http://schemas.microsoft.com/office/drawing/2014/main" id="{77BE0534-4A0F-41CE-9253-121C9C408F5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657600" y="2514600"/>
            <a:ext cx="4267200" cy="5334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32799" name="Text Box 32">
            <a:extLst>
              <a:ext uri="{FF2B5EF4-FFF2-40B4-BE49-F238E27FC236}">
                <a16:creationId xmlns:a16="http://schemas.microsoft.com/office/drawing/2014/main" id="{7BBDA09B-D969-49D2-B96A-11D3156139F9}"/>
              </a:ext>
            </a:extLst>
          </p:cNvPr>
          <p:cNvSpPr txBox="1">
            <a:spLocks noChangeArrowheads="1"/>
          </p:cNvSpPr>
          <p:nvPr/>
        </p:nvSpPr>
        <p:spPr bwMode="auto">
          <a:xfrm rot="363928">
            <a:off x="5410201" y="1905000"/>
            <a:ext cx="7334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en-US" altLang="zh-CN" sz="2400">
                <a:latin typeface="Tahoma" panose="020B0604030504040204" pitchFamily="34" charset="0"/>
              </a:rPr>
              <a:t>SYN</a:t>
            </a:r>
          </a:p>
        </p:txBody>
      </p:sp>
      <p:sp>
        <p:nvSpPr>
          <p:cNvPr id="32800" name="Text Box 33">
            <a:extLst>
              <a:ext uri="{FF2B5EF4-FFF2-40B4-BE49-F238E27FC236}">
                <a16:creationId xmlns:a16="http://schemas.microsoft.com/office/drawing/2014/main" id="{98061A81-CC70-4A22-BED9-643C015D546E}"/>
              </a:ext>
            </a:extLst>
          </p:cNvPr>
          <p:cNvSpPr txBox="1">
            <a:spLocks noChangeArrowheads="1"/>
          </p:cNvSpPr>
          <p:nvPr/>
        </p:nvSpPr>
        <p:spPr bwMode="auto">
          <a:xfrm rot="21196353">
            <a:off x="5086351" y="2352675"/>
            <a:ext cx="14652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en-US" altLang="zh-CN" sz="2400">
                <a:latin typeface="Tahoma" panose="020B0604030504040204" pitchFamily="34" charset="0"/>
              </a:rPr>
              <a:t>SYN, ACK</a:t>
            </a:r>
          </a:p>
        </p:txBody>
      </p:sp>
      <p:sp>
        <p:nvSpPr>
          <p:cNvPr id="32801" name="Text Box 34">
            <a:extLst>
              <a:ext uri="{FF2B5EF4-FFF2-40B4-BE49-F238E27FC236}">
                <a16:creationId xmlns:a16="http://schemas.microsoft.com/office/drawing/2014/main" id="{5BD26471-10EB-4D18-8B10-12B4B539D5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7400" y="1905000"/>
            <a:ext cx="14684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en-US" altLang="zh-CN" sz="2400">
                <a:solidFill>
                  <a:schemeClr val="folHlink"/>
                </a:solidFill>
                <a:latin typeface="Tahoma" panose="020B0604030504040204" pitchFamily="34" charset="0"/>
              </a:rPr>
              <a:t>connect()</a:t>
            </a:r>
          </a:p>
        </p:txBody>
      </p:sp>
      <p:sp>
        <p:nvSpPr>
          <p:cNvPr id="32802" name="Line 35">
            <a:extLst>
              <a:ext uri="{FF2B5EF4-FFF2-40B4-BE49-F238E27FC236}">
                <a16:creationId xmlns:a16="http://schemas.microsoft.com/office/drawing/2014/main" id="{B341F15B-A9C4-4720-A26B-041B18856B9D}"/>
              </a:ext>
            </a:extLst>
          </p:cNvPr>
          <p:cNvSpPr>
            <a:spLocks noChangeShapeType="1"/>
          </p:cNvSpPr>
          <p:nvPr/>
        </p:nvSpPr>
        <p:spPr bwMode="auto">
          <a:xfrm>
            <a:off x="3732213" y="4525963"/>
            <a:ext cx="4267200" cy="3810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32803" name="Text Box 36">
            <a:extLst>
              <a:ext uri="{FF2B5EF4-FFF2-40B4-BE49-F238E27FC236}">
                <a16:creationId xmlns:a16="http://schemas.microsoft.com/office/drawing/2014/main" id="{3F7049A9-70A4-4A17-8FE1-B14578DE927A}"/>
              </a:ext>
            </a:extLst>
          </p:cNvPr>
          <p:cNvSpPr txBox="1">
            <a:spLocks noChangeArrowheads="1"/>
          </p:cNvSpPr>
          <p:nvPr/>
        </p:nvSpPr>
        <p:spPr bwMode="auto">
          <a:xfrm rot="286350">
            <a:off x="4953001" y="4267200"/>
            <a:ext cx="20732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en-US" altLang="zh-CN" sz="2400">
                <a:latin typeface="Tahoma" panose="020B0604030504040204" pitchFamily="34" charset="0"/>
              </a:rPr>
              <a:t>GET image.gif</a:t>
            </a:r>
          </a:p>
        </p:txBody>
      </p:sp>
      <p:sp>
        <p:nvSpPr>
          <p:cNvPr id="32804" name="Line 37">
            <a:extLst>
              <a:ext uri="{FF2B5EF4-FFF2-40B4-BE49-F238E27FC236}">
                <a16:creationId xmlns:a16="http://schemas.microsoft.com/office/drawing/2014/main" id="{0C2242F9-193A-486C-8A22-1862EF1DB28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656013" y="4983163"/>
            <a:ext cx="4343400" cy="5334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32805" name="Rectangle 38">
            <a:extLst>
              <a:ext uri="{FF2B5EF4-FFF2-40B4-BE49-F238E27FC236}">
                <a16:creationId xmlns:a16="http://schemas.microsoft.com/office/drawing/2014/main" id="{84F4D79F-0211-4FAF-9DB6-B284C0551B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0013" y="5059363"/>
            <a:ext cx="152400" cy="1524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2806" name="Text Box 39">
            <a:extLst>
              <a:ext uri="{FF2B5EF4-FFF2-40B4-BE49-F238E27FC236}">
                <a16:creationId xmlns:a16="http://schemas.microsoft.com/office/drawing/2014/main" id="{DE95981B-23EE-4E49-A8BE-49E155C511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33600" y="5791200"/>
            <a:ext cx="1092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en-US" altLang="zh-CN" sz="2400">
                <a:solidFill>
                  <a:schemeClr val="folHlink"/>
                </a:solidFill>
                <a:latin typeface="Tahoma" panose="020B0604030504040204" pitchFamily="34" charset="0"/>
              </a:rPr>
              <a:t>close()</a:t>
            </a:r>
          </a:p>
        </p:txBody>
      </p:sp>
      <p:sp>
        <p:nvSpPr>
          <p:cNvPr id="32807" name="Text Box 40">
            <a:extLst>
              <a:ext uri="{FF2B5EF4-FFF2-40B4-BE49-F238E27FC236}">
                <a16:creationId xmlns:a16="http://schemas.microsoft.com/office/drawing/2014/main" id="{492C81CE-C7A8-4997-AD59-31B256C779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93925" y="2776538"/>
            <a:ext cx="10874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en-US" altLang="zh-CN" sz="2400">
                <a:latin typeface="Tahoma" panose="020B0604030504040204" pitchFamily="34" charset="0"/>
              </a:rPr>
              <a:t>write()</a:t>
            </a:r>
          </a:p>
        </p:txBody>
      </p:sp>
      <p:sp>
        <p:nvSpPr>
          <p:cNvPr id="32808" name="Text Box 41">
            <a:extLst>
              <a:ext uri="{FF2B5EF4-FFF2-40B4-BE49-F238E27FC236}">
                <a16:creationId xmlns:a16="http://schemas.microsoft.com/office/drawing/2014/main" id="{55737B08-CE1D-44FA-A51D-08C61164F0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9801" y="4191000"/>
            <a:ext cx="12239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en-US" altLang="zh-CN" sz="2400">
                <a:latin typeface="Tahoma" panose="020B0604030504040204" pitchFamily="34" charset="0"/>
              </a:rPr>
              <a:t>write()</a:t>
            </a:r>
          </a:p>
        </p:txBody>
      </p:sp>
      <p:sp>
        <p:nvSpPr>
          <p:cNvPr id="32809" name="Rectangle 42">
            <a:extLst>
              <a:ext uri="{FF2B5EF4-FFF2-40B4-BE49-F238E27FC236}">
                <a16:creationId xmlns:a16="http://schemas.microsoft.com/office/drawing/2014/main" id="{2749909C-40E5-4718-814D-5230D46E8B7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83113" y="434975"/>
            <a:ext cx="7772400" cy="11430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altLang="zh-CN"/>
              <a:t>HTTP 1.1</a:t>
            </a:r>
          </a:p>
        </p:txBody>
      </p:sp>
    </p:spTree>
  </p:cSld>
  <p:clrMapOvr>
    <a:masterClrMapping/>
  </p:clrMapOvr>
  <p:transition spd="med">
    <p:random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>
            <a:extLst>
              <a:ext uri="{FF2B5EF4-FFF2-40B4-BE49-F238E27FC236}">
                <a16:creationId xmlns:a16="http://schemas.microsoft.com/office/drawing/2014/main" id="{0270A1F0-DE10-43CA-96DB-9941E7A0B6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5029200"/>
            <a:ext cx="609600" cy="762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3795" name="Line 4">
            <a:extLst>
              <a:ext uri="{FF2B5EF4-FFF2-40B4-BE49-F238E27FC236}">
                <a16:creationId xmlns:a16="http://schemas.microsoft.com/office/drawing/2014/main" id="{DD2ED034-BE0F-44B4-A74B-9D9E2897EA95}"/>
              </a:ext>
            </a:extLst>
          </p:cNvPr>
          <p:cNvSpPr>
            <a:spLocks noChangeShapeType="1"/>
          </p:cNvSpPr>
          <p:nvPr/>
        </p:nvSpPr>
        <p:spPr bwMode="auto">
          <a:xfrm>
            <a:off x="3505200" y="2133600"/>
            <a:ext cx="0" cy="44958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33796" name="Line 5">
            <a:extLst>
              <a:ext uri="{FF2B5EF4-FFF2-40B4-BE49-F238E27FC236}">
                <a16:creationId xmlns:a16="http://schemas.microsoft.com/office/drawing/2014/main" id="{8EFD9F59-C2EB-4523-927D-9810A4B09797}"/>
              </a:ext>
            </a:extLst>
          </p:cNvPr>
          <p:cNvSpPr>
            <a:spLocks noChangeShapeType="1"/>
          </p:cNvSpPr>
          <p:nvPr/>
        </p:nvSpPr>
        <p:spPr bwMode="auto">
          <a:xfrm>
            <a:off x="8077200" y="2057400"/>
            <a:ext cx="0" cy="45720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33797" name="Text Box 6">
            <a:extLst>
              <a:ext uri="{FF2B5EF4-FFF2-40B4-BE49-F238E27FC236}">
                <a16:creationId xmlns:a16="http://schemas.microsoft.com/office/drawing/2014/main" id="{472E088A-FF18-4DC6-A770-ECDEDCE0B0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05200" y="1752600"/>
            <a:ext cx="45847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 sz="2400">
                <a:latin typeface="Tahoma" panose="020B0604030504040204" pitchFamily="34" charset="0"/>
              </a:rPr>
              <a:t>客户机                           服务器</a:t>
            </a:r>
          </a:p>
        </p:txBody>
      </p:sp>
      <p:sp>
        <p:nvSpPr>
          <p:cNvPr id="33798" name="Line 7">
            <a:extLst>
              <a:ext uri="{FF2B5EF4-FFF2-40B4-BE49-F238E27FC236}">
                <a16:creationId xmlns:a16="http://schemas.microsoft.com/office/drawing/2014/main" id="{319C2072-CF63-4760-AE2A-4864C2B93DA4}"/>
              </a:ext>
            </a:extLst>
          </p:cNvPr>
          <p:cNvSpPr>
            <a:spLocks noChangeShapeType="1"/>
          </p:cNvSpPr>
          <p:nvPr/>
        </p:nvSpPr>
        <p:spPr bwMode="auto">
          <a:xfrm>
            <a:off x="3733800" y="3276600"/>
            <a:ext cx="4267200" cy="3810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33799" name="Text Box 8">
            <a:extLst>
              <a:ext uri="{FF2B5EF4-FFF2-40B4-BE49-F238E27FC236}">
                <a16:creationId xmlns:a16="http://schemas.microsoft.com/office/drawing/2014/main" id="{26B41C0F-18F0-4B76-BC68-3FEA7EA4249E}"/>
              </a:ext>
            </a:extLst>
          </p:cNvPr>
          <p:cNvSpPr txBox="1">
            <a:spLocks noChangeArrowheads="1"/>
          </p:cNvSpPr>
          <p:nvPr/>
        </p:nvSpPr>
        <p:spPr bwMode="auto">
          <a:xfrm rot="286350">
            <a:off x="3810000" y="2971800"/>
            <a:ext cx="4267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en-US" altLang="zh-CN" sz="2400">
                <a:latin typeface="Tahoma" panose="020B0604030504040204" pitchFamily="34" charset="0"/>
              </a:rPr>
              <a:t>ACK, GET www.cs.virginia.edu</a:t>
            </a:r>
          </a:p>
        </p:txBody>
      </p:sp>
      <p:sp>
        <p:nvSpPr>
          <p:cNvPr id="33800" name="Line 9">
            <a:extLst>
              <a:ext uri="{FF2B5EF4-FFF2-40B4-BE49-F238E27FC236}">
                <a16:creationId xmlns:a16="http://schemas.microsoft.com/office/drawing/2014/main" id="{6762DBF7-7389-4624-9537-7345D6506FE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657600" y="3733800"/>
            <a:ext cx="4343400" cy="5334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33801" name="Rectangle 10">
            <a:extLst>
              <a:ext uri="{FF2B5EF4-FFF2-40B4-BE49-F238E27FC236}">
                <a16:creationId xmlns:a16="http://schemas.microsoft.com/office/drawing/2014/main" id="{247499ED-7531-406C-B177-D2426822CC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00600" y="3505200"/>
            <a:ext cx="609600" cy="762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3802" name="Line 11">
            <a:extLst>
              <a:ext uri="{FF2B5EF4-FFF2-40B4-BE49-F238E27FC236}">
                <a16:creationId xmlns:a16="http://schemas.microsoft.com/office/drawing/2014/main" id="{711F4D10-F5EF-44DA-AF0F-5978801A4253}"/>
              </a:ext>
            </a:extLst>
          </p:cNvPr>
          <p:cNvSpPr>
            <a:spLocks noChangeShapeType="1"/>
          </p:cNvSpPr>
          <p:nvPr/>
        </p:nvSpPr>
        <p:spPr bwMode="auto">
          <a:xfrm>
            <a:off x="4876800" y="3657600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33803" name="Line 12">
            <a:extLst>
              <a:ext uri="{FF2B5EF4-FFF2-40B4-BE49-F238E27FC236}">
                <a16:creationId xmlns:a16="http://schemas.microsoft.com/office/drawing/2014/main" id="{6D70740E-A0F6-4CCA-86D2-B6F3BC19950E}"/>
              </a:ext>
            </a:extLst>
          </p:cNvPr>
          <p:cNvSpPr>
            <a:spLocks noChangeShapeType="1"/>
          </p:cNvSpPr>
          <p:nvPr/>
        </p:nvSpPr>
        <p:spPr bwMode="auto">
          <a:xfrm>
            <a:off x="4876800" y="3733800"/>
            <a:ext cx="2286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33804" name="Line 13">
            <a:extLst>
              <a:ext uri="{FF2B5EF4-FFF2-40B4-BE49-F238E27FC236}">
                <a16:creationId xmlns:a16="http://schemas.microsoft.com/office/drawing/2014/main" id="{6EAFB906-D28E-4A09-91D1-6E3D8031F1F9}"/>
              </a:ext>
            </a:extLst>
          </p:cNvPr>
          <p:cNvSpPr>
            <a:spLocks noChangeShapeType="1"/>
          </p:cNvSpPr>
          <p:nvPr/>
        </p:nvSpPr>
        <p:spPr bwMode="auto">
          <a:xfrm>
            <a:off x="4876800" y="3886200"/>
            <a:ext cx="3810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33805" name="Line 14">
            <a:extLst>
              <a:ext uri="{FF2B5EF4-FFF2-40B4-BE49-F238E27FC236}">
                <a16:creationId xmlns:a16="http://schemas.microsoft.com/office/drawing/2014/main" id="{656BF54D-7D8D-427F-AB5B-4F7166FED5CA}"/>
              </a:ext>
            </a:extLst>
          </p:cNvPr>
          <p:cNvSpPr>
            <a:spLocks noChangeShapeType="1"/>
          </p:cNvSpPr>
          <p:nvPr/>
        </p:nvSpPr>
        <p:spPr bwMode="auto">
          <a:xfrm>
            <a:off x="4876800" y="3962400"/>
            <a:ext cx="1524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33806" name="Line 15">
            <a:extLst>
              <a:ext uri="{FF2B5EF4-FFF2-40B4-BE49-F238E27FC236}">
                <a16:creationId xmlns:a16="http://schemas.microsoft.com/office/drawing/2014/main" id="{8C1178C8-9C72-480D-8C7F-EAD21A8D87D7}"/>
              </a:ext>
            </a:extLst>
          </p:cNvPr>
          <p:cNvSpPr>
            <a:spLocks noChangeShapeType="1"/>
          </p:cNvSpPr>
          <p:nvPr/>
        </p:nvSpPr>
        <p:spPr bwMode="auto">
          <a:xfrm>
            <a:off x="4876800" y="4038600"/>
            <a:ext cx="1524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33807" name="Rectangle 16">
            <a:extLst>
              <a:ext uri="{FF2B5EF4-FFF2-40B4-BE49-F238E27FC236}">
                <a16:creationId xmlns:a16="http://schemas.microsoft.com/office/drawing/2014/main" id="{BE69C716-5620-47CC-BE13-8B4EA73535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4200" y="5562600"/>
            <a:ext cx="152400" cy="1524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3808" name="Text Box 17">
            <a:extLst>
              <a:ext uri="{FF2B5EF4-FFF2-40B4-BE49-F238E27FC236}">
                <a16:creationId xmlns:a16="http://schemas.microsoft.com/office/drawing/2014/main" id="{15D66D76-4886-4B97-A6E3-D9C130DABD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58201" y="3263901"/>
            <a:ext cx="1723549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 sz="2400">
                <a:latin typeface="Tahoma" panose="020B0604030504040204" pitchFamily="34" charset="0"/>
              </a:rPr>
              <a:t>从磁盘检索</a:t>
            </a:r>
          </a:p>
          <a:p>
            <a:pPr eaLnBrk="1" hangingPunct="1"/>
            <a:r>
              <a:rPr kumimoji="0" lang="zh-CN" altLang="en-US" sz="2400">
                <a:latin typeface="Tahoma" panose="020B0604030504040204" pitchFamily="34" charset="0"/>
              </a:rPr>
              <a:t>数据</a:t>
            </a:r>
          </a:p>
        </p:txBody>
      </p:sp>
      <p:sp>
        <p:nvSpPr>
          <p:cNvPr id="33809" name="Text Box 18">
            <a:extLst>
              <a:ext uri="{FF2B5EF4-FFF2-40B4-BE49-F238E27FC236}">
                <a16:creationId xmlns:a16="http://schemas.microsoft.com/office/drawing/2014/main" id="{18519517-B656-4F9C-BAE9-7D202BB519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26451" y="4330701"/>
            <a:ext cx="1723549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 sz="2400">
                <a:latin typeface="Tahoma" panose="020B0604030504040204" pitchFamily="34" charset="0"/>
              </a:rPr>
              <a:t>从磁盘检索</a:t>
            </a:r>
          </a:p>
          <a:p>
            <a:pPr eaLnBrk="1" hangingPunct="1"/>
            <a:r>
              <a:rPr kumimoji="0" lang="zh-CN" altLang="en-US" sz="2400">
                <a:latin typeface="Tahoma" panose="020B0604030504040204" pitchFamily="34" charset="0"/>
              </a:rPr>
              <a:t>图像</a:t>
            </a:r>
          </a:p>
        </p:txBody>
      </p:sp>
      <p:sp>
        <p:nvSpPr>
          <p:cNvPr id="33810" name="Rectangle 19">
            <a:extLst>
              <a:ext uri="{FF2B5EF4-FFF2-40B4-BE49-F238E27FC236}">
                <a16:creationId xmlns:a16="http://schemas.microsoft.com/office/drawing/2014/main" id="{A907ECB8-1900-4320-8D06-F26752A3BE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3352800"/>
            <a:ext cx="609600" cy="762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3811" name="Line 20">
            <a:extLst>
              <a:ext uri="{FF2B5EF4-FFF2-40B4-BE49-F238E27FC236}">
                <a16:creationId xmlns:a16="http://schemas.microsoft.com/office/drawing/2014/main" id="{824BB6EB-5942-4C2C-B19E-90A308483689}"/>
              </a:ext>
            </a:extLst>
          </p:cNvPr>
          <p:cNvSpPr>
            <a:spLocks noChangeShapeType="1"/>
          </p:cNvSpPr>
          <p:nvPr/>
        </p:nvSpPr>
        <p:spPr bwMode="auto">
          <a:xfrm>
            <a:off x="2819400" y="3505200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33812" name="Line 21">
            <a:extLst>
              <a:ext uri="{FF2B5EF4-FFF2-40B4-BE49-F238E27FC236}">
                <a16:creationId xmlns:a16="http://schemas.microsoft.com/office/drawing/2014/main" id="{041696AA-BA71-429E-B0B7-87BEB845B030}"/>
              </a:ext>
            </a:extLst>
          </p:cNvPr>
          <p:cNvSpPr>
            <a:spLocks noChangeShapeType="1"/>
          </p:cNvSpPr>
          <p:nvPr/>
        </p:nvSpPr>
        <p:spPr bwMode="auto">
          <a:xfrm>
            <a:off x="2819400" y="3581400"/>
            <a:ext cx="2286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33813" name="Line 22">
            <a:extLst>
              <a:ext uri="{FF2B5EF4-FFF2-40B4-BE49-F238E27FC236}">
                <a16:creationId xmlns:a16="http://schemas.microsoft.com/office/drawing/2014/main" id="{2EE0CEFE-6CB4-4B20-AE14-9A8AF1914AD5}"/>
              </a:ext>
            </a:extLst>
          </p:cNvPr>
          <p:cNvSpPr>
            <a:spLocks noChangeShapeType="1"/>
          </p:cNvSpPr>
          <p:nvPr/>
        </p:nvSpPr>
        <p:spPr bwMode="auto">
          <a:xfrm>
            <a:off x="2819400" y="3733800"/>
            <a:ext cx="3810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33814" name="Line 23">
            <a:extLst>
              <a:ext uri="{FF2B5EF4-FFF2-40B4-BE49-F238E27FC236}">
                <a16:creationId xmlns:a16="http://schemas.microsoft.com/office/drawing/2014/main" id="{B921F59D-8613-411A-A086-92871EA4C57C}"/>
              </a:ext>
            </a:extLst>
          </p:cNvPr>
          <p:cNvSpPr>
            <a:spLocks noChangeShapeType="1"/>
          </p:cNvSpPr>
          <p:nvPr/>
        </p:nvSpPr>
        <p:spPr bwMode="auto">
          <a:xfrm>
            <a:off x="2819400" y="3810000"/>
            <a:ext cx="1524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33815" name="Line 24">
            <a:extLst>
              <a:ext uri="{FF2B5EF4-FFF2-40B4-BE49-F238E27FC236}">
                <a16:creationId xmlns:a16="http://schemas.microsoft.com/office/drawing/2014/main" id="{2B696C53-5A22-4E57-9E9C-9292239397FB}"/>
              </a:ext>
            </a:extLst>
          </p:cNvPr>
          <p:cNvSpPr>
            <a:spLocks noChangeShapeType="1"/>
          </p:cNvSpPr>
          <p:nvPr/>
        </p:nvSpPr>
        <p:spPr bwMode="auto">
          <a:xfrm>
            <a:off x="2819400" y="3886200"/>
            <a:ext cx="1524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33816" name="Line 25">
            <a:extLst>
              <a:ext uri="{FF2B5EF4-FFF2-40B4-BE49-F238E27FC236}">
                <a16:creationId xmlns:a16="http://schemas.microsoft.com/office/drawing/2014/main" id="{27EB8418-CB73-4AA2-A31E-1C84B70F1641}"/>
              </a:ext>
            </a:extLst>
          </p:cNvPr>
          <p:cNvSpPr>
            <a:spLocks noChangeShapeType="1"/>
          </p:cNvSpPr>
          <p:nvPr/>
        </p:nvSpPr>
        <p:spPr bwMode="auto">
          <a:xfrm>
            <a:off x="2819400" y="5181600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33817" name="Line 26">
            <a:extLst>
              <a:ext uri="{FF2B5EF4-FFF2-40B4-BE49-F238E27FC236}">
                <a16:creationId xmlns:a16="http://schemas.microsoft.com/office/drawing/2014/main" id="{9036EF9F-D012-4F46-9E52-57ECC15DC311}"/>
              </a:ext>
            </a:extLst>
          </p:cNvPr>
          <p:cNvSpPr>
            <a:spLocks noChangeShapeType="1"/>
          </p:cNvSpPr>
          <p:nvPr/>
        </p:nvSpPr>
        <p:spPr bwMode="auto">
          <a:xfrm>
            <a:off x="2819400" y="5257800"/>
            <a:ext cx="2286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33818" name="Line 27">
            <a:extLst>
              <a:ext uri="{FF2B5EF4-FFF2-40B4-BE49-F238E27FC236}">
                <a16:creationId xmlns:a16="http://schemas.microsoft.com/office/drawing/2014/main" id="{E356D7C3-E3E4-4C70-A2A2-821E89CEB084}"/>
              </a:ext>
            </a:extLst>
          </p:cNvPr>
          <p:cNvSpPr>
            <a:spLocks noChangeShapeType="1"/>
          </p:cNvSpPr>
          <p:nvPr/>
        </p:nvSpPr>
        <p:spPr bwMode="auto">
          <a:xfrm>
            <a:off x="2819400" y="5410200"/>
            <a:ext cx="3810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33819" name="Line 28">
            <a:extLst>
              <a:ext uri="{FF2B5EF4-FFF2-40B4-BE49-F238E27FC236}">
                <a16:creationId xmlns:a16="http://schemas.microsoft.com/office/drawing/2014/main" id="{95853951-2083-4DF0-8617-4A1F57921EF0}"/>
              </a:ext>
            </a:extLst>
          </p:cNvPr>
          <p:cNvSpPr>
            <a:spLocks noChangeShapeType="1"/>
          </p:cNvSpPr>
          <p:nvPr/>
        </p:nvSpPr>
        <p:spPr bwMode="auto">
          <a:xfrm>
            <a:off x="2819400" y="5486400"/>
            <a:ext cx="1524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33820" name="Line 29">
            <a:extLst>
              <a:ext uri="{FF2B5EF4-FFF2-40B4-BE49-F238E27FC236}">
                <a16:creationId xmlns:a16="http://schemas.microsoft.com/office/drawing/2014/main" id="{873DC4CE-C8CA-4556-B934-A5E0B55E675C}"/>
              </a:ext>
            </a:extLst>
          </p:cNvPr>
          <p:cNvSpPr>
            <a:spLocks noChangeShapeType="1"/>
          </p:cNvSpPr>
          <p:nvPr/>
        </p:nvSpPr>
        <p:spPr bwMode="auto">
          <a:xfrm>
            <a:off x="2819400" y="5562600"/>
            <a:ext cx="1524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33821" name="Line 30">
            <a:extLst>
              <a:ext uri="{FF2B5EF4-FFF2-40B4-BE49-F238E27FC236}">
                <a16:creationId xmlns:a16="http://schemas.microsoft.com/office/drawing/2014/main" id="{B5F1BBB0-8CE3-4FC8-9958-8A92A8931B71}"/>
              </a:ext>
            </a:extLst>
          </p:cNvPr>
          <p:cNvSpPr>
            <a:spLocks noChangeShapeType="1"/>
          </p:cNvSpPr>
          <p:nvPr/>
        </p:nvSpPr>
        <p:spPr bwMode="auto">
          <a:xfrm>
            <a:off x="3657600" y="2133600"/>
            <a:ext cx="4343400" cy="3048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33822" name="Line 31">
            <a:extLst>
              <a:ext uri="{FF2B5EF4-FFF2-40B4-BE49-F238E27FC236}">
                <a16:creationId xmlns:a16="http://schemas.microsoft.com/office/drawing/2014/main" id="{D483E5CF-6215-4B7B-BC15-56CA4BAE736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657600" y="2514600"/>
            <a:ext cx="4267200" cy="5334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33823" name="Text Box 32">
            <a:extLst>
              <a:ext uri="{FF2B5EF4-FFF2-40B4-BE49-F238E27FC236}">
                <a16:creationId xmlns:a16="http://schemas.microsoft.com/office/drawing/2014/main" id="{50CA21E6-7E61-408F-B7E8-F3A5BEE417A7}"/>
              </a:ext>
            </a:extLst>
          </p:cNvPr>
          <p:cNvSpPr txBox="1">
            <a:spLocks noChangeArrowheads="1"/>
          </p:cNvSpPr>
          <p:nvPr/>
        </p:nvSpPr>
        <p:spPr bwMode="auto">
          <a:xfrm rot="363928">
            <a:off x="5410201" y="1905000"/>
            <a:ext cx="7334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en-US" altLang="zh-CN" sz="2400">
                <a:latin typeface="Tahoma" panose="020B0604030504040204" pitchFamily="34" charset="0"/>
              </a:rPr>
              <a:t>SYN</a:t>
            </a:r>
          </a:p>
        </p:txBody>
      </p:sp>
      <p:sp>
        <p:nvSpPr>
          <p:cNvPr id="33824" name="Text Box 33">
            <a:extLst>
              <a:ext uri="{FF2B5EF4-FFF2-40B4-BE49-F238E27FC236}">
                <a16:creationId xmlns:a16="http://schemas.microsoft.com/office/drawing/2014/main" id="{CC012AF2-D9A3-4435-B6E6-5C0AB3CDF453}"/>
              </a:ext>
            </a:extLst>
          </p:cNvPr>
          <p:cNvSpPr txBox="1">
            <a:spLocks noChangeArrowheads="1"/>
          </p:cNvSpPr>
          <p:nvPr/>
        </p:nvSpPr>
        <p:spPr bwMode="auto">
          <a:xfrm rot="21196353">
            <a:off x="5086351" y="2352675"/>
            <a:ext cx="14652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en-US" altLang="zh-CN" sz="2400">
                <a:latin typeface="Tahoma" panose="020B0604030504040204" pitchFamily="34" charset="0"/>
              </a:rPr>
              <a:t>SYN, ACK</a:t>
            </a:r>
          </a:p>
        </p:txBody>
      </p:sp>
      <p:sp>
        <p:nvSpPr>
          <p:cNvPr id="33825" name="Text Box 34">
            <a:extLst>
              <a:ext uri="{FF2B5EF4-FFF2-40B4-BE49-F238E27FC236}">
                <a16:creationId xmlns:a16="http://schemas.microsoft.com/office/drawing/2014/main" id="{740ED10D-4814-4647-BE5B-2671CF47D6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7400" y="1905000"/>
            <a:ext cx="14684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en-US" altLang="zh-CN" sz="2400">
                <a:solidFill>
                  <a:schemeClr val="folHlink"/>
                </a:solidFill>
                <a:latin typeface="Tahoma" panose="020B0604030504040204" pitchFamily="34" charset="0"/>
              </a:rPr>
              <a:t>connect()</a:t>
            </a:r>
          </a:p>
        </p:txBody>
      </p:sp>
      <p:sp>
        <p:nvSpPr>
          <p:cNvPr id="33826" name="Line 35">
            <a:extLst>
              <a:ext uri="{FF2B5EF4-FFF2-40B4-BE49-F238E27FC236}">
                <a16:creationId xmlns:a16="http://schemas.microsoft.com/office/drawing/2014/main" id="{F8BD239E-F96E-4F2E-9D0D-40B8694159C2}"/>
              </a:ext>
            </a:extLst>
          </p:cNvPr>
          <p:cNvSpPr>
            <a:spLocks noChangeShapeType="1"/>
          </p:cNvSpPr>
          <p:nvPr/>
        </p:nvSpPr>
        <p:spPr bwMode="auto">
          <a:xfrm>
            <a:off x="3732213" y="4525963"/>
            <a:ext cx="4267200" cy="3810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33827" name="Text Box 36">
            <a:extLst>
              <a:ext uri="{FF2B5EF4-FFF2-40B4-BE49-F238E27FC236}">
                <a16:creationId xmlns:a16="http://schemas.microsoft.com/office/drawing/2014/main" id="{B47B4655-943A-413D-94B3-E496CA4DE875}"/>
              </a:ext>
            </a:extLst>
          </p:cNvPr>
          <p:cNvSpPr txBox="1">
            <a:spLocks noChangeArrowheads="1"/>
          </p:cNvSpPr>
          <p:nvPr/>
        </p:nvSpPr>
        <p:spPr bwMode="auto">
          <a:xfrm rot="286350">
            <a:off x="4953001" y="4267200"/>
            <a:ext cx="20732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en-US" altLang="zh-CN" sz="2400">
                <a:latin typeface="Tahoma" panose="020B0604030504040204" pitchFamily="34" charset="0"/>
              </a:rPr>
              <a:t>GET image.gif</a:t>
            </a:r>
          </a:p>
        </p:txBody>
      </p:sp>
      <p:sp>
        <p:nvSpPr>
          <p:cNvPr id="33828" name="Line 37">
            <a:extLst>
              <a:ext uri="{FF2B5EF4-FFF2-40B4-BE49-F238E27FC236}">
                <a16:creationId xmlns:a16="http://schemas.microsoft.com/office/drawing/2014/main" id="{2D14FB45-B3C1-4F4D-B963-497F155E0EB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656013" y="4983163"/>
            <a:ext cx="4343400" cy="5334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33829" name="Rectangle 38">
            <a:extLst>
              <a:ext uri="{FF2B5EF4-FFF2-40B4-BE49-F238E27FC236}">
                <a16:creationId xmlns:a16="http://schemas.microsoft.com/office/drawing/2014/main" id="{FACC06C2-C16B-4E6C-9EC4-6D356887C5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0013" y="5059363"/>
            <a:ext cx="152400" cy="1524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3830" name="Text Box 39">
            <a:extLst>
              <a:ext uri="{FF2B5EF4-FFF2-40B4-BE49-F238E27FC236}">
                <a16:creationId xmlns:a16="http://schemas.microsoft.com/office/drawing/2014/main" id="{9889F476-E666-4D93-891D-26E1177009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93925" y="2776538"/>
            <a:ext cx="10874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en-US" altLang="zh-CN" sz="2400">
                <a:latin typeface="Tahoma" panose="020B0604030504040204" pitchFamily="34" charset="0"/>
              </a:rPr>
              <a:t>write()</a:t>
            </a:r>
          </a:p>
        </p:txBody>
      </p:sp>
      <p:sp>
        <p:nvSpPr>
          <p:cNvPr id="33831" name="Text Box 40">
            <a:extLst>
              <a:ext uri="{FF2B5EF4-FFF2-40B4-BE49-F238E27FC236}">
                <a16:creationId xmlns:a16="http://schemas.microsoft.com/office/drawing/2014/main" id="{C6E216BB-1EF0-46B0-9B45-99D1C786C8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9801" y="4191000"/>
            <a:ext cx="12239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en-US" altLang="zh-CN" sz="2400">
                <a:latin typeface="Tahoma" panose="020B0604030504040204" pitchFamily="34" charset="0"/>
              </a:rPr>
              <a:t>write()</a:t>
            </a:r>
          </a:p>
        </p:txBody>
      </p:sp>
      <p:sp>
        <p:nvSpPr>
          <p:cNvPr id="33832" name="Line 41">
            <a:extLst>
              <a:ext uri="{FF2B5EF4-FFF2-40B4-BE49-F238E27FC236}">
                <a16:creationId xmlns:a16="http://schemas.microsoft.com/office/drawing/2014/main" id="{C028B4E4-4750-4491-A290-3B6DC5DEDE50}"/>
              </a:ext>
            </a:extLst>
          </p:cNvPr>
          <p:cNvSpPr>
            <a:spLocks noChangeShapeType="1"/>
          </p:cNvSpPr>
          <p:nvPr/>
        </p:nvSpPr>
        <p:spPr bwMode="auto">
          <a:xfrm>
            <a:off x="8153400" y="3657600"/>
            <a:ext cx="3810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33833" name="Line 42">
            <a:extLst>
              <a:ext uri="{FF2B5EF4-FFF2-40B4-BE49-F238E27FC236}">
                <a16:creationId xmlns:a16="http://schemas.microsoft.com/office/drawing/2014/main" id="{42B50363-256A-45DD-91AA-4FAC8A05BDD7}"/>
              </a:ext>
            </a:extLst>
          </p:cNvPr>
          <p:cNvSpPr>
            <a:spLocks noChangeShapeType="1"/>
          </p:cNvSpPr>
          <p:nvPr/>
        </p:nvSpPr>
        <p:spPr bwMode="auto">
          <a:xfrm>
            <a:off x="8153400" y="2514600"/>
            <a:ext cx="3810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33834" name="Line 43">
            <a:extLst>
              <a:ext uri="{FF2B5EF4-FFF2-40B4-BE49-F238E27FC236}">
                <a16:creationId xmlns:a16="http://schemas.microsoft.com/office/drawing/2014/main" id="{4014D9BC-4E2F-461A-B36C-FE6D8BFF67A4}"/>
              </a:ext>
            </a:extLst>
          </p:cNvPr>
          <p:cNvSpPr>
            <a:spLocks noChangeShapeType="1"/>
          </p:cNvSpPr>
          <p:nvPr/>
        </p:nvSpPr>
        <p:spPr bwMode="auto">
          <a:xfrm>
            <a:off x="8153400" y="4953000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33835" name="Line 44">
            <a:extLst>
              <a:ext uri="{FF2B5EF4-FFF2-40B4-BE49-F238E27FC236}">
                <a16:creationId xmlns:a16="http://schemas.microsoft.com/office/drawing/2014/main" id="{AAFE6410-29AB-4305-9505-6BBCA70530FB}"/>
              </a:ext>
            </a:extLst>
          </p:cNvPr>
          <p:cNvSpPr>
            <a:spLocks noChangeShapeType="1"/>
          </p:cNvSpPr>
          <p:nvPr/>
        </p:nvSpPr>
        <p:spPr bwMode="auto">
          <a:xfrm>
            <a:off x="8229600" y="2514600"/>
            <a:ext cx="0" cy="16002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33836" name="Line 45">
            <a:extLst>
              <a:ext uri="{FF2B5EF4-FFF2-40B4-BE49-F238E27FC236}">
                <a16:creationId xmlns:a16="http://schemas.microsoft.com/office/drawing/2014/main" id="{6A736C10-8DB9-4FE9-BBF0-CF3A6F47EC64}"/>
              </a:ext>
            </a:extLst>
          </p:cNvPr>
          <p:cNvSpPr>
            <a:spLocks noChangeShapeType="1"/>
          </p:cNvSpPr>
          <p:nvPr/>
        </p:nvSpPr>
        <p:spPr bwMode="auto">
          <a:xfrm>
            <a:off x="8382000" y="3657600"/>
            <a:ext cx="0" cy="16002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33837" name="Line 46">
            <a:extLst>
              <a:ext uri="{FF2B5EF4-FFF2-40B4-BE49-F238E27FC236}">
                <a16:creationId xmlns:a16="http://schemas.microsoft.com/office/drawing/2014/main" id="{132BA75E-576F-4BCC-8EE2-0E04ABDC0133}"/>
              </a:ext>
            </a:extLst>
          </p:cNvPr>
          <p:cNvSpPr>
            <a:spLocks noChangeShapeType="1"/>
          </p:cNvSpPr>
          <p:nvPr/>
        </p:nvSpPr>
        <p:spPr bwMode="auto">
          <a:xfrm>
            <a:off x="8229600" y="4953000"/>
            <a:ext cx="0" cy="16002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33838" name="Line 47">
            <a:extLst>
              <a:ext uri="{FF2B5EF4-FFF2-40B4-BE49-F238E27FC236}">
                <a16:creationId xmlns:a16="http://schemas.microsoft.com/office/drawing/2014/main" id="{57E6173B-AB12-4269-A5E5-C5BE0B24473B}"/>
              </a:ext>
            </a:extLst>
          </p:cNvPr>
          <p:cNvSpPr>
            <a:spLocks noChangeShapeType="1"/>
          </p:cNvSpPr>
          <p:nvPr/>
        </p:nvSpPr>
        <p:spPr bwMode="auto">
          <a:xfrm>
            <a:off x="8153400" y="6553200"/>
            <a:ext cx="381000" cy="0"/>
          </a:xfrm>
          <a:prstGeom prst="line">
            <a:avLst/>
          </a:prstGeom>
          <a:noFill/>
          <a:ln w="9525">
            <a:solidFill>
              <a:schemeClr val="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33839" name="Text Box 48">
            <a:extLst>
              <a:ext uri="{FF2B5EF4-FFF2-40B4-BE49-F238E27FC236}">
                <a16:creationId xmlns:a16="http://schemas.microsoft.com/office/drawing/2014/main" id="{2373FB3A-CF3A-4057-B1F9-C0D724C2EB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34400" y="6035676"/>
            <a:ext cx="149432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en-US" altLang="zh-CN" sz="2400">
                <a:latin typeface="Tahoma" panose="020B0604030504040204" pitchFamily="34" charset="0"/>
              </a:rPr>
              <a:t>Timeout! </a:t>
            </a:r>
          </a:p>
          <a:p>
            <a:pPr eaLnBrk="1" hangingPunct="1"/>
            <a:r>
              <a:rPr kumimoji="0" lang="en-US" altLang="zh-CN" sz="2400">
                <a:solidFill>
                  <a:schemeClr val="folHlink"/>
                </a:solidFill>
                <a:latin typeface="Tahoma" panose="020B0604030504040204" pitchFamily="34" charset="0"/>
              </a:rPr>
              <a:t>close()</a:t>
            </a:r>
          </a:p>
        </p:txBody>
      </p:sp>
      <p:sp>
        <p:nvSpPr>
          <p:cNvPr id="33840" name="Line 49">
            <a:extLst>
              <a:ext uri="{FF2B5EF4-FFF2-40B4-BE49-F238E27FC236}">
                <a16:creationId xmlns:a16="http://schemas.microsoft.com/office/drawing/2014/main" id="{F400CAE4-6B74-456D-8109-D88EA3FBEBE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305800" y="2438400"/>
            <a:ext cx="685800" cy="4572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33841" name="Line 50">
            <a:extLst>
              <a:ext uri="{FF2B5EF4-FFF2-40B4-BE49-F238E27FC236}">
                <a16:creationId xmlns:a16="http://schemas.microsoft.com/office/drawing/2014/main" id="{E67ABC0F-225E-4884-8EE5-FEDDB3A37B1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229600" y="2895600"/>
            <a:ext cx="838200" cy="7620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33842" name="Text Box 51">
            <a:extLst>
              <a:ext uri="{FF2B5EF4-FFF2-40B4-BE49-F238E27FC236}">
                <a16:creationId xmlns:a16="http://schemas.microsoft.com/office/drawing/2014/main" id="{D61BAF46-92AF-46A8-8FD5-85A13DF128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32864" y="1981200"/>
            <a:ext cx="18176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 sz="2400">
                <a:latin typeface="Tahoma" panose="020B0604030504040204" pitchFamily="34" charset="0"/>
              </a:rPr>
              <a:t>设置</a:t>
            </a:r>
            <a:r>
              <a:rPr kumimoji="0" lang="en-US" altLang="zh-CN" sz="2400">
                <a:latin typeface="Tahoma" panose="020B0604030504040204" pitchFamily="34" charset="0"/>
              </a:rPr>
              <a:t>timeout</a:t>
            </a:r>
          </a:p>
        </p:txBody>
      </p:sp>
      <p:sp>
        <p:nvSpPr>
          <p:cNvPr id="33843" name="Text Box 52">
            <a:extLst>
              <a:ext uri="{FF2B5EF4-FFF2-40B4-BE49-F238E27FC236}">
                <a16:creationId xmlns:a16="http://schemas.microsoft.com/office/drawing/2014/main" id="{94479429-EDF2-4E91-B75B-B14320B3F5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51926" y="2459039"/>
            <a:ext cx="1218603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 sz="2400">
                <a:latin typeface="Tahoma" panose="020B0604030504040204" pitchFamily="34" charset="0"/>
              </a:rPr>
              <a:t>重置</a:t>
            </a:r>
          </a:p>
          <a:p>
            <a:pPr eaLnBrk="1" hangingPunct="1"/>
            <a:r>
              <a:rPr kumimoji="0" lang="en-US" altLang="zh-CN" sz="2400">
                <a:latin typeface="Tahoma" panose="020B0604030504040204" pitchFamily="34" charset="0"/>
              </a:rPr>
              <a:t>timeout</a:t>
            </a:r>
          </a:p>
        </p:txBody>
      </p:sp>
      <p:sp>
        <p:nvSpPr>
          <p:cNvPr id="33844" name="Rectangle 53">
            <a:extLst>
              <a:ext uri="{FF2B5EF4-FFF2-40B4-BE49-F238E27FC236}">
                <a16:creationId xmlns:a16="http://schemas.microsoft.com/office/drawing/2014/main" id="{4B101DF1-8D6A-4786-B05F-DB0F593486C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157413" y="412750"/>
            <a:ext cx="7772400" cy="11430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 eaLnBrk="1" hangingPunct="1"/>
            <a:r>
              <a:rPr lang="zh-CN" altLang="en-US" sz="3600">
                <a:latin typeface="Times New Roman" panose="02020603050405020304" pitchFamily="18" charset="0"/>
                <a:ea typeface="华文新魏" panose="02010800040101010101" pitchFamily="2" charset="-122"/>
              </a:rPr>
              <a:t>服务器端 </a:t>
            </a:r>
            <a:r>
              <a:rPr lang="en-US" altLang="zh-CN" sz="3600">
                <a:latin typeface="Times New Roman" panose="02020603050405020304" pitchFamily="18" charset="0"/>
                <a:ea typeface="华文新魏" panose="02010800040101010101" pitchFamily="2" charset="-122"/>
              </a:rPr>
              <a:t>Close()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3">
            <a:extLst>
              <a:ext uri="{FF2B5EF4-FFF2-40B4-BE49-F238E27FC236}">
                <a16:creationId xmlns:a16="http://schemas.microsoft.com/office/drawing/2014/main" id="{03713CED-27A9-431D-B07F-B1CE2EDC0ED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221038" y="1563688"/>
            <a:ext cx="6178550" cy="3378200"/>
          </a:xfrm>
          <a:solidFill>
            <a:srgbClr val="FFFFFF"/>
          </a:solidFill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altLang="zh-CN" sz="4400"/>
              <a:t>EMAIL</a:t>
            </a:r>
          </a:p>
          <a:p>
            <a:pPr lvl="1" eaLnBrk="1" hangingPunct="1"/>
            <a:r>
              <a:rPr lang="en-US" altLang="zh-CN" sz="4000"/>
              <a:t>SMTP, POP</a:t>
            </a:r>
          </a:p>
          <a:p>
            <a:pPr eaLnBrk="1" hangingPunct="1"/>
            <a:r>
              <a:rPr lang="zh-CN" altLang="en-US" sz="4400"/>
              <a:t>文件传输</a:t>
            </a:r>
            <a:endParaRPr lang="en-US" altLang="zh-CN" sz="4400"/>
          </a:p>
          <a:p>
            <a:pPr lvl="1" eaLnBrk="1" hangingPunct="1"/>
            <a:r>
              <a:rPr lang="en-US" altLang="zh-CN" sz="4000"/>
              <a:t>FTP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99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5" name="Rectangle 140">
            <a:extLst>
              <a:ext uri="{FF2B5EF4-FFF2-40B4-BE49-F238E27FC236}">
                <a16:creationId xmlns:a16="http://schemas.microsoft.com/office/drawing/2014/main" id="{0F065B41-733A-46A2-B605-75262DECCB3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084639" y="454025"/>
            <a:ext cx="4027487" cy="11430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 eaLnBrk="1" hangingPunct="1"/>
            <a:r>
              <a:rPr lang="zh-CN" altLang="en-US" sz="3600">
                <a:ea typeface="华文新魏" panose="02010800040101010101" pitchFamily="2" charset="-122"/>
              </a:rPr>
              <a:t>电子邮件</a:t>
            </a:r>
          </a:p>
        </p:txBody>
      </p:sp>
      <p:sp>
        <p:nvSpPr>
          <p:cNvPr id="7170" name="Rectangle 2">
            <a:extLst>
              <a:ext uri="{FF2B5EF4-FFF2-40B4-BE49-F238E27FC236}">
                <a16:creationId xmlns:a16="http://schemas.microsoft.com/office/drawing/2014/main" id="{15616928-BD8C-405C-AACE-CE7717DDC557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2032000" y="2047875"/>
            <a:ext cx="4216400" cy="4114800"/>
          </a:xfrm>
          <a:solidFill>
            <a:srgbClr val="FFFFFF"/>
          </a:solidFill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 lnSpcReduction="10000"/>
          </a:bodyPr>
          <a:lstStyle/>
          <a:p>
            <a:pPr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sz="2800">
                <a:solidFill>
                  <a:srgbClr val="FF0000"/>
                </a:solidFill>
              </a:rPr>
              <a:t>三种主要的组件</a:t>
            </a:r>
            <a:r>
              <a:rPr lang="en-US" altLang="zh-CN" sz="2400">
                <a:solidFill>
                  <a:srgbClr val="FF0000"/>
                </a:solidFill>
              </a:rPr>
              <a:t>:</a:t>
            </a:r>
            <a:r>
              <a:rPr lang="en-US" altLang="zh-CN" sz="2400"/>
              <a:t> 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</a:pPr>
            <a:r>
              <a:rPr lang="zh-CN" altLang="en-US" sz="2400"/>
              <a:t>用户代理 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</a:pPr>
            <a:r>
              <a:rPr lang="zh-CN" altLang="en-US" sz="2400"/>
              <a:t>邮件服务器 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spcAft>
                <a:spcPct val="75000"/>
              </a:spcAft>
            </a:pPr>
            <a:r>
              <a:rPr lang="zh-CN" altLang="en-US" sz="2400"/>
              <a:t>简单邮件传输协议</a:t>
            </a:r>
            <a:r>
              <a:rPr lang="en-US" altLang="zh-CN" sz="2400"/>
              <a:t>: smtp</a:t>
            </a:r>
            <a:r>
              <a:rPr lang="zh-CN" altLang="en-US" sz="2400"/>
              <a:t>，</a:t>
            </a:r>
            <a:r>
              <a:rPr lang="en-US" altLang="zh-CN" sz="2400"/>
              <a:t>POP3</a:t>
            </a:r>
            <a:r>
              <a:rPr lang="zh-CN" altLang="en-US" sz="2400"/>
              <a:t>，</a:t>
            </a:r>
            <a:r>
              <a:rPr lang="en-US" altLang="zh-CN" sz="2400"/>
              <a:t>IMAP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sz="2400" u="sng">
                <a:solidFill>
                  <a:srgbClr val="FF0000"/>
                </a:solidFill>
              </a:rPr>
              <a:t>邮件用户代理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</a:pPr>
            <a:r>
              <a:rPr lang="zh-CN" altLang="en-US" sz="2400"/>
              <a:t>又称 </a:t>
            </a:r>
            <a:r>
              <a:rPr lang="zh-CN" altLang="en-US" sz="2400">
                <a:latin typeface="Comic Sans MS" panose="030F0702030302020204" pitchFamily="66" charset="0"/>
              </a:rPr>
              <a:t>“</a:t>
            </a:r>
            <a:r>
              <a:rPr lang="zh-CN" altLang="en-US" sz="2400"/>
              <a:t>邮件阅览器</a:t>
            </a:r>
            <a:r>
              <a:rPr lang="zh-CN" altLang="en-US" sz="2400">
                <a:latin typeface="Comic Sans MS" panose="030F0702030302020204" pitchFamily="66" charset="0"/>
              </a:rPr>
              <a:t>”</a:t>
            </a:r>
            <a:endParaRPr lang="zh-CN" altLang="en-US" sz="2400"/>
          </a:p>
          <a:p>
            <a:pPr eaLnBrk="1" hangingPunct="1">
              <a:lnSpc>
                <a:spcPct val="90000"/>
              </a:lnSpc>
              <a:spcBef>
                <a:spcPct val="0"/>
              </a:spcBef>
            </a:pPr>
            <a:r>
              <a:rPr lang="zh-CN" altLang="en-US" sz="2400"/>
              <a:t>编写</a:t>
            </a:r>
            <a:r>
              <a:rPr lang="en-US" altLang="zh-CN" sz="2400"/>
              <a:t>,</a:t>
            </a:r>
            <a:r>
              <a:rPr lang="zh-CN" altLang="en-US" sz="2400"/>
              <a:t>编辑</a:t>
            </a:r>
            <a:r>
              <a:rPr lang="en-US" altLang="zh-CN" sz="2400"/>
              <a:t>,</a:t>
            </a:r>
            <a:r>
              <a:rPr lang="zh-CN" altLang="en-US" sz="2400"/>
              <a:t>阅览邮件报文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</a:pPr>
            <a:r>
              <a:rPr lang="zh-CN" altLang="en-US" sz="2400"/>
              <a:t>例如</a:t>
            </a:r>
            <a:r>
              <a:rPr lang="en-US" altLang="zh-CN" sz="2400"/>
              <a:t>, Eudora, Outlook, elm, Netscape Messenger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</a:pPr>
            <a:r>
              <a:rPr lang="zh-CN" altLang="en-US" sz="2400"/>
              <a:t>输入</a:t>
            </a:r>
            <a:r>
              <a:rPr lang="en-US" altLang="zh-CN" sz="2400"/>
              <a:t>/</a:t>
            </a:r>
            <a:r>
              <a:rPr lang="zh-CN" altLang="en-US" sz="2400"/>
              <a:t>输出邮件存贮在邮件服务器上</a:t>
            </a:r>
          </a:p>
        </p:txBody>
      </p:sp>
      <p:grpSp>
        <p:nvGrpSpPr>
          <p:cNvPr id="936963" name="Group 3">
            <a:extLst>
              <a:ext uri="{FF2B5EF4-FFF2-40B4-BE49-F238E27FC236}">
                <a16:creationId xmlns:a16="http://schemas.microsoft.com/office/drawing/2014/main" id="{9DD25DEC-6BEA-497A-9D6F-275466E358CF}"/>
              </a:ext>
            </a:extLst>
          </p:cNvPr>
          <p:cNvGrpSpPr>
            <a:grpSpLocks/>
          </p:cNvGrpSpPr>
          <p:nvPr/>
        </p:nvGrpSpPr>
        <p:grpSpPr bwMode="auto">
          <a:xfrm>
            <a:off x="8423275" y="1314451"/>
            <a:ext cx="1828800" cy="1027113"/>
            <a:chOff x="4346" y="828"/>
            <a:chExt cx="1152" cy="647"/>
          </a:xfrm>
        </p:grpSpPr>
        <p:sp>
          <p:nvSpPr>
            <p:cNvPr id="7295" name="Rectangle 4">
              <a:extLst>
                <a:ext uri="{FF2B5EF4-FFF2-40B4-BE49-F238E27FC236}">
                  <a16:creationId xmlns:a16="http://schemas.microsoft.com/office/drawing/2014/main" id="{6EEEDF08-DE36-4DEF-8C9F-0DEAD99FBD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46" y="857"/>
              <a:ext cx="1152" cy="618"/>
            </a:xfrm>
            <a:prstGeom prst="rect">
              <a:avLst/>
            </a:prstGeom>
            <a:noFill/>
            <a:ln w="9525">
              <a:solidFill>
                <a:srgbClr val="00CCFF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grpSp>
          <p:nvGrpSpPr>
            <p:cNvPr id="7296" name="Group 5">
              <a:extLst>
                <a:ext uri="{FF2B5EF4-FFF2-40B4-BE49-F238E27FC236}">
                  <a16:creationId xmlns:a16="http://schemas.microsoft.com/office/drawing/2014/main" id="{A5FB6928-5EF8-4AE2-9AC6-852190E4EE3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94" y="828"/>
              <a:ext cx="1094" cy="602"/>
              <a:chOff x="4458" y="3325"/>
              <a:chExt cx="1094" cy="602"/>
            </a:xfrm>
          </p:grpSpPr>
          <p:sp>
            <p:nvSpPr>
              <p:cNvPr id="7297" name="Text Box 6">
                <a:extLst>
                  <a:ext uri="{FF2B5EF4-FFF2-40B4-BE49-F238E27FC236}">
                    <a16:creationId xmlns:a16="http://schemas.microsoft.com/office/drawing/2014/main" id="{E4B1AB89-110F-41AA-8F24-92B9E173550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787" y="3715"/>
                <a:ext cx="628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/>
                <a:r>
                  <a:rPr kumimoji="0" lang="zh-CN" altLang="en-US" sz="1600">
                    <a:latin typeface="Comic Sans MS" panose="030F0702030302020204" pitchFamily="66" charset="0"/>
                  </a:rPr>
                  <a:t>用户邮箱</a:t>
                </a:r>
                <a:endParaRPr kumimoji="0" lang="zh-CN" altLang="en-US" sz="2400"/>
              </a:p>
            </p:txBody>
          </p:sp>
          <p:grpSp>
            <p:nvGrpSpPr>
              <p:cNvPr id="7298" name="Group 7">
                <a:extLst>
                  <a:ext uri="{FF2B5EF4-FFF2-40B4-BE49-F238E27FC236}">
                    <a16:creationId xmlns:a16="http://schemas.microsoft.com/office/drawing/2014/main" id="{2B28594A-FC74-48FE-93DC-A0CC1EB276C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458" y="3408"/>
                <a:ext cx="450" cy="120"/>
                <a:chOff x="4314" y="3444"/>
                <a:chExt cx="450" cy="120"/>
              </a:xfrm>
            </p:grpSpPr>
            <p:sp>
              <p:nvSpPr>
                <p:cNvPr id="7301" name="Rectangle 8">
                  <a:extLst>
                    <a:ext uri="{FF2B5EF4-FFF2-40B4-BE49-F238E27FC236}">
                      <a16:creationId xmlns:a16="http://schemas.microsoft.com/office/drawing/2014/main" id="{34B08CAB-5C70-475F-A665-4C6294F722C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14" y="3444"/>
                  <a:ext cx="450" cy="120"/>
                </a:xfrm>
                <a:prstGeom prst="rect">
                  <a:avLst/>
                </a:prstGeom>
                <a:solidFill>
                  <a:srgbClr val="00FF00"/>
                </a:solidFill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7302" name="Line 9">
                  <a:extLst>
                    <a:ext uri="{FF2B5EF4-FFF2-40B4-BE49-F238E27FC236}">
                      <a16:creationId xmlns:a16="http://schemas.microsoft.com/office/drawing/2014/main" id="{1C9EB51A-18AE-4FAA-92DA-B906F9ED3FA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363" y="3472"/>
                  <a:ext cx="0" cy="72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7303" name="Line 10">
                  <a:extLst>
                    <a:ext uri="{FF2B5EF4-FFF2-40B4-BE49-F238E27FC236}">
                      <a16:creationId xmlns:a16="http://schemas.microsoft.com/office/drawing/2014/main" id="{A2B2CB31-4EAD-434B-BDF7-AAA0894A42D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4472" y="3471"/>
                  <a:ext cx="6" cy="72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7304" name="Line 11">
                  <a:extLst>
                    <a:ext uri="{FF2B5EF4-FFF2-40B4-BE49-F238E27FC236}">
                      <a16:creationId xmlns:a16="http://schemas.microsoft.com/office/drawing/2014/main" id="{533D0B42-0727-46CF-8F3D-0C5A383E27C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527" y="3473"/>
                  <a:ext cx="0" cy="72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7305" name="Line 12">
                  <a:extLst>
                    <a:ext uri="{FF2B5EF4-FFF2-40B4-BE49-F238E27FC236}">
                      <a16:creationId xmlns:a16="http://schemas.microsoft.com/office/drawing/2014/main" id="{D4D060E8-8477-4A3E-A3CF-90612A27D22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584" y="3471"/>
                  <a:ext cx="0" cy="72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7306" name="Line 13">
                  <a:extLst>
                    <a:ext uri="{FF2B5EF4-FFF2-40B4-BE49-F238E27FC236}">
                      <a16:creationId xmlns:a16="http://schemas.microsoft.com/office/drawing/2014/main" id="{2D145732-F815-4DDA-8A9A-8ED0F0CDEFF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645" y="3471"/>
                  <a:ext cx="0" cy="72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7307" name="Line 14">
                  <a:extLst>
                    <a:ext uri="{FF2B5EF4-FFF2-40B4-BE49-F238E27FC236}">
                      <a16:creationId xmlns:a16="http://schemas.microsoft.com/office/drawing/2014/main" id="{DA8F603C-E122-456D-8725-D57F81A242C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701" y="3471"/>
                  <a:ext cx="0" cy="72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7308" name="Line 15">
                  <a:extLst>
                    <a:ext uri="{FF2B5EF4-FFF2-40B4-BE49-F238E27FC236}">
                      <a16:creationId xmlns:a16="http://schemas.microsoft.com/office/drawing/2014/main" id="{09E7BE8A-4CD2-450D-BD7E-7C42A6B5C6C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416" y="3472"/>
                  <a:ext cx="0" cy="72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7299" name="Rectangle 16">
                <a:extLst>
                  <a:ext uri="{FF2B5EF4-FFF2-40B4-BE49-F238E27FC236}">
                    <a16:creationId xmlns:a16="http://schemas.microsoft.com/office/drawing/2014/main" id="{6E3388A1-21C5-41EE-ACA1-F79C4110495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72" y="3779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7300" name="Text Box 17">
                <a:extLst>
                  <a:ext uri="{FF2B5EF4-FFF2-40B4-BE49-F238E27FC236}">
                    <a16:creationId xmlns:a16="http://schemas.microsoft.com/office/drawing/2014/main" id="{80A5CACE-F264-48ED-85EA-550994C8F0C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924" y="3325"/>
                <a:ext cx="628" cy="36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r"/>
                <a:r>
                  <a:rPr kumimoji="0" lang="zh-CN" altLang="en-US" sz="1600">
                    <a:latin typeface="Comic Sans MS" panose="030F0702030302020204" pitchFamily="66" charset="0"/>
                  </a:rPr>
                  <a:t>输出</a:t>
                </a:r>
              </a:p>
              <a:p>
                <a:pPr algn="r"/>
                <a:r>
                  <a:rPr kumimoji="0" lang="zh-CN" altLang="en-US" sz="1600">
                    <a:latin typeface="Comic Sans MS" panose="030F0702030302020204" pitchFamily="66" charset="0"/>
                  </a:rPr>
                  <a:t>报文队列</a:t>
                </a:r>
                <a:endParaRPr kumimoji="0" lang="zh-CN" altLang="en-US" sz="2400"/>
              </a:p>
            </p:txBody>
          </p:sp>
        </p:grpSp>
      </p:grpSp>
      <p:grpSp>
        <p:nvGrpSpPr>
          <p:cNvPr id="936978" name="Group 18">
            <a:extLst>
              <a:ext uri="{FF2B5EF4-FFF2-40B4-BE49-F238E27FC236}">
                <a16:creationId xmlns:a16="http://schemas.microsoft.com/office/drawing/2014/main" id="{AE3C11F5-8EDF-4040-810C-AB14AA4A2235}"/>
              </a:ext>
            </a:extLst>
          </p:cNvPr>
          <p:cNvGrpSpPr>
            <a:grpSpLocks/>
          </p:cNvGrpSpPr>
          <p:nvPr/>
        </p:nvGrpSpPr>
        <p:grpSpPr bwMode="auto">
          <a:xfrm>
            <a:off x="6397626" y="2132013"/>
            <a:ext cx="2822575" cy="3759200"/>
            <a:chOff x="3070" y="1343"/>
            <a:chExt cx="1778" cy="2368"/>
          </a:xfrm>
        </p:grpSpPr>
        <p:grpSp>
          <p:nvGrpSpPr>
            <p:cNvPr id="7218" name="Group 19">
              <a:extLst>
                <a:ext uri="{FF2B5EF4-FFF2-40B4-BE49-F238E27FC236}">
                  <a16:creationId xmlns:a16="http://schemas.microsoft.com/office/drawing/2014/main" id="{06E97AF2-D832-4806-9829-A6DAA12EC5E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83" y="1877"/>
              <a:ext cx="224" cy="588"/>
              <a:chOff x="4180" y="783"/>
              <a:chExt cx="150" cy="307"/>
            </a:xfrm>
          </p:grpSpPr>
          <p:sp>
            <p:nvSpPr>
              <p:cNvPr id="7287" name="AutoShape 20">
                <a:extLst>
                  <a:ext uri="{FF2B5EF4-FFF2-40B4-BE49-F238E27FC236}">
                    <a16:creationId xmlns:a16="http://schemas.microsoft.com/office/drawing/2014/main" id="{FE5F2A1C-97FB-46E4-B3FD-F8A698A357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80" y="1019"/>
                <a:ext cx="150" cy="71"/>
              </a:xfrm>
              <a:prstGeom prst="parallelogram">
                <a:avLst>
                  <a:gd name="adj" fmla="val 81387"/>
                </a:avLst>
              </a:prstGeom>
              <a:solidFill>
                <a:srgbClr val="33CCCC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7288" name="Rectangle 21">
                <a:extLst>
                  <a:ext uri="{FF2B5EF4-FFF2-40B4-BE49-F238E27FC236}">
                    <a16:creationId xmlns:a16="http://schemas.microsoft.com/office/drawing/2014/main" id="{1B35F58C-2432-4AD8-9DD3-0760AAEF00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56" y="785"/>
                <a:ext cx="69" cy="236"/>
              </a:xfrm>
              <a:prstGeom prst="rect">
                <a:avLst/>
              </a:prstGeom>
              <a:solidFill>
                <a:srgbClr val="33CCCC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7289" name="Rectangle 22">
                <a:extLst>
                  <a:ext uri="{FF2B5EF4-FFF2-40B4-BE49-F238E27FC236}">
                    <a16:creationId xmlns:a16="http://schemas.microsoft.com/office/drawing/2014/main" id="{E551CB5C-2234-46B4-9DF7-569AB7C573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81" y="852"/>
                <a:ext cx="95" cy="236"/>
              </a:xfrm>
              <a:prstGeom prst="rect">
                <a:avLst/>
              </a:prstGeom>
              <a:solidFill>
                <a:srgbClr val="33CCC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7290" name="AutoShape 23">
                <a:extLst>
                  <a:ext uri="{FF2B5EF4-FFF2-40B4-BE49-F238E27FC236}">
                    <a16:creationId xmlns:a16="http://schemas.microsoft.com/office/drawing/2014/main" id="{DED462BB-718C-4887-A975-176B4A13DB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80" y="783"/>
                <a:ext cx="150" cy="71"/>
              </a:xfrm>
              <a:prstGeom prst="parallelogram">
                <a:avLst>
                  <a:gd name="adj" fmla="val 81387"/>
                </a:avLst>
              </a:prstGeom>
              <a:solidFill>
                <a:srgbClr val="33CCC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7291" name="Line 24">
                <a:extLst>
                  <a:ext uri="{FF2B5EF4-FFF2-40B4-BE49-F238E27FC236}">
                    <a16:creationId xmlns:a16="http://schemas.microsoft.com/office/drawing/2014/main" id="{5BC2D23C-18F3-4561-8A8A-D59692EAC5B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30" y="788"/>
                <a:ext cx="0" cy="23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292" name="Line 25">
                <a:extLst>
                  <a:ext uri="{FF2B5EF4-FFF2-40B4-BE49-F238E27FC236}">
                    <a16:creationId xmlns:a16="http://schemas.microsoft.com/office/drawing/2014/main" id="{B1EEEC94-9F6B-4A42-8575-70FB279C8A3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276" y="1019"/>
                <a:ext cx="54" cy="6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293" name="Rectangle 26">
                <a:extLst>
                  <a:ext uri="{FF2B5EF4-FFF2-40B4-BE49-F238E27FC236}">
                    <a16:creationId xmlns:a16="http://schemas.microsoft.com/office/drawing/2014/main" id="{27ED4FF0-8808-4C7F-AD61-E90862706D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93" y="883"/>
                <a:ext cx="63" cy="136"/>
              </a:xfrm>
              <a:prstGeom prst="rect">
                <a:avLst/>
              </a:prstGeom>
              <a:solidFill>
                <a:schemeClr val="accent2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7294" name="Rectangle 27">
                <a:extLst>
                  <a:ext uri="{FF2B5EF4-FFF2-40B4-BE49-F238E27FC236}">
                    <a16:creationId xmlns:a16="http://schemas.microsoft.com/office/drawing/2014/main" id="{0B13D1F2-4515-4D76-A494-DC5C781BE3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2" y="924"/>
                <a:ext cx="48" cy="4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grpSp>
          <p:nvGrpSpPr>
            <p:cNvPr id="7219" name="Group 28">
              <a:extLst>
                <a:ext uri="{FF2B5EF4-FFF2-40B4-BE49-F238E27FC236}">
                  <a16:creationId xmlns:a16="http://schemas.microsoft.com/office/drawing/2014/main" id="{9304B78C-C457-486A-88C9-E84E77BBDC4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30" y="2162"/>
              <a:ext cx="518" cy="661"/>
              <a:chOff x="4288" y="2627"/>
              <a:chExt cx="518" cy="661"/>
            </a:xfrm>
          </p:grpSpPr>
          <p:sp>
            <p:nvSpPr>
              <p:cNvPr id="7272" name="Rectangle 29">
                <a:extLst>
                  <a:ext uri="{FF2B5EF4-FFF2-40B4-BE49-F238E27FC236}">
                    <a16:creationId xmlns:a16="http://schemas.microsoft.com/office/drawing/2014/main" id="{907E1993-4223-4F78-BC43-90F38D7E4A0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96" y="2652"/>
                <a:ext cx="510" cy="636"/>
              </a:xfrm>
              <a:prstGeom prst="rect">
                <a:avLst/>
              </a:prstGeom>
              <a:solidFill>
                <a:schemeClr val="hlink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7273" name="Text Box 30">
                <a:extLst>
                  <a:ext uri="{FF2B5EF4-FFF2-40B4-BE49-F238E27FC236}">
                    <a16:creationId xmlns:a16="http://schemas.microsoft.com/office/drawing/2014/main" id="{54B017B2-5084-4C56-B474-7A3211BD7F1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288" y="2627"/>
                <a:ext cx="504" cy="36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/>
                <a:r>
                  <a:rPr kumimoji="0" lang="en-US" altLang="zh-CN" sz="1600">
                    <a:latin typeface="Comic Sans MS" panose="030F0702030302020204" pitchFamily="66" charset="0"/>
                  </a:rPr>
                  <a:t>mail</a:t>
                </a:r>
              </a:p>
              <a:p>
                <a:pPr algn="ctr"/>
                <a:r>
                  <a:rPr kumimoji="0" lang="en-US" altLang="zh-CN" sz="1600">
                    <a:latin typeface="Comic Sans MS" panose="030F0702030302020204" pitchFamily="66" charset="0"/>
                  </a:rPr>
                  <a:t>server</a:t>
                </a:r>
                <a:endParaRPr kumimoji="0" lang="en-US" altLang="zh-CN" sz="2400"/>
              </a:p>
            </p:txBody>
          </p:sp>
          <p:sp>
            <p:nvSpPr>
              <p:cNvPr id="7274" name="Rectangle 31">
                <a:extLst>
                  <a:ext uri="{FF2B5EF4-FFF2-40B4-BE49-F238E27FC236}">
                    <a16:creationId xmlns:a16="http://schemas.microsoft.com/office/drawing/2014/main" id="{DDBA4C8C-8749-4A2B-9963-B62E2C302C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20" y="3006"/>
                <a:ext cx="450" cy="120"/>
              </a:xfrm>
              <a:prstGeom prst="rect">
                <a:avLst/>
              </a:prstGeom>
              <a:solidFill>
                <a:srgbClr val="00FF00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7275" name="Line 32">
                <a:extLst>
                  <a:ext uri="{FF2B5EF4-FFF2-40B4-BE49-F238E27FC236}">
                    <a16:creationId xmlns:a16="http://schemas.microsoft.com/office/drawing/2014/main" id="{E8F3392F-51DC-436B-BB54-20EE7250EFB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69" y="3034"/>
                <a:ext cx="0" cy="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276" name="Line 33">
                <a:extLst>
                  <a:ext uri="{FF2B5EF4-FFF2-40B4-BE49-F238E27FC236}">
                    <a16:creationId xmlns:a16="http://schemas.microsoft.com/office/drawing/2014/main" id="{96526C76-CD92-4498-9D06-E59E3AEAD20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78" y="3033"/>
                <a:ext cx="0" cy="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277" name="Line 34">
                <a:extLst>
                  <a:ext uri="{FF2B5EF4-FFF2-40B4-BE49-F238E27FC236}">
                    <a16:creationId xmlns:a16="http://schemas.microsoft.com/office/drawing/2014/main" id="{D5DB9766-8F7A-4FDD-89D0-13C4DB8EC5D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533" y="3035"/>
                <a:ext cx="0" cy="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278" name="Line 35">
                <a:extLst>
                  <a:ext uri="{FF2B5EF4-FFF2-40B4-BE49-F238E27FC236}">
                    <a16:creationId xmlns:a16="http://schemas.microsoft.com/office/drawing/2014/main" id="{F127D2AF-8E44-4D49-BA79-51613401D91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590" y="3033"/>
                <a:ext cx="0" cy="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279" name="Line 36">
                <a:extLst>
                  <a:ext uri="{FF2B5EF4-FFF2-40B4-BE49-F238E27FC236}">
                    <a16:creationId xmlns:a16="http://schemas.microsoft.com/office/drawing/2014/main" id="{73DA7A85-9E81-4DE7-81B5-932B93FE933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51" y="3033"/>
                <a:ext cx="0" cy="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280" name="Line 37">
                <a:extLst>
                  <a:ext uri="{FF2B5EF4-FFF2-40B4-BE49-F238E27FC236}">
                    <a16:creationId xmlns:a16="http://schemas.microsoft.com/office/drawing/2014/main" id="{98DDFB7A-35FB-4294-92FE-B6C9DD2DB85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07" y="3033"/>
                <a:ext cx="0" cy="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281" name="Line 38">
                <a:extLst>
                  <a:ext uri="{FF2B5EF4-FFF2-40B4-BE49-F238E27FC236}">
                    <a16:creationId xmlns:a16="http://schemas.microsoft.com/office/drawing/2014/main" id="{2596CB1F-3B24-4E70-843F-8438FDEC8DD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22" y="3034"/>
                <a:ext cx="0" cy="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282" name="Rectangle 39">
                <a:extLst>
                  <a:ext uri="{FF2B5EF4-FFF2-40B4-BE49-F238E27FC236}">
                    <a16:creationId xmlns:a16="http://schemas.microsoft.com/office/drawing/2014/main" id="{26692B89-19D7-4460-B3B7-2DFDBE891D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28" y="3173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7283" name="Rectangle 40">
                <a:extLst>
                  <a:ext uri="{FF2B5EF4-FFF2-40B4-BE49-F238E27FC236}">
                    <a16:creationId xmlns:a16="http://schemas.microsoft.com/office/drawing/2014/main" id="{2C22F311-C8EE-49F7-87D8-8C062114A6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14" y="3173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7284" name="Rectangle 41">
                <a:extLst>
                  <a:ext uri="{FF2B5EF4-FFF2-40B4-BE49-F238E27FC236}">
                    <a16:creationId xmlns:a16="http://schemas.microsoft.com/office/drawing/2014/main" id="{8B3E8FE2-ABEC-4A5A-BB37-AAEC859CA54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00" y="3172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7285" name="Rectangle 42">
                <a:extLst>
                  <a:ext uri="{FF2B5EF4-FFF2-40B4-BE49-F238E27FC236}">
                    <a16:creationId xmlns:a16="http://schemas.microsoft.com/office/drawing/2014/main" id="{9AB4E0FB-138B-4BC1-87E8-ACAE88CB9EB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97" y="3170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7286" name="Rectangle 43">
                <a:extLst>
                  <a:ext uri="{FF2B5EF4-FFF2-40B4-BE49-F238E27FC236}">
                    <a16:creationId xmlns:a16="http://schemas.microsoft.com/office/drawing/2014/main" id="{8B1F423F-F7C2-4FF9-96C0-AD9894592DD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93" y="3170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grpSp>
          <p:nvGrpSpPr>
            <p:cNvPr id="7220" name="Group 44">
              <a:extLst>
                <a:ext uri="{FF2B5EF4-FFF2-40B4-BE49-F238E27FC236}">
                  <a16:creationId xmlns:a16="http://schemas.microsoft.com/office/drawing/2014/main" id="{3233EF2F-6B17-467A-A8F9-BB28BF96A3C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070" y="2765"/>
              <a:ext cx="518" cy="946"/>
              <a:chOff x="3484" y="2522"/>
              <a:chExt cx="518" cy="946"/>
            </a:xfrm>
          </p:grpSpPr>
          <p:grpSp>
            <p:nvGrpSpPr>
              <p:cNvPr id="7247" name="Group 45">
                <a:extLst>
                  <a:ext uri="{FF2B5EF4-FFF2-40B4-BE49-F238E27FC236}">
                    <a16:creationId xmlns:a16="http://schemas.microsoft.com/office/drawing/2014/main" id="{65D2B1E0-603B-47DB-ADE9-7391D8E9FF6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631" y="2522"/>
                <a:ext cx="224" cy="588"/>
                <a:chOff x="4180" y="783"/>
                <a:chExt cx="150" cy="307"/>
              </a:xfrm>
            </p:grpSpPr>
            <p:sp>
              <p:nvSpPr>
                <p:cNvPr id="7264" name="AutoShape 46">
                  <a:extLst>
                    <a:ext uri="{FF2B5EF4-FFF2-40B4-BE49-F238E27FC236}">
                      <a16:creationId xmlns:a16="http://schemas.microsoft.com/office/drawing/2014/main" id="{B9A1728F-3106-4445-AFA7-1A6B220B538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180" y="1019"/>
                  <a:ext cx="150" cy="71"/>
                </a:xfrm>
                <a:prstGeom prst="parallelogram">
                  <a:avLst>
                    <a:gd name="adj" fmla="val 81387"/>
                  </a:avLst>
                </a:prstGeom>
                <a:solidFill>
                  <a:srgbClr val="33CCCC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7265" name="Rectangle 47">
                  <a:extLst>
                    <a:ext uri="{FF2B5EF4-FFF2-40B4-BE49-F238E27FC236}">
                      <a16:creationId xmlns:a16="http://schemas.microsoft.com/office/drawing/2014/main" id="{ACA2EBE6-F1BA-4767-8173-4E322959F32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56" y="785"/>
                  <a:ext cx="69" cy="236"/>
                </a:xfrm>
                <a:prstGeom prst="rect">
                  <a:avLst/>
                </a:prstGeom>
                <a:solidFill>
                  <a:srgbClr val="33CCCC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7266" name="Rectangle 48">
                  <a:extLst>
                    <a:ext uri="{FF2B5EF4-FFF2-40B4-BE49-F238E27FC236}">
                      <a16:creationId xmlns:a16="http://schemas.microsoft.com/office/drawing/2014/main" id="{8C319CC2-53BD-422D-99D0-8CC2D7B999E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181" y="852"/>
                  <a:ext cx="95" cy="236"/>
                </a:xfrm>
                <a:prstGeom prst="rect">
                  <a:avLst/>
                </a:prstGeom>
                <a:solidFill>
                  <a:srgbClr val="33CCCC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7267" name="AutoShape 49">
                  <a:extLst>
                    <a:ext uri="{FF2B5EF4-FFF2-40B4-BE49-F238E27FC236}">
                      <a16:creationId xmlns:a16="http://schemas.microsoft.com/office/drawing/2014/main" id="{666366BD-A445-4262-AAE4-4AEC0DED036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180" y="783"/>
                  <a:ext cx="150" cy="71"/>
                </a:xfrm>
                <a:prstGeom prst="parallelogram">
                  <a:avLst>
                    <a:gd name="adj" fmla="val 81387"/>
                  </a:avLst>
                </a:prstGeom>
                <a:solidFill>
                  <a:srgbClr val="33CCCC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7268" name="Line 50">
                  <a:extLst>
                    <a:ext uri="{FF2B5EF4-FFF2-40B4-BE49-F238E27FC236}">
                      <a16:creationId xmlns:a16="http://schemas.microsoft.com/office/drawing/2014/main" id="{165ED0BB-D98D-4B6C-83D2-3D6094DEF70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330" y="788"/>
                  <a:ext cx="0" cy="23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7269" name="Line 51">
                  <a:extLst>
                    <a:ext uri="{FF2B5EF4-FFF2-40B4-BE49-F238E27FC236}">
                      <a16:creationId xmlns:a16="http://schemas.microsoft.com/office/drawing/2014/main" id="{53D31EFB-96EB-4AC3-9B5C-49335486676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4276" y="1019"/>
                  <a:ext cx="54" cy="69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7270" name="Rectangle 52">
                  <a:extLst>
                    <a:ext uri="{FF2B5EF4-FFF2-40B4-BE49-F238E27FC236}">
                      <a16:creationId xmlns:a16="http://schemas.microsoft.com/office/drawing/2014/main" id="{72D4DA8D-2F63-44FD-86B5-AF3708BF875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193" y="883"/>
                  <a:ext cx="63" cy="136"/>
                </a:xfrm>
                <a:prstGeom prst="rect">
                  <a:avLst/>
                </a:prstGeom>
                <a:solidFill>
                  <a:schemeClr val="accent2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7271" name="Rectangle 53">
                  <a:extLst>
                    <a:ext uri="{FF2B5EF4-FFF2-40B4-BE49-F238E27FC236}">
                      <a16:creationId xmlns:a16="http://schemas.microsoft.com/office/drawing/2014/main" id="{CF8A1BF0-9A0D-4EFB-B559-DC163F6A397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02" y="924"/>
                  <a:ext cx="48" cy="48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7248" name="Group 54">
                <a:extLst>
                  <a:ext uri="{FF2B5EF4-FFF2-40B4-BE49-F238E27FC236}">
                    <a16:creationId xmlns:a16="http://schemas.microsoft.com/office/drawing/2014/main" id="{44A6443B-E95C-4B36-926C-D651B4EAD3F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484" y="2807"/>
                <a:ext cx="518" cy="661"/>
                <a:chOff x="4288" y="2627"/>
                <a:chExt cx="518" cy="661"/>
              </a:xfrm>
            </p:grpSpPr>
            <p:sp>
              <p:nvSpPr>
                <p:cNvPr id="7249" name="Rectangle 55">
                  <a:extLst>
                    <a:ext uri="{FF2B5EF4-FFF2-40B4-BE49-F238E27FC236}">
                      <a16:creationId xmlns:a16="http://schemas.microsoft.com/office/drawing/2014/main" id="{4BBD71A7-6493-4B7D-8365-384F30FB7EF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96" y="2652"/>
                  <a:ext cx="510" cy="636"/>
                </a:xfrm>
                <a:prstGeom prst="rect">
                  <a:avLst/>
                </a:prstGeom>
                <a:solidFill>
                  <a:schemeClr val="hlink"/>
                </a:solidFill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7250" name="Text Box 56">
                  <a:extLst>
                    <a:ext uri="{FF2B5EF4-FFF2-40B4-BE49-F238E27FC236}">
                      <a16:creationId xmlns:a16="http://schemas.microsoft.com/office/drawing/2014/main" id="{7A6AA290-1BD6-4C30-B2B3-A9B7B6234789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288" y="2627"/>
                  <a:ext cx="504" cy="36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/>
                  <a:r>
                    <a:rPr kumimoji="0" lang="en-US" altLang="zh-CN" sz="1600">
                      <a:latin typeface="Comic Sans MS" panose="030F0702030302020204" pitchFamily="66" charset="0"/>
                    </a:rPr>
                    <a:t>mail</a:t>
                  </a:r>
                </a:p>
                <a:p>
                  <a:pPr algn="ctr"/>
                  <a:r>
                    <a:rPr kumimoji="0" lang="en-US" altLang="zh-CN" sz="1600">
                      <a:latin typeface="Comic Sans MS" panose="030F0702030302020204" pitchFamily="66" charset="0"/>
                    </a:rPr>
                    <a:t>server</a:t>
                  </a:r>
                  <a:endParaRPr kumimoji="0" lang="en-US" altLang="zh-CN" sz="2400"/>
                </a:p>
              </p:txBody>
            </p:sp>
            <p:sp>
              <p:nvSpPr>
                <p:cNvPr id="7251" name="Rectangle 57">
                  <a:extLst>
                    <a:ext uri="{FF2B5EF4-FFF2-40B4-BE49-F238E27FC236}">
                      <a16:creationId xmlns:a16="http://schemas.microsoft.com/office/drawing/2014/main" id="{F2803B14-A09C-41BA-88C7-8FA1B453A43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20" y="3006"/>
                  <a:ext cx="450" cy="120"/>
                </a:xfrm>
                <a:prstGeom prst="rect">
                  <a:avLst/>
                </a:prstGeom>
                <a:solidFill>
                  <a:srgbClr val="00FF00"/>
                </a:solidFill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7252" name="Line 58">
                  <a:extLst>
                    <a:ext uri="{FF2B5EF4-FFF2-40B4-BE49-F238E27FC236}">
                      <a16:creationId xmlns:a16="http://schemas.microsoft.com/office/drawing/2014/main" id="{A8C33B6E-81C1-4FAF-AC01-84C9F1C2E3E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369" y="3034"/>
                  <a:ext cx="0" cy="72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7253" name="Line 59">
                  <a:extLst>
                    <a:ext uri="{FF2B5EF4-FFF2-40B4-BE49-F238E27FC236}">
                      <a16:creationId xmlns:a16="http://schemas.microsoft.com/office/drawing/2014/main" id="{AB75FD23-13FE-4527-B5E6-536ECC16248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478" y="3033"/>
                  <a:ext cx="0" cy="72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7254" name="Line 60">
                  <a:extLst>
                    <a:ext uri="{FF2B5EF4-FFF2-40B4-BE49-F238E27FC236}">
                      <a16:creationId xmlns:a16="http://schemas.microsoft.com/office/drawing/2014/main" id="{6CC77537-4753-44A8-B1BF-1986C3E5A69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533" y="3035"/>
                  <a:ext cx="0" cy="72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7255" name="Line 61">
                  <a:extLst>
                    <a:ext uri="{FF2B5EF4-FFF2-40B4-BE49-F238E27FC236}">
                      <a16:creationId xmlns:a16="http://schemas.microsoft.com/office/drawing/2014/main" id="{AFC523AC-FDFB-4784-93E4-40961FC1108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590" y="3033"/>
                  <a:ext cx="0" cy="72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7256" name="Line 62">
                  <a:extLst>
                    <a:ext uri="{FF2B5EF4-FFF2-40B4-BE49-F238E27FC236}">
                      <a16:creationId xmlns:a16="http://schemas.microsoft.com/office/drawing/2014/main" id="{55DDCFA4-37D5-48BB-BE36-9F638182DE9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651" y="3033"/>
                  <a:ext cx="0" cy="72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7257" name="Line 63">
                  <a:extLst>
                    <a:ext uri="{FF2B5EF4-FFF2-40B4-BE49-F238E27FC236}">
                      <a16:creationId xmlns:a16="http://schemas.microsoft.com/office/drawing/2014/main" id="{C5656DFA-6311-4021-A0E9-867861EDC0C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707" y="3033"/>
                  <a:ext cx="0" cy="72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7258" name="Line 64">
                  <a:extLst>
                    <a:ext uri="{FF2B5EF4-FFF2-40B4-BE49-F238E27FC236}">
                      <a16:creationId xmlns:a16="http://schemas.microsoft.com/office/drawing/2014/main" id="{5573B233-D998-476C-BCCB-F46D7898CBC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422" y="3034"/>
                  <a:ext cx="0" cy="72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7259" name="Rectangle 65">
                  <a:extLst>
                    <a:ext uri="{FF2B5EF4-FFF2-40B4-BE49-F238E27FC236}">
                      <a16:creationId xmlns:a16="http://schemas.microsoft.com/office/drawing/2014/main" id="{0D36B218-118E-4F20-BF8E-4884FEEB654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28" y="3173"/>
                  <a:ext cx="64" cy="93"/>
                </a:xfrm>
                <a:prstGeom prst="rect">
                  <a:avLst/>
                </a:prstGeom>
                <a:solidFill>
                  <a:srgbClr val="FFFF00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7260" name="Rectangle 66">
                  <a:extLst>
                    <a:ext uri="{FF2B5EF4-FFF2-40B4-BE49-F238E27FC236}">
                      <a16:creationId xmlns:a16="http://schemas.microsoft.com/office/drawing/2014/main" id="{FE0CF4A0-7FCA-41CB-9A62-2EC23A1A534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414" y="3173"/>
                  <a:ext cx="64" cy="93"/>
                </a:xfrm>
                <a:prstGeom prst="rect">
                  <a:avLst/>
                </a:prstGeom>
                <a:solidFill>
                  <a:srgbClr val="FFFF00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7261" name="Rectangle 67">
                  <a:extLst>
                    <a:ext uri="{FF2B5EF4-FFF2-40B4-BE49-F238E27FC236}">
                      <a16:creationId xmlns:a16="http://schemas.microsoft.com/office/drawing/2014/main" id="{69A7BA99-3C3D-47AF-A330-2B0EB68E3E8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500" y="3172"/>
                  <a:ext cx="64" cy="93"/>
                </a:xfrm>
                <a:prstGeom prst="rect">
                  <a:avLst/>
                </a:prstGeom>
                <a:solidFill>
                  <a:srgbClr val="FFFF00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7262" name="Rectangle 68">
                  <a:extLst>
                    <a:ext uri="{FF2B5EF4-FFF2-40B4-BE49-F238E27FC236}">
                      <a16:creationId xmlns:a16="http://schemas.microsoft.com/office/drawing/2014/main" id="{D7FCC8F8-3922-48B3-8625-F6CBF528995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597" y="3170"/>
                  <a:ext cx="64" cy="93"/>
                </a:xfrm>
                <a:prstGeom prst="rect">
                  <a:avLst/>
                </a:prstGeom>
                <a:solidFill>
                  <a:srgbClr val="FFFF00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7263" name="Rectangle 69">
                  <a:extLst>
                    <a:ext uri="{FF2B5EF4-FFF2-40B4-BE49-F238E27FC236}">
                      <a16:creationId xmlns:a16="http://schemas.microsoft.com/office/drawing/2014/main" id="{E02AA6E7-09F4-4404-B7D2-6E9A1088DC0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693" y="3170"/>
                  <a:ext cx="64" cy="93"/>
                </a:xfrm>
                <a:prstGeom prst="rect">
                  <a:avLst/>
                </a:prstGeom>
                <a:solidFill>
                  <a:srgbClr val="FFFF00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</p:grpSp>
        <p:grpSp>
          <p:nvGrpSpPr>
            <p:cNvPr id="7221" name="Group 70">
              <a:extLst>
                <a:ext uri="{FF2B5EF4-FFF2-40B4-BE49-F238E27FC236}">
                  <a16:creationId xmlns:a16="http://schemas.microsoft.com/office/drawing/2014/main" id="{C8E09678-601D-4A09-80D7-C9E0F2EEBEE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070" y="1343"/>
              <a:ext cx="518" cy="946"/>
              <a:chOff x="3484" y="2522"/>
              <a:chExt cx="518" cy="946"/>
            </a:xfrm>
          </p:grpSpPr>
          <p:grpSp>
            <p:nvGrpSpPr>
              <p:cNvPr id="7222" name="Group 71">
                <a:extLst>
                  <a:ext uri="{FF2B5EF4-FFF2-40B4-BE49-F238E27FC236}">
                    <a16:creationId xmlns:a16="http://schemas.microsoft.com/office/drawing/2014/main" id="{A52C88B8-3AAB-4354-B85A-4DC4E306805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631" y="2522"/>
                <a:ext cx="224" cy="588"/>
                <a:chOff x="4180" y="783"/>
                <a:chExt cx="150" cy="307"/>
              </a:xfrm>
            </p:grpSpPr>
            <p:sp>
              <p:nvSpPr>
                <p:cNvPr id="7239" name="AutoShape 72">
                  <a:extLst>
                    <a:ext uri="{FF2B5EF4-FFF2-40B4-BE49-F238E27FC236}">
                      <a16:creationId xmlns:a16="http://schemas.microsoft.com/office/drawing/2014/main" id="{8642A456-5678-4372-A8CD-A4E7193E0C0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180" y="1019"/>
                  <a:ext cx="150" cy="71"/>
                </a:xfrm>
                <a:prstGeom prst="parallelogram">
                  <a:avLst>
                    <a:gd name="adj" fmla="val 81387"/>
                  </a:avLst>
                </a:prstGeom>
                <a:solidFill>
                  <a:srgbClr val="33CCCC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7240" name="Rectangle 73">
                  <a:extLst>
                    <a:ext uri="{FF2B5EF4-FFF2-40B4-BE49-F238E27FC236}">
                      <a16:creationId xmlns:a16="http://schemas.microsoft.com/office/drawing/2014/main" id="{C717B58D-6CCD-4E1B-84DE-9ADC1F1E7AB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56" y="785"/>
                  <a:ext cx="69" cy="236"/>
                </a:xfrm>
                <a:prstGeom prst="rect">
                  <a:avLst/>
                </a:prstGeom>
                <a:solidFill>
                  <a:srgbClr val="33CCCC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7241" name="Rectangle 74">
                  <a:extLst>
                    <a:ext uri="{FF2B5EF4-FFF2-40B4-BE49-F238E27FC236}">
                      <a16:creationId xmlns:a16="http://schemas.microsoft.com/office/drawing/2014/main" id="{449592B6-8C17-4625-ADEA-BF515BB59D5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181" y="852"/>
                  <a:ext cx="95" cy="236"/>
                </a:xfrm>
                <a:prstGeom prst="rect">
                  <a:avLst/>
                </a:prstGeom>
                <a:solidFill>
                  <a:srgbClr val="33CCCC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7242" name="AutoShape 75">
                  <a:extLst>
                    <a:ext uri="{FF2B5EF4-FFF2-40B4-BE49-F238E27FC236}">
                      <a16:creationId xmlns:a16="http://schemas.microsoft.com/office/drawing/2014/main" id="{4682CC9C-F93B-43DA-8086-22C8DD7D3A8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180" y="783"/>
                  <a:ext cx="150" cy="71"/>
                </a:xfrm>
                <a:prstGeom prst="parallelogram">
                  <a:avLst>
                    <a:gd name="adj" fmla="val 81387"/>
                  </a:avLst>
                </a:prstGeom>
                <a:solidFill>
                  <a:srgbClr val="33CCCC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7243" name="Line 76">
                  <a:extLst>
                    <a:ext uri="{FF2B5EF4-FFF2-40B4-BE49-F238E27FC236}">
                      <a16:creationId xmlns:a16="http://schemas.microsoft.com/office/drawing/2014/main" id="{B9B4BB83-922C-4258-B67C-F631A5F0CFF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330" y="788"/>
                  <a:ext cx="0" cy="23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7244" name="Line 77">
                  <a:extLst>
                    <a:ext uri="{FF2B5EF4-FFF2-40B4-BE49-F238E27FC236}">
                      <a16:creationId xmlns:a16="http://schemas.microsoft.com/office/drawing/2014/main" id="{274B0995-634C-401F-B176-46E38F95199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4276" y="1019"/>
                  <a:ext cx="54" cy="69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7245" name="Rectangle 78">
                  <a:extLst>
                    <a:ext uri="{FF2B5EF4-FFF2-40B4-BE49-F238E27FC236}">
                      <a16:creationId xmlns:a16="http://schemas.microsoft.com/office/drawing/2014/main" id="{206836B2-13CC-4565-BA77-883DD1339DB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193" y="883"/>
                  <a:ext cx="63" cy="136"/>
                </a:xfrm>
                <a:prstGeom prst="rect">
                  <a:avLst/>
                </a:prstGeom>
                <a:solidFill>
                  <a:schemeClr val="accent2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7246" name="Rectangle 79">
                  <a:extLst>
                    <a:ext uri="{FF2B5EF4-FFF2-40B4-BE49-F238E27FC236}">
                      <a16:creationId xmlns:a16="http://schemas.microsoft.com/office/drawing/2014/main" id="{CE5F1D5D-4527-4A58-A3A5-435E14223C1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02" y="924"/>
                  <a:ext cx="48" cy="48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7223" name="Group 80">
                <a:extLst>
                  <a:ext uri="{FF2B5EF4-FFF2-40B4-BE49-F238E27FC236}">
                    <a16:creationId xmlns:a16="http://schemas.microsoft.com/office/drawing/2014/main" id="{01E170A6-6D3A-4951-9B16-1F8A485A260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484" y="2807"/>
                <a:ext cx="518" cy="661"/>
                <a:chOff x="4288" y="2627"/>
                <a:chExt cx="518" cy="661"/>
              </a:xfrm>
            </p:grpSpPr>
            <p:sp>
              <p:nvSpPr>
                <p:cNvPr id="7224" name="Rectangle 81">
                  <a:extLst>
                    <a:ext uri="{FF2B5EF4-FFF2-40B4-BE49-F238E27FC236}">
                      <a16:creationId xmlns:a16="http://schemas.microsoft.com/office/drawing/2014/main" id="{80596239-2F03-4ED3-9E56-C80EA21A488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96" y="2652"/>
                  <a:ext cx="510" cy="636"/>
                </a:xfrm>
                <a:prstGeom prst="rect">
                  <a:avLst/>
                </a:prstGeom>
                <a:solidFill>
                  <a:schemeClr val="hlink"/>
                </a:solidFill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7225" name="Text Box 82">
                  <a:extLst>
                    <a:ext uri="{FF2B5EF4-FFF2-40B4-BE49-F238E27FC236}">
                      <a16:creationId xmlns:a16="http://schemas.microsoft.com/office/drawing/2014/main" id="{63E64992-AC75-4620-9107-864283A91276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288" y="2627"/>
                  <a:ext cx="504" cy="36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/>
                  <a:r>
                    <a:rPr kumimoji="0" lang="en-US" altLang="zh-CN" sz="1600">
                      <a:latin typeface="Comic Sans MS" panose="030F0702030302020204" pitchFamily="66" charset="0"/>
                    </a:rPr>
                    <a:t>mail</a:t>
                  </a:r>
                </a:p>
                <a:p>
                  <a:pPr algn="ctr"/>
                  <a:r>
                    <a:rPr kumimoji="0" lang="en-US" altLang="zh-CN" sz="1600">
                      <a:latin typeface="Comic Sans MS" panose="030F0702030302020204" pitchFamily="66" charset="0"/>
                    </a:rPr>
                    <a:t>server</a:t>
                  </a:r>
                  <a:endParaRPr kumimoji="0" lang="en-US" altLang="zh-CN" sz="2400"/>
                </a:p>
              </p:txBody>
            </p:sp>
            <p:sp>
              <p:nvSpPr>
                <p:cNvPr id="7226" name="Rectangle 83">
                  <a:extLst>
                    <a:ext uri="{FF2B5EF4-FFF2-40B4-BE49-F238E27FC236}">
                      <a16:creationId xmlns:a16="http://schemas.microsoft.com/office/drawing/2014/main" id="{1EE25577-5FD0-4994-A01C-12D56A97A0C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20" y="3006"/>
                  <a:ext cx="450" cy="120"/>
                </a:xfrm>
                <a:prstGeom prst="rect">
                  <a:avLst/>
                </a:prstGeom>
                <a:solidFill>
                  <a:srgbClr val="00FF00"/>
                </a:solidFill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7227" name="Line 84">
                  <a:extLst>
                    <a:ext uri="{FF2B5EF4-FFF2-40B4-BE49-F238E27FC236}">
                      <a16:creationId xmlns:a16="http://schemas.microsoft.com/office/drawing/2014/main" id="{4E39BE07-BB65-4B6F-B842-DDD59632C88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369" y="3034"/>
                  <a:ext cx="0" cy="72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7228" name="Line 85">
                  <a:extLst>
                    <a:ext uri="{FF2B5EF4-FFF2-40B4-BE49-F238E27FC236}">
                      <a16:creationId xmlns:a16="http://schemas.microsoft.com/office/drawing/2014/main" id="{6AD31FEC-4DE6-4741-AC1A-BAF271B7DA5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478" y="3033"/>
                  <a:ext cx="0" cy="72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7229" name="Line 86">
                  <a:extLst>
                    <a:ext uri="{FF2B5EF4-FFF2-40B4-BE49-F238E27FC236}">
                      <a16:creationId xmlns:a16="http://schemas.microsoft.com/office/drawing/2014/main" id="{7D09EC05-298A-4AD2-94AE-FBE33DE5E56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533" y="3035"/>
                  <a:ext cx="0" cy="72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7230" name="Line 87">
                  <a:extLst>
                    <a:ext uri="{FF2B5EF4-FFF2-40B4-BE49-F238E27FC236}">
                      <a16:creationId xmlns:a16="http://schemas.microsoft.com/office/drawing/2014/main" id="{E355CD1F-FE44-49D6-A883-13B14B2E843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590" y="3033"/>
                  <a:ext cx="0" cy="72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7231" name="Line 88">
                  <a:extLst>
                    <a:ext uri="{FF2B5EF4-FFF2-40B4-BE49-F238E27FC236}">
                      <a16:creationId xmlns:a16="http://schemas.microsoft.com/office/drawing/2014/main" id="{93433004-DF95-49F1-A694-DDC5FA403E2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651" y="3033"/>
                  <a:ext cx="0" cy="72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7232" name="Line 89">
                  <a:extLst>
                    <a:ext uri="{FF2B5EF4-FFF2-40B4-BE49-F238E27FC236}">
                      <a16:creationId xmlns:a16="http://schemas.microsoft.com/office/drawing/2014/main" id="{64D5DD45-EC8B-4148-A02C-B7494666718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707" y="3033"/>
                  <a:ext cx="0" cy="72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7233" name="Line 90">
                  <a:extLst>
                    <a:ext uri="{FF2B5EF4-FFF2-40B4-BE49-F238E27FC236}">
                      <a16:creationId xmlns:a16="http://schemas.microsoft.com/office/drawing/2014/main" id="{7C1D02ED-90D2-447C-9CD3-62F9360A62A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422" y="3034"/>
                  <a:ext cx="0" cy="72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7234" name="Rectangle 91">
                  <a:extLst>
                    <a:ext uri="{FF2B5EF4-FFF2-40B4-BE49-F238E27FC236}">
                      <a16:creationId xmlns:a16="http://schemas.microsoft.com/office/drawing/2014/main" id="{0C6231BE-C515-4B8D-B4C7-8A7D66E8251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28" y="3173"/>
                  <a:ext cx="64" cy="93"/>
                </a:xfrm>
                <a:prstGeom prst="rect">
                  <a:avLst/>
                </a:prstGeom>
                <a:solidFill>
                  <a:srgbClr val="FFFF00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7235" name="Rectangle 92">
                  <a:extLst>
                    <a:ext uri="{FF2B5EF4-FFF2-40B4-BE49-F238E27FC236}">
                      <a16:creationId xmlns:a16="http://schemas.microsoft.com/office/drawing/2014/main" id="{2447879A-1A61-451D-A057-249387C3CE0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414" y="3173"/>
                  <a:ext cx="64" cy="93"/>
                </a:xfrm>
                <a:prstGeom prst="rect">
                  <a:avLst/>
                </a:prstGeom>
                <a:solidFill>
                  <a:srgbClr val="FFFF00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7236" name="Rectangle 93">
                  <a:extLst>
                    <a:ext uri="{FF2B5EF4-FFF2-40B4-BE49-F238E27FC236}">
                      <a16:creationId xmlns:a16="http://schemas.microsoft.com/office/drawing/2014/main" id="{B7C5920E-DDF5-49FC-B548-717FA1161B3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500" y="3172"/>
                  <a:ext cx="64" cy="93"/>
                </a:xfrm>
                <a:prstGeom prst="rect">
                  <a:avLst/>
                </a:prstGeom>
                <a:solidFill>
                  <a:srgbClr val="FFFF00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7237" name="Rectangle 94">
                  <a:extLst>
                    <a:ext uri="{FF2B5EF4-FFF2-40B4-BE49-F238E27FC236}">
                      <a16:creationId xmlns:a16="http://schemas.microsoft.com/office/drawing/2014/main" id="{1AE5EBC8-D4F3-44C4-87B3-1222554139C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597" y="3170"/>
                  <a:ext cx="64" cy="93"/>
                </a:xfrm>
                <a:prstGeom prst="rect">
                  <a:avLst/>
                </a:prstGeom>
                <a:solidFill>
                  <a:srgbClr val="FFFF00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7238" name="Rectangle 95">
                  <a:extLst>
                    <a:ext uri="{FF2B5EF4-FFF2-40B4-BE49-F238E27FC236}">
                      <a16:creationId xmlns:a16="http://schemas.microsoft.com/office/drawing/2014/main" id="{BA7F61BE-A561-465C-8DDB-09EA39D8A2B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693" y="3170"/>
                  <a:ext cx="64" cy="93"/>
                </a:xfrm>
                <a:prstGeom prst="rect">
                  <a:avLst/>
                </a:prstGeom>
                <a:solidFill>
                  <a:srgbClr val="FFFF00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</p:grpSp>
      </p:grpSp>
      <p:grpSp>
        <p:nvGrpSpPr>
          <p:cNvPr id="937056" name="Group 96">
            <a:extLst>
              <a:ext uri="{FF2B5EF4-FFF2-40B4-BE49-F238E27FC236}">
                <a16:creationId xmlns:a16="http://schemas.microsoft.com/office/drawing/2014/main" id="{D55B3241-242F-4798-B784-AA7CE81D78AB}"/>
              </a:ext>
            </a:extLst>
          </p:cNvPr>
          <p:cNvGrpSpPr>
            <a:grpSpLocks/>
          </p:cNvGrpSpPr>
          <p:nvPr/>
        </p:nvGrpSpPr>
        <p:grpSpPr bwMode="auto">
          <a:xfrm>
            <a:off x="6513513" y="1874839"/>
            <a:ext cx="3548062" cy="4827587"/>
            <a:chOff x="3143" y="1181"/>
            <a:chExt cx="2235" cy="3041"/>
          </a:xfrm>
        </p:grpSpPr>
        <p:grpSp>
          <p:nvGrpSpPr>
            <p:cNvPr id="7188" name="Group 97">
              <a:extLst>
                <a:ext uri="{FF2B5EF4-FFF2-40B4-BE49-F238E27FC236}">
                  <a16:creationId xmlns:a16="http://schemas.microsoft.com/office/drawing/2014/main" id="{FB2F5F34-64AF-43AF-B956-01DE6D61C21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87" y="1619"/>
              <a:ext cx="447" cy="443"/>
              <a:chOff x="4337" y="290"/>
              <a:chExt cx="447" cy="443"/>
            </a:xfrm>
          </p:grpSpPr>
          <p:graphicFrame>
            <p:nvGraphicFramePr>
              <p:cNvPr id="7214" name="Object 98">
                <a:extLst>
                  <a:ext uri="{FF2B5EF4-FFF2-40B4-BE49-F238E27FC236}">
                    <a16:creationId xmlns:a16="http://schemas.microsoft.com/office/drawing/2014/main" id="{147C1A2C-6669-4BC0-9D7F-F4E09610C3CF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4338" y="290"/>
              <a:ext cx="392" cy="31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5854" name="Clip" r:id="rId3" imgW="1307263" imgH="1084139" progId="MS_ClipArt_Gallery.2">
                      <p:embed/>
                    </p:oleObj>
                  </mc:Choice>
                  <mc:Fallback>
                    <p:oleObj name="Clip" r:id="rId3" imgW="1307263" imgH="1084139" progId="MS_ClipArt_Gallery.2">
                      <p:embed/>
                      <p:pic>
                        <p:nvPicPr>
                          <p:cNvPr id="7214" name="Object 98">
                            <a:extLst>
                              <a:ext uri="{FF2B5EF4-FFF2-40B4-BE49-F238E27FC236}">
                                <a16:creationId xmlns:a16="http://schemas.microsoft.com/office/drawing/2014/main" id="{147C1A2C-6669-4BC0-9D7F-F4E09610C3CF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338" y="290"/>
                            <a:ext cx="392" cy="31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pSp>
            <p:nvGrpSpPr>
              <p:cNvPr id="7215" name="Group 99">
                <a:extLst>
                  <a:ext uri="{FF2B5EF4-FFF2-40B4-BE49-F238E27FC236}">
                    <a16:creationId xmlns:a16="http://schemas.microsoft.com/office/drawing/2014/main" id="{459759A9-2C52-47CA-8822-22BCA2C377D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337" y="367"/>
                <a:ext cx="447" cy="366"/>
                <a:chOff x="4189" y="817"/>
                <a:chExt cx="521" cy="366"/>
              </a:xfrm>
            </p:grpSpPr>
            <p:sp>
              <p:nvSpPr>
                <p:cNvPr id="7216" name="Rectangle 100">
                  <a:extLst>
                    <a:ext uri="{FF2B5EF4-FFF2-40B4-BE49-F238E27FC236}">
                      <a16:creationId xmlns:a16="http://schemas.microsoft.com/office/drawing/2014/main" id="{3C45BC15-A8D2-4147-A0F0-C93CFF99920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24" y="846"/>
                  <a:ext cx="444" cy="330"/>
                </a:xfrm>
                <a:prstGeom prst="rect">
                  <a:avLst/>
                </a:prstGeom>
                <a:solidFill>
                  <a:schemeClr val="hlink"/>
                </a:solidFill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7217" name="Text Box 101">
                  <a:extLst>
                    <a:ext uri="{FF2B5EF4-FFF2-40B4-BE49-F238E27FC236}">
                      <a16:creationId xmlns:a16="http://schemas.microsoft.com/office/drawing/2014/main" id="{37AB823E-3D70-411F-93EB-4BDA1A9505F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189" y="817"/>
                  <a:ext cx="521" cy="36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/>
                  <a:r>
                    <a:rPr kumimoji="0" lang="en-US" altLang="zh-CN" sz="1600">
                      <a:latin typeface="Comic Sans MS" panose="030F0702030302020204" pitchFamily="66" charset="0"/>
                    </a:rPr>
                    <a:t>user</a:t>
                  </a:r>
                </a:p>
                <a:p>
                  <a:pPr algn="ctr"/>
                  <a:r>
                    <a:rPr kumimoji="0" lang="en-US" altLang="zh-CN" sz="1600">
                      <a:latin typeface="Comic Sans MS" panose="030F0702030302020204" pitchFamily="66" charset="0"/>
                    </a:rPr>
                    <a:t>agent</a:t>
                  </a:r>
                  <a:endParaRPr kumimoji="0" lang="en-US" altLang="zh-CN" sz="2400"/>
                </a:p>
              </p:txBody>
            </p:sp>
          </p:grpSp>
        </p:grpSp>
        <p:grpSp>
          <p:nvGrpSpPr>
            <p:cNvPr id="7189" name="Group 102">
              <a:extLst>
                <a:ext uri="{FF2B5EF4-FFF2-40B4-BE49-F238E27FC236}">
                  <a16:creationId xmlns:a16="http://schemas.microsoft.com/office/drawing/2014/main" id="{1BEF2695-6F3B-45D3-A01C-91863FA5BD0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931" y="2255"/>
              <a:ext cx="447" cy="443"/>
              <a:chOff x="4337" y="290"/>
              <a:chExt cx="447" cy="443"/>
            </a:xfrm>
          </p:grpSpPr>
          <p:graphicFrame>
            <p:nvGraphicFramePr>
              <p:cNvPr id="7210" name="Object 103">
                <a:extLst>
                  <a:ext uri="{FF2B5EF4-FFF2-40B4-BE49-F238E27FC236}">
                    <a16:creationId xmlns:a16="http://schemas.microsoft.com/office/drawing/2014/main" id="{D64CA642-E13E-4F59-886F-1C82C30451BA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4338" y="290"/>
              <a:ext cx="392" cy="31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5855" name="Clip" r:id="rId5" imgW="1307263" imgH="1084139" progId="MS_ClipArt_Gallery.2">
                      <p:embed/>
                    </p:oleObj>
                  </mc:Choice>
                  <mc:Fallback>
                    <p:oleObj name="Clip" r:id="rId5" imgW="1307263" imgH="1084139" progId="MS_ClipArt_Gallery.2">
                      <p:embed/>
                      <p:pic>
                        <p:nvPicPr>
                          <p:cNvPr id="7210" name="Object 103">
                            <a:extLst>
                              <a:ext uri="{FF2B5EF4-FFF2-40B4-BE49-F238E27FC236}">
                                <a16:creationId xmlns:a16="http://schemas.microsoft.com/office/drawing/2014/main" id="{D64CA642-E13E-4F59-886F-1C82C30451BA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338" y="290"/>
                            <a:ext cx="392" cy="31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pSp>
            <p:nvGrpSpPr>
              <p:cNvPr id="7211" name="Group 104">
                <a:extLst>
                  <a:ext uri="{FF2B5EF4-FFF2-40B4-BE49-F238E27FC236}">
                    <a16:creationId xmlns:a16="http://schemas.microsoft.com/office/drawing/2014/main" id="{F225777A-869D-4B5C-B10F-14D260E3706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337" y="367"/>
                <a:ext cx="447" cy="366"/>
                <a:chOff x="4189" y="817"/>
                <a:chExt cx="521" cy="366"/>
              </a:xfrm>
            </p:grpSpPr>
            <p:sp>
              <p:nvSpPr>
                <p:cNvPr id="7212" name="Rectangle 105">
                  <a:extLst>
                    <a:ext uri="{FF2B5EF4-FFF2-40B4-BE49-F238E27FC236}">
                      <a16:creationId xmlns:a16="http://schemas.microsoft.com/office/drawing/2014/main" id="{A0EFB77D-7EE1-4B60-8369-AF50AA587AA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24" y="846"/>
                  <a:ext cx="444" cy="330"/>
                </a:xfrm>
                <a:prstGeom prst="rect">
                  <a:avLst/>
                </a:prstGeom>
                <a:solidFill>
                  <a:schemeClr val="hlink"/>
                </a:solidFill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7213" name="Text Box 106">
                  <a:extLst>
                    <a:ext uri="{FF2B5EF4-FFF2-40B4-BE49-F238E27FC236}">
                      <a16:creationId xmlns:a16="http://schemas.microsoft.com/office/drawing/2014/main" id="{593E9413-98FB-4AAD-AD8B-54AD6F515AE2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189" y="817"/>
                  <a:ext cx="521" cy="36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/>
                  <a:r>
                    <a:rPr kumimoji="0" lang="en-US" altLang="zh-CN" sz="1600">
                      <a:latin typeface="Comic Sans MS" panose="030F0702030302020204" pitchFamily="66" charset="0"/>
                    </a:rPr>
                    <a:t>user</a:t>
                  </a:r>
                </a:p>
                <a:p>
                  <a:pPr algn="ctr"/>
                  <a:r>
                    <a:rPr kumimoji="0" lang="en-US" altLang="zh-CN" sz="1600">
                      <a:latin typeface="Comic Sans MS" panose="030F0702030302020204" pitchFamily="66" charset="0"/>
                    </a:rPr>
                    <a:t>agent</a:t>
                  </a:r>
                  <a:endParaRPr kumimoji="0" lang="en-US" altLang="zh-CN" sz="2400"/>
                </a:p>
              </p:txBody>
            </p:sp>
          </p:grpSp>
        </p:grpSp>
        <p:grpSp>
          <p:nvGrpSpPr>
            <p:cNvPr id="7190" name="Group 107">
              <a:extLst>
                <a:ext uri="{FF2B5EF4-FFF2-40B4-BE49-F238E27FC236}">
                  <a16:creationId xmlns:a16="http://schemas.microsoft.com/office/drawing/2014/main" id="{E092F3CE-9E67-4534-B9ED-46DA5BBF27F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87" y="2915"/>
              <a:ext cx="447" cy="443"/>
              <a:chOff x="4337" y="290"/>
              <a:chExt cx="447" cy="443"/>
            </a:xfrm>
          </p:grpSpPr>
          <p:graphicFrame>
            <p:nvGraphicFramePr>
              <p:cNvPr id="7206" name="Object 108">
                <a:extLst>
                  <a:ext uri="{FF2B5EF4-FFF2-40B4-BE49-F238E27FC236}">
                    <a16:creationId xmlns:a16="http://schemas.microsoft.com/office/drawing/2014/main" id="{9425428E-312B-48CE-8E0A-D896F124909A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4338" y="290"/>
              <a:ext cx="392" cy="31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5856" name="Clip" r:id="rId6" imgW="1307263" imgH="1084139" progId="MS_ClipArt_Gallery.2">
                      <p:embed/>
                    </p:oleObj>
                  </mc:Choice>
                  <mc:Fallback>
                    <p:oleObj name="Clip" r:id="rId6" imgW="1307263" imgH="1084139" progId="MS_ClipArt_Gallery.2">
                      <p:embed/>
                      <p:pic>
                        <p:nvPicPr>
                          <p:cNvPr id="7206" name="Object 108">
                            <a:extLst>
                              <a:ext uri="{FF2B5EF4-FFF2-40B4-BE49-F238E27FC236}">
                                <a16:creationId xmlns:a16="http://schemas.microsoft.com/office/drawing/2014/main" id="{9425428E-312B-48CE-8E0A-D896F124909A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338" y="290"/>
                            <a:ext cx="392" cy="31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pSp>
            <p:nvGrpSpPr>
              <p:cNvPr id="7207" name="Group 109">
                <a:extLst>
                  <a:ext uri="{FF2B5EF4-FFF2-40B4-BE49-F238E27FC236}">
                    <a16:creationId xmlns:a16="http://schemas.microsoft.com/office/drawing/2014/main" id="{64C3E88A-DDBB-434F-A929-73F1440CB2E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337" y="367"/>
                <a:ext cx="447" cy="366"/>
                <a:chOff x="4189" y="817"/>
                <a:chExt cx="521" cy="366"/>
              </a:xfrm>
            </p:grpSpPr>
            <p:sp>
              <p:nvSpPr>
                <p:cNvPr id="7208" name="Rectangle 110">
                  <a:extLst>
                    <a:ext uri="{FF2B5EF4-FFF2-40B4-BE49-F238E27FC236}">
                      <a16:creationId xmlns:a16="http://schemas.microsoft.com/office/drawing/2014/main" id="{37B676DC-E732-4AAB-90BE-962903EE1D8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24" y="846"/>
                  <a:ext cx="444" cy="330"/>
                </a:xfrm>
                <a:prstGeom prst="rect">
                  <a:avLst/>
                </a:prstGeom>
                <a:solidFill>
                  <a:schemeClr val="hlink"/>
                </a:solidFill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7209" name="Text Box 111">
                  <a:extLst>
                    <a:ext uri="{FF2B5EF4-FFF2-40B4-BE49-F238E27FC236}">
                      <a16:creationId xmlns:a16="http://schemas.microsoft.com/office/drawing/2014/main" id="{8C8593F1-A3CD-4C7F-AA78-459B414B6E22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189" y="817"/>
                  <a:ext cx="521" cy="36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/>
                  <a:r>
                    <a:rPr kumimoji="0" lang="en-US" altLang="zh-CN" sz="1600">
                      <a:latin typeface="Comic Sans MS" panose="030F0702030302020204" pitchFamily="66" charset="0"/>
                    </a:rPr>
                    <a:t>user</a:t>
                  </a:r>
                </a:p>
                <a:p>
                  <a:pPr algn="ctr"/>
                  <a:r>
                    <a:rPr kumimoji="0" lang="en-US" altLang="zh-CN" sz="1600">
                      <a:latin typeface="Comic Sans MS" panose="030F0702030302020204" pitchFamily="66" charset="0"/>
                    </a:rPr>
                    <a:t>agent</a:t>
                  </a:r>
                  <a:endParaRPr kumimoji="0" lang="en-US" altLang="zh-CN" sz="2400"/>
                </a:p>
              </p:txBody>
            </p:sp>
          </p:grpSp>
        </p:grpSp>
        <p:grpSp>
          <p:nvGrpSpPr>
            <p:cNvPr id="7191" name="Group 112">
              <a:extLst>
                <a:ext uri="{FF2B5EF4-FFF2-40B4-BE49-F238E27FC236}">
                  <a16:creationId xmlns:a16="http://schemas.microsoft.com/office/drawing/2014/main" id="{3C28455B-B1FD-4AC3-801A-61420CD7F86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671" y="3461"/>
              <a:ext cx="447" cy="443"/>
              <a:chOff x="4337" y="290"/>
              <a:chExt cx="447" cy="443"/>
            </a:xfrm>
          </p:grpSpPr>
          <p:graphicFrame>
            <p:nvGraphicFramePr>
              <p:cNvPr id="7202" name="Object 113">
                <a:extLst>
                  <a:ext uri="{FF2B5EF4-FFF2-40B4-BE49-F238E27FC236}">
                    <a16:creationId xmlns:a16="http://schemas.microsoft.com/office/drawing/2014/main" id="{78754A6D-EE49-4F82-ACE6-3D421272A0D1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4338" y="290"/>
              <a:ext cx="392" cy="31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5857" name="Clip" r:id="rId7" imgW="1307263" imgH="1084139" progId="MS_ClipArt_Gallery.2">
                      <p:embed/>
                    </p:oleObj>
                  </mc:Choice>
                  <mc:Fallback>
                    <p:oleObj name="Clip" r:id="rId7" imgW="1307263" imgH="1084139" progId="MS_ClipArt_Gallery.2">
                      <p:embed/>
                      <p:pic>
                        <p:nvPicPr>
                          <p:cNvPr id="7202" name="Object 113">
                            <a:extLst>
                              <a:ext uri="{FF2B5EF4-FFF2-40B4-BE49-F238E27FC236}">
                                <a16:creationId xmlns:a16="http://schemas.microsoft.com/office/drawing/2014/main" id="{78754A6D-EE49-4F82-ACE6-3D421272A0D1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338" y="290"/>
                            <a:ext cx="392" cy="31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pSp>
            <p:nvGrpSpPr>
              <p:cNvPr id="7203" name="Group 114">
                <a:extLst>
                  <a:ext uri="{FF2B5EF4-FFF2-40B4-BE49-F238E27FC236}">
                    <a16:creationId xmlns:a16="http://schemas.microsoft.com/office/drawing/2014/main" id="{46165A59-9C3B-4893-9572-677EA96575B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337" y="367"/>
                <a:ext cx="447" cy="366"/>
                <a:chOff x="4189" y="817"/>
                <a:chExt cx="521" cy="366"/>
              </a:xfrm>
            </p:grpSpPr>
            <p:sp>
              <p:nvSpPr>
                <p:cNvPr id="7204" name="Rectangle 115">
                  <a:extLst>
                    <a:ext uri="{FF2B5EF4-FFF2-40B4-BE49-F238E27FC236}">
                      <a16:creationId xmlns:a16="http://schemas.microsoft.com/office/drawing/2014/main" id="{F26C95EB-EB02-43F2-8172-299CDF80602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24" y="846"/>
                  <a:ext cx="444" cy="330"/>
                </a:xfrm>
                <a:prstGeom prst="rect">
                  <a:avLst/>
                </a:prstGeom>
                <a:solidFill>
                  <a:schemeClr val="hlink"/>
                </a:solidFill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7205" name="Text Box 116">
                  <a:extLst>
                    <a:ext uri="{FF2B5EF4-FFF2-40B4-BE49-F238E27FC236}">
                      <a16:creationId xmlns:a16="http://schemas.microsoft.com/office/drawing/2014/main" id="{75C47F9A-8B56-4E82-B486-193A0129C84B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189" y="817"/>
                  <a:ext cx="521" cy="36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/>
                  <a:r>
                    <a:rPr kumimoji="0" lang="en-US" altLang="zh-CN" sz="1600">
                      <a:latin typeface="Comic Sans MS" panose="030F0702030302020204" pitchFamily="66" charset="0"/>
                    </a:rPr>
                    <a:t>user</a:t>
                  </a:r>
                </a:p>
                <a:p>
                  <a:pPr algn="ctr"/>
                  <a:r>
                    <a:rPr kumimoji="0" lang="en-US" altLang="zh-CN" sz="1600">
                      <a:latin typeface="Comic Sans MS" panose="030F0702030302020204" pitchFamily="66" charset="0"/>
                    </a:rPr>
                    <a:t>agent</a:t>
                  </a:r>
                  <a:endParaRPr kumimoji="0" lang="en-US" altLang="zh-CN" sz="2400"/>
                </a:p>
              </p:txBody>
            </p:sp>
          </p:grpSp>
        </p:grpSp>
        <p:grpSp>
          <p:nvGrpSpPr>
            <p:cNvPr id="7192" name="Group 117">
              <a:extLst>
                <a:ext uri="{FF2B5EF4-FFF2-40B4-BE49-F238E27FC236}">
                  <a16:creationId xmlns:a16="http://schemas.microsoft.com/office/drawing/2014/main" id="{73973DB3-9855-47DC-8E80-4641DD0CF35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43" y="3779"/>
              <a:ext cx="447" cy="443"/>
              <a:chOff x="4337" y="290"/>
              <a:chExt cx="447" cy="443"/>
            </a:xfrm>
          </p:grpSpPr>
          <p:graphicFrame>
            <p:nvGraphicFramePr>
              <p:cNvPr id="7198" name="Object 118">
                <a:extLst>
                  <a:ext uri="{FF2B5EF4-FFF2-40B4-BE49-F238E27FC236}">
                    <a16:creationId xmlns:a16="http://schemas.microsoft.com/office/drawing/2014/main" id="{3F8B20F3-513B-40AB-938A-CD8CB5ADB6CA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4338" y="290"/>
              <a:ext cx="392" cy="31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5858" name="Clip" r:id="rId8" imgW="1307263" imgH="1084139" progId="MS_ClipArt_Gallery.2">
                      <p:embed/>
                    </p:oleObj>
                  </mc:Choice>
                  <mc:Fallback>
                    <p:oleObj name="Clip" r:id="rId8" imgW="1307263" imgH="1084139" progId="MS_ClipArt_Gallery.2">
                      <p:embed/>
                      <p:pic>
                        <p:nvPicPr>
                          <p:cNvPr id="7198" name="Object 118">
                            <a:extLst>
                              <a:ext uri="{FF2B5EF4-FFF2-40B4-BE49-F238E27FC236}">
                                <a16:creationId xmlns:a16="http://schemas.microsoft.com/office/drawing/2014/main" id="{3F8B20F3-513B-40AB-938A-CD8CB5ADB6CA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338" y="290"/>
                            <a:ext cx="392" cy="31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pSp>
            <p:nvGrpSpPr>
              <p:cNvPr id="7199" name="Group 119">
                <a:extLst>
                  <a:ext uri="{FF2B5EF4-FFF2-40B4-BE49-F238E27FC236}">
                    <a16:creationId xmlns:a16="http://schemas.microsoft.com/office/drawing/2014/main" id="{7A3F7A77-3997-4F8C-A2F5-1BC1CBF23CF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337" y="367"/>
                <a:ext cx="447" cy="366"/>
                <a:chOff x="4189" y="817"/>
                <a:chExt cx="521" cy="366"/>
              </a:xfrm>
            </p:grpSpPr>
            <p:sp>
              <p:nvSpPr>
                <p:cNvPr id="7200" name="Rectangle 120">
                  <a:extLst>
                    <a:ext uri="{FF2B5EF4-FFF2-40B4-BE49-F238E27FC236}">
                      <a16:creationId xmlns:a16="http://schemas.microsoft.com/office/drawing/2014/main" id="{81A6B962-A8F2-4354-817A-CE41955B4E9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24" y="846"/>
                  <a:ext cx="444" cy="330"/>
                </a:xfrm>
                <a:prstGeom prst="rect">
                  <a:avLst/>
                </a:prstGeom>
                <a:solidFill>
                  <a:schemeClr val="hlink"/>
                </a:solidFill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7201" name="Text Box 121">
                  <a:extLst>
                    <a:ext uri="{FF2B5EF4-FFF2-40B4-BE49-F238E27FC236}">
                      <a16:creationId xmlns:a16="http://schemas.microsoft.com/office/drawing/2014/main" id="{1BC67E99-A4DB-4CE2-A699-B4C5EE597739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189" y="817"/>
                  <a:ext cx="521" cy="36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/>
                  <a:r>
                    <a:rPr kumimoji="0" lang="en-US" altLang="zh-CN" sz="1600">
                      <a:latin typeface="Comic Sans MS" panose="030F0702030302020204" pitchFamily="66" charset="0"/>
                    </a:rPr>
                    <a:t>user</a:t>
                  </a:r>
                </a:p>
                <a:p>
                  <a:pPr algn="ctr"/>
                  <a:r>
                    <a:rPr kumimoji="0" lang="en-US" altLang="zh-CN" sz="1600">
                      <a:latin typeface="Comic Sans MS" panose="030F0702030302020204" pitchFamily="66" charset="0"/>
                    </a:rPr>
                    <a:t>agent</a:t>
                  </a:r>
                  <a:endParaRPr kumimoji="0" lang="en-US" altLang="zh-CN" sz="2400"/>
                </a:p>
              </p:txBody>
            </p:sp>
          </p:grpSp>
        </p:grpSp>
        <p:grpSp>
          <p:nvGrpSpPr>
            <p:cNvPr id="7193" name="Group 122">
              <a:extLst>
                <a:ext uri="{FF2B5EF4-FFF2-40B4-BE49-F238E27FC236}">
                  <a16:creationId xmlns:a16="http://schemas.microsoft.com/office/drawing/2014/main" id="{0D658BCD-62F1-4F5E-AD7A-FC8602BD50A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539" y="1181"/>
              <a:ext cx="447" cy="443"/>
              <a:chOff x="4337" y="290"/>
              <a:chExt cx="447" cy="443"/>
            </a:xfrm>
          </p:grpSpPr>
          <p:graphicFrame>
            <p:nvGraphicFramePr>
              <p:cNvPr id="7194" name="Object 123">
                <a:extLst>
                  <a:ext uri="{FF2B5EF4-FFF2-40B4-BE49-F238E27FC236}">
                    <a16:creationId xmlns:a16="http://schemas.microsoft.com/office/drawing/2014/main" id="{52B0B8A0-8E85-490E-AB7A-782E759C978A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4338" y="290"/>
              <a:ext cx="392" cy="31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5859" name="Clip" r:id="rId9" imgW="1307263" imgH="1084139" progId="MS_ClipArt_Gallery.2">
                      <p:embed/>
                    </p:oleObj>
                  </mc:Choice>
                  <mc:Fallback>
                    <p:oleObj name="Clip" r:id="rId9" imgW="1307263" imgH="1084139" progId="MS_ClipArt_Gallery.2">
                      <p:embed/>
                      <p:pic>
                        <p:nvPicPr>
                          <p:cNvPr id="7194" name="Object 123">
                            <a:extLst>
                              <a:ext uri="{FF2B5EF4-FFF2-40B4-BE49-F238E27FC236}">
                                <a16:creationId xmlns:a16="http://schemas.microsoft.com/office/drawing/2014/main" id="{52B0B8A0-8E85-490E-AB7A-782E759C978A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338" y="290"/>
                            <a:ext cx="392" cy="31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pSp>
            <p:nvGrpSpPr>
              <p:cNvPr id="7195" name="Group 124">
                <a:extLst>
                  <a:ext uri="{FF2B5EF4-FFF2-40B4-BE49-F238E27FC236}">
                    <a16:creationId xmlns:a16="http://schemas.microsoft.com/office/drawing/2014/main" id="{18E4BFBF-E3B3-4CFA-A5D2-9D9513BED8C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337" y="367"/>
                <a:ext cx="447" cy="366"/>
                <a:chOff x="4189" y="817"/>
                <a:chExt cx="521" cy="366"/>
              </a:xfrm>
            </p:grpSpPr>
            <p:sp>
              <p:nvSpPr>
                <p:cNvPr id="7196" name="Rectangle 125">
                  <a:extLst>
                    <a:ext uri="{FF2B5EF4-FFF2-40B4-BE49-F238E27FC236}">
                      <a16:creationId xmlns:a16="http://schemas.microsoft.com/office/drawing/2014/main" id="{993A34CD-7442-4C48-87BD-1A8E1F5FD45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24" y="846"/>
                  <a:ext cx="444" cy="330"/>
                </a:xfrm>
                <a:prstGeom prst="rect">
                  <a:avLst/>
                </a:prstGeom>
                <a:solidFill>
                  <a:schemeClr val="hlink"/>
                </a:solidFill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7197" name="Text Box 126">
                  <a:extLst>
                    <a:ext uri="{FF2B5EF4-FFF2-40B4-BE49-F238E27FC236}">
                      <a16:creationId xmlns:a16="http://schemas.microsoft.com/office/drawing/2014/main" id="{9C4830EA-D76F-4140-98DA-52A9AD797626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189" y="817"/>
                  <a:ext cx="521" cy="36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/>
                  <a:r>
                    <a:rPr kumimoji="0" lang="en-US" altLang="zh-CN" sz="1600">
                      <a:latin typeface="Comic Sans MS" panose="030F0702030302020204" pitchFamily="66" charset="0"/>
                    </a:rPr>
                    <a:t>user</a:t>
                  </a:r>
                </a:p>
                <a:p>
                  <a:pPr algn="ctr"/>
                  <a:r>
                    <a:rPr kumimoji="0" lang="en-US" altLang="zh-CN" sz="1600">
                      <a:latin typeface="Comic Sans MS" panose="030F0702030302020204" pitchFamily="66" charset="0"/>
                    </a:rPr>
                    <a:t>agent</a:t>
                  </a:r>
                  <a:endParaRPr kumimoji="0" lang="en-US" altLang="zh-CN" sz="2400"/>
                </a:p>
              </p:txBody>
            </p:sp>
          </p:grpSp>
        </p:grpSp>
      </p:grpSp>
      <p:grpSp>
        <p:nvGrpSpPr>
          <p:cNvPr id="937087" name="Group 127">
            <a:extLst>
              <a:ext uri="{FF2B5EF4-FFF2-40B4-BE49-F238E27FC236}">
                <a16:creationId xmlns:a16="http://schemas.microsoft.com/office/drawing/2014/main" id="{DC89BE99-8D98-4F02-B1CB-5B7B8B288B34}"/>
              </a:ext>
            </a:extLst>
          </p:cNvPr>
          <p:cNvGrpSpPr>
            <a:grpSpLocks/>
          </p:cNvGrpSpPr>
          <p:nvPr/>
        </p:nvGrpSpPr>
        <p:grpSpPr bwMode="auto">
          <a:xfrm>
            <a:off x="5983288" y="3052763"/>
            <a:ext cx="2393950" cy="2209800"/>
            <a:chOff x="2809" y="1923"/>
            <a:chExt cx="1508" cy="1392"/>
          </a:xfrm>
        </p:grpSpPr>
        <p:sp>
          <p:nvSpPr>
            <p:cNvPr id="7176" name="Line 128">
              <a:extLst>
                <a:ext uri="{FF2B5EF4-FFF2-40B4-BE49-F238E27FC236}">
                  <a16:creationId xmlns:a16="http://schemas.microsoft.com/office/drawing/2014/main" id="{096F55CF-02EC-408F-A255-8C47F017BE7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06" y="1923"/>
              <a:ext cx="708" cy="498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177" name="Line 129">
              <a:extLst>
                <a:ext uri="{FF2B5EF4-FFF2-40B4-BE49-F238E27FC236}">
                  <a16:creationId xmlns:a16="http://schemas.microsoft.com/office/drawing/2014/main" id="{8E4056CD-1B08-4E4D-B22C-69234436562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606" y="2631"/>
              <a:ext cx="708" cy="684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178" name="Line 130">
              <a:extLst>
                <a:ext uri="{FF2B5EF4-FFF2-40B4-BE49-F238E27FC236}">
                  <a16:creationId xmlns:a16="http://schemas.microsoft.com/office/drawing/2014/main" id="{F5BA1E0E-1B1C-4DAF-A37D-A234C8E2281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138" y="2301"/>
              <a:ext cx="0" cy="786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7179" name="Group 131">
              <a:extLst>
                <a:ext uri="{FF2B5EF4-FFF2-40B4-BE49-F238E27FC236}">
                  <a16:creationId xmlns:a16="http://schemas.microsoft.com/office/drawing/2014/main" id="{9A91B062-8CBA-43BE-B541-F10DD49491C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667" y="2816"/>
              <a:ext cx="650" cy="288"/>
              <a:chOff x="3745" y="2537"/>
              <a:chExt cx="650" cy="288"/>
            </a:xfrm>
          </p:grpSpPr>
          <p:sp>
            <p:nvSpPr>
              <p:cNvPr id="7186" name="Rectangle 132">
                <a:extLst>
                  <a:ext uri="{FF2B5EF4-FFF2-40B4-BE49-F238E27FC236}">
                    <a16:creationId xmlns:a16="http://schemas.microsoft.com/office/drawing/2014/main" id="{8F151B69-466A-4946-8816-41946BAF4D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98" y="2580"/>
                <a:ext cx="540" cy="19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7187" name="Text Box 133">
                <a:extLst>
                  <a:ext uri="{FF2B5EF4-FFF2-40B4-BE49-F238E27FC236}">
                    <a16:creationId xmlns:a16="http://schemas.microsoft.com/office/drawing/2014/main" id="{B8D827C9-3CAD-4908-A607-2C61AA4145A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745" y="2537"/>
                <a:ext cx="650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/>
                <a:r>
                  <a:rPr kumimoji="0" lang="en-US" altLang="zh-CN" sz="2400">
                    <a:solidFill>
                      <a:srgbClr val="FF0000"/>
                    </a:solidFill>
                    <a:latin typeface="Comic Sans MS" panose="030F0702030302020204" pitchFamily="66" charset="0"/>
                  </a:rPr>
                  <a:t>SMTP</a:t>
                </a:r>
                <a:endParaRPr kumimoji="0" lang="en-US" altLang="zh-CN" sz="2400"/>
              </a:p>
            </p:txBody>
          </p:sp>
        </p:grpSp>
        <p:grpSp>
          <p:nvGrpSpPr>
            <p:cNvPr id="7180" name="Group 134">
              <a:extLst>
                <a:ext uri="{FF2B5EF4-FFF2-40B4-BE49-F238E27FC236}">
                  <a16:creationId xmlns:a16="http://schemas.microsoft.com/office/drawing/2014/main" id="{4444B603-A6C0-46CA-A0A9-AB04E9FC6E4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643" y="2024"/>
              <a:ext cx="650" cy="288"/>
              <a:chOff x="3745" y="2537"/>
              <a:chExt cx="650" cy="288"/>
            </a:xfrm>
          </p:grpSpPr>
          <p:sp>
            <p:nvSpPr>
              <p:cNvPr id="7184" name="Rectangle 135">
                <a:extLst>
                  <a:ext uri="{FF2B5EF4-FFF2-40B4-BE49-F238E27FC236}">
                    <a16:creationId xmlns:a16="http://schemas.microsoft.com/office/drawing/2014/main" id="{90A22C9E-A410-42EC-A88E-D4C445B5B7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98" y="2580"/>
                <a:ext cx="540" cy="19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7185" name="Text Box 136">
                <a:extLst>
                  <a:ext uri="{FF2B5EF4-FFF2-40B4-BE49-F238E27FC236}">
                    <a16:creationId xmlns:a16="http://schemas.microsoft.com/office/drawing/2014/main" id="{5FBBF2C8-C761-4883-B381-9D3838164E4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745" y="2537"/>
                <a:ext cx="650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/>
                <a:r>
                  <a:rPr kumimoji="0" lang="en-US" altLang="zh-CN" sz="2400">
                    <a:solidFill>
                      <a:srgbClr val="FF0000"/>
                    </a:solidFill>
                    <a:latin typeface="Comic Sans MS" panose="030F0702030302020204" pitchFamily="66" charset="0"/>
                  </a:rPr>
                  <a:t>SMTP</a:t>
                </a:r>
                <a:endParaRPr kumimoji="0" lang="en-US" altLang="zh-CN" sz="2400"/>
              </a:p>
            </p:txBody>
          </p:sp>
        </p:grpSp>
        <p:grpSp>
          <p:nvGrpSpPr>
            <p:cNvPr id="7181" name="Group 137">
              <a:extLst>
                <a:ext uri="{FF2B5EF4-FFF2-40B4-BE49-F238E27FC236}">
                  <a16:creationId xmlns:a16="http://schemas.microsoft.com/office/drawing/2014/main" id="{59800122-5B98-44FA-BC0E-3947A0D38B2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09" y="2474"/>
              <a:ext cx="650" cy="288"/>
              <a:chOff x="3745" y="2537"/>
              <a:chExt cx="650" cy="288"/>
            </a:xfrm>
          </p:grpSpPr>
          <p:sp>
            <p:nvSpPr>
              <p:cNvPr id="7182" name="Rectangle 138">
                <a:extLst>
                  <a:ext uri="{FF2B5EF4-FFF2-40B4-BE49-F238E27FC236}">
                    <a16:creationId xmlns:a16="http://schemas.microsoft.com/office/drawing/2014/main" id="{FB34EC44-FA36-4190-AE77-B224D4D735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98" y="2580"/>
                <a:ext cx="540" cy="19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7183" name="Text Box 139">
                <a:extLst>
                  <a:ext uri="{FF2B5EF4-FFF2-40B4-BE49-F238E27FC236}">
                    <a16:creationId xmlns:a16="http://schemas.microsoft.com/office/drawing/2014/main" id="{712D098F-3E87-44AA-84BB-F813F6C89EC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745" y="2537"/>
                <a:ext cx="650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/>
                <a:r>
                  <a:rPr kumimoji="0" lang="en-US" altLang="zh-CN" sz="2400">
                    <a:solidFill>
                      <a:srgbClr val="FF0000"/>
                    </a:solidFill>
                    <a:latin typeface="Comic Sans MS" panose="030F0702030302020204" pitchFamily="66" charset="0"/>
                  </a:rPr>
                  <a:t>SMTP</a:t>
                </a:r>
                <a:endParaRPr kumimoji="0" lang="en-US" altLang="zh-CN" sz="2400"/>
              </a:p>
            </p:txBody>
          </p:sp>
        </p:grpSp>
      </p:grp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7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370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370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6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369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369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7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370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370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6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369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369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6" name="Rectangle 123">
            <a:extLst>
              <a:ext uri="{FF2B5EF4-FFF2-40B4-BE49-F238E27FC236}">
                <a16:creationId xmlns:a16="http://schemas.microsoft.com/office/drawing/2014/main" id="{A2B30BDF-16D1-4D9D-A878-ECA0162776E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851150" y="457201"/>
            <a:ext cx="6269038" cy="7286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 eaLnBrk="1" hangingPunct="1"/>
            <a:r>
              <a:rPr lang="zh-CN" altLang="en-US" sz="3600">
                <a:ea typeface="华文新魏" panose="02010800040101010101" pitchFamily="2" charset="-122"/>
              </a:rPr>
              <a:t>电子邮件</a:t>
            </a:r>
            <a:r>
              <a:rPr lang="en-US" altLang="zh-CN" sz="3600">
                <a:ea typeface="华文新魏" panose="02010800040101010101" pitchFamily="2" charset="-122"/>
              </a:rPr>
              <a:t>: </a:t>
            </a:r>
            <a:r>
              <a:rPr lang="zh-CN" altLang="en-US" sz="3600">
                <a:ea typeface="华文新魏" panose="02010800040101010101" pitchFamily="2" charset="-122"/>
              </a:rPr>
              <a:t>邮件服务器</a:t>
            </a:r>
          </a:p>
        </p:txBody>
      </p:sp>
      <p:sp>
        <p:nvSpPr>
          <p:cNvPr id="8194" name="Rectangle 2">
            <a:extLst>
              <a:ext uri="{FF2B5EF4-FFF2-40B4-BE49-F238E27FC236}">
                <a16:creationId xmlns:a16="http://schemas.microsoft.com/office/drawing/2014/main" id="{3E3BE0DD-A6BC-4A61-8C17-B85E9E0A8D1A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2209801" y="1981200"/>
            <a:ext cx="3933825" cy="4114800"/>
          </a:xfrm>
          <a:solidFill>
            <a:srgbClr val="FFFFFF"/>
          </a:solidFill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>
                <a:solidFill>
                  <a:srgbClr val="FF0000"/>
                </a:solidFill>
              </a:rPr>
              <a:t>邮件服务器</a:t>
            </a:r>
            <a:r>
              <a:rPr lang="zh-CN" altLang="en-US" sz="2000"/>
              <a:t> </a:t>
            </a:r>
          </a:p>
          <a:p>
            <a:pPr eaLnBrk="1" hangingPunct="1"/>
            <a:r>
              <a:rPr lang="zh-CN" altLang="en-US" sz="2000">
                <a:solidFill>
                  <a:srgbClr val="FF0000"/>
                </a:solidFill>
              </a:rPr>
              <a:t>邮箱</a:t>
            </a:r>
            <a:r>
              <a:rPr lang="zh-CN" altLang="en-US" sz="2000"/>
              <a:t> 保存着将被用户读取的进入邮件</a:t>
            </a:r>
          </a:p>
          <a:p>
            <a:pPr eaLnBrk="1" hangingPunct="1"/>
            <a:r>
              <a:rPr lang="zh-CN" altLang="en-US" sz="2000">
                <a:solidFill>
                  <a:srgbClr val="FF0000"/>
                </a:solidFill>
              </a:rPr>
              <a:t>邮件输出队列</a:t>
            </a:r>
            <a:r>
              <a:rPr lang="zh-CN" altLang="en-US" sz="2000"/>
              <a:t> 存放</a:t>
            </a:r>
            <a:r>
              <a:rPr lang="en-US" altLang="zh-CN" sz="2000"/>
              <a:t>(</a:t>
            </a:r>
            <a:r>
              <a:rPr lang="zh-CN" altLang="en-US" sz="2000"/>
              <a:t>将被发送的</a:t>
            </a:r>
            <a:r>
              <a:rPr lang="en-US" altLang="zh-CN" sz="2000"/>
              <a:t>) </a:t>
            </a:r>
            <a:r>
              <a:rPr lang="zh-CN" altLang="en-US" sz="2000"/>
              <a:t>邮件报文 </a:t>
            </a:r>
            <a:r>
              <a:rPr lang="en-US" altLang="zh-CN" sz="2000"/>
              <a:t>(</a:t>
            </a:r>
            <a:r>
              <a:rPr lang="zh-CN" altLang="en-US" sz="2000"/>
              <a:t>如果报文不能发送，仍将留在队列中</a:t>
            </a:r>
            <a:r>
              <a:rPr lang="en-US" altLang="zh-CN" sz="2000"/>
              <a:t>)</a:t>
            </a:r>
          </a:p>
          <a:p>
            <a:pPr eaLnBrk="1" hangingPunct="1"/>
            <a:r>
              <a:rPr lang="en-US" altLang="zh-CN" sz="2000">
                <a:solidFill>
                  <a:srgbClr val="FF0000"/>
                </a:solidFill>
              </a:rPr>
              <a:t>SMTP </a:t>
            </a:r>
            <a:r>
              <a:rPr lang="zh-CN" altLang="en-US" sz="2000">
                <a:solidFill>
                  <a:srgbClr val="FF0000"/>
                </a:solidFill>
              </a:rPr>
              <a:t>协议</a:t>
            </a:r>
            <a:r>
              <a:rPr lang="zh-CN" altLang="en-US" sz="2000"/>
              <a:t> 用于在邮件服务器之间发送邮件报文 </a:t>
            </a:r>
          </a:p>
          <a:p>
            <a:pPr lvl="1" eaLnBrk="1" hangingPunct="1"/>
            <a:r>
              <a:rPr lang="zh-CN" altLang="en-US" sz="2000"/>
              <a:t>在发送邮件时，邮件服务器是一个</a:t>
            </a:r>
            <a:r>
              <a:rPr lang="en-US" altLang="zh-CN" sz="2000"/>
              <a:t>SMTP</a:t>
            </a:r>
            <a:r>
              <a:rPr lang="zh-CN" altLang="en-US" sz="2000"/>
              <a:t>客户</a:t>
            </a:r>
          </a:p>
          <a:p>
            <a:pPr lvl="1" eaLnBrk="1" hangingPunct="1"/>
            <a:r>
              <a:rPr lang="zh-CN" altLang="en-US" sz="2000"/>
              <a:t>在接收邮件时邮件服务器是一个</a:t>
            </a:r>
            <a:r>
              <a:rPr lang="en-US" altLang="zh-CN" sz="2000"/>
              <a:t>SMTP</a:t>
            </a:r>
            <a:r>
              <a:rPr lang="zh-CN" altLang="en-US" sz="2000"/>
              <a:t>服务器 </a:t>
            </a:r>
          </a:p>
        </p:txBody>
      </p:sp>
      <p:grpSp>
        <p:nvGrpSpPr>
          <p:cNvPr id="8195" name="Group 3">
            <a:extLst>
              <a:ext uri="{FF2B5EF4-FFF2-40B4-BE49-F238E27FC236}">
                <a16:creationId xmlns:a16="http://schemas.microsoft.com/office/drawing/2014/main" id="{DAAD6476-731D-446D-96A2-09121E692D66}"/>
              </a:ext>
            </a:extLst>
          </p:cNvPr>
          <p:cNvGrpSpPr>
            <a:grpSpLocks/>
          </p:cNvGrpSpPr>
          <p:nvPr/>
        </p:nvGrpSpPr>
        <p:grpSpPr bwMode="auto">
          <a:xfrm>
            <a:off x="6232525" y="1668464"/>
            <a:ext cx="4078288" cy="4827587"/>
            <a:chOff x="2701" y="920"/>
            <a:chExt cx="2569" cy="3041"/>
          </a:xfrm>
        </p:grpSpPr>
        <p:sp>
          <p:nvSpPr>
            <p:cNvPr id="8212" name="Line 4">
              <a:extLst>
                <a:ext uri="{FF2B5EF4-FFF2-40B4-BE49-F238E27FC236}">
                  <a16:creationId xmlns:a16="http://schemas.microsoft.com/office/drawing/2014/main" id="{3FC5D840-5405-4E83-BC9C-C3F7D58E766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98" y="1662"/>
              <a:ext cx="708" cy="498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8213" name="Group 5">
              <a:extLst>
                <a:ext uri="{FF2B5EF4-FFF2-40B4-BE49-F238E27FC236}">
                  <a16:creationId xmlns:a16="http://schemas.microsoft.com/office/drawing/2014/main" id="{B4B06C19-1610-4270-9E1F-09F84F108EC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75" y="1616"/>
              <a:ext cx="224" cy="588"/>
              <a:chOff x="4180" y="783"/>
              <a:chExt cx="150" cy="307"/>
            </a:xfrm>
          </p:grpSpPr>
          <p:sp>
            <p:nvSpPr>
              <p:cNvPr id="8323" name="AutoShape 6">
                <a:extLst>
                  <a:ext uri="{FF2B5EF4-FFF2-40B4-BE49-F238E27FC236}">
                    <a16:creationId xmlns:a16="http://schemas.microsoft.com/office/drawing/2014/main" id="{06B8AF19-D645-4953-A8AF-6AFBE9487A2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80" y="1019"/>
                <a:ext cx="150" cy="71"/>
              </a:xfrm>
              <a:prstGeom prst="parallelogram">
                <a:avLst>
                  <a:gd name="adj" fmla="val 81387"/>
                </a:avLst>
              </a:prstGeom>
              <a:solidFill>
                <a:srgbClr val="33CCCC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8324" name="Rectangle 7">
                <a:extLst>
                  <a:ext uri="{FF2B5EF4-FFF2-40B4-BE49-F238E27FC236}">
                    <a16:creationId xmlns:a16="http://schemas.microsoft.com/office/drawing/2014/main" id="{76D91AED-C001-4F45-B392-E58FD82AAC0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56" y="785"/>
                <a:ext cx="69" cy="236"/>
              </a:xfrm>
              <a:prstGeom prst="rect">
                <a:avLst/>
              </a:prstGeom>
              <a:solidFill>
                <a:srgbClr val="33CCCC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8325" name="Rectangle 8">
                <a:extLst>
                  <a:ext uri="{FF2B5EF4-FFF2-40B4-BE49-F238E27FC236}">
                    <a16:creationId xmlns:a16="http://schemas.microsoft.com/office/drawing/2014/main" id="{3131B975-02E3-4015-8BD4-36504DADEF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81" y="852"/>
                <a:ext cx="95" cy="236"/>
              </a:xfrm>
              <a:prstGeom prst="rect">
                <a:avLst/>
              </a:prstGeom>
              <a:solidFill>
                <a:srgbClr val="33CCC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8326" name="AutoShape 9">
                <a:extLst>
                  <a:ext uri="{FF2B5EF4-FFF2-40B4-BE49-F238E27FC236}">
                    <a16:creationId xmlns:a16="http://schemas.microsoft.com/office/drawing/2014/main" id="{5298F4C3-5B2F-445B-907E-EFC85AAD028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80" y="783"/>
                <a:ext cx="150" cy="71"/>
              </a:xfrm>
              <a:prstGeom prst="parallelogram">
                <a:avLst>
                  <a:gd name="adj" fmla="val 81387"/>
                </a:avLst>
              </a:prstGeom>
              <a:solidFill>
                <a:srgbClr val="33CCC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8327" name="Line 10">
                <a:extLst>
                  <a:ext uri="{FF2B5EF4-FFF2-40B4-BE49-F238E27FC236}">
                    <a16:creationId xmlns:a16="http://schemas.microsoft.com/office/drawing/2014/main" id="{2ACD5E2D-CACD-4BE5-90A7-FCB15B2B23E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30" y="788"/>
                <a:ext cx="0" cy="23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328" name="Line 11">
                <a:extLst>
                  <a:ext uri="{FF2B5EF4-FFF2-40B4-BE49-F238E27FC236}">
                    <a16:creationId xmlns:a16="http://schemas.microsoft.com/office/drawing/2014/main" id="{8DF50DC0-A153-49CF-AFB5-6B8181B9802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276" y="1019"/>
                <a:ext cx="54" cy="6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329" name="Rectangle 12">
                <a:extLst>
                  <a:ext uri="{FF2B5EF4-FFF2-40B4-BE49-F238E27FC236}">
                    <a16:creationId xmlns:a16="http://schemas.microsoft.com/office/drawing/2014/main" id="{BF426932-D13E-4E02-BD1D-64371F100C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93" y="883"/>
                <a:ext cx="63" cy="136"/>
              </a:xfrm>
              <a:prstGeom prst="rect">
                <a:avLst/>
              </a:prstGeom>
              <a:solidFill>
                <a:schemeClr val="accent2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8330" name="Rectangle 13">
                <a:extLst>
                  <a:ext uri="{FF2B5EF4-FFF2-40B4-BE49-F238E27FC236}">
                    <a16:creationId xmlns:a16="http://schemas.microsoft.com/office/drawing/2014/main" id="{6D4F2DAB-8560-429C-9898-BA96520640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2" y="924"/>
                <a:ext cx="48" cy="4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grpSp>
          <p:nvGrpSpPr>
            <p:cNvPr id="8214" name="Group 14">
              <a:extLst>
                <a:ext uri="{FF2B5EF4-FFF2-40B4-BE49-F238E27FC236}">
                  <a16:creationId xmlns:a16="http://schemas.microsoft.com/office/drawing/2014/main" id="{7DBF814D-D626-46F0-BA5C-8551BDA41C1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222" y="1901"/>
              <a:ext cx="518" cy="661"/>
              <a:chOff x="4288" y="2627"/>
              <a:chExt cx="518" cy="661"/>
            </a:xfrm>
          </p:grpSpPr>
          <p:sp>
            <p:nvSpPr>
              <p:cNvPr id="8308" name="Rectangle 15">
                <a:extLst>
                  <a:ext uri="{FF2B5EF4-FFF2-40B4-BE49-F238E27FC236}">
                    <a16:creationId xmlns:a16="http://schemas.microsoft.com/office/drawing/2014/main" id="{ECAF7466-7EC5-490B-BDD6-392CEE0C07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96" y="2652"/>
                <a:ext cx="510" cy="636"/>
              </a:xfrm>
              <a:prstGeom prst="rect">
                <a:avLst/>
              </a:prstGeom>
              <a:solidFill>
                <a:schemeClr val="hlink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8309" name="Text Box 16">
                <a:extLst>
                  <a:ext uri="{FF2B5EF4-FFF2-40B4-BE49-F238E27FC236}">
                    <a16:creationId xmlns:a16="http://schemas.microsoft.com/office/drawing/2014/main" id="{30546AFC-B0D7-4EEB-8BFC-C224753575F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288" y="2627"/>
                <a:ext cx="504" cy="36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/>
                <a:r>
                  <a:rPr kumimoji="0" lang="en-US" altLang="zh-CN" sz="1600">
                    <a:latin typeface="Comic Sans MS" panose="030F0702030302020204" pitchFamily="66" charset="0"/>
                  </a:rPr>
                  <a:t>mail</a:t>
                </a:r>
              </a:p>
              <a:p>
                <a:pPr algn="ctr"/>
                <a:r>
                  <a:rPr kumimoji="0" lang="en-US" altLang="zh-CN" sz="1600">
                    <a:latin typeface="Comic Sans MS" panose="030F0702030302020204" pitchFamily="66" charset="0"/>
                  </a:rPr>
                  <a:t>server</a:t>
                </a:r>
                <a:endParaRPr kumimoji="0" lang="en-US" altLang="zh-CN" sz="2400"/>
              </a:p>
            </p:txBody>
          </p:sp>
          <p:sp>
            <p:nvSpPr>
              <p:cNvPr id="8310" name="Rectangle 17">
                <a:extLst>
                  <a:ext uri="{FF2B5EF4-FFF2-40B4-BE49-F238E27FC236}">
                    <a16:creationId xmlns:a16="http://schemas.microsoft.com/office/drawing/2014/main" id="{5A7F0DF5-3F66-4D03-A5A6-63420D0F83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20" y="3006"/>
                <a:ext cx="450" cy="120"/>
              </a:xfrm>
              <a:prstGeom prst="rect">
                <a:avLst/>
              </a:prstGeom>
              <a:solidFill>
                <a:srgbClr val="00FF00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8311" name="Line 18">
                <a:extLst>
                  <a:ext uri="{FF2B5EF4-FFF2-40B4-BE49-F238E27FC236}">
                    <a16:creationId xmlns:a16="http://schemas.microsoft.com/office/drawing/2014/main" id="{E2901378-74DA-46E5-8A17-394F14DC941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69" y="3034"/>
                <a:ext cx="0" cy="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312" name="Line 19">
                <a:extLst>
                  <a:ext uri="{FF2B5EF4-FFF2-40B4-BE49-F238E27FC236}">
                    <a16:creationId xmlns:a16="http://schemas.microsoft.com/office/drawing/2014/main" id="{C76E525A-9AEF-449F-9869-0974F9136FB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78" y="3033"/>
                <a:ext cx="0" cy="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313" name="Line 20">
                <a:extLst>
                  <a:ext uri="{FF2B5EF4-FFF2-40B4-BE49-F238E27FC236}">
                    <a16:creationId xmlns:a16="http://schemas.microsoft.com/office/drawing/2014/main" id="{912CD8A7-2B61-4AFB-9927-CD57B3D6D76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533" y="3035"/>
                <a:ext cx="0" cy="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314" name="Line 21">
                <a:extLst>
                  <a:ext uri="{FF2B5EF4-FFF2-40B4-BE49-F238E27FC236}">
                    <a16:creationId xmlns:a16="http://schemas.microsoft.com/office/drawing/2014/main" id="{97A89451-ABB4-4E90-A083-82969BA5F93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590" y="3033"/>
                <a:ext cx="0" cy="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315" name="Line 22">
                <a:extLst>
                  <a:ext uri="{FF2B5EF4-FFF2-40B4-BE49-F238E27FC236}">
                    <a16:creationId xmlns:a16="http://schemas.microsoft.com/office/drawing/2014/main" id="{92CB2108-ABB8-463A-8164-DB56232824C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51" y="3033"/>
                <a:ext cx="0" cy="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316" name="Line 23">
                <a:extLst>
                  <a:ext uri="{FF2B5EF4-FFF2-40B4-BE49-F238E27FC236}">
                    <a16:creationId xmlns:a16="http://schemas.microsoft.com/office/drawing/2014/main" id="{23ED1EE8-65D0-4F49-8BAC-F7880A1854B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07" y="3033"/>
                <a:ext cx="0" cy="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317" name="Line 24">
                <a:extLst>
                  <a:ext uri="{FF2B5EF4-FFF2-40B4-BE49-F238E27FC236}">
                    <a16:creationId xmlns:a16="http://schemas.microsoft.com/office/drawing/2014/main" id="{AC78778D-F766-444F-A55D-7B552845172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22" y="3034"/>
                <a:ext cx="0" cy="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318" name="Rectangle 25">
                <a:extLst>
                  <a:ext uri="{FF2B5EF4-FFF2-40B4-BE49-F238E27FC236}">
                    <a16:creationId xmlns:a16="http://schemas.microsoft.com/office/drawing/2014/main" id="{DC419AE6-5A43-49EC-B93B-5EE491F1FF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28" y="3173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8319" name="Rectangle 26">
                <a:extLst>
                  <a:ext uri="{FF2B5EF4-FFF2-40B4-BE49-F238E27FC236}">
                    <a16:creationId xmlns:a16="http://schemas.microsoft.com/office/drawing/2014/main" id="{A2618922-C34A-40DD-A8C0-59298F48D60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14" y="3173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8320" name="Rectangle 27">
                <a:extLst>
                  <a:ext uri="{FF2B5EF4-FFF2-40B4-BE49-F238E27FC236}">
                    <a16:creationId xmlns:a16="http://schemas.microsoft.com/office/drawing/2014/main" id="{59AE0EEC-487C-4D91-9C9D-8C65E73023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00" y="3172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8321" name="Rectangle 28">
                <a:extLst>
                  <a:ext uri="{FF2B5EF4-FFF2-40B4-BE49-F238E27FC236}">
                    <a16:creationId xmlns:a16="http://schemas.microsoft.com/office/drawing/2014/main" id="{2E1021A3-EB7A-4EF9-9AE9-E73089B0462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97" y="3170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8322" name="Rectangle 29">
                <a:extLst>
                  <a:ext uri="{FF2B5EF4-FFF2-40B4-BE49-F238E27FC236}">
                    <a16:creationId xmlns:a16="http://schemas.microsoft.com/office/drawing/2014/main" id="{95FAAEDC-D009-42C6-804B-45919CD438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93" y="3170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grpSp>
          <p:nvGrpSpPr>
            <p:cNvPr id="8215" name="Group 30">
              <a:extLst>
                <a:ext uri="{FF2B5EF4-FFF2-40B4-BE49-F238E27FC236}">
                  <a16:creationId xmlns:a16="http://schemas.microsoft.com/office/drawing/2014/main" id="{B3A38D12-ED93-47B6-96A0-AD0FC58580B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679" y="1358"/>
              <a:ext cx="447" cy="443"/>
              <a:chOff x="4337" y="290"/>
              <a:chExt cx="447" cy="443"/>
            </a:xfrm>
          </p:grpSpPr>
          <p:graphicFrame>
            <p:nvGraphicFramePr>
              <p:cNvPr id="8304" name="Object 31">
                <a:extLst>
                  <a:ext uri="{FF2B5EF4-FFF2-40B4-BE49-F238E27FC236}">
                    <a16:creationId xmlns:a16="http://schemas.microsoft.com/office/drawing/2014/main" id="{F5C2280C-356D-47D7-A252-3FC74026F082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4338" y="290"/>
              <a:ext cx="392" cy="31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6878" name="Clip" r:id="rId3" imgW="1307263" imgH="1084139" progId="MS_ClipArt_Gallery.2">
                      <p:embed/>
                    </p:oleObj>
                  </mc:Choice>
                  <mc:Fallback>
                    <p:oleObj name="Clip" r:id="rId3" imgW="1307263" imgH="1084139" progId="MS_ClipArt_Gallery.2">
                      <p:embed/>
                      <p:pic>
                        <p:nvPicPr>
                          <p:cNvPr id="8304" name="Object 31">
                            <a:extLst>
                              <a:ext uri="{FF2B5EF4-FFF2-40B4-BE49-F238E27FC236}">
                                <a16:creationId xmlns:a16="http://schemas.microsoft.com/office/drawing/2014/main" id="{F5C2280C-356D-47D7-A252-3FC74026F082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338" y="290"/>
                            <a:ext cx="392" cy="31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pSp>
            <p:nvGrpSpPr>
              <p:cNvPr id="8305" name="Group 32">
                <a:extLst>
                  <a:ext uri="{FF2B5EF4-FFF2-40B4-BE49-F238E27FC236}">
                    <a16:creationId xmlns:a16="http://schemas.microsoft.com/office/drawing/2014/main" id="{C85B1126-5373-4268-9459-C1565FAD6D3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337" y="367"/>
                <a:ext cx="447" cy="366"/>
                <a:chOff x="4189" y="817"/>
                <a:chExt cx="521" cy="366"/>
              </a:xfrm>
            </p:grpSpPr>
            <p:sp>
              <p:nvSpPr>
                <p:cNvPr id="8306" name="Rectangle 33">
                  <a:extLst>
                    <a:ext uri="{FF2B5EF4-FFF2-40B4-BE49-F238E27FC236}">
                      <a16:creationId xmlns:a16="http://schemas.microsoft.com/office/drawing/2014/main" id="{3D1590DE-DA32-4016-9389-A2A7D7256F4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24" y="846"/>
                  <a:ext cx="444" cy="330"/>
                </a:xfrm>
                <a:prstGeom prst="rect">
                  <a:avLst/>
                </a:prstGeom>
                <a:solidFill>
                  <a:schemeClr val="hlink"/>
                </a:solidFill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8307" name="Text Box 34">
                  <a:extLst>
                    <a:ext uri="{FF2B5EF4-FFF2-40B4-BE49-F238E27FC236}">
                      <a16:creationId xmlns:a16="http://schemas.microsoft.com/office/drawing/2014/main" id="{23C55135-5558-4BA1-8BAA-04934B7E110E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189" y="817"/>
                  <a:ext cx="521" cy="36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/>
                  <a:r>
                    <a:rPr kumimoji="0" lang="en-US" altLang="zh-CN" sz="1600">
                      <a:latin typeface="Comic Sans MS" panose="030F0702030302020204" pitchFamily="66" charset="0"/>
                    </a:rPr>
                    <a:t>user</a:t>
                  </a:r>
                </a:p>
                <a:p>
                  <a:pPr algn="ctr"/>
                  <a:r>
                    <a:rPr kumimoji="0" lang="en-US" altLang="zh-CN" sz="1600">
                      <a:latin typeface="Comic Sans MS" panose="030F0702030302020204" pitchFamily="66" charset="0"/>
                    </a:rPr>
                    <a:t>agent</a:t>
                  </a:r>
                  <a:endParaRPr kumimoji="0" lang="en-US" altLang="zh-CN" sz="2400"/>
                </a:p>
              </p:txBody>
            </p:sp>
          </p:grpSp>
        </p:grpSp>
        <p:grpSp>
          <p:nvGrpSpPr>
            <p:cNvPr id="8216" name="Group 35">
              <a:extLst>
                <a:ext uri="{FF2B5EF4-FFF2-40B4-BE49-F238E27FC236}">
                  <a16:creationId xmlns:a16="http://schemas.microsoft.com/office/drawing/2014/main" id="{AF9D1FF4-6D54-4E86-AAE2-B4AA06C44FC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823" y="1994"/>
              <a:ext cx="447" cy="443"/>
              <a:chOff x="4337" y="290"/>
              <a:chExt cx="447" cy="443"/>
            </a:xfrm>
          </p:grpSpPr>
          <p:graphicFrame>
            <p:nvGraphicFramePr>
              <p:cNvPr id="8300" name="Object 36">
                <a:extLst>
                  <a:ext uri="{FF2B5EF4-FFF2-40B4-BE49-F238E27FC236}">
                    <a16:creationId xmlns:a16="http://schemas.microsoft.com/office/drawing/2014/main" id="{FEB1BB04-D98E-422D-BC90-D17E9B602D75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4338" y="290"/>
              <a:ext cx="392" cy="31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6879" name="Clip" r:id="rId5" imgW="1307263" imgH="1084139" progId="MS_ClipArt_Gallery.2">
                      <p:embed/>
                    </p:oleObj>
                  </mc:Choice>
                  <mc:Fallback>
                    <p:oleObj name="Clip" r:id="rId5" imgW="1307263" imgH="1084139" progId="MS_ClipArt_Gallery.2">
                      <p:embed/>
                      <p:pic>
                        <p:nvPicPr>
                          <p:cNvPr id="8300" name="Object 36">
                            <a:extLst>
                              <a:ext uri="{FF2B5EF4-FFF2-40B4-BE49-F238E27FC236}">
                                <a16:creationId xmlns:a16="http://schemas.microsoft.com/office/drawing/2014/main" id="{FEB1BB04-D98E-422D-BC90-D17E9B602D75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338" y="290"/>
                            <a:ext cx="392" cy="31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pSp>
            <p:nvGrpSpPr>
              <p:cNvPr id="8301" name="Group 37">
                <a:extLst>
                  <a:ext uri="{FF2B5EF4-FFF2-40B4-BE49-F238E27FC236}">
                    <a16:creationId xmlns:a16="http://schemas.microsoft.com/office/drawing/2014/main" id="{DF9A1D66-AA75-428C-8D6D-EBCF251ECDE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337" y="367"/>
                <a:ext cx="447" cy="366"/>
                <a:chOff x="4189" y="817"/>
                <a:chExt cx="521" cy="366"/>
              </a:xfrm>
            </p:grpSpPr>
            <p:sp>
              <p:nvSpPr>
                <p:cNvPr id="8302" name="Rectangle 38">
                  <a:extLst>
                    <a:ext uri="{FF2B5EF4-FFF2-40B4-BE49-F238E27FC236}">
                      <a16:creationId xmlns:a16="http://schemas.microsoft.com/office/drawing/2014/main" id="{A583AEE8-42E9-49AF-BC77-8368845A7E3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24" y="846"/>
                  <a:ext cx="444" cy="330"/>
                </a:xfrm>
                <a:prstGeom prst="rect">
                  <a:avLst/>
                </a:prstGeom>
                <a:solidFill>
                  <a:schemeClr val="hlink"/>
                </a:solidFill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8303" name="Text Box 39">
                  <a:extLst>
                    <a:ext uri="{FF2B5EF4-FFF2-40B4-BE49-F238E27FC236}">
                      <a16:creationId xmlns:a16="http://schemas.microsoft.com/office/drawing/2014/main" id="{C30D01E9-D07D-4C2C-BA93-38BA96B094F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189" y="817"/>
                  <a:ext cx="521" cy="36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/>
                  <a:r>
                    <a:rPr kumimoji="0" lang="en-US" altLang="zh-CN" sz="1600">
                      <a:latin typeface="Comic Sans MS" panose="030F0702030302020204" pitchFamily="66" charset="0"/>
                    </a:rPr>
                    <a:t>user</a:t>
                  </a:r>
                </a:p>
                <a:p>
                  <a:pPr algn="ctr"/>
                  <a:r>
                    <a:rPr kumimoji="0" lang="en-US" altLang="zh-CN" sz="1600">
                      <a:latin typeface="Comic Sans MS" panose="030F0702030302020204" pitchFamily="66" charset="0"/>
                    </a:rPr>
                    <a:t>agent</a:t>
                  </a:r>
                  <a:endParaRPr kumimoji="0" lang="en-US" altLang="zh-CN" sz="2400"/>
                </a:p>
              </p:txBody>
            </p:sp>
          </p:grpSp>
        </p:grpSp>
        <p:grpSp>
          <p:nvGrpSpPr>
            <p:cNvPr id="8217" name="Group 40">
              <a:extLst>
                <a:ext uri="{FF2B5EF4-FFF2-40B4-BE49-F238E27FC236}">
                  <a16:creationId xmlns:a16="http://schemas.microsoft.com/office/drawing/2014/main" id="{1C079EC9-4AA7-43EA-BFCC-73D9CBE1AB8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679" y="2654"/>
              <a:ext cx="447" cy="443"/>
              <a:chOff x="4337" y="290"/>
              <a:chExt cx="447" cy="443"/>
            </a:xfrm>
          </p:grpSpPr>
          <p:graphicFrame>
            <p:nvGraphicFramePr>
              <p:cNvPr id="8296" name="Object 41">
                <a:extLst>
                  <a:ext uri="{FF2B5EF4-FFF2-40B4-BE49-F238E27FC236}">
                    <a16:creationId xmlns:a16="http://schemas.microsoft.com/office/drawing/2014/main" id="{01702DD6-3105-4B2E-88D3-C7A7AED580A9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4338" y="290"/>
              <a:ext cx="392" cy="31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6880" name="Clip" r:id="rId6" imgW="1307263" imgH="1084139" progId="MS_ClipArt_Gallery.2">
                      <p:embed/>
                    </p:oleObj>
                  </mc:Choice>
                  <mc:Fallback>
                    <p:oleObj name="Clip" r:id="rId6" imgW="1307263" imgH="1084139" progId="MS_ClipArt_Gallery.2">
                      <p:embed/>
                      <p:pic>
                        <p:nvPicPr>
                          <p:cNvPr id="8296" name="Object 41">
                            <a:extLst>
                              <a:ext uri="{FF2B5EF4-FFF2-40B4-BE49-F238E27FC236}">
                                <a16:creationId xmlns:a16="http://schemas.microsoft.com/office/drawing/2014/main" id="{01702DD6-3105-4B2E-88D3-C7A7AED580A9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338" y="290"/>
                            <a:ext cx="392" cy="31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pSp>
            <p:nvGrpSpPr>
              <p:cNvPr id="8297" name="Group 42">
                <a:extLst>
                  <a:ext uri="{FF2B5EF4-FFF2-40B4-BE49-F238E27FC236}">
                    <a16:creationId xmlns:a16="http://schemas.microsoft.com/office/drawing/2014/main" id="{76CD6D1D-98FE-4C2B-827D-62696319CDE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337" y="367"/>
                <a:ext cx="447" cy="366"/>
                <a:chOff x="4189" y="817"/>
                <a:chExt cx="521" cy="366"/>
              </a:xfrm>
            </p:grpSpPr>
            <p:sp>
              <p:nvSpPr>
                <p:cNvPr id="8298" name="Rectangle 43">
                  <a:extLst>
                    <a:ext uri="{FF2B5EF4-FFF2-40B4-BE49-F238E27FC236}">
                      <a16:creationId xmlns:a16="http://schemas.microsoft.com/office/drawing/2014/main" id="{46DD78E4-80B5-431D-91ED-AEFFCE264AC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24" y="846"/>
                  <a:ext cx="444" cy="330"/>
                </a:xfrm>
                <a:prstGeom prst="rect">
                  <a:avLst/>
                </a:prstGeom>
                <a:solidFill>
                  <a:schemeClr val="hlink"/>
                </a:solidFill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8299" name="Text Box 44">
                  <a:extLst>
                    <a:ext uri="{FF2B5EF4-FFF2-40B4-BE49-F238E27FC236}">
                      <a16:creationId xmlns:a16="http://schemas.microsoft.com/office/drawing/2014/main" id="{DF8E5FFF-7E29-4D8C-B7CC-417343FF9B83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189" y="817"/>
                  <a:ext cx="521" cy="36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/>
                  <a:r>
                    <a:rPr kumimoji="0" lang="en-US" altLang="zh-CN" sz="1600">
                      <a:latin typeface="Comic Sans MS" panose="030F0702030302020204" pitchFamily="66" charset="0"/>
                    </a:rPr>
                    <a:t>user</a:t>
                  </a:r>
                </a:p>
                <a:p>
                  <a:pPr algn="ctr"/>
                  <a:r>
                    <a:rPr kumimoji="0" lang="en-US" altLang="zh-CN" sz="1600">
                      <a:latin typeface="Comic Sans MS" panose="030F0702030302020204" pitchFamily="66" charset="0"/>
                    </a:rPr>
                    <a:t>agent</a:t>
                  </a:r>
                  <a:endParaRPr kumimoji="0" lang="en-US" altLang="zh-CN" sz="2400"/>
                </a:p>
              </p:txBody>
            </p:sp>
          </p:grpSp>
        </p:grpSp>
        <p:grpSp>
          <p:nvGrpSpPr>
            <p:cNvPr id="8218" name="Group 45">
              <a:extLst>
                <a:ext uri="{FF2B5EF4-FFF2-40B4-BE49-F238E27FC236}">
                  <a16:creationId xmlns:a16="http://schemas.microsoft.com/office/drawing/2014/main" id="{9B7314C9-8EF2-4E19-B4F6-A09D9A285BB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62" y="2504"/>
              <a:ext cx="518" cy="946"/>
              <a:chOff x="3484" y="2522"/>
              <a:chExt cx="518" cy="946"/>
            </a:xfrm>
          </p:grpSpPr>
          <p:grpSp>
            <p:nvGrpSpPr>
              <p:cNvPr id="8271" name="Group 46">
                <a:extLst>
                  <a:ext uri="{FF2B5EF4-FFF2-40B4-BE49-F238E27FC236}">
                    <a16:creationId xmlns:a16="http://schemas.microsoft.com/office/drawing/2014/main" id="{C124AB88-51ED-4000-A6C1-6225F266BA1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631" y="2522"/>
                <a:ext cx="224" cy="588"/>
                <a:chOff x="4180" y="783"/>
                <a:chExt cx="150" cy="307"/>
              </a:xfrm>
            </p:grpSpPr>
            <p:sp>
              <p:nvSpPr>
                <p:cNvPr id="8288" name="AutoShape 47">
                  <a:extLst>
                    <a:ext uri="{FF2B5EF4-FFF2-40B4-BE49-F238E27FC236}">
                      <a16:creationId xmlns:a16="http://schemas.microsoft.com/office/drawing/2014/main" id="{8422F024-04D1-43D9-AD91-03C7ABCA09C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180" y="1019"/>
                  <a:ext cx="150" cy="71"/>
                </a:xfrm>
                <a:prstGeom prst="parallelogram">
                  <a:avLst>
                    <a:gd name="adj" fmla="val 81387"/>
                  </a:avLst>
                </a:prstGeom>
                <a:solidFill>
                  <a:srgbClr val="33CCCC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8289" name="Rectangle 48">
                  <a:extLst>
                    <a:ext uri="{FF2B5EF4-FFF2-40B4-BE49-F238E27FC236}">
                      <a16:creationId xmlns:a16="http://schemas.microsoft.com/office/drawing/2014/main" id="{07479153-AF8C-4979-A655-14877088778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56" y="785"/>
                  <a:ext cx="69" cy="236"/>
                </a:xfrm>
                <a:prstGeom prst="rect">
                  <a:avLst/>
                </a:prstGeom>
                <a:solidFill>
                  <a:srgbClr val="33CCCC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8290" name="Rectangle 49">
                  <a:extLst>
                    <a:ext uri="{FF2B5EF4-FFF2-40B4-BE49-F238E27FC236}">
                      <a16:creationId xmlns:a16="http://schemas.microsoft.com/office/drawing/2014/main" id="{9C96CD63-7DD3-44B4-872C-8CF46B49152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181" y="852"/>
                  <a:ext cx="95" cy="236"/>
                </a:xfrm>
                <a:prstGeom prst="rect">
                  <a:avLst/>
                </a:prstGeom>
                <a:solidFill>
                  <a:srgbClr val="33CCCC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8291" name="AutoShape 50">
                  <a:extLst>
                    <a:ext uri="{FF2B5EF4-FFF2-40B4-BE49-F238E27FC236}">
                      <a16:creationId xmlns:a16="http://schemas.microsoft.com/office/drawing/2014/main" id="{EAD2E025-26DC-40FD-B1C2-7052512DDF7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180" y="783"/>
                  <a:ext cx="150" cy="71"/>
                </a:xfrm>
                <a:prstGeom prst="parallelogram">
                  <a:avLst>
                    <a:gd name="adj" fmla="val 81387"/>
                  </a:avLst>
                </a:prstGeom>
                <a:solidFill>
                  <a:srgbClr val="33CCCC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8292" name="Line 51">
                  <a:extLst>
                    <a:ext uri="{FF2B5EF4-FFF2-40B4-BE49-F238E27FC236}">
                      <a16:creationId xmlns:a16="http://schemas.microsoft.com/office/drawing/2014/main" id="{1ACA8227-2EBE-47E9-86FE-EA3436EE0B2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330" y="788"/>
                  <a:ext cx="0" cy="23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8293" name="Line 52">
                  <a:extLst>
                    <a:ext uri="{FF2B5EF4-FFF2-40B4-BE49-F238E27FC236}">
                      <a16:creationId xmlns:a16="http://schemas.microsoft.com/office/drawing/2014/main" id="{59ECE416-3E62-47F6-A899-B7DC3AD836D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4276" y="1019"/>
                  <a:ext cx="54" cy="69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8294" name="Rectangle 53">
                  <a:extLst>
                    <a:ext uri="{FF2B5EF4-FFF2-40B4-BE49-F238E27FC236}">
                      <a16:creationId xmlns:a16="http://schemas.microsoft.com/office/drawing/2014/main" id="{AD88A85C-5885-4778-B685-B7FEF54223B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193" y="883"/>
                  <a:ext cx="63" cy="136"/>
                </a:xfrm>
                <a:prstGeom prst="rect">
                  <a:avLst/>
                </a:prstGeom>
                <a:solidFill>
                  <a:schemeClr val="accent2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8295" name="Rectangle 54">
                  <a:extLst>
                    <a:ext uri="{FF2B5EF4-FFF2-40B4-BE49-F238E27FC236}">
                      <a16:creationId xmlns:a16="http://schemas.microsoft.com/office/drawing/2014/main" id="{14613AA0-D6CC-458A-BD76-564F779B61C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02" y="924"/>
                  <a:ext cx="48" cy="48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8272" name="Group 55">
                <a:extLst>
                  <a:ext uri="{FF2B5EF4-FFF2-40B4-BE49-F238E27FC236}">
                    <a16:creationId xmlns:a16="http://schemas.microsoft.com/office/drawing/2014/main" id="{8FD77C72-F153-4E2F-85F8-DFD9F1226C5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484" y="2807"/>
                <a:ext cx="518" cy="661"/>
                <a:chOff x="4288" y="2627"/>
                <a:chExt cx="518" cy="661"/>
              </a:xfrm>
            </p:grpSpPr>
            <p:sp>
              <p:nvSpPr>
                <p:cNvPr id="8273" name="Rectangle 56">
                  <a:extLst>
                    <a:ext uri="{FF2B5EF4-FFF2-40B4-BE49-F238E27FC236}">
                      <a16:creationId xmlns:a16="http://schemas.microsoft.com/office/drawing/2014/main" id="{3DB27A94-2B82-4D5D-ACFC-B246DCAA134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96" y="2652"/>
                  <a:ext cx="510" cy="636"/>
                </a:xfrm>
                <a:prstGeom prst="rect">
                  <a:avLst/>
                </a:prstGeom>
                <a:solidFill>
                  <a:schemeClr val="hlink"/>
                </a:solidFill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8274" name="Text Box 57">
                  <a:extLst>
                    <a:ext uri="{FF2B5EF4-FFF2-40B4-BE49-F238E27FC236}">
                      <a16:creationId xmlns:a16="http://schemas.microsoft.com/office/drawing/2014/main" id="{62A076AC-A47C-41F9-98E0-0D42754F004D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288" y="2627"/>
                  <a:ext cx="504" cy="36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/>
                  <a:r>
                    <a:rPr kumimoji="0" lang="en-US" altLang="zh-CN" sz="1600">
                      <a:latin typeface="Comic Sans MS" panose="030F0702030302020204" pitchFamily="66" charset="0"/>
                    </a:rPr>
                    <a:t>mail</a:t>
                  </a:r>
                </a:p>
                <a:p>
                  <a:pPr algn="ctr"/>
                  <a:r>
                    <a:rPr kumimoji="0" lang="en-US" altLang="zh-CN" sz="1600">
                      <a:latin typeface="Comic Sans MS" panose="030F0702030302020204" pitchFamily="66" charset="0"/>
                    </a:rPr>
                    <a:t>server</a:t>
                  </a:r>
                  <a:endParaRPr kumimoji="0" lang="en-US" altLang="zh-CN" sz="2400"/>
                </a:p>
              </p:txBody>
            </p:sp>
            <p:sp>
              <p:nvSpPr>
                <p:cNvPr id="8275" name="Rectangle 58">
                  <a:extLst>
                    <a:ext uri="{FF2B5EF4-FFF2-40B4-BE49-F238E27FC236}">
                      <a16:creationId xmlns:a16="http://schemas.microsoft.com/office/drawing/2014/main" id="{A15780C0-FAAD-4F1A-A64E-FC3B1879677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20" y="3006"/>
                  <a:ext cx="450" cy="120"/>
                </a:xfrm>
                <a:prstGeom prst="rect">
                  <a:avLst/>
                </a:prstGeom>
                <a:solidFill>
                  <a:srgbClr val="00FF00"/>
                </a:solidFill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8276" name="Line 59">
                  <a:extLst>
                    <a:ext uri="{FF2B5EF4-FFF2-40B4-BE49-F238E27FC236}">
                      <a16:creationId xmlns:a16="http://schemas.microsoft.com/office/drawing/2014/main" id="{79A36084-7F3E-4F1F-A427-80B8A59833F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369" y="3034"/>
                  <a:ext cx="0" cy="72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8277" name="Line 60">
                  <a:extLst>
                    <a:ext uri="{FF2B5EF4-FFF2-40B4-BE49-F238E27FC236}">
                      <a16:creationId xmlns:a16="http://schemas.microsoft.com/office/drawing/2014/main" id="{3C536F2D-346D-4891-8FAA-2B02B972825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478" y="3033"/>
                  <a:ext cx="0" cy="72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8278" name="Line 61">
                  <a:extLst>
                    <a:ext uri="{FF2B5EF4-FFF2-40B4-BE49-F238E27FC236}">
                      <a16:creationId xmlns:a16="http://schemas.microsoft.com/office/drawing/2014/main" id="{5BB721AC-ACBF-4A42-8AA1-3E2A44137ED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533" y="3035"/>
                  <a:ext cx="0" cy="72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8279" name="Line 62">
                  <a:extLst>
                    <a:ext uri="{FF2B5EF4-FFF2-40B4-BE49-F238E27FC236}">
                      <a16:creationId xmlns:a16="http://schemas.microsoft.com/office/drawing/2014/main" id="{0C5921A4-A537-4480-AA29-D5BBE3677C8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590" y="3033"/>
                  <a:ext cx="0" cy="72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8280" name="Line 63">
                  <a:extLst>
                    <a:ext uri="{FF2B5EF4-FFF2-40B4-BE49-F238E27FC236}">
                      <a16:creationId xmlns:a16="http://schemas.microsoft.com/office/drawing/2014/main" id="{E8644867-9E5E-4B6B-8FB0-0B8AB3FD548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651" y="3033"/>
                  <a:ext cx="0" cy="72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8281" name="Line 64">
                  <a:extLst>
                    <a:ext uri="{FF2B5EF4-FFF2-40B4-BE49-F238E27FC236}">
                      <a16:creationId xmlns:a16="http://schemas.microsoft.com/office/drawing/2014/main" id="{65278C1D-9E53-4999-B34C-DD55D9371A3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707" y="3033"/>
                  <a:ext cx="0" cy="72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8282" name="Line 65">
                  <a:extLst>
                    <a:ext uri="{FF2B5EF4-FFF2-40B4-BE49-F238E27FC236}">
                      <a16:creationId xmlns:a16="http://schemas.microsoft.com/office/drawing/2014/main" id="{014F77F9-C86A-42F4-BF48-FB38B0A1BCB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422" y="3034"/>
                  <a:ext cx="0" cy="72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8283" name="Rectangle 66">
                  <a:extLst>
                    <a:ext uri="{FF2B5EF4-FFF2-40B4-BE49-F238E27FC236}">
                      <a16:creationId xmlns:a16="http://schemas.microsoft.com/office/drawing/2014/main" id="{845C9447-6913-459E-81D3-78B51D84A2A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28" y="3173"/>
                  <a:ext cx="64" cy="93"/>
                </a:xfrm>
                <a:prstGeom prst="rect">
                  <a:avLst/>
                </a:prstGeom>
                <a:solidFill>
                  <a:srgbClr val="FFFF00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8284" name="Rectangle 67">
                  <a:extLst>
                    <a:ext uri="{FF2B5EF4-FFF2-40B4-BE49-F238E27FC236}">
                      <a16:creationId xmlns:a16="http://schemas.microsoft.com/office/drawing/2014/main" id="{3647EB62-ADFD-4F33-AC0A-08EBF9B7F52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414" y="3173"/>
                  <a:ext cx="64" cy="93"/>
                </a:xfrm>
                <a:prstGeom prst="rect">
                  <a:avLst/>
                </a:prstGeom>
                <a:solidFill>
                  <a:srgbClr val="FFFF00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8285" name="Rectangle 68">
                  <a:extLst>
                    <a:ext uri="{FF2B5EF4-FFF2-40B4-BE49-F238E27FC236}">
                      <a16:creationId xmlns:a16="http://schemas.microsoft.com/office/drawing/2014/main" id="{A080F7E1-6224-4DC6-BE0A-DF1B8025758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500" y="3172"/>
                  <a:ext cx="64" cy="93"/>
                </a:xfrm>
                <a:prstGeom prst="rect">
                  <a:avLst/>
                </a:prstGeom>
                <a:solidFill>
                  <a:srgbClr val="FFFF00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8286" name="Rectangle 69">
                  <a:extLst>
                    <a:ext uri="{FF2B5EF4-FFF2-40B4-BE49-F238E27FC236}">
                      <a16:creationId xmlns:a16="http://schemas.microsoft.com/office/drawing/2014/main" id="{CD5A8B8E-F00F-434E-9523-9610D9D6022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597" y="3170"/>
                  <a:ext cx="64" cy="93"/>
                </a:xfrm>
                <a:prstGeom prst="rect">
                  <a:avLst/>
                </a:prstGeom>
                <a:solidFill>
                  <a:srgbClr val="FFFF00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8287" name="Rectangle 70">
                  <a:extLst>
                    <a:ext uri="{FF2B5EF4-FFF2-40B4-BE49-F238E27FC236}">
                      <a16:creationId xmlns:a16="http://schemas.microsoft.com/office/drawing/2014/main" id="{81119A2B-3270-4BBD-B35E-1D733403690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693" y="3170"/>
                  <a:ext cx="64" cy="93"/>
                </a:xfrm>
                <a:prstGeom prst="rect">
                  <a:avLst/>
                </a:prstGeom>
                <a:solidFill>
                  <a:srgbClr val="FFFF00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</p:grpSp>
        <p:grpSp>
          <p:nvGrpSpPr>
            <p:cNvPr id="8219" name="Group 71">
              <a:extLst>
                <a:ext uri="{FF2B5EF4-FFF2-40B4-BE49-F238E27FC236}">
                  <a16:creationId xmlns:a16="http://schemas.microsoft.com/office/drawing/2014/main" id="{483D93D4-7F86-4229-9344-481F2F131FA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563" y="3200"/>
              <a:ext cx="447" cy="443"/>
              <a:chOff x="4337" y="290"/>
              <a:chExt cx="447" cy="443"/>
            </a:xfrm>
          </p:grpSpPr>
          <p:graphicFrame>
            <p:nvGraphicFramePr>
              <p:cNvPr id="8267" name="Object 72">
                <a:extLst>
                  <a:ext uri="{FF2B5EF4-FFF2-40B4-BE49-F238E27FC236}">
                    <a16:creationId xmlns:a16="http://schemas.microsoft.com/office/drawing/2014/main" id="{16F84484-1F74-4CFB-B805-4E87E803C7C8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4338" y="290"/>
              <a:ext cx="392" cy="31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6881" name="Clip" r:id="rId7" imgW="1307263" imgH="1084139" progId="MS_ClipArt_Gallery.2">
                      <p:embed/>
                    </p:oleObj>
                  </mc:Choice>
                  <mc:Fallback>
                    <p:oleObj name="Clip" r:id="rId7" imgW="1307263" imgH="1084139" progId="MS_ClipArt_Gallery.2">
                      <p:embed/>
                      <p:pic>
                        <p:nvPicPr>
                          <p:cNvPr id="8267" name="Object 72">
                            <a:extLst>
                              <a:ext uri="{FF2B5EF4-FFF2-40B4-BE49-F238E27FC236}">
                                <a16:creationId xmlns:a16="http://schemas.microsoft.com/office/drawing/2014/main" id="{16F84484-1F74-4CFB-B805-4E87E803C7C8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338" y="290"/>
                            <a:ext cx="392" cy="31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pSp>
            <p:nvGrpSpPr>
              <p:cNvPr id="8268" name="Group 73">
                <a:extLst>
                  <a:ext uri="{FF2B5EF4-FFF2-40B4-BE49-F238E27FC236}">
                    <a16:creationId xmlns:a16="http://schemas.microsoft.com/office/drawing/2014/main" id="{57FAB70A-18AC-4BEC-B41C-CD26D14BAF8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337" y="367"/>
                <a:ext cx="447" cy="366"/>
                <a:chOff x="4189" y="817"/>
                <a:chExt cx="521" cy="366"/>
              </a:xfrm>
            </p:grpSpPr>
            <p:sp>
              <p:nvSpPr>
                <p:cNvPr id="8269" name="Rectangle 74">
                  <a:extLst>
                    <a:ext uri="{FF2B5EF4-FFF2-40B4-BE49-F238E27FC236}">
                      <a16:creationId xmlns:a16="http://schemas.microsoft.com/office/drawing/2014/main" id="{DE7B6A06-F576-40F0-946F-3A7AD590054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24" y="846"/>
                  <a:ext cx="444" cy="330"/>
                </a:xfrm>
                <a:prstGeom prst="rect">
                  <a:avLst/>
                </a:prstGeom>
                <a:solidFill>
                  <a:schemeClr val="hlink"/>
                </a:solidFill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8270" name="Text Box 75">
                  <a:extLst>
                    <a:ext uri="{FF2B5EF4-FFF2-40B4-BE49-F238E27FC236}">
                      <a16:creationId xmlns:a16="http://schemas.microsoft.com/office/drawing/2014/main" id="{A60B9B24-2C45-4BE7-8DB0-D3DA5D6F472B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189" y="817"/>
                  <a:ext cx="521" cy="36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/>
                  <a:r>
                    <a:rPr kumimoji="0" lang="en-US" altLang="zh-CN" sz="1600">
                      <a:latin typeface="Comic Sans MS" panose="030F0702030302020204" pitchFamily="66" charset="0"/>
                    </a:rPr>
                    <a:t>user</a:t>
                  </a:r>
                </a:p>
                <a:p>
                  <a:pPr algn="ctr"/>
                  <a:r>
                    <a:rPr kumimoji="0" lang="en-US" altLang="zh-CN" sz="1600">
                      <a:latin typeface="Comic Sans MS" panose="030F0702030302020204" pitchFamily="66" charset="0"/>
                    </a:rPr>
                    <a:t>agent</a:t>
                  </a:r>
                  <a:endParaRPr kumimoji="0" lang="en-US" altLang="zh-CN" sz="2400"/>
                </a:p>
              </p:txBody>
            </p:sp>
          </p:grpSp>
        </p:grpSp>
        <p:grpSp>
          <p:nvGrpSpPr>
            <p:cNvPr id="8220" name="Group 76">
              <a:extLst>
                <a:ext uri="{FF2B5EF4-FFF2-40B4-BE49-F238E27FC236}">
                  <a16:creationId xmlns:a16="http://schemas.microsoft.com/office/drawing/2014/main" id="{D0F719F6-F529-479D-973F-903BE1EB2E4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035" y="3518"/>
              <a:ext cx="447" cy="443"/>
              <a:chOff x="4337" y="290"/>
              <a:chExt cx="447" cy="443"/>
            </a:xfrm>
          </p:grpSpPr>
          <p:graphicFrame>
            <p:nvGraphicFramePr>
              <p:cNvPr id="8263" name="Object 77">
                <a:extLst>
                  <a:ext uri="{FF2B5EF4-FFF2-40B4-BE49-F238E27FC236}">
                    <a16:creationId xmlns:a16="http://schemas.microsoft.com/office/drawing/2014/main" id="{70C5D6BC-EB2D-4BCC-9962-D68523ED1158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4338" y="290"/>
              <a:ext cx="392" cy="31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6882" name="Clip" r:id="rId8" imgW="1307263" imgH="1084139" progId="MS_ClipArt_Gallery.2">
                      <p:embed/>
                    </p:oleObj>
                  </mc:Choice>
                  <mc:Fallback>
                    <p:oleObj name="Clip" r:id="rId8" imgW="1307263" imgH="1084139" progId="MS_ClipArt_Gallery.2">
                      <p:embed/>
                      <p:pic>
                        <p:nvPicPr>
                          <p:cNvPr id="8263" name="Object 77">
                            <a:extLst>
                              <a:ext uri="{FF2B5EF4-FFF2-40B4-BE49-F238E27FC236}">
                                <a16:creationId xmlns:a16="http://schemas.microsoft.com/office/drawing/2014/main" id="{70C5D6BC-EB2D-4BCC-9962-D68523ED1158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338" y="290"/>
                            <a:ext cx="392" cy="31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pSp>
            <p:nvGrpSpPr>
              <p:cNvPr id="8264" name="Group 78">
                <a:extLst>
                  <a:ext uri="{FF2B5EF4-FFF2-40B4-BE49-F238E27FC236}">
                    <a16:creationId xmlns:a16="http://schemas.microsoft.com/office/drawing/2014/main" id="{EC5F722F-5B3E-4343-AA05-4030B221F9A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337" y="367"/>
                <a:ext cx="447" cy="366"/>
                <a:chOff x="4189" y="817"/>
                <a:chExt cx="521" cy="366"/>
              </a:xfrm>
            </p:grpSpPr>
            <p:sp>
              <p:nvSpPr>
                <p:cNvPr id="8265" name="Rectangle 79">
                  <a:extLst>
                    <a:ext uri="{FF2B5EF4-FFF2-40B4-BE49-F238E27FC236}">
                      <a16:creationId xmlns:a16="http://schemas.microsoft.com/office/drawing/2014/main" id="{BD5B406D-A9FB-4920-95AB-D4B8BC0639B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24" y="846"/>
                  <a:ext cx="444" cy="330"/>
                </a:xfrm>
                <a:prstGeom prst="rect">
                  <a:avLst/>
                </a:prstGeom>
                <a:solidFill>
                  <a:schemeClr val="hlink"/>
                </a:solidFill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8266" name="Text Box 80">
                  <a:extLst>
                    <a:ext uri="{FF2B5EF4-FFF2-40B4-BE49-F238E27FC236}">
                      <a16:creationId xmlns:a16="http://schemas.microsoft.com/office/drawing/2014/main" id="{041CDED7-C6FF-4D98-A32E-5074F45D89B3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189" y="817"/>
                  <a:ext cx="521" cy="36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/>
                  <a:r>
                    <a:rPr kumimoji="0" lang="en-US" altLang="zh-CN" sz="1600">
                      <a:latin typeface="Comic Sans MS" panose="030F0702030302020204" pitchFamily="66" charset="0"/>
                    </a:rPr>
                    <a:t>user</a:t>
                  </a:r>
                </a:p>
                <a:p>
                  <a:pPr algn="ctr"/>
                  <a:r>
                    <a:rPr kumimoji="0" lang="en-US" altLang="zh-CN" sz="1600">
                      <a:latin typeface="Comic Sans MS" panose="030F0702030302020204" pitchFamily="66" charset="0"/>
                    </a:rPr>
                    <a:t>agent</a:t>
                  </a:r>
                  <a:endParaRPr kumimoji="0" lang="en-US" altLang="zh-CN" sz="2400"/>
                </a:p>
              </p:txBody>
            </p:sp>
          </p:grpSp>
        </p:grpSp>
        <p:grpSp>
          <p:nvGrpSpPr>
            <p:cNvPr id="8221" name="Group 81">
              <a:extLst>
                <a:ext uri="{FF2B5EF4-FFF2-40B4-BE49-F238E27FC236}">
                  <a16:creationId xmlns:a16="http://schemas.microsoft.com/office/drawing/2014/main" id="{C597754D-9A03-4A3D-8E46-90077A09B62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62" y="1082"/>
              <a:ext cx="518" cy="946"/>
              <a:chOff x="3484" y="2522"/>
              <a:chExt cx="518" cy="946"/>
            </a:xfrm>
          </p:grpSpPr>
          <p:grpSp>
            <p:nvGrpSpPr>
              <p:cNvPr id="8238" name="Group 82">
                <a:extLst>
                  <a:ext uri="{FF2B5EF4-FFF2-40B4-BE49-F238E27FC236}">
                    <a16:creationId xmlns:a16="http://schemas.microsoft.com/office/drawing/2014/main" id="{56D1AF77-A31B-4A5D-9E3D-0ECC2669483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631" y="2522"/>
                <a:ext cx="224" cy="588"/>
                <a:chOff x="4180" y="783"/>
                <a:chExt cx="150" cy="307"/>
              </a:xfrm>
            </p:grpSpPr>
            <p:sp>
              <p:nvSpPr>
                <p:cNvPr id="8255" name="AutoShape 83">
                  <a:extLst>
                    <a:ext uri="{FF2B5EF4-FFF2-40B4-BE49-F238E27FC236}">
                      <a16:creationId xmlns:a16="http://schemas.microsoft.com/office/drawing/2014/main" id="{398937F0-C6FE-40C9-86EB-F380EC7E3FF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180" y="1019"/>
                  <a:ext cx="150" cy="71"/>
                </a:xfrm>
                <a:prstGeom prst="parallelogram">
                  <a:avLst>
                    <a:gd name="adj" fmla="val 81387"/>
                  </a:avLst>
                </a:prstGeom>
                <a:solidFill>
                  <a:srgbClr val="33CCCC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8256" name="Rectangle 84">
                  <a:extLst>
                    <a:ext uri="{FF2B5EF4-FFF2-40B4-BE49-F238E27FC236}">
                      <a16:creationId xmlns:a16="http://schemas.microsoft.com/office/drawing/2014/main" id="{2E4CE8B5-9B5D-43D0-9397-F3C9052D0D7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56" y="785"/>
                  <a:ext cx="69" cy="236"/>
                </a:xfrm>
                <a:prstGeom prst="rect">
                  <a:avLst/>
                </a:prstGeom>
                <a:solidFill>
                  <a:srgbClr val="33CCCC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8257" name="Rectangle 85">
                  <a:extLst>
                    <a:ext uri="{FF2B5EF4-FFF2-40B4-BE49-F238E27FC236}">
                      <a16:creationId xmlns:a16="http://schemas.microsoft.com/office/drawing/2014/main" id="{F11D8288-345C-4E68-B247-FB565086E1E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181" y="852"/>
                  <a:ext cx="95" cy="236"/>
                </a:xfrm>
                <a:prstGeom prst="rect">
                  <a:avLst/>
                </a:prstGeom>
                <a:solidFill>
                  <a:srgbClr val="33CCCC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8258" name="AutoShape 86">
                  <a:extLst>
                    <a:ext uri="{FF2B5EF4-FFF2-40B4-BE49-F238E27FC236}">
                      <a16:creationId xmlns:a16="http://schemas.microsoft.com/office/drawing/2014/main" id="{358F58B9-53DD-4D18-82A4-BFC9466A4E6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180" y="783"/>
                  <a:ext cx="150" cy="71"/>
                </a:xfrm>
                <a:prstGeom prst="parallelogram">
                  <a:avLst>
                    <a:gd name="adj" fmla="val 81387"/>
                  </a:avLst>
                </a:prstGeom>
                <a:solidFill>
                  <a:srgbClr val="33CCCC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8259" name="Line 87">
                  <a:extLst>
                    <a:ext uri="{FF2B5EF4-FFF2-40B4-BE49-F238E27FC236}">
                      <a16:creationId xmlns:a16="http://schemas.microsoft.com/office/drawing/2014/main" id="{C58B8CD8-F83C-435B-AE58-A155B67FE4D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330" y="788"/>
                  <a:ext cx="0" cy="23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8260" name="Line 88">
                  <a:extLst>
                    <a:ext uri="{FF2B5EF4-FFF2-40B4-BE49-F238E27FC236}">
                      <a16:creationId xmlns:a16="http://schemas.microsoft.com/office/drawing/2014/main" id="{79521026-5414-453A-94F9-305891E2043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4276" y="1019"/>
                  <a:ext cx="54" cy="69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8261" name="Rectangle 89">
                  <a:extLst>
                    <a:ext uri="{FF2B5EF4-FFF2-40B4-BE49-F238E27FC236}">
                      <a16:creationId xmlns:a16="http://schemas.microsoft.com/office/drawing/2014/main" id="{ED540EFB-271F-40F1-8D03-2A9C4B0FF6E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193" y="883"/>
                  <a:ext cx="63" cy="136"/>
                </a:xfrm>
                <a:prstGeom prst="rect">
                  <a:avLst/>
                </a:prstGeom>
                <a:solidFill>
                  <a:schemeClr val="accent2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8262" name="Rectangle 90">
                  <a:extLst>
                    <a:ext uri="{FF2B5EF4-FFF2-40B4-BE49-F238E27FC236}">
                      <a16:creationId xmlns:a16="http://schemas.microsoft.com/office/drawing/2014/main" id="{5F0DF3C3-2E83-4C1F-857B-FDBBF8C2D11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02" y="924"/>
                  <a:ext cx="48" cy="48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8239" name="Group 91">
                <a:extLst>
                  <a:ext uri="{FF2B5EF4-FFF2-40B4-BE49-F238E27FC236}">
                    <a16:creationId xmlns:a16="http://schemas.microsoft.com/office/drawing/2014/main" id="{6C405E14-21EA-4287-A95A-01B24B6E14F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484" y="2807"/>
                <a:ext cx="518" cy="661"/>
                <a:chOff x="4288" y="2627"/>
                <a:chExt cx="518" cy="661"/>
              </a:xfrm>
            </p:grpSpPr>
            <p:sp>
              <p:nvSpPr>
                <p:cNvPr id="8240" name="Rectangle 92">
                  <a:extLst>
                    <a:ext uri="{FF2B5EF4-FFF2-40B4-BE49-F238E27FC236}">
                      <a16:creationId xmlns:a16="http://schemas.microsoft.com/office/drawing/2014/main" id="{76DC8844-E702-4D87-88B7-D4244C79236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96" y="2652"/>
                  <a:ext cx="510" cy="636"/>
                </a:xfrm>
                <a:prstGeom prst="rect">
                  <a:avLst/>
                </a:prstGeom>
                <a:solidFill>
                  <a:schemeClr val="hlink"/>
                </a:solidFill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8241" name="Text Box 93">
                  <a:extLst>
                    <a:ext uri="{FF2B5EF4-FFF2-40B4-BE49-F238E27FC236}">
                      <a16:creationId xmlns:a16="http://schemas.microsoft.com/office/drawing/2014/main" id="{E33D1834-7A08-4E75-8AA0-E498E82D2E16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288" y="2627"/>
                  <a:ext cx="504" cy="36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/>
                  <a:r>
                    <a:rPr kumimoji="0" lang="en-US" altLang="zh-CN" sz="1600">
                      <a:latin typeface="Comic Sans MS" panose="030F0702030302020204" pitchFamily="66" charset="0"/>
                    </a:rPr>
                    <a:t>mail</a:t>
                  </a:r>
                </a:p>
                <a:p>
                  <a:pPr algn="ctr"/>
                  <a:r>
                    <a:rPr kumimoji="0" lang="en-US" altLang="zh-CN" sz="1600">
                      <a:latin typeface="Comic Sans MS" panose="030F0702030302020204" pitchFamily="66" charset="0"/>
                    </a:rPr>
                    <a:t>server</a:t>
                  </a:r>
                  <a:endParaRPr kumimoji="0" lang="en-US" altLang="zh-CN" sz="2400"/>
                </a:p>
              </p:txBody>
            </p:sp>
            <p:sp>
              <p:nvSpPr>
                <p:cNvPr id="8242" name="Rectangle 94">
                  <a:extLst>
                    <a:ext uri="{FF2B5EF4-FFF2-40B4-BE49-F238E27FC236}">
                      <a16:creationId xmlns:a16="http://schemas.microsoft.com/office/drawing/2014/main" id="{88CC7DA7-1E0E-4F89-9CF4-CC72C188F55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20" y="3006"/>
                  <a:ext cx="450" cy="120"/>
                </a:xfrm>
                <a:prstGeom prst="rect">
                  <a:avLst/>
                </a:prstGeom>
                <a:solidFill>
                  <a:srgbClr val="00FF00"/>
                </a:solidFill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8243" name="Line 95">
                  <a:extLst>
                    <a:ext uri="{FF2B5EF4-FFF2-40B4-BE49-F238E27FC236}">
                      <a16:creationId xmlns:a16="http://schemas.microsoft.com/office/drawing/2014/main" id="{0B9846BE-3D8F-4447-A292-167F4170394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369" y="3034"/>
                  <a:ext cx="0" cy="72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8244" name="Line 96">
                  <a:extLst>
                    <a:ext uri="{FF2B5EF4-FFF2-40B4-BE49-F238E27FC236}">
                      <a16:creationId xmlns:a16="http://schemas.microsoft.com/office/drawing/2014/main" id="{B2CA1B30-E62D-446E-9D8F-8AAD5BEEE9D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478" y="3033"/>
                  <a:ext cx="0" cy="72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8245" name="Line 97">
                  <a:extLst>
                    <a:ext uri="{FF2B5EF4-FFF2-40B4-BE49-F238E27FC236}">
                      <a16:creationId xmlns:a16="http://schemas.microsoft.com/office/drawing/2014/main" id="{34C40CF7-B534-4252-8526-F077F96B606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533" y="3035"/>
                  <a:ext cx="0" cy="72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8246" name="Line 98">
                  <a:extLst>
                    <a:ext uri="{FF2B5EF4-FFF2-40B4-BE49-F238E27FC236}">
                      <a16:creationId xmlns:a16="http://schemas.microsoft.com/office/drawing/2014/main" id="{D7C795C9-31D5-4A43-8B2F-A6E31BBC0DE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590" y="3033"/>
                  <a:ext cx="0" cy="72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8247" name="Line 99">
                  <a:extLst>
                    <a:ext uri="{FF2B5EF4-FFF2-40B4-BE49-F238E27FC236}">
                      <a16:creationId xmlns:a16="http://schemas.microsoft.com/office/drawing/2014/main" id="{5CB5C98E-27C1-48C2-9B94-616CB22F4F2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651" y="3033"/>
                  <a:ext cx="0" cy="72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8248" name="Line 100">
                  <a:extLst>
                    <a:ext uri="{FF2B5EF4-FFF2-40B4-BE49-F238E27FC236}">
                      <a16:creationId xmlns:a16="http://schemas.microsoft.com/office/drawing/2014/main" id="{D2C64CA4-BF45-4B62-B6A1-6B53AF3E232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707" y="3033"/>
                  <a:ext cx="0" cy="72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8249" name="Line 101">
                  <a:extLst>
                    <a:ext uri="{FF2B5EF4-FFF2-40B4-BE49-F238E27FC236}">
                      <a16:creationId xmlns:a16="http://schemas.microsoft.com/office/drawing/2014/main" id="{5FBD91C0-411F-4395-8EFD-948752A6450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422" y="3034"/>
                  <a:ext cx="0" cy="72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8250" name="Rectangle 102">
                  <a:extLst>
                    <a:ext uri="{FF2B5EF4-FFF2-40B4-BE49-F238E27FC236}">
                      <a16:creationId xmlns:a16="http://schemas.microsoft.com/office/drawing/2014/main" id="{AF7EA506-DD80-4055-BBD1-945DAB70132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28" y="3173"/>
                  <a:ext cx="64" cy="93"/>
                </a:xfrm>
                <a:prstGeom prst="rect">
                  <a:avLst/>
                </a:prstGeom>
                <a:solidFill>
                  <a:srgbClr val="FFFF00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8251" name="Rectangle 103">
                  <a:extLst>
                    <a:ext uri="{FF2B5EF4-FFF2-40B4-BE49-F238E27FC236}">
                      <a16:creationId xmlns:a16="http://schemas.microsoft.com/office/drawing/2014/main" id="{5F577ACA-629E-4225-A9AA-3AB8DDDB378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414" y="3173"/>
                  <a:ext cx="64" cy="93"/>
                </a:xfrm>
                <a:prstGeom prst="rect">
                  <a:avLst/>
                </a:prstGeom>
                <a:solidFill>
                  <a:srgbClr val="FFFF00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8252" name="Rectangle 104">
                  <a:extLst>
                    <a:ext uri="{FF2B5EF4-FFF2-40B4-BE49-F238E27FC236}">
                      <a16:creationId xmlns:a16="http://schemas.microsoft.com/office/drawing/2014/main" id="{E9DE7400-82F1-4779-A312-D6EA5851581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500" y="3172"/>
                  <a:ext cx="64" cy="93"/>
                </a:xfrm>
                <a:prstGeom prst="rect">
                  <a:avLst/>
                </a:prstGeom>
                <a:solidFill>
                  <a:srgbClr val="FFFF00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8253" name="Rectangle 105">
                  <a:extLst>
                    <a:ext uri="{FF2B5EF4-FFF2-40B4-BE49-F238E27FC236}">
                      <a16:creationId xmlns:a16="http://schemas.microsoft.com/office/drawing/2014/main" id="{9DFDC30E-2EB9-40E5-AFC8-5E03706B8E0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597" y="3170"/>
                  <a:ext cx="64" cy="93"/>
                </a:xfrm>
                <a:prstGeom prst="rect">
                  <a:avLst/>
                </a:prstGeom>
                <a:solidFill>
                  <a:srgbClr val="FFFF00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8254" name="Rectangle 106">
                  <a:extLst>
                    <a:ext uri="{FF2B5EF4-FFF2-40B4-BE49-F238E27FC236}">
                      <a16:creationId xmlns:a16="http://schemas.microsoft.com/office/drawing/2014/main" id="{1E85D523-0FBE-4B2A-8315-DBFBF5C5C67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693" y="3170"/>
                  <a:ext cx="64" cy="93"/>
                </a:xfrm>
                <a:prstGeom prst="rect">
                  <a:avLst/>
                </a:prstGeom>
                <a:solidFill>
                  <a:srgbClr val="FFFF00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</p:grpSp>
        <p:grpSp>
          <p:nvGrpSpPr>
            <p:cNvPr id="8222" name="Group 107">
              <a:extLst>
                <a:ext uri="{FF2B5EF4-FFF2-40B4-BE49-F238E27FC236}">
                  <a16:creationId xmlns:a16="http://schemas.microsoft.com/office/drawing/2014/main" id="{DE64715C-E576-494E-867D-E0CD526BB37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431" y="920"/>
              <a:ext cx="447" cy="443"/>
              <a:chOff x="4337" y="290"/>
              <a:chExt cx="447" cy="443"/>
            </a:xfrm>
          </p:grpSpPr>
          <p:graphicFrame>
            <p:nvGraphicFramePr>
              <p:cNvPr id="8234" name="Object 108">
                <a:extLst>
                  <a:ext uri="{FF2B5EF4-FFF2-40B4-BE49-F238E27FC236}">
                    <a16:creationId xmlns:a16="http://schemas.microsoft.com/office/drawing/2014/main" id="{7032F5F4-42AC-46AC-9531-54B6B29C6442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4338" y="290"/>
              <a:ext cx="392" cy="31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6883" name="Clip" r:id="rId9" imgW="1307263" imgH="1084139" progId="MS_ClipArt_Gallery.2">
                      <p:embed/>
                    </p:oleObj>
                  </mc:Choice>
                  <mc:Fallback>
                    <p:oleObj name="Clip" r:id="rId9" imgW="1307263" imgH="1084139" progId="MS_ClipArt_Gallery.2">
                      <p:embed/>
                      <p:pic>
                        <p:nvPicPr>
                          <p:cNvPr id="8234" name="Object 108">
                            <a:extLst>
                              <a:ext uri="{FF2B5EF4-FFF2-40B4-BE49-F238E27FC236}">
                                <a16:creationId xmlns:a16="http://schemas.microsoft.com/office/drawing/2014/main" id="{7032F5F4-42AC-46AC-9531-54B6B29C6442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338" y="290"/>
                            <a:ext cx="392" cy="31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pSp>
            <p:nvGrpSpPr>
              <p:cNvPr id="8235" name="Group 109">
                <a:extLst>
                  <a:ext uri="{FF2B5EF4-FFF2-40B4-BE49-F238E27FC236}">
                    <a16:creationId xmlns:a16="http://schemas.microsoft.com/office/drawing/2014/main" id="{01F45EDC-3F32-45E0-B8CA-26676B02EF6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337" y="367"/>
                <a:ext cx="447" cy="366"/>
                <a:chOff x="4189" y="817"/>
                <a:chExt cx="521" cy="366"/>
              </a:xfrm>
            </p:grpSpPr>
            <p:sp>
              <p:nvSpPr>
                <p:cNvPr id="8236" name="Rectangle 110">
                  <a:extLst>
                    <a:ext uri="{FF2B5EF4-FFF2-40B4-BE49-F238E27FC236}">
                      <a16:creationId xmlns:a16="http://schemas.microsoft.com/office/drawing/2014/main" id="{FF07DB51-410F-4CA0-BBD3-93934D8B044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24" y="846"/>
                  <a:ext cx="444" cy="330"/>
                </a:xfrm>
                <a:prstGeom prst="rect">
                  <a:avLst/>
                </a:prstGeom>
                <a:solidFill>
                  <a:schemeClr val="hlink"/>
                </a:solidFill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8237" name="Text Box 111">
                  <a:extLst>
                    <a:ext uri="{FF2B5EF4-FFF2-40B4-BE49-F238E27FC236}">
                      <a16:creationId xmlns:a16="http://schemas.microsoft.com/office/drawing/2014/main" id="{6FA00138-01A0-4E87-97B5-750F565A81F4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189" y="817"/>
                  <a:ext cx="521" cy="36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/>
                  <a:r>
                    <a:rPr kumimoji="0" lang="en-US" altLang="zh-CN" sz="1600">
                      <a:latin typeface="Comic Sans MS" panose="030F0702030302020204" pitchFamily="66" charset="0"/>
                    </a:rPr>
                    <a:t>user</a:t>
                  </a:r>
                </a:p>
                <a:p>
                  <a:pPr algn="ctr"/>
                  <a:r>
                    <a:rPr kumimoji="0" lang="en-US" altLang="zh-CN" sz="1600">
                      <a:latin typeface="Comic Sans MS" panose="030F0702030302020204" pitchFamily="66" charset="0"/>
                    </a:rPr>
                    <a:t>agent</a:t>
                  </a:r>
                  <a:endParaRPr kumimoji="0" lang="en-US" altLang="zh-CN" sz="2400"/>
                </a:p>
              </p:txBody>
            </p:sp>
          </p:grpSp>
        </p:grpSp>
        <p:sp>
          <p:nvSpPr>
            <p:cNvPr id="8223" name="Line 112">
              <a:extLst>
                <a:ext uri="{FF2B5EF4-FFF2-40B4-BE49-F238E27FC236}">
                  <a16:creationId xmlns:a16="http://schemas.microsoft.com/office/drawing/2014/main" id="{74B5405C-AE59-417A-877C-C42B1C6C42F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498" y="2370"/>
              <a:ext cx="708" cy="684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224" name="Line 113">
              <a:extLst>
                <a:ext uri="{FF2B5EF4-FFF2-40B4-BE49-F238E27FC236}">
                  <a16:creationId xmlns:a16="http://schemas.microsoft.com/office/drawing/2014/main" id="{9000A633-2F0F-4E75-A3ED-C3CA6002DC8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030" y="2040"/>
              <a:ext cx="0" cy="786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8225" name="Group 114">
              <a:extLst>
                <a:ext uri="{FF2B5EF4-FFF2-40B4-BE49-F238E27FC236}">
                  <a16:creationId xmlns:a16="http://schemas.microsoft.com/office/drawing/2014/main" id="{0524A6AD-3156-4725-B96D-336EBD86BA1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559" y="2555"/>
              <a:ext cx="650" cy="288"/>
              <a:chOff x="3745" y="2537"/>
              <a:chExt cx="650" cy="288"/>
            </a:xfrm>
          </p:grpSpPr>
          <p:sp>
            <p:nvSpPr>
              <p:cNvPr id="8232" name="Rectangle 115">
                <a:extLst>
                  <a:ext uri="{FF2B5EF4-FFF2-40B4-BE49-F238E27FC236}">
                    <a16:creationId xmlns:a16="http://schemas.microsoft.com/office/drawing/2014/main" id="{0FDC6227-3093-4E58-A1D9-F06D69E71C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98" y="2580"/>
                <a:ext cx="540" cy="19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8233" name="Text Box 116">
                <a:extLst>
                  <a:ext uri="{FF2B5EF4-FFF2-40B4-BE49-F238E27FC236}">
                    <a16:creationId xmlns:a16="http://schemas.microsoft.com/office/drawing/2014/main" id="{09C80706-C458-405F-9310-E416FFF1457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745" y="2537"/>
                <a:ext cx="650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/>
                <a:r>
                  <a:rPr kumimoji="0" lang="en-US" altLang="zh-CN" sz="2400">
                    <a:solidFill>
                      <a:srgbClr val="FF0000"/>
                    </a:solidFill>
                    <a:latin typeface="Comic Sans MS" panose="030F0702030302020204" pitchFamily="66" charset="0"/>
                  </a:rPr>
                  <a:t>SMTP</a:t>
                </a:r>
                <a:endParaRPr kumimoji="0" lang="en-US" altLang="zh-CN" sz="2400"/>
              </a:p>
            </p:txBody>
          </p:sp>
        </p:grpSp>
        <p:grpSp>
          <p:nvGrpSpPr>
            <p:cNvPr id="8226" name="Group 117">
              <a:extLst>
                <a:ext uri="{FF2B5EF4-FFF2-40B4-BE49-F238E27FC236}">
                  <a16:creationId xmlns:a16="http://schemas.microsoft.com/office/drawing/2014/main" id="{E9AB5F5E-F023-4D34-9A96-51C9B4E0DE4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535" y="1763"/>
              <a:ext cx="650" cy="288"/>
              <a:chOff x="3745" y="2537"/>
              <a:chExt cx="650" cy="288"/>
            </a:xfrm>
          </p:grpSpPr>
          <p:sp>
            <p:nvSpPr>
              <p:cNvPr id="8230" name="Rectangle 118">
                <a:extLst>
                  <a:ext uri="{FF2B5EF4-FFF2-40B4-BE49-F238E27FC236}">
                    <a16:creationId xmlns:a16="http://schemas.microsoft.com/office/drawing/2014/main" id="{45A910EF-8F48-49B0-84E8-4581C71A76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98" y="2580"/>
                <a:ext cx="540" cy="19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8231" name="Text Box 119">
                <a:extLst>
                  <a:ext uri="{FF2B5EF4-FFF2-40B4-BE49-F238E27FC236}">
                    <a16:creationId xmlns:a16="http://schemas.microsoft.com/office/drawing/2014/main" id="{EF266F3C-476C-4DDF-9376-AB5AD7A7DD0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745" y="2537"/>
                <a:ext cx="650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/>
                <a:r>
                  <a:rPr kumimoji="0" lang="en-US" altLang="zh-CN" sz="2400">
                    <a:solidFill>
                      <a:srgbClr val="FF0000"/>
                    </a:solidFill>
                    <a:latin typeface="Comic Sans MS" panose="030F0702030302020204" pitchFamily="66" charset="0"/>
                  </a:rPr>
                  <a:t>SMTP</a:t>
                </a:r>
                <a:endParaRPr kumimoji="0" lang="en-US" altLang="zh-CN" sz="2400"/>
              </a:p>
            </p:txBody>
          </p:sp>
        </p:grpSp>
        <p:grpSp>
          <p:nvGrpSpPr>
            <p:cNvPr id="8227" name="Group 120">
              <a:extLst>
                <a:ext uri="{FF2B5EF4-FFF2-40B4-BE49-F238E27FC236}">
                  <a16:creationId xmlns:a16="http://schemas.microsoft.com/office/drawing/2014/main" id="{F64A4586-701C-414C-8A08-029F9433C85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701" y="2213"/>
              <a:ext cx="650" cy="288"/>
              <a:chOff x="3745" y="2537"/>
              <a:chExt cx="650" cy="288"/>
            </a:xfrm>
          </p:grpSpPr>
          <p:sp>
            <p:nvSpPr>
              <p:cNvPr id="8228" name="Rectangle 121">
                <a:extLst>
                  <a:ext uri="{FF2B5EF4-FFF2-40B4-BE49-F238E27FC236}">
                    <a16:creationId xmlns:a16="http://schemas.microsoft.com/office/drawing/2014/main" id="{EBB7B698-E681-43E1-AC06-73FEFFC06E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98" y="2580"/>
                <a:ext cx="540" cy="19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8229" name="Text Box 122">
                <a:extLst>
                  <a:ext uri="{FF2B5EF4-FFF2-40B4-BE49-F238E27FC236}">
                    <a16:creationId xmlns:a16="http://schemas.microsoft.com/office/drawing/2014/main" id="{41966E61-EDA9-4E74-B259-F8B8E95AFA9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745" y="2537"/>
                <a:ext cx="650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/>
                <a:r>
                  <a:rPr kumimoji="0" lang="en-US" altLang="zh-CN" sz="2400">
                    <a:solidFill>
                      <a:srgbClr val="FF0000"/>
                    </a:solidFill>
                    <a:latin typeface="Comic Sans MS" panose="030F0702030302020204" pitchFamily="66" charset="0"/>
                  </a:rPr>
                  <a:t>SMTP</a:t>
                </a:r>
                <a:endParaRPr kumimoji="0" lang="en-US" altLang="zh-CN" sz="2400"/>
              </a:p>
            </p:txBody>
          </p:sp>
        </p:grpSp>
      </p:grpSp>
      <p:grpSp>
        <p:nvGrpSpPr>
          <p:cNvPr id="938123" name="Group 139">
            <a:extLst>
              <a:ext uri="{FF2B5EF4-FFF2-40B4-BE49-F238E27FC236}">
                <a16:creationId xmlns:a16="http://schemas.microsoft.com/office/drawing/2014/main" id="{0DDD83A6-2312-4528-81CA-AA63F0EB9730}"/>
              </a:ext>
            </a:extLst>
          </p:cNvPr>
          <p:cNvGrpSpPr>
            <a:grpSpLocks/>
          </p:cNvGrpSpPr>
          <p:nvPr/>
        </p:nvGrpSpPr>
        <p:grpSpPr bwMode="auto">
          <a:xfrm>
            <a:off x="8423275" y="1314451"/>
            <a:ext cx="1828800" cy="1027113"/>
            <a:chOff x="4346" y="828"/>
            <a:chExt cx="1152" cy="647"/>
          </a:xfrm>
        </p:grpSpPr>
        <p:sp>
          <p:nvSpPr>
            <p:cNvPr id="8198" name="Rectangle 140">
              <a:extLst>
                <a:ext uri="{FF2B5EF4-FFF2-40B4-BE49-F238E27FC236}">
                  <a16:creationId xmlns:a16="http://schemas.microsoft.com/office/drawing/2014/main" id="{5A9755E5-3AB7-4900-88FE-4AC6A6B7D4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46" y="857"/>
              <a:ext cx="1152" cy="618"/>
            </a:xfrm>
            <a:prstGeom prst="rect">
              <a:avLst/>
            </a:prstGeom>
            <a:noFill/>
            <a:ln w="9525">
              <a:solidFill>
                <a:srgbClr val="00CCFF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grpSp>
          <p:nvGrpSpPr>
            <p:cNvPr id="8199" name="Group 141">
              <a:extLst>
                <a:ext uri="{FF2B5EF4-FFF2-40B4-BE49-F238E27FC236}">
                  <a16:creationId xmlns:a16="http://schemas.microsoft.com/office/drawing/2014/main" id="{15B8A80C-EB14-42FC-A28F-42302FD8FD1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94" y="828"/>
              <a:ext cx="1094" cy="602"/>
              <a:chOff x="4458" y="3325"/>
              <a:chExt cx="1094" cy="602"/>
            </a:xfrm>
          </p:grpSpPr>
          <p:sp>
            <p:nvSpPr>
              <p:cNvPr id="8200" name="Text Box 142">
                <a:extLst>
                  <a:ext uri="{FF2B5EF4-FFF2-40B4-BE49-F238E27FC236}">
                    <a16:creationId xmlns:a16="http://schemas.microsoft.com/office/drawing/2014/main" id="{5335E874-5EF6-48F8-B8C8-58ACBE06E65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787" y="3715"/>
                <a:ext cx="628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/>
                <a:r>
                  <a:rPr kumimoji="0" lang="zh-CN" altLang="en-US" sz="1600">
                    <a:latin typeface="Comic Sans MS" panose="030F0702030302020204" pitchFamily="66" charset="0"/>
                  </a:rPr>
                  <a:t>用户邮箱</a:t>
                </a:r>
                <a:endParaRPr kumimoji="0" lang="zh-CN" altLang="en-US" sz="2400"/>
              </a:p>
            </p:txBody>
          </p:sp>
          <p:grpSp>
            <p:nvGrpSpPr>
              <p:cNvPr id="8201" name="Group 143">
                <a:extLst>
                  <a:ext uri="{FF2B5EF4-FFF2-40B4-BE49-F238E27FC236}">
                    <a16:creationId xmlns:a16="http://schemas.microsoft.com/office/drawing/2014/main" id="{E26B1353-B947-4D68-BE0E-10A03C5AD7B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458" y="3408"/>
                <a:ext cx="450" cy="120"/>
                <a:chOff x="4314" y="3444"/>
                <a:chExt cx="450" cy="120"/>
              </a:xfrm>
            </p:grpSpPr>
            <p:sp>
              <p:nvSpPr>
                <p:cNvPr id="8204" name="Rectangle 144">
                  <a:extLst>
                    <a:ext uri="{FF2B5EF4-FFF2-40B4-BE49-F238E27FC236}">
                      <a16:creationId xmlns:a16="http://schemas.microsoft.com/office/drawing/2014/main" id="{6D991588-970A-4504-B6DD-A48FE1C1562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14" y="3444"/>
                  <a:ext cx="450" cy="120"/>
                </a:xfrm>
                <a:prstGeom prst="rect">
                  <a:avLst/>
                </a:prstGeom>
                <a:solidFill>
                  <a:srgbClr val="00FF00"/>
                </a:solidFill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8205" name="Line 145">
                  <a:extLst>
                    <a:ext uri="{FF2B5EF4-FFF2-40B4-BE49-F238E27FC236}">
                      <a16:creationId xmlns:a16="http://schemas.microsoft.com/office/drawing/2014/main" id="{09AA1E78-6265-4349-AAB7-56D756E3881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363" y="3472"/>
                  <a:ext cx="0" cy="72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8206" name="Line 146">
                  <a:extLst>
                    <a:ext uri="{FF2B5EF4-FFF2-40B4-BE49-F238E27FC236}">
                      <a16:creationId xmlns:a16="http://schemas.microsoft.com/office/drawing/2014/main" id="{37978C69-84A5-493F-ABC2-C10709575E9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4472" y="3471"/>
                  <a:ext cx="6" cy="72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8207" name="Line 147">
                  <a:extLst>
                    <a:ext uri="{FF2B5EF4-FFF2-40B4-BE49-F238E27FC236}">
                      <a16:creationId xmlns:a16="http://schemas.microsoft.com/office/drawing/2014/main" id="{414617BF-FC22-4D1B-BFDF-AA8AD4089EF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527" y="3473"/>
                  <a:ext cx="0" cy="72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8208" name="Line 148">
                  <a:extLst>
                    <a:ext uri="{FF2B5EF4-FFF2-40B4-BE49-F238E27FC236}">
                      <a16:creationId xmlns:a16="http://schemas.microsoft.com/office/drawing/2014/main" id="{4FEA6EB7-51DA-4166-8212-64E08229FCB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584" y="3471"/>
                  <a:ext cx="0" cy="72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8209" name="Line 149">
                  <a:extLst>
                    <a:ext uri="{FF2B5EF4-FFF2-40B4-BE49-F238E27FC236}">
                      <a16:creationId xmlns:a16="http://schemas.microsoft.com/office/drawing/2014/main" id="{336C7B84-B4F1-42D0-A815-78C1FC2C9A6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645" y="3471"/>
                  <a:ext cx="0" cy="72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8210" name="Line 150">
                  <a:extLst>
                    <a:ext uri="{FF2B5EF4-FFF2-40B4-BE49-F238E27FC236}">
                      <a16:creationId xmlns:a16="http://schemas.microsoft.com/office/drawing/2014/main" id="{050D82B1-6D34-44EB-929E-ADA9B7A4D5D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701" y="3471"/>
                  <a:ext cx="0" cy="72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8211" name="Line 151">
                  <a:extLst>
                    <a:ext uri="{FF2B5EF4-FFF2-40B4-BE49-F238E27FC236}">
                      <a16:creationId xmlns:a16="http://schemas.microsoft.com/office/drawing/2014/main" id="{AAD94072-9B63-4A6B-804A-B1F84352C32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416" y="3472"/>
                  <a:ext cx="0" cy="72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8202" name="Rectangle 152">
                <a:extLst>
                  <a:ext uri="{FF2B5EF4-FFF2-40B4-BE49-F238E27FC236}">
                    <a16:creationId xmlns:a16="http://schemas.microsoft.com/office/drawing/2014/main" id="{917194C3-4720-4EE9-B4DF-4135EF0B7D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72" y="3779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8203" name="Text Box 153">
                <a:extLst>
                  <a:ext uri="{FF2B5EF4-FFF2-40B4-BE49-F238E27FC236}">
                    <a16:creationId xmlns:a16="http://schemas.microsoft.com/office/drawing/2014/main" id="{1A125C23-3AE9-437B-A9CD-6D073BADD33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924" y="3325"/>
                <a:ext cx="628" cy="36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r"/>
                <a:r>
                  <a:rPr kumimoji="0" lang="zh-CN" altLang="en-US" sz="1600">
                    <a:latin typeface="Comic Sans MS" panose="030F0702030302020204" pitchFamily="66" charset="0"/>
                  </a:rPr>
                  <a:t>输出</a:t>
                </a:r>
              </a:p>
              <a:p>
                <a:pPr algn="r"/>
                <a:r>
                  <a:rPr kumimoji="0" lang="zh-CN" altLang="en-US" sz="1600">
                    <a:latin typeface="Comic Sans MS" panose="030F0702030302020204" pitchFamily="66" charset="0"/>
                  </a:rPr>
                  <a:t>报文队列</a:t>
                </a:r>
                <a:endParaRPr kumimoji="0" lang="zh-CN" altLang="en-US" sz="2400"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99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8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381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381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37" name="Rectangle 77">
            <a:extLst>
              <a:ext uri="{FF2B5EF4-FFF2-40B4-BE49-F238E27FC236}">
                <a16:creationId xmlns:a16="http://schemas.microsoft.com/office/drawing/2014/main" id="{F62FAEC4-24B1-47AA-8FAD-338DC238CAD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212975" y="419100"/>
            <a:ext cx="7772400" cy="11430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 eaLnBrk="1" hangingPunct="1"/>
            <a:r>
              <a:rPr lang="zh-CN" altLang="en-US" sz="3600">
                <a:ea typeface="华文新魏" panose="02010800040101010101" pitchFamily="2" charset="-122"/>
              </a:rPr>
              <a:t>接收邮件</a:t>
            </a:r>
            <a:r>
              <a:rPr lang="en-US" altLang="zh-CN" sz="3600">
                <a:ea typeface="华文新魏" panose="02010800040101010101" pitchFamily="2" charset="-122"/>
              </a:rPr>
              <a:t>--</a:t>
            </a:r>
            <a:r>
              <a:rPr lang="zh-CN" altLang="en-US" sz="3600">
                <a:ea typeface="华文新魏" panose="02010800040101010101" pitchFamily="2" charset="-122"/>
              </a:rPr>
              <a:t>邮件访问协议</a:t>
            </a:r>
          </a:p>
        </p:txBody>
      </p:sp>
      <p:sp>
        <p:nvSpPr>
          <p:cNvPr id="9218" name="Rectangle 2">
            <a:extLst>
              <a:ext uri="{FF2B5EF4-FFF2-40B4-BE49-F238E27FC236}">
                <a16:creationId xmlns:a16="http://schemas.microsoft.com/office/drawing/2014/main" id="{0A1DCEB1-EDB3-47AE-87C5-40EB54156288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2651126" y="3817938"/>
            <a:ext cx="7381875" cy="1955800"/>
          </a:xfrm>
          <a:solidFill>
            <a:srgbClr val="FFFFFF"/>
          </a:solidFill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altLang="zh-CN" sz="2800"/>
              <a:t>SMTP: </a:t>
            </a:r>
            <a:r>
              <a:rPr lang="zh-CN" altLang="en-US" sz="2800"/>
              <a:t>发送</a:t>
            </a:r>
            <a:r>
              <a:rPr lang="en-US" altLang="zh-CN" sz="2800"/>
              <a:t>/</a:t>
            </a:r>
            <a:r>
              <a:rPr lang="zh-CN" altLang="en-US" sz="2800"/>
              <a:t>存贮邮件到接收服务器</a:t>
            </a:r>
          </a:p>
          <a:p>
            <a:pPr eaLnBrk="1" hangingPunct="1"/>
            <a:r>
              <a:rPr lang="zh-CN" altLang="en-US" sz="2800"/>
              <a:t>邮件访问协议</a:t>
            </a:r>
            <a:r>
              <a:rPr lang="en-US" altLang="zh-CN" sz="2800"/>
              <a:t>: </a:t>
            </a:r>
            <a:r>
              <a:rPr lang="zh-CN" altLang="en-US" sz="2800"/>
              <a:t>从服务器取回邮件</a:t>
            </a:r>
          </a:p>
          <a:p>
            <a:pPr lvl="1" eaLnBrk="1" hangingPunct="1"/>
            <a:r>
              <a:rPr lang="zh-CN" altLang="en-US" sz="2400"/>
              <a:t>人们过去都是登录到服务器去读取邮件</a:t>
            </a:r>
            <a:r>
              <a:rPr lang="en-US" altLang="zh-CN" sz="2400"/>
              <a:t>, </a:t>
            </a:r>
            <a:r>
              <a:rPr lang="zh-CN" altLang="en-US" sz="2400"/>
              <a:t>而现在是从自己的</a:t>
            </a:r>
            <a:r>
              <a:rPr lang="en-US" altLang="zh-CN" sz="2400"/>
              <a:t>PC</a:t>
            </a:r>
            <a:r>
              <a:rPr lang="zh-CN" altLang="en-US" sz="2400"/>
              <a:t>上读取邮件</a:t>
            </a:r>
            <a:r>
              <a:rPr lang="en-US" altLang="zh-CN" sz="2400"/>
              <a:t>.</a:t>
            </a:r>
          </a:p>
        </p:txBody>
      </p:sp>
      <p:sp>
        <p:nvSpPr>
          <p:cNvPr id="9219" name="Line 3">
            <a:extLst>
              <a:ext uri="{FF2B5EF4-FFF2-40B4-BE49-F238E27FC236}">
                <a16:creationId xmlns:a16="http://schemas.microsoft.com/office/drawing/2014/main" id="{B78DDE12-29C9-4163-9F03-B3A9F7F92F4D}"/>
              </a:ext>
            </a:extLst>
          </p:cNvPr>
          <p:cNvSpPr>
            <a:spLocks noChangeShapeType="1"/>
          </p:cNvSpPr>
          <p:nvPr/>
        </p:nvSpPr>
        <p:spPr bwMode="auto">
          <a:xfrm>
            <a:off x="3805239" y="2479676"/>
            <a:ext cx="847725" cy="9525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9220" name="Group 4">
            <a:extLst>
              <a:ext uri="{FF2B5EF4-FFF2-40B4-BE49-F238E27FC236}">
                <a16:creationId xmlns:a16="http://schemas.microsoft.com/office/drawing/2014/main" id="{689CA993-9516-42FF-AEB3-BEE29329B191}"/>
              </a:ext>
            </a:extLst>
          </p:cNvPr>
          <p:cNvGrpSpPr>
            <a:grpSpLocks/>
          </p:cNvGrpSpPr>
          <p:nvPr/>
        </p:nvGrpSpPr>
        <p:grpSpPr bwMode="auto">
          <a:xfrm>
            <a:off x="8586789" y="2168525"/>
            <a:ext cx="650875" cy="692150"/>
            <a:chOff x="4338" y="290"/>
            <a:chExt cx="410" cy="436"/>
          </a:xfrm>
        </p:grpSpPr>
        <p:graphicFrame>
          <p:nvGraphicFramePr>
            <p:cNvPr id="9290" name="Object 5">
              <a:extLst>
                <a:ext uri="{FF2B5EF4-FFF2-40B4-BE49-F238E27FC236}">
                  <a16:creationId xmlns:a16="http://schemas.microsoft.com/office/drawing/2014/main" id="{BB41FE18-CE81-4A88-A496-6D222F2B1E23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338" y="290"/>
            <a:ext cx="392" cy="31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7898" name="Clip" r:id="rId3" imgW="1307263" imgH="1084139" progId="MS_ClipArt_Gallery.2">
                    <p:embed/>
                  </p:oleObj>
                </mc:Choice>
                <mc:Fallback>
                  <p:oleObj name="Clip" r:id="rId3" imgW="1307263" imgH="1084139" progId="MS_ClipArt_Gallery.2">
                    <p:embed/>
                    <p:pic>
                      <p:nvPicPr>
                        <p:cNvPr id="9290" name="Object 5">
                          <a:extLst>
                            <a:ext uri="{FF2B5EF4-FFF2-40B4-BE49-F238E27FC236}">
                              <a16:creationId xmlns:a16="http://schemas.microsoft.com/office/drawing/2014/main" id="{BB41FE18-CE81-4A88-A496-6D222F2B1E23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38" y="290"/>
                          <a:ext cx="392" cy="31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9291" name="Group 6">
              <a:extLst>
                <a:ext uri="{FF2B5EF4-FFF2-40B4-BE49-F238E27FC236}">
                  <a16:creationId xmlns:a16="http://schemas.microsoft.com/office/drawing/2014/main" id="{087D0FE8-5307-4150-BBA0-089CA401E12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67" y="357"/>
              <a:ext cx="381" cy="369"/>
              <a:chOff x="4224" y="807"/>
              <a:chExt cx="444" cy="369"/>
            </a:xfrm>
          </p:grpSpPr>
          <p:sp>
            <p:nvSpPr>
              <p:cNvPr id="9292" name="Rectangle 7">
                <a:extLst>
                  <a:ext uri="{FF2B5EF4-FFF2-40B4-BE49-F238E27FC236}">
                    <a16:creationId xmlns:a16="http://schemas.microsoft.com/office/drawing/2014/main" id="{44B2F4BE-EDED-455E-8B1C-FD798E089A3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4" y="846"/>
                <a:ext cx="444" cy="330"/>
              </a:xfrm>
              <a:prstGeom prst="rect">
                <a:avLst/>
              </a:prstGeom>
              <a:solidFill>
                <a:schemeClr val="hlink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9293" name="Text Box 8">
                <a:extLst>
                  <a:ext uri="{FF2B5EF4-FFF2-40B4-BE49-F238E27FC236}">
                    <a16:creationId xmlns:a16="http://schemas.microsoft.com/office/drawing/2014/main" id="{DF29B2E6-E043-44D8-BC23-26B50BA4A16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232" y="807"/>
                <a:ext cx="434" cy="36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/>
                <a:r>
                  <a:rPr kumimoji="0" lang="zh-CN" altLang="en-US" sz="1600">
                    <a:latin typeface="Comic Sans MS" panose="030F0702030302020204" pitchFamily="66" charset="0"/>
                  </a:rPr>
                  <a:t>用户</a:t>
                </a:r>
              </a:p>
              <a:p>
                <a:pPr algn="ctr"/>
                <a:r>
                  <a:rPr kumimoji="0" lang="zh-CN" altLang="en-US" sz="1600">
                    <a:latin typeface="Comic Sans MS" panose="030F0702030302020204" pitchFamily="66" charset="0"/>
                  </a:rPr>
                  <a:t>代理</a:t>
                </a:r>
              </a:p>
            </p:txBody>
          </p:sp>
        </p:grpSp>
      </p:grpSp>
      <p:grpSp>
        <p:nvGrpSpPr>
          <p:cNvPr id="9221" name="Group 9">
            <a:extLst>
              <a:ext uri="{FF2B5EF4-FFF2-40B4-BE49-F238E27FC236}">
                <a16:creationId xmlns:a16="http://schemas.microsoft.com/office/drawing/2014/main" id="{EF2CCF8D-3777-4D20-95C7-ECCD3EA1E4C8}"/>
              </a:ext>
            </a:extLst>
          </p:cNvPr>
          <p:cNvGrpSpPr>
            <a:grpSpLocks/>
          </p:cNvGrpSpPr>
          <p:nvPr/>
        </p:nvGrpSpPr>
        <p:grpSpPr bwMode="auto">
          <a:xfrm>
            <a:off x="4702175" y="2263775"/>
            <a:ext cx="355600" cy="933450"/>
            <a:chOff x="4180" y="783"/>
            <a:chExt cx="150" cy="307"/>
          </a:xfrm>
        </p:grpSpPr>
        <p:sp>
          <p:nvSpPr>
            <p:cNvPr id="9282" name="AutoShape 10">
              <a:extLst>
                <a:ext uri="{FF2B5EF4-FFF2-40B4-BE49-F238E27FC236}">
                  <a16:creationId xmlns:a16="http://schemas.microsoft.com/office/drawing/2014/main" id="{1FB8A0B6-A879-4694-96E6-F5B59C22F9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80" y="1019"/>
              <a:ext cx="150" cy="71"/>
            </a:xfrm>
            <a:prstGeom prst="parallelogram">
              <a:avLst>
                <a:gd name="adj" fmla="val 81387"/>
              </a:avLst>
            </a:prstGeom>
            <a:solidFill>
              <a:srgbClr val="33CC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9283" name="Rectangle 11">
              <a:extLst>
                <a:ext uri="{FF2B5EF4-FFF2-40B4-BE49-F238E27FC236}">
                  <a16:creationId xmlns:a16="http://schemas.microsoft.com/office/drawing/2014/main" id="{EA80AC67-2F65-4E29-B97C-28E115CC4E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56" y="785"/>
              <a:ext cx="69" cy="236"/>
            </a:xfrm>
            <a:prstGeom prst="rect">
              <a:avLst/>
            </a:prstGeom>
            <a:solidFill>
              <a:srgbClr val="33CC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9284" name="Rectangle 12">
              <a:extLst>
                <a:ext uri="{FF2B5EF4-FFF2-40B4-BE49-F238E27FC236}">
                  <a16:creationId xmlns:a16="http://schemas.microsoft.com/office/drawing/2014/main" id="{175451E5-E0BD-47E0-88EB-B47963065D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81" y="852"/>
              <a:ext cx="95" cy="236"/>
            </a:xfrm>
            <a:prstGeom prst="rect">
              <a:avLst/>
            </a:prstGeom>
            <a:solidFill>
              <a:srgbClr val="33CC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9285" name="AutoShape 13">
              <a:extLst>
                <a:ext uri="{FF2B5EF4-FFF2-40B4-BE49-F238E27FC236}">
                  <a16:creationId xmlns:a16="http://schemas.microsoft.com/office/drawing/2014/main" id="{A8C49AD5-762E-46FF-BC34-67F7EC1E17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80" y="783"/>
              <a:ext cx="150" cy="71"/>
            </a:xfrm>
            <a:prstGeom prst="parallelogram">
              <a:avLst>
                <a:gd name="adj" fmla="val 81387"/>
              </a:avLst>
            </a:prstGeom>
            <a:solidFill>
              <a:srgbClr val="33CC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9286" name="Line 14">
              <a:extLst>
                <a:ext uri="{FF2B5EF4-FFF2-40B4-BE49-F238E27FC236}">
                  <a16:creationId xmlns:a16="http://schemas.microsoft.com/office/drawing/2014/main" id="{DB46AAD4-B02B-4F31-9F12-5ACF7D26A46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30" y="788"/>
              <a:ext cx="0" cy="23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287" name="Line 15">
              <a:extLst>
                <a:ext uri="{FF2B5EF4-FFF2-40B4-BE49-F238E27FC236}">
                  <a16:creationId xmlns:a16="http://schemas.microsoft.com/office/drawing/2014/main" id="{A94EC460-B7D6-4656-B692-C3BA0A8B9A6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276" y="1019"/>
              <a:ext cx="54" cy="6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288" name="Rectangle 16">
              <a:extLst>
                <a:ext uri="{FF2B5EF4-FFF2-40B4-BE49-F238E27FC236}">
                  <a16:creationId xmlns:a16="http://schemas.microsoft.com/office/drawing/2014/main" id="{1F3FD343-8F3D-4D42-853D-1A7EBFDC2B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93" y="883"/>
              <a:ext cx="63" cy="136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9289" name="Rectangle 17">
              <a:extLst>
                <a:ext uri="{FF2B5EF4-FFF2-40B4-BE49-F238E27FC236}">
                  <a16:creationId xmlns:a16="http://schemas.microsoft.com/office/drawing/2014/main" id="{4F7595EE-2609-4CC7-8A56-06C7E651B2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2" y="924"/>
              <a:ext cx="48" cy="4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grpSp>
        <p:nvGrpSpPr>
          <p:cNvPr id="9222" name="Group 18">
            <a:extLst>
              <a:ext uri="{FF2B5EF4-FFF2-40B4-BE49-F238E27FC236}">
                <a16:creationId xmlns:a16="http://schemas.microsoft.com/office/drawing/2014/main" id="{4FA4EB72-B1F1-4A64-A7C2-D0F23AD2AF76}"/>
              </a:ext>
            </a:extLst>
          </p:cNvPr>
          <p:cNvGrpSpPr>
            <a:grpSpLocks/>
          </p:cNvGrpSpPr>
          <p:nvPr/>
        </p:nvGrpSpPr>
        <p:grpSpPr bwMode="auto">
          <a:xfrm>
            <a:off x="4056063" y="2641601"/>
            <a:ext cx="1606550" cy="919163"/>
            <a:chOff x="1742" y="1206"/>
            <a:chExt cx="1012" cy="579"/>
          </a:xfrm>
        </p:grpSpPr>
        <p:sp>
          <p:nvSpPr>
            <p:cNvPr id="9266" name="Text Box 19">
              <a:extLst>
                <a:ext uri="{FF2B5EF4-FFF2-40B4-BE49-F238E27FC236}">
                  <a16:creationId xmlns:a16="http://schemas.microsoft.com/office/drawing/2014/main" id="{7A1728C7-7E5F-4EE4-AB19-94068DF37CA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42" y="1573"/>
              <a:ext cx="1012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kumimoji="0" lang="zh-CN" altLang="en-US" sz="1600">
                  <a:latin typeface="Comic Sans MS" panose="030F0702030302020204" pitchFamily="66" charset="0"/>
                </a:rPr>
                <a:t>邮件发送服务器</a:t>
              </a:r>
              <a:endParaRPr kumimoji="0" lang="zh-CN" altLang="en-US" sz="2400"/>
            </a:p>
          </p:txBody>
        </p:sp>
        <p:grpSp>
          <p:nvGrpSpPr>
            <p:cNvPr id="9267" name="Group 20">
              <a:extLst>
                <a:ext uri="{FF2B5EF4-FFF2-40B4-BE49-F238E27FC236}">
                  <a16:creationId xmlns:a16="http://schemas.microsoft.com/office/drawing/2014/main" id="{87BAC446-CCD9-418D-B4A7-319DB64C00D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92" y="1206"/>
              <a:ext cx="510" cy="354"/>
              <a:chOff x="2070" y="2004"/>
              <a:chExt cx="510" cy="354"/>
            </a:xfrm>
          </p:grpSpPr>
          <p:sp>
            <p:nvSpPr>
              <p:cNvPr id="9268" name="Rectangle 21">
                <a:extLst>
                  <a:ext uri="{FF2B5EF4-FFF2-40B4-BE49-F238E27FC236}">
                    <a16:creationId xmlns:a16="http://schemas.microsoft.com/office/drawing/2014/main" id="{B8D1DBFF-BBA3-4F48-B007-80D102259D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70" y="2004"/>
                <a:ext cx="510" cy="354"/>
              </a:xfrm>
              <a:prstGeom prst="rect">
                <a:avLst/>
              </a:prstGeom>
              <a:solidFill>
                <a:schemeClr val="hlink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9269" name="Rectangle 22">
                <a:extLst>
                  <a:ext uri="{FF2B5EF4-FFF2-40B4-BE49-F238E27FC236}">
                    <a16:creationId xmlns:a16="http://schemas.microsoft.com/office/drawing/2014/main" id="{DC7A7FC8-5B23-4417-AA00-8C1770914D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94" y="2076"/>
                <a:ext cx="450" cy="120"/>
              </a:xfrm>
              <a:prstGeom prst="rect">
                <a:avLst/>
              </a:prstGeom>
              <a:solidFill>
                <a:srgbClr val="00FF00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9270" name="Line 23">
                <a:extLst>
                  <a:ext uri="{FF2B5EF4-FFF2-40B4-BE49-F238E27FC236}">
                    <a16:creationId xmlns:a16="http://schemas.microsoft.com/office/drawing/2014/main" id="{CFC7D839-2959-4A54-BC78-409A4646CBA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43" y="2104"/>
                <a:ext cx="0" cy="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271" name="Line 24">
                <a:extLst>
                  <a:ext uri="{FF2B5EF4-FFF2-40B4-BE49-F238E27FC236}">
                    <a16:creationId xmlns:a16="http://schemas.microsoft.com/office/drawing/2014/main" id="{DA582E6E-633B-45A6-A362-E2AA89D6B60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52" y="2103"/>
                <a:ext cx="0" cy="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272" name="Line 25">
                <a:extLst>
                  <a:ext uri="{FF2B5EF4-FFF2-40B4-BE49-F238E27FC236}">
                    <a16:creationId xmlns:a16="http://schemas.microsoft.com/office/drawing/2014/main" id="{348A896D-C4D9-4214-9243-4AEA972D2E3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07" y="2105"/>
                <a:ext cx="0" cy="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273" name="Line 26">
                <a:extLst>
                  <a:ext uri="{FF2B5EF4-FFF2-40B4-BE49-F238E27FC236}">
                    <a16:creationId xmlns:a16="http://schemas.microsoft.com/office/drawing/2014/main" id="{07823837-8883-45D7-89CB-CC3D4D9B42E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64" y="2103"/>
                <a:ext cx="0" cy="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274" name="Line 27">
                <a:extLst>
                  <a:ext uri="{FF2B5EF4-FFF2-40B4-BE49-F238E27FC236}">
                    <a16:creationId xmlns:a16="http://schemas.microsoft.com/office/drawing/2014/main" id="{81A2AD57-C2FF-45AE-88EF-99384DEA312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25" y="2103"/>
                <a:ext cx="0" cy="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275" name="Line 28">
                <a:extLst>
                  <a:ext uri="{FF2B5EF4-FFF2-40B4-BE49-F238E27FC236}">
                    <a16:creationId xmlns:a16="http://schemas.microsoft.com/office/drawing/2014/main" id="{129C6DAE-BC75-4546-9DCE-F47512DA3A2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81" y="2103"/>
                <a:ext cx="0" cy="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276" name="Line 29">
                <a:extLst>
                  <a:ext uri="{FF2B5EF4-FFF2-40B4-BE49-F238E27FC236}">
                    <a16:creationId xmlns:a16="http://schemas.microsoft.com/office/drawing/2014/main" id="{A814E7A6-A387-41DE-902C-3D2CCD89E41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96" y="2104"/>
                <a:ext cx="0" cy="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277" name="Rectangle 30">
                <a:extLst>
                  <a:ext uri="{FF2B5EF4-FFF2-40B4-BE49-F238E27FC236}">
                    <a16:creationId xmlns:a16="http://schemas.microsoft.com/office/drawing/2014/main" id="{0AC89BAD-0A84-4038-997C-FDE6F6486D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02" y="2243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9278" name="Rectangle 31">
                <a:extLst>
                  <a:ext uri="{FF2B5EF4-FFF2-40B4-BE49-F238E27FC236}">
                    <a16:creationId xmlns:a16="http://schemas.microsoft.com/office/drawing/2014/main" id="{43B54EE5-ECF6-4D3A-ABE1-CBA87C778D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88" y="2243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9279" name="Rectangle 32">
                <a:extLst>
                  <a:ext uri="{FF2B5EF4-FFF2-40B4-BE49-F238E27FC236}">
                    <a16:creationId xmlns:a16="http://schemas.microsoft.com/office/drawing/2014/main" id="{1DFAB4FC-9310-43A8-B3D0-08D4B0C01E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74" y="2242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9280" name="Rectangle 33">
                <a:extLst>
                  <a:ext uri="{FF2B5EF4-FFF2-40B4-BE49-F238E27FC236}">
                    <a16:creationId xmlns:a16="http://schemas.microsoft.com/office/drawing/2014/main" id="{4C75CCD8-D510-452E-BA5E-7253632316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71" y="2240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9281" name="Rectangle 34">
                <a:extLst>
                  <a:ext uri="{FF2B5EF4-FFF2-40B4-BE49-F238E27FC236}">
                    <a16:creationId xmlns:a16="http://schemas.microsoft.com/office/drawing/2014/main" id="{90022AF1-9B29-4307-9DB2-D67AC649743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67" y="2240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</p:grpSp>
      <p:grpSp>
        <p:nvGrpSpPr>
          <p:cNvPr id="9223" name="Group 35">
            <a:extLst>
              <a:ext uri="{FF2B5EF4-FFF2-40B4-BE49-F238E27FC236}">
                <a16:creationId xmlns:a16="http://schemas.microsoft.com/office/drawing/2014/main" id="{49BC1746-0BB1-4900-AA52-B3A75FBE3A42}"/>
              </a:ext>
            </a:extLst>
          </p:cNvPr>
          <p:cNvGrpSpPr>
            <a:grpSpLocks/>
          </p:cNvGrpSpPr>
          <p:nvPr/>
        </p:nvGrpSpPr>
        <p:grpSpPr bwMode="auto">
          <a:xfrm>
            <a:off x="3138489" y="2273300"/>
            <a:ext cx="650875" cy="692150"/>
            <a:chOff x="4338" y="290"/>
            <a:chExt cx="410" cy="436"/>
          </a:xfrm>
        </p:grpSpPr>
        <p:graphicFrame>
          <p:nvGraphicFramePr>
            <p:cNvPr id="9262" name="Object 36">
              <a:extLst>
                <a:ext uri="{FF2B5EF4-FFF2-40B4-BE49-F238E27FC236}">
                  <a16:creationId xmlns:a16="http://schemas.microsoft.com/office/drawing/2014/main" id="{43DE8747-9767-49B6-A2F6-3CBC53CCBA7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338" y="290"/>
            <a:ext cx="392" cy="31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7899" name="Clip" r:id="rId5" imgW="1307263" imgH="1084139" progId="MS_ClipArt_Gallery.2">
                    <p:embed/>
                  </p:oleObj>
                </mc:Choice>
                <mc:Fallback>
                  <p:oleObj name="Clip" r:id="rId5" imgW="1307263" imgH="1084139" progId="MS_ClipArt_Gallery.2">
                    <p:embed/>
                    <p:pic>
                      <p:nvPicPr>
                        <p:cNvPr id="9262" name="Object 36">
                          <a:extLst>
                            <a:ext uri="{FF2B5EF4-FFF2-40B4-BE49-F238E27FC236}">
                              <a16:creationId xmlns:a16="http://schemas.microsoft.com/office/drawing/2014/main" id="{43DE8747-9767-49B6-A2F6-3CBC53CCBA7F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38" y="290"/>
                          <a:ext cx="392" cy="31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9263" name="Group 37">
              <a:extLst>
                <a:ext uri="{FF2B5EF4-FFF2-40B4-BE49-F238E27FC236}">
                  <a16:creationId xmlns:a16="http://schemas.microsoft.com/office/drawing/2014/main" id="{002FD309-9A28-4DC8-9B48-1335BB9905F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67" y="357"/>
              <a:ext cx="381" cy="369"/>
              <a:chOff x="4224" y="807"/>
              <a:chExt cx="444" cy="369"/>
            </a:xfrm>
          </p:grpSpPr>
          <p:sp>
            <p:nvSpPr>
              <p:cNvPr id="9264" name="Rectangle 38">
                <a:extLst>
                  <a:ext uri="{FF2B5EF4-FFF2-40B4-BE49-F238E27FC236}">
                    <a16:creationId xmlns:a16="http://schemas.microsoft.com/office/drawing/2014/main" id="{970A7FCD-369E-42AF-AD06-C56F0DE4689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4" y="846"/>
                <a:ext cx="444" cy="330"/>
              </a:xfrm>
              <a:prstGeom prst="rect">
                <a:avLst/>
              </a:prstGeom>
              <a:solidFill>
                <a:schemeClr val="hlink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9265" name="Text Box 39">
                <a:extLst>
                  <a:ext uri="{FF2B5EF4-FFF2-40B4-BE49-F238E27FC236}">
                    <a16:creationId xmlns:a16="http://schemas.microsoft.com/office/drawing/2014/main" id="{7E4C474A-7A8E-4DAA-85DC-C04B9DC5B2A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232" y="807"/>
                <a:ext cx="434" cy="36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/>
                <a:r>
                  <a:rPr kumimoji="0" lang="zh-CN" altLang="en-US" sz="1600">
                    <a:latin typeface="Comic Sans MS" panose="030F0702030302020204" pitchFamily="66" charset="0"/>
                  </a:rPr>
                  <a:t>用户</a:t>
                </a:r>
              </a:p>
              <a:p>
                <a:pPr algn="ctr"/>
                <a:r>
                  <a:rPr kumimoji="0" lang="zh-CN" altLang="en-US" sz="1600">
                    <a:latin typeface="Comic Sans MS" panose="030F0702030302020204" pitchFamily="66" charset="0"/>
                  </a:rPr>
                  <a:t>代理</a:t>
                </a:r>
                <a:endParaRPr kumimoji="0" lang="zh-CN" altLang="en-US" sz="2400"/>
              </a:p>
            </p:txBody>
          </p:sp>
        </p:grpSp>
      </p:grpSp>
      <p:grpSp>
        <p:nvGrpSpPr>
          <p:cNvPr id="9224" name="Group 40">
            <a:extLst>
              <a:ext uri="{FF2B5EF4-FFF2-40B4-BE49-F238E27FC236}">
                <a16:creationId xmlns:a16="http://schemas.microsoft.com/office/drawing/2014/main" id="{358A5D46-2B1E-40AE-ADE8-527C4A80C6FF}"/>
              </a:ext>
            </a:extLst>
          </p:cNvPr>
          <p:cNvGrpSpPr>
            <a:grpSpLocks/>
          </p:cNvGrpSpPr>
          <p:nvPr/>
        </p:nvGrpSpPr>
        <p:grpSpPr bwMode="auto">
          <a:xfrm>
            <a:off x="3740151" y="2020888"/>
            <a:ext cx="1031875" cy="457200"/>
            <a:chOff x="3745" y="2537"/>
            <a:chExt cx="650" cy="288"/>
          </a:xfrm>
        </p:grpSpPr>
        <p:sp>
          <p:nvSpPr>
            <p:cNvPr id="9260" name="Rectangle 41">
              <a:extLst>
                <a:ext uri="{FF2B5EF4-FFF2-40B4-BE49-F238E27FC236}">
                  <a16:creationId xmlns:a16="http://schemas.microsoft.com/office/drawing/2014/main" id="{58C06CE5-7A25-4AFA-81DA-49CD394B9C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98" y="2580"/>
              <a:ext cx="540" cy="19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9261" name="Text Box 42">
              <a:extLst>
                <a:ext uri="{FF2B5EF4-FFF2-40B4-BE49-F238E27FC236}">
                  <a16:creationId xmlns:a16="http://schemas.microsoft.com/office/drawing/2014/main" id="{73C84F66-64BB-4A03-B3BC-28D96A5E818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45" y="2537"/>
              <a:ext cx="65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kumimoji="0" lang="en-US" altLang="zh-CN" sz="2400">
                  <a:solidFill>
                    <a:srgbClr val="FF0000"/>
                  </a:solidFill>
                  <a:latin typeface="Comic Sans MS" panose="030F0702030302020204" pitchFamily="66" charset="0"/>
                </a:rPr>
                <a:t>SMTP</a:t>
              </a:r>
              <a:endParaRPr kumimoji="0" lang="en-US" altLang="zh-CN" sz="2400"/>
            </a:p>
          </p:txBody>
        </p:sp>
      </p:grpSp>
      <p:grpSp>
        <p:nvGrpSpPr>
          <p:cNvPr id="9225" name="Group 43">
            <a:extLst>
              <a:ext uri="{FF2B5EF4-FFF2-40B4-BE49-F238E27FC236}">
                <a16:creationId xmlns:a16="http://schemas.microsoft.com/office/drawing/2014/main" id="{96E9A81C-C39D-4611-8546-61DD9F2EBD63}"/>
              </a:ext>
            </a:extLst>
          </p:cNvPr>
          <p:cNvGrpSpPr>
            <a:grpSpLocks/>
          </p:cNvGrpSpPr>
          <p:nvPr/>
        </p:nvGrpSpPr>
        <p:grpSpPr bwMode="auto">
          <a:xfrm>
            <a:off x="6569075" y="2263775"/>
            <a:ext cx="355600" cy="933450"/>
            <a:chOff x="4180" y="783"/>
            <a:chExt cx="150" cy="307"/>
          </a:xfrm>
        </p:grpSpPr>
        <p:sp>
          <p:nvSpPr>
            <p:cNvPr id="9252" name="AutoShape 44">
              <a:extLst>
                <a:ext uri="{FF2B5EF4-FFF2-40B4-BE49-F238E27FC236}">
                  <a16:creationId xmlns:a16="http://schemas.microsoft.com/office/drawing/2014/main" id="{F49E7D92-6DC1-4F84-B691-9A90009D5E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80" y="1019"/>
              <a:ext cx="150" cy="71"/>
            </a:xfrm>
            <a:prstGeom prst="parallelogram">
              <a:avLst>
                <a:gd name="adj" fmla="val 81387"/>
              </a:avLst>
            </a:prstGeom>
            <a:solidFill>
              <a:srgbClr val="33CC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9253" name="Rectangle 45">
              <a:extLst>
                <a:ext uri="{FF2B5EF4-FFF2-40B4-BE49-F238E27FC236}">
                  <a16:creationId xmlns:a16="http://schemas.microsoft.com/office/drawing/2014/main" id="{1C09CB60-CF0F-4524-B8CA-D54C1F55E9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56" y="785"/>
              <a:ext cx="69" cy="236"/>
            </a:xfrm>
            <a:prstGeom prst="rect">
              <a:avLst/>
            </a:prstGeom>
            <a:solidFill>
              <a:srgbClr val="33CC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9254" name="Rectangle 46">
              <a:extLst>
                <a:ext uri="{FF2B5EF4-FFF2-40B4-BE49-F238E27FC236}">
                  <a16:creationId xmlns:a16="http://schemas.microsoft.com/office/drawing/2014/main" id="{AC6B00A1-C995-43A7-8C98-9216F5EF6F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81" y="852"/>
              <a:ext cx="95" cy="236"/>
            </a:xfrm>
            <a:prstGeom prst="rect">
              <a:avLst/>
            </a:prstGeom>
            <a:solidFill>
              <a:srgbClr val="33CC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9255" name="AutoShape 47">
              <a:extLst>
                <a:ext uri="{FF2B5EF4-FFF2-40B4-BE49-F238E27FC236}">
                  <a16:creationId xmlns:a16="http://schemas.microsoft.com/office/drawing/2014/main" id="{246A1D9F-213D-4072-80EE-745BFAB87E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80" y="783"/>
              <a:ext cx="150" cy="71"/>
            </a:xfrm>
            <a:prstGeom prst="parallelogram">
              <a:avLst>
                <a:gd name="adj" fmla="val 81387"/>
              </a:avLst>
            </a:prstGeom>
            <a:solidFill>
              <a:srgbClr val="33CC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9256" name="Line 48">
              <a:extLst>
                <a:ext uri="{FF2B5EF4-FFF2-40B4-BE49-F238E27FC236}">
                  <a16:creationId xmlns:a16="http://schemas.microsoft.com/office/drawing/2014/main" id="{18EA4646-4C24-4E98-81A4-6A116830AB5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30" y="788"/>
              <a:ext cx="0" cy="23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257" name="Line 49">
              <a:extLst>
                <a:ext uri="{FF2B5EF4-FFF2-40B4-BE49-F238E27FC236}">
                  <a16:creationId xmlns:a16="http://schemas.microsoft.com/office/drawing/2014/main" id="{96E0A8F3-9CDB-494D-BA2C-5334B69DF04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276" y="1019"/>
              <a:ext cx="54" cy="6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258" name="Rectangle 50">
              <a:extLst>
                <a:ext uri="{FF2B5EF4-FFF2-40B4-BE49-F238E27FC236}">
                  <a16:creationId xmlns:a16="http://schemas.microsoft.com/office/drawing/2014/main" id="{C9A194C5-6F8E-4277-9FD6-6BFE9B7A41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93" y="883"/>
              <a:ext cx="63" cy="136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9259" name="Rectangle 51">
              <a:extLst>
                <a:ext uri="{FF2B5EF4-FFF2-40B4-BE49-F238E27FC236}">
                  <a16:creationId xmlns:a16="http://schemas.microsoft.com/office/drawing/2014/main" id="{F8D11437-ED78-4755-9901-3E50A46B06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2" y="924"/>
              <a:ext cx="48" cy="4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sp>
        <p:nvSpPr>
          <p:cNvPr id="9226" name="Line 52">
            <a:extLst>
              <a:ext uri="{FF2B5EF4-FFF2-40B4-BE49-F238E27FC236}">
                <a16:creationId xmlns:a16="http://schemas.microsoft.com/office/drawing/2014/main" id="{32B3549C-EB0E-461C-B38F-E8F9BBBC7933}"/>
              </a:ext>
            </a:extLst>
          </p:cNvPr>
          <p:cNvSpPr>
            <a:spLocks noChangeShapeType="1"/>
          </p:cNvSpPr>
          <p:nvPr/>
        </p:nvSpPr>
        <p:spPr bwMode="auto">
          <a:xfrm>
            <a:off x="5091113" y="2498726"/>
            <a:ext cx="1390650" cy="9525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227" name="Rectangle 53">
            <a:extLst>
              <a:ext uri="{FF2B5EF4-FFF2-40B4-BE49-F238E27FC236}">
                <a16:creationId xmlns:a16="http://schemas.microsoft.com/office/drawing/2014/main" id="{C1B965E2-136B-4BB6-9F53-9E96FA0F81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48288" y="2089150"/>
            <a:ext cx="857250" cy="30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228" name="Text Box 54">
            <a:extLst>
              <a:ext uri="{FF2B5EF4-FFF2-40B4-BE49-F238E27FC236}">
                <a16:creationId xmlns:a16="http://schemas.microsoft.com/office/drawing/2014/main" id="{C8451AFE-608F-4E3F-99D6-830371554F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64151" y="2020888"/>
            <a:ext cx="10318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kumimoji="0" lang="en-US" altLang="zh-CN" sz="2400">
                <a:solidFill>
                  <a:srgbClr val="FF0000"/>
                </a:solidFill>
                <a:latin typeface="Comic Sans MS" panose="030F0702030302020204" pitchFamily="66" charset="0"/>
              </a:rPr>
              <a:t>SMTP</a:t>
            </a:r>
            <a:endParaRPr kumimoji="0" lang="en-US" altLang="zh-CN" sz="2400"/>
          </a:p>
        </p:txBody>
      </p:sp>
      <p:sp>
        <p:nvSpPr>
          <p:cNvPr id="9229" name="Line 55">
            <a:extLst>
              <a:ext uri="{FF2B5EF4-FFF2-40B4-BE49-F238E27FC236}">
                <a16:creationId xmlns:a16="http://schemas.microsoft.com/office/drawing/2014/main" id="{8A5979B3-AD91-40D2-BA7B-61872D3C3FC6}"/>
              </a:ext>
            </a:extLst>
          </p:cNvPr>
          <p:cNvSpPr>
            <a:spLocks noChangeShapeType="1"/>
          </p:cNvSpPr>
          <p:nvPr/>
        </p:nvSpPr>
        <p:spPr bwMode="auto">
          <a:xfrm>
            <a:off x="6967539" y="2489200"/>
            <a:ext cx="1647825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230" name="Text Box 56">
            <a:extLst>
              <a:ext uri="{FF2B5EF4-FFF2-40B4-BE49-F238E27FC236}">
                <a16:creationId xmlns:a16="http://schemas.microsoft.com/office/drawing/2014/main" id="{9E4D7AD9-EBCA-4469-8E1E-410886DF0E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80774" y="2106614"/>
            <a:ext cx="1338828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kumimoji="0" lang="en-US" altLang="zh-CN" sz="2400">
                <a:solidFill>
                  <a:srgbClr val="FF0000"/>
                </a:solidFill>
                <a:latin typeface="Comic Sans MS" panose="030F0702030302020204" pitchFamily="66" charset="0"/>
              </a:rPr>
              <a:t>POP3 or</a:t>
            </a:r>
          </a:p>
          <a:p>
            <a:pPr algn="ctr"/>
            <a:r>
              <a:rPr kumimoji="0" lang="en-US" altLang="zh-CN" sz="2400">
                <a:solidFill>
                  <a:srgbClr val="FF0000"/>
                </a:solidFill>
                <a:latin typeface="Comic Sans MS" panose="030F0702030302020204" pitchFamily="66" charset="0"/>
              </a:rPr>
              <a:t>IMAP</a:t>
            </a:r>
            <a:endParaRPr kumimoji="0" lang="en-US" altLang="zh-CN" sz="2400"/>
          </a:p>
        </p:txBody>
      </p:sp>
      <p:sp>
        <p:nvSpPr>
          <p:cNvPr id="9231" name="Text Box 57">
            <a:extLst>
              <a:ext uri="{FF2B5EF4-FFF2-40B4-BE49-F238E27FC236}">
                <a16:creationId xmlns:a16="http://schemas.microsoft.com/office/drawing/2014/main" id="{0770ABAC-4EAA-4CC4-9EE9-EE6819C4B9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05500" y="3214688"/>
            <a:ext cx="160655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kumimoji="0" lang="zh-CN" altLang="en-US" sz="1600">
                <a:latin typeface="Comic Sans MS" panose="030F0702030302020204" pitchFamily="66" charset="0"/>
              </a:rPr>
              <a:t>邮件接收服务器</a:t>
            </a:r>
          </a:p>
        </p:txBody>
      </p:sp>
      <p:grpSp>
        <p:nvGrpSpPr>
          <p:cNvPr id="9232" name="Group 58">
            <a:extLst>
              <a:ext uri="{FF2B5EF4-FFF2-40B4-BE49-F238E27FC236}">
                <a16:creationId xmlns:a16="http://schemas.microsoft.com/office/drawing/2014/main" id="{7ABDEC62-64AE-4E90-9B27-337A36C945DE}"/>
              </a:ext>
            </a:extLst>
          </p:cNvPr>
          <p:cNvGrpSpPr>
            <a:grpSpLocks/>
          </p:cNvGrpSpPr>
          <p:nvPr/>
        </p:nvGrpSpPr>
        <p:grpSpPr bwMode="auto">
          <a:xfrm>
            <a:off x="6300789" y="2632076"/>
            <a:ext cx="809625" cy="561975"/>
            <a:chOff x="2070" y="2004"/>
            <a:chExt cx="510" cy="354"/>
          </a:xfrm>
        </p:grpSpPr>
        <p:sp>
          <p:nvSpPr>
            <p:cNvPr id="9238" name="Rectangle 59">
              <a:extLst>
                <a:ext uri="{FF2B5EF4-FFF2-40B4-BE49-F238E27FC236}">
                  <a16:creationId xmlns:a16="http://schemas.microsoft.com/office/drawing/2014/main" id="{54F8D34F-0B9B-45C8-BAE9-9F99B90AFC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70" y="2004"/>
              <a:ext cx="510" cy="354"/>
            </a:xfrm>
            <a:prstGeom prst="rect">
              <a:avLst/>
            </a:prstGeom>
            <a:solidFill>
              <a:schemeClr val="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9239" name="Rectangle 60">
              <a:extLst>
                <a:ext uri="{FF2B5EF4-FFF2-40B4-BE49-F238E27FC236}">
                  <a16:creationId xmlns:a16="http://schemas.microsoft.com/office/drawing/2014/main" id="{DE9798D5-B53C-4D28-9970-24822E073B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94" y="2076"/>
              <a:ext cx="450" cy="120"/>
            </a:xfrm>
            <a:prstGeom prst="rect">
              <a:avLst/>
            </a:prstGeom>
            <a:solidFill>
              <a:srgbClr val="00FF00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9240" name="Line 61">
              <a:extLst>
                <a:ext uri="{FF2B5EF4-FFF2-40B4-BE49-F238E27FC236}">
                  <a16:creationId xmlns:a16="http://schemas.microsoft.com/office/drawing/2014/main" id="{D738D895-77ED-4A21-B0AF-E01E969845B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43" y="2104"/>
              <a:ext cx="0" cy="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241" name="Line 62">
              <a:extLst>
                <a:ext uri="{FF2B5EF4-FFF2-40B4-BE49-F238E27FC236}">
                  <a16:creationId xmlns:a16="http://schemas.microsoft.com/office/drawing/2014/main" id="{1A0DF2DE-C3C6-488F-BD71-004706584C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52" y="2103"/>
              <a:ext cx="0" cy="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242" name="Line 63">
              <a:extLst>
                <a:ext uri="{FF2B5EF4-FFF2-40B4-BE49-F238E27FC236}">
                  <a16:creationId xmlns:a16="http://schemas.microsoft.com/office/drawing/2014/main" id="{8FFC8F16-A905-4E37-8501-7034902F37F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07" y="2105"/>
              <a:ext cx="0" cy="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243" name="Line 64">
              <a:extLst>
                <a:ext uri="{FF2B5EF4-FFF2-40B4-BE49-F238E27FC236}">
                  <a16:creationId xmlns:a16="http://schemas.microsoft.com/office/drawing/2014/main" id="{A5B60E99-8C2F-4A5F-8409-62BCA307393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64" y="2103"/>
              <a:ext cx="0" cy="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244" name="Line 65">
              <a:extLst>
                <a:ext uri="{FF2B5EF4-FFF2-40B4-BE49-F238E27FC236}">
                  <a16:creationId xmlns:a16="http://schemas.microsoft.com/office/drawing/2014/main" id="{31BBF2E8-FBDB-4AD2-A3A2-6172EB2F0CE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25" y="2103"/>
              <a:ext cx="0" cy="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245" name="Line 66">
              <a:extLst>
                <a:ext uri="{FF2B5EF4-FFF2-40B4-BE49-F238E27FC236}">
                  <a16:creationId xmlns:a16="http://schemas.microsoft.com/office/drawing/2014/main" id="{B07CA9FF-F0D8-40AC-8BBF-66756C19A4D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81" y="2103"/>
              <a:ext cx="0" cy="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246" name="Line 67">
              <a:extLst>
                <a:ext uri="{FF2B5EF4-FFF2-40B4-BE49-F238E27FC236}">
                  <a16:creationId xmlns:a16="http://schemas.microsoft.com/office/drawing/2014/main" id="{9F4DBC15-FD99-4A0C-AF0E-90CC2D3F356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96" y="2104"/>
              <a:ext cx="0" cy="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247" name="Rectangle 68">
              <a:extLst>
                <a:ext uri="{FF2B5EF4-FFF2-40B4-BE49-F238E27FC236}">
                  <a16:creationId xmlns:a16="http://schemas.microsoft.com/office/drawing/2014/main" id="{BF7A19D0-2721-485E-A4AE-E29347E118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02" y="2243"/>
              <a:ext cx="64" cy="93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9248" name="Rectangle 69">
              <a:extLst>
                <a:ext uri="{FF2B5EF4-FFF2-40B4-BE49-F238E27FC236}">
                  <a16:creationId xmlns:a16="http://schemas.microsoft.com/office/drawing/2014/main" id="{E42735CC-594F-457E-A4EE-59F96CC405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88" y="2243"/>
              <a:ext cx="64" cy="93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9249" name="Rectangle 70">
              <a:extLst>
                <a:ext uri="{FF2B5EF4-FFF2-40B4-BE49-F238E27FC236}">
                  <a16:creationId xmlns:a16="http://schemas.microsoft.com/office/drawing/2014/main" id="{90F65305-3AC3-47F3-80CD-7BEDF84270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74" y="2242"/>
              <a:ext cx="64" cy="93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9250" name="Rectangle 71">
              <a:extLst>
                <a:ext uri="{FF2B5EF4-FFF2-40B4-BE49-F238E27FC236}">
                  <a16:creationId xmlns:a16="http://schemas.microsoft.com/office/drawing/2014/main" id="{6A8D087D-F6E0-4CA6-87B4-6D8D434DB8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71" y="2240"/>
              <a:ext cx="64" cy="93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9251" name="Rectangle 72">
              <a:extLst>
                <a:ext uri="{FF2B5EF4-FFF2-40B4-BE49-F238E27FC236}">
                  <a16:creationId xmlns:a16="http://schemas.microsoft.com/office/drawing/2014/main" id="{27EB81C5-5507-420B-96D8-6094C8DDE3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67" y="2240"/>
              <a:ext cx="64" cy="93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pic>
        <p:nvPicPr>
          <p:cNvPr id="9233" name="Picture 73" descr="Alice">
            <a:extLst>
              <a:ext uri="{FF2B5EF4-FFF2-40B4-BE49-F238E27FC236}">
                <a16:creationId xmlns:a16="http://schemas.microsoft.com/office/drawing/2014/main" id="{F1C69602-4FA9-4A69-8281-CD489BA11A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43151" y="2265364"/>
            <a:ext cx="561975" cy="693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9234" name="Rectangle 74">
            <a:extLst>
              <a:ext uri="{FF2B5EF4-FFF2-40B4-BE49-F238E27FC236}">
                <a16:creationId xmlns:a16="http://schemas.microsoft.com/office/drawing/2014/main" id="{2742E46B-7AF5-494B-BDFB-CDBDF0280BD0}"/>
              </a:ext>
            </a:extLst>
          </p:cNvPr>
          <p:cNvGraphicFramePr>
            <a:graphicFrameLocks/>
          </p:cNvGraphicFramePr>
          <p:nvPr/>
        </p:nvGraphicFramePr>
        <p:xfrm>
          <a:off x="3090863" y="2028825"/>
          <a:ext cx="6096000" cy="406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900" name="Clip" r:id="rId7" imgW="0" imgH="0" progId="MS_ClipArt_Gallery.2">
                  <p:embed/>
                </p:oleObj>
              </mc:Choice>
              <mc:Fallback>
                <p:oleObj name="Clip" r:id="rId7" imgW="0" imgH="0" progId="MS_ClipArt_Gallery.2">
                  <p:embed/>
                  <p:pic>
                    <p:nvPicPr>
                      <p:cNvPr id="9234" name="Rectangle 74">
                        <a:extLst>
                          <a:ext uri="{FF2B5EF4-FFF2-40B4-BE49-F238E27FC236}">
                            <a16:creationId xmlns:a16="http://schemas.microsoft.com/office/drawing/2014/main" id="{2742E46B-7AF5-494B-BDFB-CDBDF0280BD0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90863" y="2028825"/>
                        <a:ext cx="6096000" cy="4064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35" name="Rectangle 75">
            <a:extLst>
              <a:ext uri="{FF2B5EF4-FFF2-40B4-BE49-F238E27FC236}">
                <a16:creationId xmlns:a16="http://schemas.microsoft.com/office/drawing/2014/main" id="{07326C80-4F57-4B68-889C-1BBDD12CB203}"/>
              </a:ext>
            </a:extLst>
          </p:cNvPr>
          <p:cNvGraphicFramePr>
            <a:graphicFrameLocks/>
          </p:cNvGraphicFramePr>
          <p:nvPr/>
        </p:nvGraphicFramePr>
        <p:xfrm>
          <a:off x="3090863" y="2028825"/>
          <a:ext cx="6096000" cy="406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901" name="Clip" r:id="rId8" imgW="0" imgH="0" progId="MS_ClipArt_Gallery.2">
                  <p:embed/>
                </p:oleObj>
              </mc:Choice>
              <mc:Fallback>
                <p:oleObj name="Clip" r:id="rId8" imgW="0" imgH="0" progId="MS_ClipArt_Gallery.2">
                  <p:embed/>
                  <p:pic>
                    <p:nvPicPr>
                      <p:cNvPr id="9235" name="Rectangle 75">
                        <a:extLst>
                          <a:ext uri="{FF2B5EF4-FFF2-40B4-BE49-F238E27FC236}">
                            <a16:creationId xmlns:a16="http://schemas.microsoft.com/office/drawing/2014/main" id="{07326C80-4F57-4B68-889C-1BBDD12CB203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90863" y="2028825"/>
                        <a:ext cx="6096000" cy="4064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9236" name="Picture 76" descr="Bob">
            <a:extLst>
              <a:ext uri="{FF2B5EF4-FFF2-40B4-BE49-F238E27FC236}">
                <a16:creationId xmlns:a16="http://schemas.microsoft.com/office/drawing/2014/main" id="{E1E312F5-3EFA-470F-A25D-A91108400B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58326" y="2203451"/>
            <a:ext cx="676275" cy="690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Rectangle 3">
            <a:extLst>
              <a:ext uri="{FF2B5EF4-FFF2-40B4-BE49-F238E27FC236}">
                <a16:creationId xmlns:a16="http://schemas.microsoft.com/office/drawing/2014/main" id="{7BDCDA81-D697-46AA-A4B6-2AEBE92EAD9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155825" y="438150"/>
            <a:ext cx="7772400" cy="11430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 eaLnBrk="1" hangingPunct="1"/>
            <a:r>
              <a:rPr lang="en-US" altLang="zh-CN" sz="3600">
                <a:ea typeface="华文新魏" panose="02010800040101010101" pitchFamily="2" charset="-122"/>
              </a:rPr>
              <a:t>Pull</a:t>
            </a:r>
            <a:r>
              <a:rPr lang="zh-CN" altLang="en-US" sz="3600">
                <a:ea typeface="华文新魏" panose="02010800040101010101" pitchFamily="2" charset="-122"/>
              </a:rPr>
              <a:t>类型邮件访问协议</a:t>
            </a:r>
          </a:p>
        </p:txBody>
      </p:sp>
      <p:sp>
        <p:nvSpPr>
          <p:cNvPr id="10242" name="Rectangle 2">
            <a:extLst>
              <a:ext uri="{FF2B5EF4-FFF2-40B4-BE49-F238E27FC236}">
                <a16:creationId xmlns:a16="http://schemas.microsoft.com/office/drawing/2014/main" id="{648AC236-E3D9-45BE-B793-68D0ADEDA7B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297113" y="2308225"/>
            <a:ext cx="7772400" cy="3397250"/>
          </a:xfrm>
          <a:solidFill>
            <a:srgbClr val="FFFFFF"/>
          </a:solidFill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altLang="zh-CN" sz="2800">
                <a:solidFill>
                  <a:srgbClr val="FF0000"/>
                </a:solidFill>
              </a:rPr>
              <a:t>POP3</a:t>
            </a:r>
            <a:r>
              <a:rPr lang="en-US" altLang="zh-CN" sz="2800"/>
              <a:t>: </a:t>
            </a:r>
            <a:r>
              <a:rPr lang="zh-CN" altLang="en-US" sz="2800"/>
              <a:t>邮局协议， </a:t>
            </a:r>
            <a:r>
              <a:rPr lang="en-US" altLang="zh-CN" sz="2800"/>
              <a:t>[RFC 1939] </a:t>
            </a:r>
            <a:r>
              <a:rPr lang="zh-CN" altLang="en-US"/>
              <a:t>授权 </a:t>
            </a:r>
            <a:r>
              <a:rPr lang="en-US" altLang="zh-CN"/>
              <a:t>(</a:t>
            </a:r>
            <a:r>
              <a:rPr lang="zh-CN" altLang="en-US"/>
              <a:t>用户 </a:t>
            </a:r>
            <a:r>
              <a:rPr lang="en-US" altLang="zh-CN"/>
              <a:t>&lt;--&gt;</a:t>
            </a:r>
            <a:r>
              <a:rPr lang="zh-CN" altLang="en-US"/>
              <a:t>服务器</a:t>
            </a:r>
            <a:r>
              <a:rPr lang="en-US" altLang="zh-CN"/>
              <a:t>) </a:t>
            </a:r>
            <a:r>
              <a:rPr lang="zh-CN" altLang="en-US"/>
              <a:t>和下载 </a:t>
            </a:r>
          </a:p>
          <a:p>
            <a:pPr eaLnBrk="1" hangingPunct="1"/>
            <a:r>
              <a:rPr lang="en-US" altLang="zh-CN" sz="2800">
                <a:solidFill>
                  <a:srgbClr val="FF0000"/>
                </a:solidFill>
              </a:rPr>
              <a:t>IMAP</a:t>
            </a:r>
            <a:r>
              <a:rPr lang="en-US" altLang="zh-CN" sz="2800"/>
              <a:t>: Internet</a:t>
            </a:r>
            <a:r>
              <a:rPr lang="zh-CN" altLang="en-US" sz="2800"/>
              <a:t>邮件访问协议</a:t>
            </a:r>
            <a:r>
              <a:rPr lang="en-US" altLang="zh-CN" sz="2800"/>
              <a:t>[RFC 1730] </a:t>
            </a:r>
          </a:p>
          <a:p>
            <a:pPr eaLnBrk="1" hangingPunct="1">
              <a:buClr>
                <a:srgbClr val="66FF33"/>
              </a:buClr>
              <a:buFont typeface="Wingdings" panose="05000000000000000000" pitchFamily="2" charset="2"/>
              <a:buChar char="ü"/>
            </a:pPr>
            <a:r>
              <a:rPr lang="en-US" altLang="zh-CN"/>
              <a:t>   </a:t>
            </a:r>
            <a:r>
              <a:rPr lang="zh-CN" altLang="en-US" sz="2400"/>
              <a:t>更有特色，更复杂</a:t>
            </a:r>
          </a:p>
          <a:p>
            <a:pPr eaLnBrk="1" hangingPunct="1">
              <a:buClr>
                <a:srgbClr val="66FF33"/>
              </a:buClr>
              <a:buFont typeface="Wingdings" panose="05000000000000000000" pitchFamily="2" charset="2"/>
              <a:buChar char="ü"/>
            </a:pPr>
            <a:r>
              <a:rPr lang="zh-CN" altLang="en-US" sz="2400"/>
              <a:t>    直接在邮件服务器上操作邮件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ext Box 2">
            <a:extLst>
              <a:ext uri="{FF2B5EF4-FFF2-40B4-BE49-F238E27FC236}">
                <a16:creationId xmlns:a16="http://schemas.microsoft.com/office/drawing/2014/main" id="{C235089B-C7CD-4FCA-8A35-8472330125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78075" y="2819401"/>
            <a:ext cx="7448550" cy="1311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zh-CN" altLang="en-US" sz="8000">
                <a:solidFill>
                  <a:schemeClr val="tx2"/>
                </a:solidFill>
                <a:latin typeface="Tahoma" panose="020B0604030504040204" pitchFamily="34" charset="0"/>
              </a:rPr>
              <a:t>文件传输：</a:t>
            </a:r>
            <a:r>
              <a:rPr lang="en-US" altLang="zh-CN" sz="8000">
                <a:solidFill>
                  <a:schemeClr val="tx2"/>
                </a:solidFill>
                <a:latin typeface="Tahoma" panose="020B0604030504040204" pitchFamily="34" charset="0"/>
              </a:rPr>
              <a:t>FTP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06" name="Rectangle 45">
            <a:extLst>
              <a:ext uri="{FF2B5EF4-FFF2-40B4-BE49-F238E27FC236}">
                <a16:creationId xmlns:a16="http://schemas.microsoft.com/office/drawing/2014/main" id="{89A2AE3F-968E-4C2D-8AC6-6872A480001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195513" y="496888"/>
            <a:ext cx="7772400" cy="11430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 eaLnBrk="1" hangingPunct="1"/>
            <a:r>
              <a:rPr lang="en-US" altLang="zh-CN" sz="3600">
                <a:ea typeface="华文新魏" panose="02010800040101010101" pitchFamily="2" charset="-122"/>
              </a:rPr>
              <a:t>ftp: </a:t>
            </a:r>
            <a:r>
              <a:rPr lang="zh-CN" altLang="en-US" sz="3600">
                <a:ea typeface="华文新魏" panose="02010800040101010101" pitchFamily="2" charset="-122"/>
              </a:rPr>
              <a:t>文件传输协议</a:t>
            </a:r>
          </a:p>
        </p:txBody>
      </p:sp>
      <p:sp>
        <p:nvSpPr>
          <p:cNvPr id="12290" name="Rectangle 2">
            <a:extLst>
              <a:ext uri="{FF2B5EF4-FFF2-40B4-BE49-F238E27FC236}">
                <a16:creationId xmlns:a16="http://schemas.microsoft.com/office/drawing/2014/main" id="{C0EA4009-F6A8-4569-B3A1-F27D2FBD76A1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2552701" y="3771901"/>
            <a:ext cx="7458075" cy="2543175"/>
          </a:xfrm>
          <a:solidFill>
            <a:srgbClr val="FFFFFF"/>
          </a:solidFill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 lnSpcReduction="10000"/>
          </a:bodyPr>
          <a:lstStyle/>
          <a:p>
            <a:pPr eaLnBrk="1" hangingPunct="1">
              <a:lnSpc>
                <a:spcPct val="90000"/>
              </a:lnSpc>
            </a:pPr>
            <a:r>
              <a:rPr lang="zh-CN" altLang="en-US" sz="2400"/>
              <a:t>传输文件到</a:t>
            </a:r>
            <a:r>
              <a:rPr lang="en-US" altLang="zh-CN" sz="2400"/>
              <a:t>/</a:t>
            </a:r>
            <a:r>
              <a:rPr lang="zh-CN" altLang="en-US" sz="2400"/>
              <a:t>自远程主机（服务器）</a:t>
            </a:r>
          </a:p>
          <a:p>
            <a:pPr eaLnBrk="1" hangingPunct="1">
              <a:lnSpc>
                <a:spcPct val="90000"/>
              </a:lnSpc>
            </a:pPr>
            <a:r>
              <a:rPr lang="zh-CN" altLang="en-US" sz="2400"/>
              <a:t>客户</a:t>
            </a:r>
            <a:r>
              <a:rPr lang="en-US" altLang="zh-CN" sz="2400"/>
              <a:t>/</a:t>
            </a:r>
            <a:r>
              <a:rPr lang="zh-CN" altLang="en-US" sz="2400"/>
              <a:t>服务器模式</a:t>
            </a:r>
          </a:p>
          <a:p>
            <a:pPr lvl="1" eaLnBrk="1" hangingPunct="1">
              <a:lnSpc>
                <a:spcPct val="90000"/>
              </a:lnSpc>
            </a:pPr>
            <a:r>
              <a:rPr lang="zh-CN" altLang="en-US" sz="2400" i="1">
                <a:solidFill>
                  <a:schemeClr val="accent2"/>
                </a:solidFill>
              </a:rPr>
              <a:t>客户</a:t>
            </a:r>
            <a:r>
              <a:rPr lang="en-US" altLang="zh-CN" sz="2400" i="1">
                <a:solidFill>
                  <a:schemeClr val="accent2"/>
                </a:solidFill>
              </a:rPr>
              <a:t>:</a:t>
            </a:r>
            <a:r>
              <a:rPr lang="en-US" altLang="zh-CN" sz="2400"/>
              <a:t> </a:t>
            </a:r>
            <a:r>
              <a:rPr lang="zh-CN" altLang="en-US" sz="2400"/>
              <a:t>传输发起端</a:t>
            </a:r>
            <a:r>
              <a:rPr lang="en-US" altLang="zh-CN" sz="2400"/>
              <a:t>(</a:t>
            </a:r>
            <a:r>
              <a:rPr lang="zh-CN" altLang="en-US" sz="2400"/>
              <a:t>到</a:t>
            </a:r>
            <a:r>
              <a:rPr lang="en-US" altLang="zh-CN" sz="2400"/>
              <a:t>/</a:t>
            </a:r>
            <a:r>
              <a:rPr lang="zh-CN" altLang="en-US" sz="2400"/>
              <a:t>自远端</a:t>
            </a:r>
            <a:r>
              <a:rPr lang="en-US" altLang="zh-CN" sz="2400"/>
              <a:t>)</a:t>
            </a:r>
          </a:p>
          <a:p>
            <a:pPr lvl="1" eaLnBrk="1" hangingPunct="1">
              <a:lnSpc>
                <a:spcPct val="90000"/>
              </a:lnSpc>
            </a:pPr>
            <a:r>
              <a:rPr lang="zh-CN" altLang="en-US" sz="2400" i="1">
                <a:solidFill>
                  <a:schemeClr val="accent2"/>
                </a:solidFill>
              </a:rPr>
              <a:t>服务器</a:t>
            </a:r>
            <a:r>
              <a:rPr lang="en-US" altLang="zh-CN" sz="2400" i="1">
                <a:solidFill>
                  <a:schemeClr val="accent2"/>
                </a:solidFill>
              </a:rPr>
              <a:t>:</a:t>
            </a:r>
            <a:r>
              <a:rPr lang="en-US" altLang="zh-CN" sz="2400"/>
              <a:t> </a:t>
            </a:r>
            <a:r>
              <a:rPr lang="zh-CN" altLang="en-US" sz="2400"/>
              <a:t>远程主机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sz="2400"/>
              <a:t>ftp: RFC 959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sz="2400"/>
              <a:t>ftp</a:t>
            </a:r>
            <a:r>
              <a:rPr lang="zh-CN" altLang="en-US" sz="2400"/>
              <a:t>服务器</a:t>
            </a:r>
            <a:r>
              <a:rPr lang="en-US" altLang="zh-CN" sz="2400"/>
              <a:t>:</a:t>
            </a:r>
            <a:r>
              <a:rPr lang="zh-CN" altLang="en-US" sz="2400"/>
              <a:t>端口</a:t>
            </a:r>
            <a:r>
              <a:rPr lang="en-US" altLang="zh-CN" sz="2400"/>
              <a:t>20</a:t>
            </a:r>
            <a:r>
              <a:rPr lang="zh-CN" altLang="en-US" sz="2400"/>
              <a:t>，</a:t>
            </a:r>
            <a:r>
              <a:rPr lang="en-US" altLang="zh-CN" sz="2400"/>
              <a:t>21                </a:t>
            </a:r>
          </a:p>
        </p:txBody>
      </p:sp>
      <p:graphicFrame>
        <p:nvGraphicFramePr>
          <p:cNvPr id="12291" name="Rectangle 3">
            <a:extLst>
              <a:ext uri="{FF2B5EF4-FFF2-40B4-BE49-F238E27FC236}">
                <a16:creationId xmlns:a16="http://schemas.microsoft.com/office/drawing/2014/main" id="{5686D92C-BA11-4538-A5A3-BEB92F9C8D63}"/>
              </a:ext>
            </a:extLst>
          </p:cNvPr>
          <p:cNvGraphicFramePr>
            <a:graphicFrameLocks/>
          </p:cNvGraphicFramePr>
          <p:nvPr/>
        </p:nvGraphicFramePr>
        <p:xfrm>
          <a:off x="3048000" y="1463675"/>
          <a:ext cx="6096000" cy="406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918" name="Clip" r:id="rId3" imgW="0" imgH="0" progId="MS_ClipArt_Gallery.2">
                  <p:embed/>
                </p:oleObj>
              </mc:Choice>
              <mc:Fallback>
                <p:oleObj name="Clip" r:id="rId3" imgW="0" imgH="0" progId="MS_ClipArt_Gallery.2">
                  <p:embed/>
                  <p:pic>
                    <p:nvPicPr>
                      <p:cNvPr id="12291" name="Rectangle 3">
                        <a:extLst>
                          <a:ext uri="{FF2B5EF4-FFF2-40B4-BE49-F238E27FC236}">
                            <a16:creationId xmlns:a16="http://schemas.microsoft.com/office/drawing/2014/main" id="{5686D92C-BA11-4538-A5A3-BEB92F9C8D63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0" y="1463675"/>
                        <a:ext cx="6096000" cy="4064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92" name="Object 4">
            <a:extLst>
              <a:ext uri="{FF2B5EF4-FFF2-40B4-BE49-F238E27FC236}">
                <a16:creationId xmlns:a16="http://schemas.microsoft.com/office/drawing/2014/main" id="{97FEFDF8-22AC-4F69-A0C0-2D5362FC1E0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837114" y="1641475"/>
          <a:ext cx="776287" cy="623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919" name="Clip" r:id="rId4" imgW="1307263" imgH="1084139" progId="MS_ClipArt_Gallery.2">
                  <p:embed/>
                </p:oleObj>
              </mc:Choice>
              <mc:Fallback>
                <p:oleObj name="Clip" r:id="rId4" imgW="1307263" imgH="1084139" progId="MS_ClipArt_Gallery.2">
                  <p:embed/>
                  <p:pic>
                    <p:nvPicPr>
                      <p:cNvPr id="12292" name="Object 4">
                        <a:extLst>
                          <a:ext uri="{FF2B5EF4-FFF2-40B4-BE49-F238E27FC236}">
                            <a16:creationId xmlns:a16="http://schemas.microsoft.com/office/drawing/2014/main" id="{97FEFDF8-22AC-4F69-A0C0-2D5362FC1E0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37114" y="1641475"/>
                        <a:ext cx="776287" cy="623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2293" name="Group 5">
            <a:extLst>
              <a:ext uri="{FF2B5EF4-FFF2-40B4-BE49-F238E27FC236}">
                <a16:creationId xmlns:a16="http://schemas.microsoft.com/office/drawing/2014/main" id="{D8494B0A-27C6-4F43-9229-49F214DE3552}"/>
              </a:ext>
            </a:extLst>
          </p:cNvPr>
          <p:cNvGrpSpPr>
            <a:grpSpLocks/>
          </p:cNvGrpSpPr>
          <p:nvPr/>
        </p:nvGrpSpPr>
        <p:grpSpPr bwMode="auto">
          <a:xfrm>
            <a:off x="8288338" y="1479550"/>
            <a:ext cx="355600" cy="933450"/>
            <a:chOff x="4180" y="783"/>
            <a:chExt cx="150" cy="307"/>
          </a:xfrm>
        </p:grpSpPr>
        <p:sp>
          <p:nvSpPr>
            <p:cNvPr id="12326" name="AutoShape 6">
              <a:extLst>
                <a:ext uri="{FF2B5EF4-FFF2-40B4-BE49-F238E27FC236}">
                  <a16:creationId xmlns:a16="http://schemas.microsoft.com/office/drawing/2014/main" id="{D2CEEFCB-48BB-4446-B279-B6D2C6BB59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80" y="1019"/>
              <a:ext cx="150" cy="71"/>
            </a:xfrm>
            <a:prstGeom prst="parallelogram">
              <a:avLst>
                <a:gd name="adj" fmla="val 81387"/>
              </a:avLst>
            </a:prstGeom>
            <a:solidFill>
              <a:srgbClr val="33CC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2327" name="Rectangle 7">
              <a:extLst>
                <a:ext uri="{FF2B5EF4-FFF2-40B4-BE49-F238E27FC236}">
                  <a16:creationId xmlns:a16="http://schemas.microsoft.com/office/drawing/2014/main" id="{23BF25B8-CA56-4425-BD9E-9DE2EA0DB3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56" y="785"/>
              <a:ext cx="69" cy="236"/>
            </a:xfrm>
            <a:prstGeom prst="rect">
              <a:avLst/>
            </a:prstGeom>
            <a:solidFill>
              <a:srgbClr val="33CC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2328" name="Rectangle 8">
              <a:extLst>
                <a:ext uri="{FF2B5EF4-FFF2-40B4-BE49-F238E27FC236}">
                  <a16:creationId xmlns:a16="http://schemas.microsoft.com/office/drawing/2014/main" id="{123DFCA2-D29E-4C15-9ECF-AAE6857D2D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81" y="852"/>
              <a:ext cx="95" cy="236"/>
            </a:xfrm>
            <a:prstGeom prst="rect">
              <a:avLst/>
            </a:prstGeom>
            <a:solidFill>
              <a:srgbClr val="33CC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2329" name="AutoShape 9">
              <a:extLst>
                <a:ext uri="{FF2B5EF4-FFF2-40B4-BE49-F238E27FC236}">
                  <a16:creationId xmlns:a16="http://schemas.microsoft.com/office/drawing/2014/main" id="{B61CA2B1-7629-4C9D-BCC4-D04D34B985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80" y="783"/>
              <a:ext cx="150" cy="71"/>
            </a:xfrm>
            <a:prstGeom prst="parallelogram">
              <a:avLst>
                <a:gd name="adj" fmla="val 81387"/>
              </a:avLst>
            </a:prstGeom>
            <a:solidFill>
              <a:srgbClr val="33CC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2330" name="Line 10">
              <a:extLst>
                <a:ext uri="{FF2B5EF4-FFF2-40B4-BE49-F238E27FC236}">
                  <a16:creationId xmlns:a16="http://schemas.microsoft.com/office/drawing/2014/main" id="{A6D87944-4CEE-46AF-A8D8-3F8A27860F9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30" y="788"/>
              <a:ext cx="0" cy="23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331" name="Line 11">
              <a:extLst>
                <a:ext uri="{FF2B5EF4-FFF2-40B4-BE49-F238E27FC236}">
                  <a16:creationId xmlns:a16="http://schemas.microsoft.com/office/drawing/2014/main" id="{58F47A53-31C9-4A3F-9960-139DD80BE4B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276" y="1019"/>
              <a:ext cx="54" cy="6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332" name="Rectangle 12">
              <a:extLst>
                <a:ext uri="{FF2B5EF4-FFF2-40B4-BE49-F238E27FC236}">
                  <a16:creationId xmlns:a16="http://schemas.microsoft.com/office/drawing/2014/main" id="{C55B83EA-021A-40F7-9FF6-D79ECB7E35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93" y="883"/>
              <a:ext cx="63" cy="136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2333" name="Rectangle 13">
              <a:extLst>
                <a:ext uri="{FF2B5EF4-FFF2-40B4-BE49-F238E27FC236}">
                  <a16:creationId xmlns:a16="http://schemas.microsoft.com/office/drawing/2014/main" id="{44639CE2-5FE6-4AA3-936A-E8C5BDD3EE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2" y="924"/>
              <a:ext cx="48" cy="4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sp>
        <p:nvSpPr>
          <p:cNvPr id="12294" name="Line 14">
            <a:extLst>
              <a:ext uri="{FF2B5EF4-FFF2-40B4-BE49-F238E27FC236}">
                <a16:creationId xmlns:a16="http://schemas.microsoft.com/office/drawing/2014/main" id="{4B160D3A-B27F-4CD3-AC35-F7112DF466FA}"/>
              </a:ext>
            </a:extLst>
          </p:cNvPr>
          <p:cNvSpPr>
            <a:spLocks noChangeShapeType="1"/>
          </p:cNvSpPr>
          <p:nvPr/>
        </p:nvSpPr>
        <p:spPr bwMode="auto">
          <a:xfrm>
            <a:off x="5876925" y="2257426"/>
            <a:ext cx="2209800" cy="9525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295" name="Text Box 15">
            <a:extLst>
              <a:ext uri="{FF2B5EF4-FFF2-40B4-BE49-F238E27FC236}">
                <a16:creationId xmlns:a16="http://schemas.microsoft.com/office/drawing/2014/main" id="{6B65203E-42D3-4B51-9692-EE4F6C3D4C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9139" y="1941513"/>
            <a:ext cx="240982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kumimoji="0" lang="zh-CN" altLang="en-US" sz="1600">
                <a:solidFill>
                  <a:srgbClr val="FF0000"/>
                </a:solidFill>
                <a:latin typeface="Comic Sans MS" panose="030F0702030302020204" pitchFamily="66" charset="0"/>
              </a:rPr>
              <a:t>文件传输</a:t>
            </a:r>
            <a:endParaRPr kumimoji="0" lang="zh-CN" altLang="en-US" sz="2400"/>
          </a:p>
        </p:txBody>
      </p:sp>
      <p:grpSp>
        <p:nvGrpSpPr>
          <p:cNvPr id="12296" name="Group 16">
            <a:extLst>
              <a:ext uri="{FF2B5EF4-FFF2-40B4-BE49-F238E27FC236}">
                <a16:creationId xmlns:a16="http://schemas.microsoft.com/office/drawing/2014/main" id="{F511808C-248A-4987-B909-811ECB6EAFAD}"/>
              </a:ext>
            </a:extLst>
          </p:cNvPr>
          <p:cNvGrpSpPr>
            <a:grpSpLocks/>
          </p:cNvGrpSpPr>
          <p:nvPr/>
        </p:nvGrpSpPr>
        <p:grpSpPr bwMode="auto">
          <a:xfrm>
            <a:off x="8039100" y="1933576"/>
            <a:ext cx="793750" cy="828675"/>
            <a:chOff x="3900" y="1386"/>
            <a:chExt cx="500" cy="522"/>
          </a:xfrm>
        </p:grpSpPr>
        <p:sp>
          <p:nvSpPr>
            <p:cNvPr id="12324" name="Rectangle 17">
              <a:extLst>
                <a:ext uri="{FF2B5EF4-FFF2-40B4-BE49-F238E27FC236}">
                  <a16:creationId xmlns:a16="http://schemas.microsoft.com/office/drawing/2014/main" id="{05F54EFE-EF4A-4E47-899F-80E2A9D8F4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30" y="1386"/>
              <a:ext cx="444" cy="522"/>
            </a:xfrm>
            <a:prstGeom prst="rect">
              <a:avLst/>
            </a:prstGeom>
            <a:solidFill>
              <a:schemeClr val="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2325" name="Text Box 18">
              <a:extLst>
                <a:ext uri="{FF2B5EF4-FFF2-40B4-BE49-F238E27FC236}">
                  <a16:creationId xmlns:a16="http://schemas.microsoft.com/office/drawing/2014/main" id="{E7961B43-419B-4C59-BAF9-2C50C9C4D94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00" y="1463"/>
              <a:ext cx="500" cy="3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kumimoji="0" lang="en-US" altLang="zh-CN" sz="1600">
                  <a:latin typeface="Comic Sans MS" panose="030F0702030302020204" pitchFamily="66" charset="0"/>
                </a:rPr>
                <a:t>FTP</a:t>
              </a:r>
            </a:p>
            <a:p>
              <a:pPr algn="ctr"/>
              <a:r>
                <a:rPr kumimoji="0" lang="zh-CN" altLang="en-US" sz="1600">
                  <a:latin typeface="Comic Sans MS" panose="030F0702030302020204" pitchFamily="66" charset="0"/>
                </a:rPr>
                <a:t>服务器</a:t>
              </a:r>
              <a:endParaRPr kumimoji="0" lang="zh-CN" altLang="en-US" sz="2400"/>
            </a:p>
          </p:txBody>
        </p:sp>
      </p:grpSp>
      <p:grpSp>
        <p:nvGrpSpPr>
          <p:cNvPr id="12297" name="Group 19">
            <a:extLst>
              <a:ext uri="{FF2B5EF4-FFF2-40B4-BE49-F238E27FC236}">
                <a16:creationId xmlns:a16="http://schemas.microsoft.com/office/drawing/2014/main" id="{B6657E58-FA35-42FA-AE13-5396671C03CA}"/>
              </a:ext>
            </a:extLst>
          </p:cNvPr>
          <p:cNvGrpSpPr>
            <a:grpSpLocks/>
          </p:cNvGrpSpPr>
          <p:nvPr/>
        </p:nvGrpSpPr>
        <p:grpSpPr bwMode="auto">
          <a:xfrm>
            <a:off x="4106863" y="1924050"/>
            <a:ext cx="1789112" cy="838200"/>
            <a:chOff x="1645" y="1326"/>
            <a:chExt cx="1127" cy="528"/>
          </a:xfrm>
        </p:grpSpPr>
        <p:sp>
          <p:nvSpPr>
            <p:cNvPr id="12320" name="Rectangle 20">
              <a:extLst>
                <a:ext uri="{FF2B5EF4-FFF2-40B4-BE49-F238E27FC236}">
                  <a16:creationId xmlns:a16="http://schemas.microsoft.com/office/drawing/2014/main" id="{945AA19F-2329-43DB-ADEE-036882E7FA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28" y="1326"/>
              <a:ext cx="444" cy="522"/>
            </a:xfrm>
            <a:prstGeom prst="rect">
              <a:avLst/>
            </a:prstGeom>
            <a:solidFill>
              <a:schemeClr val="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2321" name="Rectangle 21">
              <a:extLst>
                <a:ext uri="{FF2B5EF4-FFF2-40B4-BE49-F238E27FC236}">
                  <a16:creationId xmlns:a16="http://schemas.microsoft.com/office/drawing/2014/main" id="{5F075C4D-178E-4CF7-8478-24EB2B2AB3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04" y="1332"/>
              <a:ext cx="606" cy="522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2322" name="Text Box 22">
              <a:extLst>
                <a:ext uri="{FF2B5EF4-FFF2-40B4-BE49-F238E27FC236}">
                  <a16:creationId xmlns:a16="http://schemas.microsoft.com/office/drawing/2014/main" id="{563DC61A-404F-4F3A-AADB-1D87E90661B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45" y="1343"/>
              <a:ext cx="738" cy="3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kumimoji="0" lang="en-US" altLang="zh-CN" sz="1600">
                  <a:latin typeface="Comic Sans MS" panose="030F0702030302020204" pitchFamily="66" charset="0"/>
                </a:rPr>
                <a:t>FTP</a:t>
              </a:r>
            </a:p>
            <a:p>
              <a:pPr algn="ctr"/>
              <a:r>
                <a:rPr kumimoji="0" lang="zh-CN" altLang="en-US" sz="1600">
                  <a:latin typeface="Comic Sans MS" panose="030F0702030302020204" pitchFamily="66" charset="0"/>
                </a:rPr>
                <a:t>用户接口</a:t>
              </a:r>
              <a:endParaRPr kumimoji="0" lang="zh-CN" altLang="en-US" sz="2400"/>
            </a:p>
          </p:txBody>
        </p:sp>
        <p:sp>
          <p:nvSpPr>
            <p:cNvPr id="12323" name="Text Box 23">
              <a:extLst>
                <a:ext uri="{FF2B5EF4-FFF2-40B4-BE49-F238E27FC236}">
                  <a16:creationId xmlns:a16="http://schemas.microsoft.com/office/drawing/2014/main" id="{E013A5D8-67AC-4159-AB1F-97C0E6AAC99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62" y="1403"/>
              <a:ext cx="372" cy="3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kumimoji="0" lang="en-US" altLang="zh-CN" sz="1600">
                  <a:latin typeface="Comic Sans MS" panose="030F0702030302020204" pitchFamily="66" charset="0"/>
                </a:rPr>
                <a:t>FTP</a:t>
              </a:r>
            </a:p>
            <a:p>
              <a:pPr algn="ctr"/>
              <a:r>
                <a:rPr kumimoji="0" lang="zh-CN" altLang="en-US" sz="1600">
                  <a:latin typeface="Comic Sans MS" panose="030F0702030302020204" pitchFamily="66" charset="0"/>
                </a:rPr>
                <a:t>客户</a:t>
              </a:r>
              <a:endParaRPr kumimoji="0" lang="zh-CN" altLang="en-US" sz="2400"/>
            </a:p>
          </p:txBody>
        </p:sp>
      </p:grpSp>
      <p:grpSp>
        <p:nvGrpSpPr>
          <p:cNvPr id="12298" name="Group 24">
            <a:extLst>
              <a:ext uri="{FF2B5EF4-FFF2-40B4-BE49-F238E27FC236}">
                <a16:creationId xmlns:a16="http://schemas.microsoft.com/office/drawing/2014/main" id="{DD7A4BF6-0DA5-4336-897E-B648E9B39224}"/>
              </a:ext>
            </a:extLst>
          </p:cNvPr>
          <p:cNvGrpSpPr>
            <a:grpSpLocks/>
          </p:cNvGrpSpPr>
          <p:nvPr/>
        </p:nvGrpSpPr>
        <p:grpSpPr bwMode="auto">
          <a:xfrm>
            <a:off x="4743451" y="2762251"/>
            <a:ext cx="1674813" cy="957263"/>
            <a:chOff x="1812" y="1776"/>
            <a:chExt cx="1055" cy="603"/>
          </a:xfrm>
        </p:grpSpPr>
        <p:grpSp>
          <p:nvGrpSpPr>
            <p:cNvPr id="12312" name="Group 25">
              <a:extLst>
                <a:ext uri="{FF2B5EF4-FFF2-40B4-BE49-F238E27FC236}">
                  <a16:creationId xmlns:a16="http://schemas.microsoft.com/office/drawing/2014/main" id="{238D0E1F-9C5B-4F90-865A-9EEA7D7C597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03" y="1845"/>
              <a:ext cx="316" cy="313"/>
              <a:chOff x="4939" y="1431"/>
              <a:chExt cx="316" cy="313"/>
            </a:xfrm>
          </p:grpSpPr>
          <p:sp>
            <p:nvSpPr>
              <p:cNvPr id="12315" name="Oval 26">
                <a:extLst>
                  <a:ext uri="{FF2B5EF4-FFF2-40B4-BE49-F238E27FC236}">
                    <a16:creationId xmlns:a16="http://schemas.microsoft.com/office/drawing/2014/main" id="{A3DCB137-711F-4D5A-8328-B3B481DA3D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41" y="1663"/>
                <a:ext cx="310" cy="81"/>
              </a:xfrm>
              <a:prstGeom prst="ellipse">
                <a:avLst/>
              </a:prstGeom>
              <a:solidFill>
                <a:srgbClr val="FFFF00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2316" name="Rectangle 27">
                <a:extLst>
                  <a:ext uri="{FF2B5EF4-FFF2-40B4-BE49-F238E27FC236}">
                    <a16:creationId xmlns:a16="http://schemas.microsoft.com/office/drawing/2014/main" id="{5152F816-3F71-4F9D-86A7-4A7741F771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42" y="1490"/>
                <a:ext cx="313" cy="214"/>
              </a:xfrm>
              <a:prstGeom prst="rect">
                <a:avLst/>
              </a:prstGeom>
              <a:solidFill>
                <a:srgbClr val="FFFF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/>
                <a:endParaRPr kumimoji="0" lang="zh-CN" altLang="zh-CN" sz="2400"/>
              </a:p>
            </p:txBody>
          </p:sp>
          <p:sp>
            <p:nvSpPr>
              <p:cNvPr id="12317" name="Oval 28">
                <a:extLst>
                  <a:ext uri="{FF2B5EF4-FFF2-40B4-BE49-F238E27FC236}">
                    <a16:creationId xmlns:a16="http://schemas.microsoft.com/office/drawing/2014/main" id="{78B1F4FA-A5A8-42C7-A4AF-50D7EB683B8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39" y="1431"/>
                <a:ext cx="313" cy="95"/>
              </a:xfrm>
              <a:prstGeom prst="ellipse">
                <a:avLst/>
              </a:prstGeom>
              <a:solidFill>
                <a:srgbClr val="FFFF00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2318" name="Line 29">
                <a:extLst>
                  <a:ext uri="{FF2B5EF4-FFF2-40B4-BE49-F238E27FC236}">
                    <a16:creationId xmlns:a16="http://schemas.microsoft.com/office/drawing/2014/main" id="{0A33D6AF-5552-4499-AAB0-27680A19DA3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251" y="1479"/>
                <a:ext cx="1" cy="227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319" name="Line 30">
                <a:extLst>
                  <a:ext uri="{FF2B5EF4-FFF2-40B4-BE49-F238E27FC236}">
                    <a16:creationId xmlns:a16="http://schemas.microsoft.com/office/drawing/2014/main" id="{72A0366B-BE94-4F87-93B4-D2D585C35BD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939" y="1483"/>
                <a:ext cx="1" cy="229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12313" name="Text Box 31">
              <a:extLst>
                <a:ext uri="{FF2B5EF4-FFF2-40B4-BE49-F238E27FC236}">
                  <a16:creationId xmlns:a16="http://schemas.microsoft.com/office/drawing/2014/main" id="{0F33B04D-52CF-4E9A-AC12-D0B320862F7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89" y="1859"/>
              <a:ext cx="678" cy="5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r>
                <a:rPr kumimoji="0" lang="zh-CN" altLang="en-US" sz="1600">
                  <a:latin typeface="Comic Sans MS" panose="030F0702030302020204" pitchFamily="66" charset="0"/>
                </a:rPr>
                <a:t>本地文件服务器（</a:t>
              </a:r>
              <a:r>
                <a:rPr kumimoji="0" lang="en-US" altLang="zh-CN" sz="1600">
                  <a:latin typeface="Comic Sans MS" panose="030F0702030302020204" pitchFamily="66" charset="0"/>
                </a:rPr>
                <a:t>file)</a:t>
              </a:r>
              <a:endParaRPr kumimoji="0" lang="en-US" altLang="zh-CN" sz="2400"/>
            </a:p>
          </p:txBody>
        </p:sp>
        <p:sp>
          <p:nvSpPr>
            <p:cNvPr id="12314" name="Line 32">
              <a:extLst>
                <a:ext uri="{FF2B5EF4-FFF2-40B4-BE49-F238E27FC236}">
                  <a16:creationId xmlns:a16="http://schemas.microsoft.com/office/drawing/2014/main" id="{2E17BFD1-8E5B-4761-A374-2B5E2275768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12" y="1776"/>
              <a:ext cx="204" cy="27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2299" name="Line 33">
            <a:extLst>
              <a:ext uri="{FF2B5EF4-FFF2-40B4-BE49-F238E27FC236}">
                <a16:creationId xmlns:a16="http://schemas.microsoft.com/office/drawing/2014/main" id="{6859DF02-98C0-4E8C-B1E2-FA6A78C3E8C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238751" y="2752725"/>
            <a:ext cx="333375" cy="4381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12300" name="Group 34">
            <a:extLst>
              <a:ext uri="{FF2B5EF4-FFF2-40B4-BE49-F238E27FC236}">
                <a16:creationId xmlns:a16="http://schemas.microsoft.com/office/drawing/2014/main" id="{4B6E4EE1-73FA-4B3E-AE03-C5A80CD13641}"/>
              </a:ext>
            </a:extLst>
          </p:cNvPr>
          <p:cNvGrpSpPr>
            <a:grpSpLocks/>
          </p:cNvGrpSpPr>
          <p:nvPr/>
        </p:nvGrpSpPr>
        <p:grpSpPr bwMode="auto">
          <a:xfrm>
            <a:off x="8183563" y="2890839"/>
            <a:ext cx="501650" cy="496887"/>
            <a:chOff x="4939" y="1431"/>
            <a:chExt cx="316" cy="313"/>
          </a:xfrm>
        </p:grpSpPr>
        <p:sp>
          <p:nvSpPr>
            <p:cNvPr id="12307" name="Oval 35">
              <a:extLst>
                <a:ext uri="{FF2B5EF4-FFF2-40B4-BE49-F238E27FC236}">
                  <a16:creationId xmlns:a16="http://schemas.microsoft.com/office/drawing/2014/main" id="{4D6C1B70-5F80-4A14-A593-36F1F29ADE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41" y="1663"/>
              <a:ext cx="310" cy="81"/>
            </a:xfrm>
            <a:prstGeom prst="ellipse">
              <a:avLst/>
            </a:prstGeom>
            <a:solidFill>
              <a:srgbClr val="FFFF00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2308" name="Rectangle 36">
              <a:extLst>
                <a:ext uri="{FF2B5EF4-FFF2-40B4-BE49-F238E27FC236}">
                  <a16:creationId xmlns:a16="http://schemas.microsoft.com/office/drawing/2014/main" id="{18F26468-4841-4ABF-8FA6-2C2F0244ED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42" y="1490"/>
              <a:ext cx="313" cy="214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/>
              <a:endParaRPr kumimoji="0" lang="zh-CN" altLang="zh-CN" sz="2400"/>
            </a:p>
          </p:txBody>
        </p:sp>
        <p:sp>
          <p:nvSpPr>
            <p:cNvPr id="12309" name="Oval 37">
              <a:extLst>
                <a:ext uri="{FF2B5EF4-FFF2-40B4-BE49-F238E27FC236}">
                  <a16:creationId xmlns:a16="http://schemas.microsoft.com/office/drawing/2014/main" id="{E0222812-9E5F-4032-94C2-FE2489F854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39" y="1431"/>
              <a:ext cx="313" cy="95"/>
            </a:xfrm>
            <a:prstGeom prst="ellipse">
              <a:avLst/>
            </a:prstGeom>
            <a:solidFill>
              <a:srgbClr val="FFFF00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2310" name="Line 38">
              <a:extLst>
                <a:ext uri="{FF2B5EF4-FFF2-40B4-BE49-F238E27FC236}">
                  <a16:creationId xmlns:a16="http://schemas.microsoft.com/office/drawing/2014/main" id="{024DB8FB-4006-444E-B051-B08BF84035C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51" y="1479"/>
              <a:ext cx="1" cy="22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311" name="Line 39">
              <a:extLst>
                <a:ext uri="{FF2B5EF4-FFF2-40B4-BE49-F238E27FC236}">
                  <a16:creationId xmlns:a16="http://schemas.microsoft.com/office/drawing/2014/main" id="{227BC033-53C4-4774-980C-FEB9098B3BD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939" y="1483"/>
              <a:ext cx="1" cy="22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2301" name="Text Box 40">
            <a:extLst>
              <a:ext uri="{FF2B5EF4-FFF2-40B4-BE49-F238E27FC236}">
                <a16:creationId xmlns:a16="http://schemas.microsoft.com/office/drawing/2014/main" id="{002AC8EC-0998-4A39-A78D-F9A93C3449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85214" y="2855914"/>
            <a:ext cx="1457325" cy="581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kumimoji="0" lang="zh-CN" altLang="en-US" sz="1600">
                <a:latin typeface="Comic Sans MS" panose="030F0702030302020204" pitchFamily="66" charset="0"/>
              </a:rPr>
              <a:t>远程文件服务器</a:t>
            </a:r>
            <a:endParaRPr kumimoji="0" lang="zh-CN" altLang="en-US" sz="2400"/>
          </a:p>
        </p:txBody>
      </p:sp>
      <p:sp>
        <p:nvSpPr>
          <p:cNvPr id="12302" name="Line 41">
            <a:extLst>
              <a:ext uri="{FF2B5EF4-FFF2-40B4-BE49-F238E27FC236}">
                <a16:creationId xmlns:a16="http://schemas.microsoft.com/office/drawing/2014/main" id="{27182B7F-4BFE-46DF-9C2B-E8A973F8E9C3}"/>
              </a:ext>
            </a:extLst>
          </p:cNvPr>
          <p:cNvSpPr>
            <a:spLocks noChangeShapeType="1"/>
          </p:cNvSpPr>
          <p:nvPr/>
        </p:nvSpPr>
        <p:spPr bwMode="auto">
          <a:xfrm>
            <a:off x="8439150" y="2762251"/>
            <a:ext cx="0" cy="42862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pic>
        <p:nvPicPr>
          <p:cNvPr id="12303" name="Picture 42" descr="Alice">
            <a:extLst>
              <a:ext uri="{FF2B5EF4-FFF2-40B4-BE49-F238E27FC236}">
                <a16:creationId xmlns:a16="http://schemas.microsoft.com/office/drawing/2014/main" id="{2FA342D7-8D27-4E7C-8031-1AF44FABA9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14664" y="1976439"/>
            <a:ext cx="561975" cy="693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304" name="Text Box 43">
            <a:extLst>
              <a:ext uri="{FF2B5EF4-FFF2-40B4-BE49-F238E27FC236}">
                <a16:creationId xmlns:a16="http://schemas.microsoft.com/office/drawing/2014/main" id="{A79C32BD-4DE5-42F0-93D4-7EA3365D68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03538" y="2684464"/>
            <a:ext cx="971550" cy="581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kumimoji="0" lang="zh-CN" altLang="en-US" sz="1600">
                <a:latin typeface="Comic Sans MS" panose="030F0702030302020204" pitchFamily="66" charset="0"/>
              </a:rPr>
              <a:t>主机</a:t>
            </a:r>
          </a:p>
          <a:p>
            <a:pPr algn="ctr"/>
            <a:r>
              <a:rPr kumimoji="0" lang="zh-CN" altLang="en-US" sz="1600">
                <a:latin typeface="Comic Sans MS" panose="030F0702030302020204" pitchFamily="66" charset="0"/>
              </a:rPr>
              <a:t>用户</a:t>
            </a:r>
            <a:endParaRPr kumimoji="0" lang="zh-CN" altLang="en-US" sz="2400"/>
          </a:p>
        </p:txBody>
      </p:sp>
      <p:sp>
        <p:nvSpPr>
          <p:cNvPr id="12305" name="Line 44">
            <a:extLst>
              <a:ext uri="{FF2B5EF4-FFF2-40B4-BE49-F238E27FC236}">
                <a16:creationId xmlns:a16="http://schemas.microsoft.com/office/drawing/2014/main" id="{166F2FC2-88E4-42B9-B918-C2AF05D20F40}"/>
              </a:ext>
            </a:extLst>
          </p:cNvPr>
          <p:cNvSpPr>
            <a:spLocks noChangeShapeType="1"/>
          </p:cNvSpPr>
          <p:nvPr/>
        </p:nvSpPr>
        <p:spPr bwMode="auto">
          <a:xfrm>
            <a:off x="3552826" y="2371725"/>
            <a:ext cx="581025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6" name="Rectangle 20">
            <a:extLst>
              <a:ext uri="{FF2B5EF4-FFF2-40B4-BE49-F238E27FC236}">
                <a16:creationId xmlns:a16="http://schemas.microsoft.com/office/drawing/2014/main" id="{7F16F1D9-F64C-468D-A5DD-EB6E80F4BFF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193925" y="454025"/>
            <a:ext cx="7772400" cy="11430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 eaLnBrk="1" hangingPunct="1"/>
            <a:r>
              <a:rPr lang="en-US" altLang="zh-CN" sz="3600">
                <a:ea typeface="华文新魏" panose="02010800040101010101" pitchFamily="2" charset="-122"/>
              </a:rPr>
              <a:t>ftp: </a:t>
            </a:r>
            <a:r>
              <a:rPr lang="zh-CN" altLang="en-US" sz="3600">
                <a:ea typeface="华文新魏" panose="02010800040101010101" pitchFamily="2" charset="-122"/>
              </a:rPr>
              <a:t>分离的控制</a:t>
            </a:r>
            <a:r>
              <a:rPr lang="en-US" altLang="zh-CN" sz="3600">
                <a:ea typeface="华文新魏" panose="02010800040101010101" pitchFamily="2" charset="-122"/>
              </a:rPr>
              <a:t>, </a:t>
            </a:r>
            <a:r>
              <a:rPr lang="zh-CN" altLang="en-US" sz="3600">
                <a:ea typeface="华文新魏" panose="02010800040101010101" pitchFamily="2" charset="-122"/>
              </a:rPr>
              <a:t>数据连接</a:t>
            </a:r>
          </a:p>
        </p:txBody>
      </p:sp>
      <p:sp>
        <p:nvSpPr>
          <p:cNvPr id="13314" name="Rectangle 2">
            <a:extLst>
              <a:ext uri="{FF2B5EF4-FFF2-40B4-BE49-F238E27FC236}">
                <a16:creationId xmlns:a16="http://schemas.microsoft.com/office/drawing/2014/main" id="{E7A67DE0-649A-43C9-BB6D-40B22C0A7247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5889625" y="1473200"/>
            <a:ext cx="4503738" cy="4933950"/>
          </a:xfrm>
          <a:solidFill>
            <a:srgbClr val="FFFFFF"/>
          </a:solidFill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zh-CN" sz="2800"/>
              <a:t>Ftp</a:t>
            </a:r>
            <a:r>
              <a:rPr lang="zh-CN" altLang="en-US" sz="2800"/>
              <a:t>客户通过端口</a:t>
            </a:r>
            <a:r>
              <a:rPr lang="en-US" altLang="zh-CN" sz="2800"/>
              <a:t>21</a:t>
            </a:r>
            <a:r>
              <a:rPr lang="zh-CN" altLang="en-US" sz="2800"/>
              <a:t>连接</a:t>
            </a:r>
            <a:r>
              <a:rPr lang="en-US" altLang="zh-CN" sz="2800"/>
              <a:t>ftp</a:t>
            </a:r>
            <a:r>
              <a:rPr lang="zh-CN" altLang="en-US" sz="2800"/>
              <a:t>服务器</a:t>
            </a:r>
            <a:r>
              <a:rPr lang="en-US" altLang="zh-CN" sz="2800"/>
              <a:t>, </a:t>
            </a:r>
            <a:r>
              <a:rPr lang="zh-CN" altLang="en-US" sz="2800"/>
              <a:t>传输协议指定为</a:t>
            </a:r>
            <a:r>
              <a:rPr lang="en-US" altLang="zh-CN" sz="2800"/>
              <a:t>TCP</a:t>
            </a:r>
            <a:r>
              <a:rPr lang="zh-CN" altLang="en-US" sz="2800"/>
              <a:t>协议</a:t>
            </a:r>
          </a:p>
          <a:p>
            <a:pPr eaLnBrk="1" hangingPunct="1">
              <a:lnSpc>
                <a:spcPct val="90000"/>
              </a:lnSpc>
            </a:pPr>
            <a:r>
              <a:rPr lang="zh-CN" altLang="en-US" sz="2800"/>
              <a:t>两个并行的 </a:t>
            </a:r>
            <a:r>
              <a:rPr lang="en-US" altLang="zh-CN" sz="2800"/>
              <a:t>TCP</a:t>
            </a:r>
            <a:r>
              <a:rPr lang="zh-CN" altLang="en-US" sz="2800"/>
              <a:t>连接被打开 </a:t>
            </a:r>
            <a:r>
              <a:rPr lang="en-US" altLang="zh-CN" sz="2800"/>
              <a:t>(</a:t>
            </a:r>
            <a:r>
              <a:rPr lang="zh-CN" altLang="en-US" sz="2800"/>
              <a:t>都是全双工</a:t>
            </a:r>
            <a:r>
              <a:rPr lang="en-US" altLang="zh-CN" sz="2800"/>
              <a:t>):</a:t>
            </a:r>
          </a:p>
          <a:p>
            <a:pPr lvl="1" eaLnBrk="1" hangingPunct="1">
              <a:lnSpc>
                <a:spcPct val="90000"/>
              </a:lnSpc>
            </a:pPr>
            <a:r>
              <a:rPr lang="zh-CN" altLang="en-US" sz="2400">
                <a:solidFill>
                  <a:srgbClr val="FF0000"/>
                </a:solidFill>
              </a:rPr>
              <a:t>控制</a:t>
            </a:r>
            <a:r>
              <a:rPr lang="en-US" altLang="zh-CN" sz="2400">
                <a:solidFill>
                  <a:srgbClr val="FF0000"/>
                </a:solidFill>
              </a:rPr>
              <a:t>:</a:t>
            </a:r>
            <a:r>
              <a:rPr lang="en-US" altLang="zh-CN" sz="2400"/>
              <a:t> </a:t>
            </a:r>
            <a:r>
              <a:rPr lang="zh-CN" altLang="en-US" sz="2400"/>
              <a:t>在客户与服务器间交换命令</a:t>
            </a:r>
            <a:r>
              <a:rPr lang="en-US" altLang="zh-CN" sz="2400"/>
              <a:t>,</a:t>
            </a:r>
            <a:r>
              <a:rPr lang="zh-CN" altLang="en-US" sz="2400"/>
              <a:t>响应</a:t>
            </a:r>
            <a:r>
              <a:rPr lang="en-US" altLang="zh-CN" sz="2400"/>
              <a:t>.</a:t>
            </a:r>
          </a:p>
          <a:p>
            <a:pPr lvl="1" eaLnBrk="1" hangingPunct="1">
              <a:lnSpc>
                <a:spcPct val="90000"/>
              </a:lnSpc>
            </a:pPr>
            <a:r>
              <a:rPr lang="zh-CN" altLang="en-US" sz="2400">
                <a:solidFill>
                  <a:srgbClr val="FF0000"/>
                </a:solidFill>
              </a:rPr>
              <a:t>数据</a:t>
            </a:r>
            <a:r>
              <a:rPr lang="en-US" altLang="zh-CN" sz="2400">
                <a:solidFill>
                  <a:srgbClr val="FF0000"/>
                </a:solidFill>
              </a:rPr>
              <a:t>:</a:t>
            </a:r>
            <a:r>
              <a:rPr lang="en-US" altLang="zh-CN" sz="2400"/>
              <a:t> </a:t>
            </a:r>
            <a:r>
              <a:rPr lang="zh-CN" altLang="en-US" sz="2400"/>
              <a:t>到</a:t>
            </a:r>
            <a:r>
              <a:rPr lang="en-US" altLang="zh-CN" sz="2400"/>
              <a:t>/</a:t>
            </a:r>
            <a:r>
              <a:rPr lang="zh-CN" altLang="en-US" sz="2400"/>
              <a:t>来自服务器的文件数据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sz="2800"/>
              <a:t>Ftp</a:t>
            </a:r>
            <a:r>
              <a:rPr lang="zh-CN" altLang="en-US" sz="2800"/>
              <a:t>服务器维持</a:t>
            </a:r>
            <a:r>
              <a:rPr lang="zh-CN" altLang="en-US" sz="2800">
                <a:latin typeface="Comic Sans MS" panose="030F0702030302020204" pitchFamily="66" charset="0"/>
              </a:rPr>
              <a:t>“</a:t>
            </a:r>
            <a:r>
              <a:rPr lang="zh-CN" altLang="en-US" sz="2800">
                <a:solidFill>
                  <a:schemeClr val="accent2"/>
                </a:solidFill>
              </a:rPr>
              <a:t>状态</a:t>
            </a:r>
            <a:r>
              <a:rPr lang="zh-CN" altLang="en-US" sz="2800">
                <a:latin typeface="Comic Sans MS" panose="030F0702030302020204" pitchFamily="66" charset="0"/>
              </a:rPr>
              <a:t>”</a:t>
            </a:r>
            <a:r>
              <a:rPr lang="zh-CN" altLang="en-US" sz="2800"/>
              <a:t>：当前目录，先前鉴别</a:t>
            </a:r>
          </a:p>
        </p:txBody>
      </p:sp>
      <p:grpSp>
        <p:nvGrpSpPr>
          <p:cNvPr id="13315" name="Group 3">
            <a:extLst>
              <a:ext uri="{FF2B5EF4-FFF2-40B4-BE49-F238E27FC236}">
                <a16:creationId xmlns:a16="http://schemas.microsoft.com/office/drawing/2014/main" id="{74C75C60-A4DE-48B7-9350-AAD7EDABC1A8}"/>
              </a:ext>
            </a:extLst>
          </p:cNvPr>
          <p:cNvGrpSpPr>
            <a:grpSpLocks/>
          </p:cNvGrpSpPr>
          <p:nvPr/>
        </p:nvGrpSpPr>
        <p:grpSpPr bwMode="auto">
          <a:xfrm>
            <a:off x="1782763" y="2389189"/>
            <a:ext cx="3994150" cy="1882775"/>
            <a:chOff x="3011" y="1511"/>
            <a:chExt cx="2516" cy="1186"/>
          </a:xfrm>
        </p:grpSpPr>
        <p:graphicFrame>
          <p:nvGraphicFramePr>
            <p:cNvPr id="13317" name="Object 4">
              <a:extLst>
                <a:ext uri="{FF2B5EF4-FFF2-40B4-BE49-F238E27FC236}">
                  <a16:creationId xmlns:a16="http://schemas.microsoft.com/office/drawing/2014/main" id="{DF14237A-0B8B-4AD8-AC86-F90AAB55E7D3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011" y="1826"/>
            <a:ext cx="489" cy="39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9940" name="Clip" r:id="rId4" imgW="1307263" imgH="1084139" progId="MS_ClipArt_Gallery.2">
                    <p:embed/>
                  </p:oleObj>
                </mc:Choice>
                <mc:Fallback>
                  <p:oleObj name="Clip" r:id="rId4" imgW="1307263" imgH="1084139" progId="MS_ClipArt_Gallery.2">
                    <p:embed/>
                    <p:pic>
                      <p:nvPicPr>
                        <p:cNvPr id="13317" name="Object 4">
                          <a:extLst>
                            <a:ext uri="{FF2B5EF4-FFF2-40B4-BE49-F238E27FC236}">
                              <a16:creationId xmlns:a16="http://schemas.microsoft.com/office/drawing/2014/main" id="{DF14237A-0B8B-4AD8-AC86-F90AAB55E7D3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11" y="1826"/>
                          <a:ext cx="489" cy="39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13318" name="Group 5">
              <a:extLst>
                <a:ext uri="{FF2B5EF4-FFF2-40B4-BE49-F238E27FC236}">
                  <a16:creationId xmlns:a16="http://schemas.microsoft.com/office/drawing/2014/main" id="{845FC05A-4666-46D8-9A93-4FE0F349FAA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161" y="1688"/>
              <a:ext cx="224" cy="588"/>
              <a:chOff x="4180" y="783"/>
              <a:chExt cx="150" cy="307"/>
            </a:xfrm>
          </p:grpSpPr>
          <p:sp>
            <p:nvSpPr>
              <p:cNvPr id="13325" name="AutoShape 6">
                <a:extLst>
                  <a:ext uri="{FF2B5EF4-FFF2-40B4-BE49-F238E27FC236}">
                    <a16:creationId xmlns:a16="http://schemas.microsoft.com/office/drawing/2014/main" id="{5860D886-1484-40FD-8E45-9526F0C0B6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80" y="1019"/>
                <a:ext cx="150" cy="71"/>
              </a:xfrm>
              <a:prstGeom prst="parallelogram">
                <a:avLst>
                  <a:gd name="adj" fmla="val 81387"/>
                </a:avLst>
              </a:prstGeom>
              <a:solidFill>
                <a:srgbClr val="33CCCC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3326" name="Rectangle 7">
                <a:extLst>
                  <a:ext uri="{FF2B5EF4-FFF2-40B4-BE49-F238E27FC236}">
                    <a16:creationId xmlns:a16="http://schemas.microsoft.com/office/drawing/2014/main" id="{10759799-276A-4249-8408-59BE68710B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56" y="785"/>
                <a:ext cx="69" cy="236"/>
              </a:xfrm>
              <a:prstGeom prst="rect">
                <a:avLst/>
              </a:prstGeom>
              <a:solidFill>
                <a:srgbClr val="33CCCC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3327" name="Rectangle 8">
                <a:extLst>
                  <a:ext uri="{FF2B5EF4-FFF2-40B4-BE49-F238E27FC236}">
                    <a16:creationId xmlns:a16="http://schemas.microsoft.com/office/drawing/2014/main" id="{38AF4D30-1B42-4F4F-816C-14DA284979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81" y="852"/>
                <a:ext cx="95" cy="236"/>
              </a:xfrm>
              <a:prstGeom prst="rect">
                <a:avLst/>
              </a:prstGeom>
              <a:solidFill>
                <a:srgbClr val="33CCC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3328" name="AutoShape 9">
                <a:extLst>
                  <a:ext uri="{FF2B5EF4-FFF2-40B4-BE49-F238E27FC236}">
                    <a16:creationId xmlns:a16="http://schemas.microsoft.com/office/drawing/2014/main" id="{1B2B6FE1-4A06-41CB-9C19-9E1E7E0945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80" y="783"/>
                <a:ext cx="150" cy="71"/>
              </a:xfrm>
              <a:prstGeom prst="parallelogram">
                <a:avLst>
                  <a:gd name="adj" fmla="val 81387"/>
                </a:avLst>
              </a:prstGeom>
              <a:solidFill>
                <a:srgbClr val="33CCC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3329" name="Line 10">
                <a:extLst>
                  <a:ext uri="{FF2B5EF4-FFF2-40B4-BE49-F238E27FC236}">
                    <a16:creationId xmlns:a16="http://schemas.microsoft.com/office/drawing/2014/main" id="{20436555-21C9-4B74-824C-E00DDF6A3A7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30" y="788"/>
                <a:ext cx="0" cy="23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330" name="Line 11">
                <a:extLst>
                  <a:ext uri="{FF2B5EF4-FFF2-40B4-BE49-F238E27FC236}">
                    <a16:creationId xmlns:a16="http://schemas.microsoft.com/office/drawing/2014/main" id="{11AD8BFD-3D18-4FA0-8351-936B13D8530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276" y="1019"/>
                <a:ext cx="54" cy="6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331" name="Rectangle 12">
                <a:extLst>
                  <a:ext uri="{FF2B5EF4-FFF2-40B4-BE49-F238E27FC236}">
                    <a16:creationId xmlns:a16="http://schemas.microsoft.com/office/drawing/2014/main" id="{3DD70142-C892-483C-9D89-56EE49FDAD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93" y="883"/>
                <a:ext cx="63" cy="136"/>
              </a:xfrm>
              <a:prstGeom prst="rect">
                <a:avLst/>
              </a:prstGeom>
              <a:solidFill>
                <a:schemeClr val="accent2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3332" name="Rectangle 13">
                <a:extLst>
                  <a:ext uri="{FF2B5EF4-FFF2-40B4-BE49-F238E27FC236}">
                    <a16:creationId xmlns:a16="http://schemas.microsoft.com/office/drawing/2014/main" id="{35DB5859-9151-435E-AEA9-0A0CD3CAA3D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2" y="924"/>
                <a:ext cx="48" cy="4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sp>
          <p:nvSpPr>
            <p:cNvPr id="13319" name="Text Box 14">
              <a:extLst>
                <a:ext uri="{FF2B5EF4-FFF2-40B4-BE49-F238E27FC236}">
                  <a16:creationId xmlns:a16="http://schemas.microsoft.com/office/drawing/2014/main" id="{62AF71CB-709B-4C0A-AA45-A0712F51B7D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78" y="2249"/>
              <a:ext cx="436" cy="4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kumimoji="0" lang="en-US" altLang="zh-CN" sz="2000">
                  <a:latin typeface="Comic Sans MS" panose="030F0702030302020204" pitchFamily="66" charset="0"/>
                </a:rPr>
                <a:t>FTP</a:t>
              </a:r>
            </a:p>
            <a:p>
              <a:pPr algn="ctr"/>
              <a:r>
                <a:rPr kumimoji="0" lang="zh-CN" altLang="en-US" sz="2000">
                  <a:latin typeface="Comic Sans MS" panose="030F0702030302020204" pitchFamily="66" charset="0"/>
                </a:rPr>
                <a:t>客户</a:t>
              </a:r>
              <a:endParaRPr kumimoji="0" lang="zh-CN" altLang="en-US" sz="2400"/>
            </a:p>
          </p:txBody>
        </p:sp>
        <p:sp>
          <p:nvSpPr>
            <p:cNvPr id="13320" name="Text Box 15">
              <a:extLst>
                <a:ext uri="{FF2B5EF4-FFF2-40B4-BE49-F238E27FC236}">
                  <a16:creationId xmlns:a16="http://schemas.microsoft.com/office/drawing/2014/main" id="{EA9B6B89-1A7B-4726-80B7-0454A1BED38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31" y="2255"/>
              <a:ext cx="596" cy="4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kumimoji="0" lang="en-US" altLang="zh-CN" sz="2000">
                  <a:latin typeface="Comic Sans MS" panose="030F0702030302020204" pitchFamily="66" charset="0"/>
                </a:rPr>
                <a:t>FTP</a:t>
              </a:r>
            </a:p>
            <a:p>
              <a:pPr algn="ctr"/>
              <a:r>
                <a:rPr kumimoji="0" lang="zh-CN" altLang="en-US" sz="2000">
                  <a:latin typeface="Comic Sans MS" panose="030F0702030302020204" pitchFamily="66" charset="0"/>
                </a:rPr>
                <a:t>服务器</a:t>
              </a:r>
              <a:endParaRPr kumimoji="0" lang="zh-CN" altLang="en-US" sz="2000"/>
            </a:p>
          </p:txBody>
        </p:sp>
        <p:sp>
          <p:nvSpPr>
            <p:cNvPr id="13321" name="Line 16">
              <a:extLst>
                <a:ext uri="{FF2B5EF4-FFF2-40B4-BE49-F238E27FC236}">
                  <a16:creationId xmlns:a16="http://schemas.microsoft.com/office/drawing/2014/main" id="{EABDAFC6-3341-41AB-ADDF-893C61EFF41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92" y="1920"/>
              <a:ext cx="1614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322" name="Line 17">
              <a:extLst>
                <a:ext uri="{FF2B5EF4-FFF2-40B4-BE49-F238E27FC236}">
                  <a16:creationId xmlns:a16="http://schemas.microsoft.com/office/drawing/2014/main" id="{B2B3D644-6853-4CF2-B79D-2F86F56BC3A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504" y="2118"/>
              <a:ext cx="1614" cy="6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323" name="Text Box 18">
              <a:extLst>
                <a:ext uri="{FF2B5EF4-FFF2-40B4-BE49-F238E27FC236}">
                  <a16:creationId xmlns:a16="http://schemas.microsoft.com/office/drawing/2014/main" id="{52FB0B56-9961-43A0-8E4F-4369766729C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51" y="1511"/>
              <a:ext cx="1518" cy="3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kumimoji="0" lang="en-US" altLang="zh-CN" sz="1600">
                  <a:solidFill>
                    <a:srgbClr val="FF0000"/>
                  </a:solidFill>
                  <a:latin typeface="Comic Sans MS" panose="030F0702030302020204" pitchFamily="66" charset="0"/>
                </a:rPr>
                <a:t>TCP </a:t>
              </a:r>
              <a:r>
                <a:rPr kumimoji="0" lang="zh-CN" altLang="en-US" sz="1600">
                  <a:solidFill>
                    <a:srgbClr val="FF0000"/>
                  </a:solidFill>
                  <a:latin typeface="Comic Sans MS" panose="030F0702030302020204" pitchFamily="66" charset="0"/>
                </a:rPr>
                <a:t>控制连接</a:t>
              </a:r>
            </a:p>
            <a:p>
              <a:pPr algn="ctr"/>
              <a:r>
                <a:rPr kumimoji="0" lang="en-US" altLang="zh-CN" sz="1600">
                  <a:solidFill>
                    <a:srgbClr val="FF0000"/>
                  </a:solidFill>
                  <a:latin typeface="Comic Sans MS" panose="030F0702030302020204" pitchFamily="66" charset="0"/>
                </a:rPr>
                <a:t>port 21</a:t>
              </a:r>
              <a:endParaRPr kumimoji="0" lang="en-US" altLang="zh-CN" sz="2400"/>
            </a:p>
          </p:txBody>
        </p:sp>
        <p:sp>
          <p:nvSpPr>
            <p:cNvPr id="13324" name="Text Box 19">
              <a:extLst>
                <a:ext uri="{FF2B5EF4-FFF2-40B4-BE49-F238E27FC236}">
                  <a16:creationId xmlns:a16="http://schemas.microsoft.com/office/drawing/2014/main" id="{7784FD81-E6C8-41AA-BEE6-475015DDC58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21" y="2165"/>
              <a:ext cx="1518" cy="3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kumimoji="0" lang="en-US" altLang="zh-CN" sz="1600">
                  <a:solidFill>
                    <a:srgbClr val="FF0000"/>
                  </a:solidFill>
                  <a:latin typeface="Comic Sans MS" panose="030F0702030302020204" pitchFamily="66" charset="0"/>
                </a:rPr>
                <a:t>TCP</a:t>
              </a:r>
              <a:r>
                <a:rPr kumimoji="0" lang="zh-CN" altLang="en-US" sz="1600">
                  <a:solidFill>
                    <a:srgbClr val="FF0000"/>
                  </a:solidFill>
                  <a:latin typeface="Comic Sans MS" panose="030F0702030302020204" pitchFamily="66" charset="0"/>
                </a:rPr>
                <a:t>数据连接</a:t>
              </a:r>
            </a:p>
            <a:p>
              <a:pPr algn="ctr"/>
              <a:r>
                <a:rPr kumimoji="0" lang="en-US" altLang="zh-CN" sz="1600">
                  <a:solidFill>
                    <a:srgbClr val="FF0000"/>
                  </a:solidFill>
                  <a:latin typeface="Comic Sans MS" panose="030F0702030302020204" pitchFamily="66" charset="0"/>
                </a:rPr>
                <a:t>port 20</a:t>
              </a:r>
              <a:endParaRPr kumimoji="0" lang="en-US" altLang="zh-CN" sz="2400"/>
            </a:p>
          </p:txBody>
        </p:sp>
      </p:grp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7CB4997C-8057-41A8-AEF7-1F0F8094AD3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228850" y="493714"/>
            <a:ext cx="7772400" cy="668337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 eaLnBrk="1" hangingPunct="1"/>
            <a:r>
              <a:rPr lang="en-US" altLang="zh-CN" sz="3600">
                <a:ea typeface="华文新魏" panose="02010800040101010101" pitchFamily="2" charset="-122"/>
              </a:rPr>
              <a:t>FTP </a:t>
            </a:r>
            <a:r>
              <a:rPr lang="zh-CN" altLang="en-US" sz="3600">
                <a:ea typeface="华文新魏" panose="02010800040101010101" pitchFamily="2" charset="-122"/>
              </a:rPr>
              <a:t>用户命令</a:t>
            </a:r>
          </a:p>
        </p:txBody>
      </p:sp>
      <p:grpSp>
        <p:nvGrpSpPr>
          <p:cNvPr id="15363" name="Group 187">
            <a:extLst>
              <a:ext uri="{FF2B5EF4-FFF2-40B4-BE49-F238E27FC236}">
                <a16:creationId xmlns:a16="http://schemas.microsoft.com/office/drawing/2014/main" id="{223E28EC-2CFC-4CE5-AB77-1E1CBE425662}"/>
              </a:ext>
            </a:extLst>
          </p:cNvPr>
          <p:cNvGrpSpPr>
            <a:grpSpLocks/>
          </p:cNvGrpSpPr>
          <p:nvPr/>
        </p:nvGrpSpPr>
        <p:grpSpPr bwMode="auto">
          <a:xfrm>
            <a:off x="3676650" y="1373188"/>
            <a:ext cx="4787900" cy="5484812"/>
            <a:chOff x="-3" y="-3"/>
            <a:chExt cx="3016" cy="7944"/>
          </a:xfrm>
        </p:grpSpPr>
        <p:grpSp>
          <p:nvGrpSpPr>
            <p:cNvPr id="15364" name="Group 185">
              <a:extLst>
                <a:ext uri="{FF2B5EF4-FFF2-40B4-BE49-F238E27FC236}">
                  <a16:creationId xmlns:a16="http://schemas.microsoft.com/office/drawing/2014/main" id="{2EE5101E-8186-4C80-94CB-4F9CAD387DB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0"/>
              <a:ext cx="3010" cy="7938"/>
              <a:chOff x="0" y="0"/>
              <a:chExt cx="3010" cy="7938"/>
            </a:xfrm>
          </p:grpSpPr>
          <p:grpSp>
            <p:nvGrpSpPr>
              <p:cNvPr id="15366" name="Group 44">
                <a:extLst>
                  <a:ext uri="{FF2B5EF4-FFF2-40B4-BE49-F238E27FC236}">
                    <a16:creationId xmlns:a16="http://schemas.microsoft.com/office/drawing/2014/main" id="{D374412D-71D1-40A6-BBAF-844AAD4FFA4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0"/>
                <a:ext cx="793" cy="475"/>
                <a:chOff x="0" y="0"/>
                <a:chExt cx="793" cy="475"/>
              </a:xfrm>
            </p:grpSpPr>
            <p:sp>
              <p:nvSpPr>
                <p:cNvPr id="15542" name="Rectangle 43">
                  <a:extLst>
                    <a:ext uri="{FF2B5EF4-FFF2-40B4-BE49-F238E27FC236}">
                      <a16:creationId xmlns:a16="http://schemas.microsoft.com/office/drawing/2014/main" id="{E959BD13-5748-4FF0-B6F0-D253EF61452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793" cy="47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80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3175" cap="rnd">
                      <a:solidFill>
                        <a:srgbClr val="DDDDDD"/>
                      </a:solidFill>
                      <a:prstDash val="sysDot"/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>
                  <a:lvl1pPr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grpSp>
              <p:nvGrpSpPr>
                <p:cNvPr id="15543" name="Group 42">
                  <a:extLst>
                    <a:ext uri="{FF2B5EF4-FFF2-40B4-BE49-F238E27FC236}">
                      <a16:creationId xmlns:a16="http://schemas.microsoft.com/office/drawing/2014/main" id="{61D0701E-9334-4338-A8C1-4B5987B38244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0" y="0"/>
                  <a:ext cx="793" cy="403"/>
                  <a:chOff x="0" y="0"/>
                  <a:chExt cx="793" cy="403"/>
                </a:xfrm>
              </p:grpSpPr>
              <p:sp>
                <p:nvSpPr>
                  <p:cNvPr id="15544" name="Rectangle 5">
                    <a:extLst>
                      <a:ext uri="{FF2B5EF4-FFF2-40B4-BE49-F238E27FC236}">
                        <a16:creationId xmlns:a16="http://schemas.microsoft.com/office/drawing/2014/main" id="{8F658095-3B85-4635-B0C8-B7BF51D31731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8" y="18"/>
                    <a:ext cx="757" cy="367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80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3175" cap="rnd">
                        <a:solidFill>
                          <a:srgbClr val="DDDDDD"/>
                        </a:solidFill>
                        <a:prstDash val="sysDot"/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anchor="ctr"/>
                  <a:lstStyle>
                    <a:lvl1pPr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r>
                      <a:rPr lang="en-US" altLang="zh-CN" sz="1600" b="1" i="1">
                        <a:solidFill>
                          <a:schemeClr val="tx2"/>
                        </a:solidFill>
                      </a:rPr>
                      <a:t>FTP </a:t>
                    </a:r>
                    <a:r>
                      <a:rPr lang="zh-CN" altLang="en-US" sz="1600" b="1" i="1">
                        <a:solidFill>
                          <a:schemeClr val="tx2"/>
                        </a:solidFill>
                      </a:rPr>
                      <a:t>命令</a:t>
                    </a:r>
                    <a:endParaRPr lang="zh-CN" altLang="en-US" sz="1600">
                      <a:solidFill>
                        <a:schemeClr val="tx2"/>
                      </a:solidFill>
                    </a:endParaRPr>
                  </a:p>
                </p:txBody>
              </p:sp>
              <p:sp>
                <p:nvSpPr>
                  <p:cNvPr id="15545" name="Rectangle 41">
                    <a:extLst>
                      <a:ext uri="{FF2B5EF4-FFF2-40B4-BE49-F238E27FC236}">
                        <a16:creationId xmlns:a16="http://schemas.microsoft.com/office/drawing/2014/main" id="{17CB69EA-3969-4128-98D1-08DAC280BFE2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0" y="0"/>
                    <a:ext cx="793" cy="403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3175" cap="rnd">
                        <a:solidFill>
                          <a:srgbClr val="DDDDDD"/>
                        </a:solidFill>
                        <a:prstDash val="sysDot"/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>
                    <a:lvl1pPr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</p:grpSp>
          </p:grpSp>
          <p:grpSp>
            <p:nvGrpSpPr>
              <p:cNvPr id="15367" name="Group 48">
                <a:extLst>
                  <a:ext uri="{FF2B5EF4-FFF2-40B4-BE49-F238E27FC236}">
                    <a16:creationId xmlns:a16="http://schemas.microsoft.com/office/drawing/2014/main" id="{C38F8208-ECD1-4419-9734-77808792EB4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93" y="0"/>
                <a:ext cx="2217" cy="475"/>
                <a:chOff x="793" y="0"/>
                <a:chExt cx="2217" cy="475"/>
              </a:xfrm>
            </p:grpSpPr>
            <p:sp>
              <p:nvSpPr>
                <p:cNvPr id="15538" name="Rectangle 47">
                  <a:extLst>
                    <a:ext uri="{FF2B5EF4-FFF2-40B4-BE49-F238E27FC236}">
                      <a16:creationId xmlns:a16="http://schemas.microsoft.com/office/drawing/2014/main" id="{1260A51E-FA9C-4910-9F2D-F08E429BE34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93" y="0"/>
                  <a:ext cx="2217" cy="47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80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3175" cap="rnd">
                      <a:solidFill>
                        <a:srgbClr val="DDDDDD"/>
                      </a:solidFill>
                      <a:prstDash val="sysDot"/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>
                  <a:lvl1pPr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grpSp>
              <p:nvGrpSpPr>
                <p:cNvPr id="15539" name="Group 46">
                  <a:extLst>
                    <a:ext uri="{FF2B5EF4-FFF2-40B4-BE49-F238E27FC236}">
                      <a16:creationId xmlns:a16="http://schemas.microsoft.com/office/drawing/2014/main" id="{1B67B9F7-8A80-4505-9407-43C1726A4D3E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793" y="0"/>
                  <a:ext cx="2217" cy="403"/>
                  <a:chOff x="793" y="0"/>
                  <a:chExt cx="2217" cy="403"/>
                </a:xfrm>
              </p:grpSpPr>
              <p:sp>
                <p:nvSpPr>
                  <p:cNvPr id="15540" name="Rectangle 6">
                    <a:extLst>
                      <a:ext uri="{FF2B5EF4-FFF2-40B4-BE49-F238E27FC236}">
                        <a16:creationId xmlns:a16="http://schemas.microsoft.com/office/drawing/2014/main" id="{15DA4D2C-D34D-42BC-BF64-6778DD317CD6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811" y="18"/>
                    <a:ext cx="2181" cy="367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80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3175" cap="rnd">
                        <a:solidFill>
                          <a:srgbClr val="DDDDDD"/>
                        </a:solidFill>
                        <a:prstDash val="sysDot"/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anchor="ctr"/>
                  <a:lstStyle>
                    <a:lvl1pPr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en-US" altLang="zh-CN" sz="1600" b="1" i="1">
                      <a:solidFill>
                        <a:schemeClr val="tx2"/>
                      </a:solidFill>
                    </a:endParaRPr>
                  </a:p>
                  <a:p>
                    <a:pPr eaLnBrk="1" hangingPunct="1"/>
                    <a:r>
                      <a:rPr lang="zh-CN" altLang="en-US" sz="1600" b="1" i="1">
                        <a:solidFill>
                          <a:schemeClr val="tx2"/>
                        </a:solidFill>
                      </a:rPr>
                      <a:t>描述</a:t>
                    </a:r>
                    <a:r>
                      <a:rPr lang="zh-CN" altLang="en-US" sz="1600">
                        <a:solidFill>
                          <a:schemeClr val="tx2"/>
                        </a:solidFill>
                      </a:rPr>
                      <a:t> </a:t>
                    </a:r>
                  </a:p>
                  <a:p>
                    <a:endParaRPr lang="en-US" altLang="zh-CN" sz="1600">
                      <a:solidFill>
                        <a:schemeClr val="tx2"/>
                      </a:solidFill>
                    </a:endParaRPr>
                  </a:p>
                </p:txBody>
              </p:sp>
              <p:sp>
                <p:nvSpPr>
                  <p:cNvPr id="15541" name="Rectangle 45">
                    <a:extLst>
                      <a:ext uri="{FF2B5EF4-FFF2-40B4-BE49-F238E27FC236}">
                        <a16:creationId xmlns:a16="http://schemas.microsoft.com/office/drawing/2014/main" id="{A859628B-B498-4C92-8E9D-E4F24A5DAD97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793" y="0"/>
                    <a:ext cx="2217" cy="403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3175" cap="rnd">
                        <a:solidFill>
                          <a:srgbClr val="DDDDDD"/>
                        </a:solidFill>
                        <a:prstDash val="sysDot"/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>
                    <a:lvl1pPr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</p:grpSp>
          </p:grpSp>
          <p:grpSp>
            <p:nvGrpSpPr>
              <p:cNvPr id="15368" name="Group 52">
                <a:extLst>
                  <a:ext uri="{FF2B5EF4-FFF2-40B4-BE49-F238E27FC236}">
                    <a16:creationId xmlns:a16="http://schemas.microsoft.com/office/drawing/2014/main" id="{13725BE7-B5E8-472B-9EB7-80BB4F9181D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439"/>
                <a:ext cx="793" cy="475"/>
                <a:chOff x="0" y="439"/>
                <a:chExt cx="793" cy="475"/>
              </a:xfrm>
            </p:grpSpPr>
            <p:sp>
              <p:nvSpPr>
                <p:cNvPr id="15534" name="Rectangle 51">
                  <a:extLst>
                    <a:ext uri="{FF2B5EF4-FFF2-40B4-BE49-F238E27FC236}">
                      <a16:creationId xmlns:a16="http://schemas.microsoft.com/office/drawing/2014/main" id="{1D2E03CE-4747-48B1-BB66-DB2A6C013B9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439"/>
                  <a:ext cx="793" cy="47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80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3175" cap="rnd">
                      <a:solidFill>
                        <a:srgbClr val="DDDDDD"/>
                      </a:solidFill>
                      <a:prstDash val="sysDot"/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>
                  <a:lvl1pPr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grpSp>
              <p:nvGrpSpPr>
                <p:cNvPr id="15535" name="Group 50">
                  <a:extLst>
                    <a:ext uri="{FF2B5EF4-FFF2-40B4-BE49-F238E27FC236}">
                      <a16:creationId xmlns:a16="http://schemas.microsoft.com/office/drawing/2014/main" id="{B28381F4-AE4D-4645-9B66-368778D3990C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0" y="439"/>
                  <a:ext cx="793" cy="403"/>
                  <a:chOff x="0" y="439"/>
                  <a:chExt cx="793" cy="403"/>
                </a:xfrm>
              </p:grpSpPr>
              <p:sp>
                <p:nvSpPr>
                  <p:cNvPr id="15536" name="Rectangle 7">
                    <a:extLst>
                      <a:ext uri="{FF2B5EF4-FFF2-40B4-BE49-F238E27FC236}">
                        <a16:creationId xmlns:a16="http://schemas.microsoft.com/office/drawing/2014/main" id="{FB395985-92C2-45D5-AAEF-F95195E7841C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8" y="457"/>
                    <a:ext cx="757" cy="367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80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3175" cap="rnd">
                        <a:solidFill>
                          <a:srgbClr val="DDDDDD"/>
                        </a:solidFill>
                        <a:prstDash val="sysDot"/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anchor="ctr"/>
                  <a:lstStyle>
                    <a:lvl1pPr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r>
                      <a:rPr lang="en-US" altLang="zh-CN" sz="1600">
                        <a:solidFill>
                          <a:schemeClr val="tx2"/>
                        </a:solidFill>
                      </a:rPr>
                      <a:t>ascii </a:t>
                    </a:r>
                  </a:p>
                  <a:p>
                    <a:endParaRPr lang="en-US" altLang="zh-CN" sz="1600">
                      <a:solidFill>
                        <a:schemeClr val="tx2"/>
                      </a:solidFill>
                    </a:endParaRPr>
                  </a:p>
                </p:txBody>
              </p:sp>
              <p:sp>
                <p:nvSpPr>
                  <p:cNvPr id="15537" name="Rectangle 49">
                    <a:extLst>
                      <a:ext uri="{FF2B5EF4-FFF2-40B4-BE49-F238E27FC236}">
                        <a16:creationId xmlns:a16="http://schemas.microsoft.com/office/drawing/2014/main" id="{FBEECD41-6B90-4B2C-91F8-BD840627538B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0" y="439"/>
                    <a:ext cx="793" cy="403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3175" cap="rnd">
                        <a:solidFill>
                          <a:srgbClr val="DDDDDD"/>
                        </a:solidFill>
                        <a:prstDash val="sysDot"/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>
                    <a:lvl1pPr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</p:grpSp>
          </p:grpSp>
          <p:grpSp>
            <p:nvGrpSpPr>
              <p:cNvPr id="15369" name="Group 56">
                <a:extLst>
                  <a:ext uri="{FF2B5EF4-FFF2-40B4-BE49-F238E27FC236}">
                    <a16:creationId xmlns:a16="http://schemas.microsoft.com/office/drawing/2014/main" id="{A247A551-8A43-4A99-9D4A-68003D00E07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93" y="439"/>
                <a:ext cx="2217" cy="475"/>
                <a:chOff x="793" y="439"/>
                <a:chExt cx="2217" cy="475"/>
              </a:xfrm>
            </p:grpSpPr>
            <p:sp>
              <p:nvSpPr>
                <p:cNvPr id="15530" name="Rectangle 55">
                  <a:extLst>
                    <a:ext uri="{FF2B5EF4-FFF2-40B4-BE49-F238E27FC236}">
                      <a16:creationId xmlns:a16="http://schemas.microsoft.com/office/drawing/2014/main" id="{9D7B661A-3D64-46E1-BE7C-7B709CD7D56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93" y="439"/>
                  <a:ext cx="2217" cy="47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80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3175" cap="rnd">
                      <a:solidFill>
                        <a:srgbClr val="DDDDDD"/>
                      </a:solidFill>
                      <a:prstDash val="sysDot"/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>
                  <a:lvl1pPr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grpSp>
              <p:nvGrpSpPr>
                <p:cNvPr id="15531" name="Group 54">
                  <a:extLst>
                    <a:ext uri="{FF2B5EF4-FFF2-40B4-BE49-F238E27FC236}">
                      <a16:creationId xmlns:a16="http://schemas.microsoft.com/office/drawing/2014/main" id="{2FC47779-D607-4C92-935C-DE3D9EB2DF74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793" y="439"/>
                  <a:ext cx="2217" cy="403"/>
                  <a:chOff x="793" y="439"/>
                  <a:chExt cx="2217" cy="403"/>
                </a:xfrm>
              </p:grpSpPr>
              <p:sp>
                <p:nvSpPr>
                  <p:cNvPr id="15532" name="Rectangle 8">
                    <a:extLst>
                      <a:ext uri="{FF2B5EF4-FFF2-40B4-BE49-F238E27FC236}">
                        <a16:creationId xmlns:a16="http://schemas.microsoft.com/office/drawing/2014/main" id="{75765AE7-9D26-4391-A3C7-1FABF88656C5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811" y="457"/>
                    <a:ext cx="2181" cy="367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80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3175" cap="rnd">
                        <a:solidFill>
                          <a:srgbClr val="DDDDDD"/>
                        </a:solidFill>
                        <a:prstDash val="sysDot"/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anchor="ctr"/>
                  <a:lstStyle>
                    <a:lvl1pPr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r>
                      <a:rPr lang="zh-CN" altLang="en-US" sz="1600">
                        <a:solidFill>
                          <a:schemeClr val="tx2"/>
                        </a:solidFill>
                      </a:rPr>
                      <a:t>切换为</a:t>
                    </a:r>
                    <a:r>
                      <a:rPr lang="en-US" altLang="zh-CN" sz="1600">
                        <a:solidFill>
                          <a:schemeClr val="tx2"/>
                        </a:solidFill>
                      </a:rPr>
                      <a:t>ASCII</a:t>
                    </a:r>
                    <a:r>
                      <a:rPr lang="zh-CN" altLang="en-US" sz="1600">
                        <a:solidFill>
                          <a:schemeClr val="tx2"/>
                        </a:solidFill>
                      </a:rPr>
                      <a:t>传输模式 </a:t>
                    </a:r>
                  </a:p>
                  <a:p>
                    <a:endParaRPr lang="en-US" altLang="zh-CN" sz="1600">
                      <a:solidFill>
                        <a:schemeClr val="tx2"/>
                      </a:solidFill>
                    </a:endParaRPr>
                  </a:p>
                </p:txBody>
              </p:sp>
              <p:sp>
                <p:nvSpPr>
                  <p:cNvPr id="15533" name="Rectangle 53">
                    <a:extLst>
                      <a:ext uri="{FF2B5EF4-FFF2-40B4-BE49-F238E27FC236}">
                        <a16:creationId xmlns:a16="http://schemas.microsoft.com/office/drawing/2014/main" id="{40F6BA52-8CD5-4C3E-9EF1-180F81854581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793" y="439"/>
                    <a:ext cx="2217" cy="403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3175" cap="rnd">
                        <a:solidFill>
                          <a:srgbClr val="DDDDDD"/>
                        </a:solidFill>
                        <a:prstDash val="sysDot"/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>
                    <a:lvl1pPr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</p:grpSp>
          </p:grpSp>
          <p:grpSp>
            <p:nvGrpSpPr>
              <p:cNvPr id="15370" name="Group 60">
                <a:extLst>
                  <a:ext uri="{FF2B5EF4-FFF2-40B4-BE49-F238E27FC236}">
                    <a16:creationId xmlns:a16="http://schemas.microsoft.com/office/drawing/2014/main" id="{D90CFAA1-26CC-445C-9969-EC50A93EBFD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878"/>
                <a:ext cx="793" cy="475"/>
                <a:chOff x="0" y="878"/>
                <a:chExt cx="793" cy="475"/>
              </a:xfrm>
            </p:grpSpPr>
            <p:sp>
              <p:nvSpPr>
                <p:cNvPr id="15526" name="Rectangle 59">
                  <a:extLst>
                    <a:ext uri="{FF2B5EF4-FFF2-40B4-BE49-F238E27FC236}">
                      <a16:creationId xmlns:a16="http://schemas.microsoft.com/office/drawing/2014/main" id="{4F037CA5-D014-4654-A226-98E853E6337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878"/>
                  <a:ext cx="793" cy="47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80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3175" cap="rnd">
                      <a:solidFill>
                        <a:srgbClr val="DDDDDD"/>
                      </a:solidFill>
                      <a:prstDash val="sysDot"/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>
                  <a:lvl1pPr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grpSp>
              <p:nvGrpSpPr>
                <p:cNvPr id="15527" name="Group 58">
                  <a:extLst>
                    <a:ext uri="{FF2B5EF4-FFF2-40B4-BE49-F238E27FC236}">
                      <a16:creationId xmlns:a16="http://schemas.microsoft.com/office/drawing/2014/main" id="{EF3C2D1C-ED8F-41B2-AB98-19369CDCFE02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0" y="878"/>
                  <a:ext cx="793" cy="403"/>
                  <a:chOff x="0" y="878"/>
                  <a:chExt cx="793" cy="403"/>
                </a:xfrm>
              </p:grpSpPr>
              <p:sp>
                <p:nvSpPr>
                  <p:cNvPr id="15528" name="Rectangle 9">
                    <a:extLst>
                      <a:ext uri="{FF2B5EF4-FFF2-40B4-BE49-F238E27FC236}">
                        <a16:creationId xmlns:a16="http://schemas.microsoft.com/office/drawing/2014/main" id="{234E5ECC-EC59-4CFF-99C3-E3AB4FA192A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8" y="896"/>
                    <a:ext cx="757" cy="367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80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3175" cap="rnd">
                        <a:solidFill>
                          <a:srgbClr val="DDDDDD"/>
                        </a:solidFill>
                        <a:prstDash val="sysDot"/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anchor="ctr"/>
                  <a:lstStyle>
                    <a:lvl1pPr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r>
                      <a:rPr lang="en-US" altLang="zh-CN" sz="1600">
                        <a:solidFill>
                          <a:schemeClr val="tx2"/>
                        </a:solidFill>
                      </a:rPr>
                      <a:t>binary </a:t>
                    </a:r>
                  </a:p>
                  <a:p>
                    <a:endParaRPr lang="en-US" altLang="zh-CN" sz="1600">
                      <a:solidFill>
                        <a:schemeClr val="tx2"/>
                      </a:solidFill>
                    </a:endParaRPr>
                  </a:p>
                </p:txBody>
              </p:sp>
              <p:sp>
                <p:nvSpPr>
                  <p:cNvPr id="15529" name="Rectangle 57">
                    <a:extLst>
                      <a:ext uri="{FF2B5EF4-FFF2-40B4-BE49-F238E27FC236}">
                        <a16:creationId xmlns:a16="http://schemas.microsoft.com/office/drawing/2014/main" id="{68A7C64E-0518-4426-9B66-C07D8AEB2E4D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0" y="878"/>
                    <a:ext cx="793" cy="403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3175" cap="rnd">
                        <a:solidFill>
                          <a:srgbClr val="DDDDDD"/>
                        </a:solidFill>
                        <a:prstDash val="sysDot"/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>
                    <a:lvl1pPr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</p:grpSp>
          </p:grpSp>
          <p:grpSp>
            <p:nvGrpSpPr>
              <p:cNvPr id="15371" name="Group 64">
                <a:extLst>
                  <a:ext uri="{FF2B5EF4-FFF2-40B4-BE49-F238E27FC236}">
                    <a16:creationId xmlns:a16="http://schemas.microsoft.com/office/drawing/2014/main" id="{A80EDA57-9EFF-47F8-9251-1345CBD009E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93" y="878"/>
                <a:ext cx="2217" cy="475"/>
                <a:chOff x="793" y="878"/>
                <a:chExt cx="2217" cy="475"/>
              </a:xfrm>
            </p:grpSpPr>
            <p:sp>
              <p:nvSpPr>
                <p:cNvPr id="15522" name="Rectangle 63">
                  <a:extLst>
                    <a:ext uri="{FF2B5EF4-FFF2-40B4-BE49-F238E27FC236}">
                      <a16:creationId xmlns:a16="http://schemas.microsoft.com/office/drawing/2014/main" id="{3C7ACB66-096F-457C-9646-CC08507516A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93" y="878"/>
                  <a:ext cx="2217" cy="47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80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3175" cap="rnd">
                      <a:solidFill>
                        <a:srgbClr val="DDDDDD"/>
                      </a:solidFill>
                      <a:prstDash val="sysDot"/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>
                  <a:lvl1pPr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grpSp>
              <p:nvGrpSpPr>
                <p:cNvPr id="15523" name="Group 62">
                  <a:extLst>
                    <a:ext uri="{FF2B5EF4-FFF2-40B4-BE49-F238E27FC236}">
                      <a16:creationId xmlns:a16="http://schemas.microsoft.com/office/drawing/2014/main" id="{7C6BB9EF-B533-4A87-AC06-87CC56A6D265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793" y="878"/>
                  <a:ext cx="2217" cy="403"/>
                  <a:chOff x="793" y="878"/>
                  <a:chExt cx="2217" cy="403"/>
                </a:xfrm>
              </p:grpSpPr>
              <p:sp>
                <p:nvSpPr>
                  <p:cNvPr id="15524" name="Rectangle 10">
                    <a:extLst>
                      <a:ext uri="{FF2B5EF4-FFF2-40B4-BE49-F238E27FC236}">
                        <a16:creationId xmlns:a16="http://schemas.microsoft.com/office/drawing/2014/main" id="{CB52DCD8-4E25-4DCD-BC02-C2EDC7301773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811" y="896"/>
                    <a:ext cx="2181" cy="367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80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3175" cap="rnd">
                        <a:solidFill>
                          <a:srgbClr val="DDDDDD"/>
                        </a:solidFill>
                        <a:prstDash val="sysDot"/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anchor="ctr"/>
                  <a:lstStyle>
                    <a:lvl1pPr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r>
                      <a:rPr lang="zh-CN" altLang="en-US" sz="1600">
                        <a:solidFill>
                          <a:schemeClr val="tx2"/>
                        </a:solidFill>
                      </a:rPr>
                      <a:t>切换为二进制传输模式</a:t>
                    </a:r>
                  </a:p>
                  <a:p>
                    <a:endParaRPr lang="en-US" altLang="zh-CN" sz="1600">
                      <a:solidFill>
                        <a:schemeClr val="tx2"/>
                      </a:solidFill>
                    </a:endParaRPr>
                  </a:p>
                </p:txBody>
              </p:sp>
              <p:sp>
                <p:nvSpPr>
                  <p:cNvPr id="15525" name="Rectangle 61">
                    <a:extLst>
                      <a:ext uri="{FF2B5EF4-FFF2-40B4-BE49-F238E27FC236}">
                        <a16:creationId xmlns:a16="http://schemas.microsoft.com/office/drawing/2014/main" id="{8BA4E572-EF20-43E8-AD40-3C454FC27DB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793" y="878"/>
                    <a:ext cx="2217" cy="403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3175" cap="rnd">
                        <a:solidFill>
                          <a:srgbClr val="DDDDDD"/>
                        </a:solidFill>
                        <a:prstDash val="sysDot"/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>
                    <a:lvl1pPr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</p:grpSp>
          </p:grpSp>
          <p:grpSp>
            <p:nvGrpSpPr>
              <p:cNvPr id="15372" name="Group 68">
                <a:extLst>
                  <a:ext uri="{FF2B5EF4-FFF2-40B4-BE49-F238E27FC236}">
                    <a16:creationId xmlns:a16="http://schemas.microsoft.com/office/drawing/2014/main" id="{E5846B75-9519-4A0E-802D-5916745E1A8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1317"/>
                <a:ext cx="793" cy="475"/>
                <a:chOff x="0" y="1317"/>
                <a:chExt cx="793" cy="475"/>
              </a:xfrm>
            </p:grpSpPr>
            <p:sp>
              <p:nvSpPr>
                <p:cNvPr id="15518" name="Rectangle 67">
                  <a:extLst>
                    <a:ext uri="{FF2B5EF4-FFF2-40B4-BE49-F238E27FC236}">
                      <a16:creationId xmlns:a16="http://schemas.microsoft.com/office/drawing/2014/main" id="{9D200EE8-7EF9-479B-97F2-DFFDCF34B98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1317"/>
                  <a:ext cx="793" cy="47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80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3175" cap="rnd">
                      <a:solidFill>
                        <a:srgbClr val="DDDDDD"/>
                      </a:solidFill>
                      <a:prstDash val="sysDot"/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>
                  <a:lvl1pPr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grpSp>
              <p:nvGrpSpPr>
                <p:cNvPr id="15519" name="Group 66">
                  <a:extLst>
                    <a:ext uri="{FF2B5EF4-FFF2-40B4-BE49-F238E27FC236}">
                      <a16:creationId xmlns:a16="http://schemas.microsoft.com/office/drawing/2014/main" id="{E805E1CA-A539-47B5-8123-6D371B507113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0" y="1317"/>
                  <a:ext cx="793" cy="403"/>
                  <a:chOff x="0" y="1317"/>
                  <a:chExt cx="793" cy="403"/>
                </a:xfrm>
              </p:grpSpPr>
              <p:sp>
                <p:nvSpPr>
                  <p:cNvPr id="15520" name="Rectangle 11">
                    <a:extLst>
                      <a:ext uri="{FF2B5EF4-FFF2-40B4-BE49-F238E27FC236}">
                        <a16:creationId xmlns:a16="http://schemas.microsoft.com/office/drawing/2014/main" id="{ED2835FB-8019-408D-AEDC-116E2BF79055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8" y="1335"/>
                    <a:ext cx="757" cy="367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80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3175" cap="rnd">
                        <a:solidFill>
                          <a:srgbClr val="DDDDDD"/>
                        </a:solidFill>
                        <a:prstDash val="sysDot"/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anchor="ctr"/>
                  <a:lstStyle>
                    <a:lvl1pPr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r>
                      <a:rPr lang="en-US" altLang="zh-CN" sz="1600">
                        <a:solidFill>
                          <a:schemeClr val="tx2"/>
                        </a:solidFill>
                      </a:rPr>
                      <a:t>cd </a:t>
                    </a:r>
                  </a:p>
                  <a:p>
                    <a:endParaRPr lang="en-US" altLang="zh-CN" sz="1600">
                      <a:solidFill>
                        <a:schemeClr val="tx2"/>
                      </a:solidFill>
                    </a:endParaRPr>
                  </a:p>
                </p:txBody>
              </p:sp>
              <p:sp>
                <p:nvSpPr>
                  <p:cNvPr id="15521" name="Rectangle 65">
                    <a:extLst>
                      <a:ext uri="{FF2B5EF4-FFF2-40B4-BE49-F238E27FC236}">
                        <a16:creationId xmlns:a16="http://schemas.microsoft.com/office/drawing/2014/main" id="{AD65F821-9219-4835-95BC-9988AE2F3DB6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0" y="1317"/>
                    <a:ext cx="793" cy="403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3175" cap="rnd">
                        <a:solidFill>
                          <a:srgbClr val="DDDDDD"/>
                        </a:solidFill>
                        <a:prstDash val="sysDot"/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>
                    <a:lvl1pPr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</p:grpSp>
          </p:grpSp>
          <p:grpSp>
            <p:nvGrpSpPr>
              <p:cNvPr id="15373" name="Group 72">
                <a:extLst>
                  <a:ext uri="{FF2B5EF4-FFF2-40B4-BE49-F238E27FC236}">
                    <a16:creationId xmlns:a16="http://schemas.microsoft.com/office/drawing/2014/main" id="{1DBEACBB-E2ED-4290-98DF-45BDD5177EB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93" y="1317"/>
                <a:ext cx="2217" cy="475"/>
                <a:chOff x="793" y="1317"/>
                <a:chExt cx="2217" cy="475"/>
              </a:xfrm>
            </p:grpSpPr>
            <p:sp>
              <p:nvSpPr>
                <p:cNvPr id="15514" name="Rectangle 71">
                  <a:extLst>
                    <a:ext uri="{FF2B5EF4-FFF2-40B4-BE49-F238E27FC236}">
                      <a16:creationId xmlns:a16="http://schemas.microsoft.com/office/drawing/2014/main" id="{41219BAB-FABE-4593-8F62-989915D33F4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93" y="1317"/>
                  <a:ext cx="2217" cy="47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80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3175" cap="rnd">
                      <a:solidFill>
                        <a:srgbClr val="DDDDDD"/>
                      </a:solidFill>
                      <a:prstDash val="sysDot"/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>
                  <a:lvl1pPr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grpSp>
              <p:nvGrpSpPr>
                <p:cNvPr id="15515" name="Group 70">
                  <a:extLst>
                    <a:ext uri="{FF2B5EF4-FFF2-40B4-BE49-F238E27FC236}">
                      <a16:creationId xmlns:a16="http://schemas.microsoft.com/office/drawing/2014/main" id="{C02AFA30-CC05-4AE5-B1D7-1DFD7D08E891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793" y="1317"/>
                  <a:ext cx="2217" cy="403"/>
                  <a:chOff x="793" y="1317"/>
                  <a:chExt cx="2217" cy="403"/>
                </a:xfrm>
              </p:grpSpPr>
              <p:sp>
                <p:nvSpPr>
                  <p:cNvPr id="15516" name="Rectangle 12">
                    <a:extLst>
                      <a:ext uri="{FF2B5EF4-FFF2-40B4-BE49-F238E27FC236}">
                        <a16:creationId xmlns:a16="http://schemas.microsoft.com/office/drawing/2014/main" id="{3FC57A0C-2098-474D-9FCA-09C2B41AFC37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811" y="1335"/>
                    <a:ext cx="2181" cy="367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80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3175" cap="rnd">
                        <a:solidFill>
                          <a:srgbClr val="DDDDDD"/>
                        </a:solidFill>
                        <a:prstDash val="sysDot"/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anchor="ctr"/>
                  <a:lstStyle>
                    <a:lvl1pPr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r>
                      <a:rPr lang="zh-CN" altLang="en-US" sz="1600">
                        <a:solidFill>
                          <a:schemeClr val="tx2"/>
                        </a:solidFill>
                      </a:rPr>
                      <a:t>改变服务器上的目录 </a:t>
                    </a:r>
                  </a:p>
                  <a:p>
                    <a:endParaRPr lang="en-US" altLang="zh-CN" sz="1600">
                      <a:solidFill>
                        <a:schemeClr val="tx2"/>
                      </a:solidFill>
                    </a:endParaRPr>
                  </a:p>
                </p:txBody>
              </p:sp>
              <p:sp>
                <p:nvSpPr>
                  <p:cNvPr id="15517" name="Rectangle 69">
                    <a:extLst>
                      <a:ext uri="{FF2B5EF4-FFF2-40B4-BE49-F238E27FC236}">
                        <a16:creationId xmlns:a16="http://schemas.microsoft.com/office/drawing/2014/main" id="{A56DF685-D226-433E-BF09-DB11B9A880DC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793" y="1317"/>
                    <a:ext cx="2217" cy="403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3175" cap="rnd">
                        <a:solidFill>
                          <a:srgbClr val="DDDDDD"/>
                        </a:solidFill>
                        <a:prstDash val="sysDot"/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>
                    <a:lvl1pPr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</p:grpSp>
          </p:grpSp>
          <p:grpSp>
            <p:nvGrpSpPr>
              <p:cNvPr id="15374" name="Group 76">
                <a:extLst>
                  <a:ext uri="{FF2B5EF4-FFF2-40B4-BE49-F238E27FC236}">
                    <a16:creationId xmlns:a16="http://schemas.microsoft.com/office/drawing/2014/main" id="{1C36DECF-9D8C-45A8-8ED7-03DAE706E94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1756"/>
                <a:ext cx="793" cy="475"/>
                <a:chOff x="0" y="1756"/>
                <a:chExt cx="793" cy="475"/>
              </a:xfrm>
            </p:grpSpPr>
            <p:sp>
              <p:nvSpPr>
                <p:cNvPr id="15510" name="Rectangle 75">
                  <a:extLst>
                    <a:ext uri="{FF2B5EF4-FFF2-40B4-BE49-F238E27FC236}">
                      <a16:creationId xmlns:a16="http://schemas.microsoft.com/office/drawing/2014/main" id="{862CDD0C-9F37-471F-B153-8AE40061D6E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1756"/>
                  <a:ext cx="793" cy="47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80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3175" cap="rnd">
                      <a:solidFill>
                        <a:srgbClr val="DDDDDD"/>
                      </a:solidFill>
                      <a:prstDash val="sysDot"/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>
                  <a:lvl1pPr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grpSp>
              <p:nvGrpSpPr>
                <p:cNvPr id="15511" name="Group 74">
                  <a:extLst>
                    <a:ext uri="{FF2B5EF4-FFF2-40B4-BE49-F238E27FC236}">
                      <a16:creationId xmlns:a16="http://schemas.microsoft.com/office/drawing/2014/main" id="{194172BC-945F-4538-A454-BA183757DDE9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0" y="1756"/>
                  <a:ext cx="793" cy="403"/>
                  <a:chOff x="0" y="1756"/>
                  <a:chExt cx="793" cy="403"/>
                </a:xfrm>
              </p:grpSpPr>
              <p:sp>
                <p:nvSpPr>
                  <p:cNvPr id="15512" name="Rectangle 13">
                    <a:extLst>
                      <a:ext uri="{FF2B5EF4-FFF2-40B4-BE49-F238E27FC236}">
                        <a16:creationId xmlns:a16="http://schemas.microsoft.com/office/drawing/2014/main" id="{8103B889-1059-4DA9-8C25-82298B0D1262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8" y="1774"/>
                    <a:ext cx="757" cy="367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80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3175" cap="rnd">
                        <a:solidFill>
                          <a:srgbClr val="DDDDDD"/>
                        </a:solidFill>
                        <a:prstDash val="sysDot"/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anchor="ctr"/>
                  <a:lstStyle>
                    <a:lvl1pPr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r>
                      <a:rPr lang="en-US" altLang="zh-CN" sz="1600">
                        <a:solidFill>
                          <a:schemeClr val="tx2"/>
                        </a:solidFill>
                      </a:rPr>
                      <a:t>close </a:t>
                    </a:r>
                  </a:p>
                  <a:p>
                    <a:endParaRPr lang="en-US" altLang="zh-CN" sz="1600">
                      <a:solidFill>
                        <a:schemeClr val="tx2"/>
                      </a:solidFill>
                    </a:endParaRPr>
                  </a:p>
                </p:txBody>
              </p:sp>
              <p:sp>
                <p:nvSpPr>
                  <p:cNvPr id="15513" name="Rectangle 73">
                    <a:extLst>
                      <a:ext uri="{FF2B5EF4-FFF2-40B4-BE49-F238E27FC236}">
                        <a16:creationId xmlns:a16="http://schemas.microsoft.com/office/drawing/2014/main" id="{C40EF478-EBBB-402E-9BE2-0DF608A6A6FE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0" y="1756"/>
                    <a:ext cx="793" cy="403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3175" cap="rnd">
                        <a:solidFill>
                          <a:srgbClr val="DDDDDD"/>
                        </a:solidFill>
                        <a:prstDash val="sysDot"/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>
                    <a:lvl1pPr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</p:grpSp>
          </p:grpSp>
          <p:grpSp>
            <p:nvGrpSpPr>
              <p:cNvPr id="15375" name="Group 80">
                <a:extLst>
                  <a:ext uri="{FF2B5EF4-FFF2-40B4-BE49-F238E27FC236}">
                    <a16:creationId xmlns:a16="http://schemas.microsoft.com/office/drawing/2014/main" id="{4843260F-2530-4079-9953-5B35E5E4722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93" y="1756"/>
                <a:ext cx="2217" cy="475"/>
                <a:chOff x="793" y="1756"/>
                <a:chExt cx="2217" cy="475"/>
              </a:xfrm>
            </p:grpSpPr>
            <p:sp>
              <p:nvSpPr>
                <p:cNvPr id="15506" name="Rectangle 79">
                  <a:extLst>
                    <a:ext uri="{FF2B5EF4-FFF2-40B4-BE49-F238E27FC236}">
                      <a16:creationId xmlns:a16="http://schemas.microsoft.com/office/drawing/2014/main" id="{2BF79319-55B1-4596-A757-27E3AD69CD3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93" y="1756"/>
                  <a:ext cx="2217" cy="47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80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3175" cap="rnd">
                      <a:solidFill>
                        <a:srgbClr val="DDDDDD"/>
                      </a:solidFill>
                      <a:prstDash val="sysDot"/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>
                  <a:lvl1pPr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grpSp>
              <p:nvGrpSpPr>
                <p:cNvPr id="15507" name="Group 78">
                  <a:extLst>
                    <a:ext uri="{FF2B5EF4-FFF2-40B4-BE49-F238E27FC236}">
                      <a16:creationId xmlns:a16="http://schemas.microsoft.com/office/drawing/2014/main" id="{B816DBFA-52DE-462B-B125-8DF73611B36A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793" y="1756"/>
                  <a:ext cx="2217" cy="403"/>
                  <a:chOff x="793" y="1756"/>
                  <a:chExt cx="2217" cy="403"/>
                </a:xfrm>
              </p:grpSpPr>
              <p:sp>
                <p:nvSpPr>
                  <p:cNvPr id="15508" name="Rectangle 14">
                    <a:extLst>
                      <a:ext uri="{FF2B5EF4-FFF2-40B4-BE49-F238E27FC236}">
                        <a16:creationId xmlns:a16="http://schemas.microsoft.com/office/drawing/2014/main" id="{1791CD1A-CFF4-4FCA-B9E9-61789E675012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811" y="1774"/>
                    <a:ext cx="2181" cy="367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80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3175" cap="rnd">
                        <a:solidFill>
                          <a:srgbClr val="DDDDDD"/>
                        </a:solidFill>
                        <a:prstDash val="sysDot"/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anchor="ctr"/>
                  <a:lstStyle>
                    <a:lvl1pPr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r>
                      <a:rPr lang="zh-CN" altLang="en-US" sz="1600">
                        <a:solidFill>
                          <a:schemeClr val="tx2"/>
                        </a:solidFill>
                      </a:rPr>
                      <a:t>终止连接 </a:t>
                    </a:r>
                  </a:p>
                  <a:p>
                    <a:endParaRPr lang="en-US" altLang="zh-CN" sz="1600">
                      <a:solidFill>
                        <a:schemeClr val="tx2"/>
                      </a:solidFill>
                    </a:endParaRPr>
                  </a:p>
                </p:txBody>
              </p:sp>
              <p:sp>
                <p:nvSpPr>
                  <p:cNvPr id="15509" name="Rectangle 77">
                    <a:extLst>
                      <a:ext uri="{FF2B5EF4-FFF2-40B4-BE49-F238E27FC236}">
                        <a16:creationId xmlns:a16="http://schemas.microsoft.com/office/drawing/2014/main" id="{58449508-EEA0-4BF9-B045-C750D5B977B5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793" y="1756"/>
                    <a:ext cx="2217" cy="403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3175" cap="rnd">
                        <a:solidFill>
                          <a:srgbClr val="DDDDDD"/>
                        </a:solidFill>
                        <a:prstDash val="sysDot"/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>
                    <a:lvl1pPr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</p:grpSp>
          </p:grpSp>
          <p:grpSp>
            <p:nvGrpSpPr>
              <p:cNvPr id="15376" name="Group 84">
                <a:extLst>
                  <a:ext uri="{FF2B5EF4-FFF2-40B4-BE49-F238E27FC236}">
                    <a16:creationId xmlns:a16="http://schemas.microsoft.com/office/drawing/2014/main" id="{F0BB994D-473B-4EF3-AE28-F044F94D53C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2195"/>
                <a:ext cx="793" cy="475"/>
                <a:chOff x="0" y="2195"/>
                <a:chExt cx="793" cy="475"/>
              </a:xfrm>
            </p:grpSpPr>
            <p:sp>
              <p:nvSpPr>
                <p:cNvPr id="15502" name="Rectangle 83">
                  <a:extLst>
                    <a:ext uri="{FF2B5EF4-FFF2-40B4-BE49-F238E27FC236}">
                      <a16:creationId xmlns:a16="http://schemas.microsoft.com/office/drawing/2014/main" id="{74C9FA27-96C7-44C3-A2A6-A3D498130CF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2195"/>
                  <a:ext cx="793" cy="47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80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3175" cap="rnd">
                      <a:solidFill>
                        <a:srgbClr val="DDDDDD"/>
                      </a:solidFill>
                      <a:prstDash val="sysDot"/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>
                  <a:lvl1pPr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grpSp>
              <p:nvGrpSpPr>
                <p:cNvPr id="15503" name="Group 82">
                  <a:extLst>
                    <a:ext uri="{FF2B5EF4-FFF2-40B4-BE49-F238E27FC236}">
                      <a16:creationId xmlns:a16="http://schemas.microsoft.com/office/drawing/2014/main" id="{0D41FF35-94DE-4AE0-87B5-51ECFE9A4693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0" y="2195"/>
                  <a:ext cx="793" cy="403"/>
                  <a:chOff x="0" y="2195"/>
                  <a:chExt cx="793" cy="403"/>
                </a:xfrm>
              </p:grpSpPr>
              <p:sp>
                <p:nvSpPr>
                  <p:cNvPr id="15504" name="Rectangle 15">
                    <a:extLst>
                      <a:ext uri="{FF2B5EF4-FFF2-40B4-BE49-F238E27FC236}">
                        <a16:creationId xmlns:a16="http://schemas.microsoft.com/office/drawing/2014/main" id="{52ED7197-A55C-4184-9484-72CD9B4A0802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8" y="2213"/>
                    <a:ext cx="757" cy="367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80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3175" cap="rnd">
                        <a:solidFill>
                          <a:srgbClr val="DDDDDD"/>
                        </a:solidFill>
                        <a:prstDash val="sysDot"/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anchor="ctr"/>
                  <a:lstStyle>
                    <a:lvl1pPr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r>
                      <a:rPr lang="en-US" altLang="zh-CN" sz="1600">
                        <a:solidFill>
                          <a:schemeClr val="tx2"/>
                        </a:solidFill>
                      </a:rPr>
                      <a:t>del </a:t>
                    </a:r>
                  </a:p>
                  <a:p>
                    <a:endParaRPr lang="en-US" altLang="zh-CN" sz="1600">
                      <a:solidFill>
                        <a:schemeClr val="tx2"/>
                      </a:solidFill>
                    </a:endParaRPr>
                  </a:p>
                </p:txBody>
              </p:sp>
              <p:sp>
                <p:nvSpPr>
                  <p:cNvPr id="15505" name="Rectangle 81">
                    <a:extLst>
                      <a:ext uri="{FF2B5EF4-FFF2-40B4-BE49-F238E27FC236}">
                        <a16:creationId xmlns:a16="http://schemas.microsoft.com/office/drawing/2014/main" id="{7304DCC8-CB57-4EE4-BD8D-7B18A476C0AB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0" y="2195"/>
                    <a:ext cx="793" cy="403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3175" cap="rnd">
                        <a:solidFill>
                          <a:srgbClr val="DDDDDD"/>
                        </a:solidFill>
                        <a:prstDash val="sysDot"/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>
                    <a:lvl1pPr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</p:grpSp>
          </p:grpSp>
          <p:grpSp>
            <p:nvGrpSpPr>
              <p:cNvPr id="15377" name="Group 88">
                <a:extLst>
                  <a:ext uri="{FF2B5EF4-FFF2-40B4-BE49-F238E27FC236}">
                    <a16:creationId xmlns:a16="http://schemas.microsoft.com/office/drawing/2014/main" id="{E4F7BF3D-6A2E-4E33-ADB3-0AB6641633F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93" y="2195"/>
                <a:ext cx="2217" cy="475"/>
                <a:chOff x="793" y="2195"/>
                <a:chExt cx="2217" cy="475"/>
              </a:xfrm>
            </p:grpSpPr>
            <p:sp>
              <p:nvSpPr>
                <p:cNvPr id="15498" name="Rectangle 87">
                  <a:extLst>
                    <a:ext uri="{FF2B5EF4-FFF2-40B4-BE49-F238E27FC236}">
                      <a16:creationId xmlns:a16="http://schemas.microsoft.com/office/drawing/2014/main" id="{F4832793-BCA8-4771-B46D-04492E2D126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93" y="2195"/>
                  <a:ext cx="2217" cy="47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80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3175" cap="rnd">
                      <a:solidFill>
                        <a:srgbClr val="DDDDDD"/>
                      </a:solidFill>
                      <a:prstDash val="sysDot"/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>
                  <a:lvl1pPr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grpSp>
              <p:nvGrpSpPr>
                <p:cNvPr id="15499" name="Group 86">
                  <a:extLst>
                    <a:ext uri="{FF2B5EF4-FFF2-40B4-BE49-F238E27FC236}">
                      <a16:creationId xmlns:a16="http://schemas.microsoft.com/office/drawing/2014/main" id="{F7721F99-3FD1-46DF-8A63-D3A8AC95FA82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793" y="2195"/>
                  <a:ext cx="2217" cy="403"/>
                  <a:chOff x="793" y="2195"/>
                  <a:chExt cx="2217" cy="403"/>
                </a:xfrm>
              </p:grpSpPr>
              <p:sp>
                <p:nvSpPr>
                  <p:cNvPr id="15500" name="Rectangle 16">
                    <a:extLst>
                      <a:ext uri="{FF2B5EF4-FFF2-40B4-BE49-F238E27FC236}">
                        <a16:creationId xmlns:a16="http://schemas.microsoft.com/office/drawing/2014/main" id="{DC583635-A1F8-406E-A252-6C18FF0ED7A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811" y="2213"/>
                    <a:ext cx="2181" cy="367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80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3175" cap="rnd">
                        <a:solidFill>
                          <a:srgbClr val="DDDDDD"/>
                        </a:solidFill>
                        <a:prstDash val="sysDot"/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anchor="ctr"/>
                  <a:lstStyle>
                    <a:lvl1pPr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r>
                      <a:rPr lang="zh-CN" altLang="en-US" sz="1600">
                        <a:solidFill>
                          <a:schemeClr val="tx2"/>
                        </a:solidFill>
                      </a:rPr>
                      <a:t>删除服务器上的一个文件 </a:t>
                    </a:r>
                  </a:p>
                  <a:p>
                    <a:endParaRPr lang="en-US" altLang="zh-CN" sz="1600">
                      <a:solidFill>
                        <a:schemeClr val="tx2"/>
                      </a:solidFill>
                    </a:endParaRPr>
                  </a:p>
                </p:txBody>
              </p:sp>
              <p:sp>
                <p:nvSpPr>
                  <p:cNvPr id="15501" name="Rectangle 85">
                    <a:extLst>
                      <a:ext uri="{FF2B5EF4-FFF2-40B4-BE49-F238E27FC236}">
                        <a16:creationId xmlns:a16="http://schemas.microsoft.com/office/drawing/2014/main" id="{AEE7CC55-3773-47B9-8C92-3272742D8B47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793" y="2195"/>
                    <a:ext cx="2217" cy="403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3175" cap="rnd">
                        <a:solidFill>
                          <a:srgbClr val="DDDDDD"/>
                        </a:solidFill>
                        <a:prstDash val="sysDot"/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>
                    <a:lvl1pPr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</p:grpSp>
          </p:grpSp>
          <p:grpSp>
            <p:nvGrpSpPr>
              <p:cNvPr id="15378" name="Group 92">
                <a:extLst>
                  <a:ext uri="{FF2B5EF4-FFF2-40B4-BE49-F238E27FC236}">
                    <a16:creationId xmlns:a16="http://schemas.microsoft.com/office/drawing/2014/main" id="{BA6DFFE2-83AA-4A4B-A2A3-47912B7957D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2634"/>
                <a:ext cx="793" cy="475"/>
                <a:chOff x="0" y="2634"/>
                <a:chExt cx="793" cy="475"/>
              </a:xfrm>
            </p:grpSpPr>
            <p:sp>
              <p:nvSpPr>
                <p:cNvPr id="15494" name="Rectangle 91">
                  <a:extLst>
                    <a:ext uri="{FF2B5EF4-FFF2-40B4-BE49-F238E27FC236}">
                      <a16:creationId xmlns:a16="http://schemas.microsoft.com/office/drawing/2014/main" id="{3EA110EC-A52F-4EFB-880D-B7087F867D8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2634"/>
                  <a:ext cx="793" cy="47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80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3175" cap="rnd">
                      <a:solidFill>
                        <a:srgbClr val="DDDDDD"/>
                      </a:solidFill>
                      <a:prstDash val="sysDot"/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>
                  <a:lvl1pPr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grpSp>
              <p:nvGrpSpPr>
                <p:cNvPr id="15495" name="Group 90">
                  <a:extLst>
                    <a:ext uri="{FF2B5EF4-FFF2-40B4-BE49-F238E27FC236}">
                      <a16:creationId xmlns:a16="http://schemas.microsoft.com/office/drawing/2014/main" id="{033E536B-6EEE-4765-9571-526559771C4D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0" y="2634"/>
                  <a:ext cx="793" cy="403"/>
                  <a:chOff x="0" y="2634"/>
                  <a:chExt cx="793" cy="403"/>
                </a:xfrm>
              </p:grpSpPr>
              <p:sp>
                <p:nvSpPr>
                  <p:cNvPr id="15496" name="Rectangle 17">
                    <a:extLst>
                      <a:ext uri="{FF2B5EF4-FFF2-40B4-BE49-F238E27FC236}">
                        <a16:creationId xmlns:a16="http://schemas.microsoft.com/office/drawing/2014/main" id="{782A6F73-4199-44F8-A7EE-5706ACE507BB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8" y="2652"/>
                    <a:ext cx="757" cy="367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80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3175" cap="rnd">
                        <a:solidFill>
                          <a:srgbClr val="DDDDDD"/>
                        </a:solidFill>
                        <a:prstDash val="sysDot"/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anchor="ctr"/>
                  <a:lstStyle>
                    <a:lvl1pPr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r>
                      <a:rPr lang="en-US" altLang="zh-CN" sz="1600">
                        <a:solidFill>
                          <a:schemeClr val="tx2"/>
                        </a:solidFill>
                      </a:rPr>
                      <a:t>dir </a:t>
                    </a:r>
                  </a:p>
                  <a:p>
                    <a:endParaRPr lang="en-US" altLang="zh-CN" sz="1600">
                      <a:solidFill>
                        <a:schemeClr val="tx2"/>
                      </a:solidFill>
                    </a:endParaRPr>
                  </a:p>
                </p:txBody>
              </p:sp>
              <p:sp>
                <p:nvSpPr>
                  <p:cNvPr id="15497" name="Rectangle 89">
                    <a:extLst>
                      <a:ext uri="{FF2B5EF4-FFF2-40B4-BE49-F238E27FC236}">
                        <a16:creationId xmlns:a16="http://schemas.microsoft.com/office/drawing/2014/main" id="{37E98E5D-F5B2-41D3-B50C-391D60E7119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0" y="2634"/>
                    <a:ext cx="793" cy="403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3175" cap="rnd">
                        <a:solidFill>
                          <a:srgbClr val="DDDDDD"/>
                        </a:solidFill>
                        <a:prstDash val="sysDot"/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>
                    <a:lvl1pPr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</p:grpSp>
          </p:grpSp>
          <p:grpSp>
            <p:nvGrpSpPr>
              <p:cNvPr id="15379" name="Group 96">
                <a:extLst>
                  <a:ext uri="{FF2B5EF4-FFF2-40B4-BE49-F238E27FC236}">
                    <a16:creationId xmlns:a16="http://schemas.microsoft.com/office/drawing/2014/main" id="{051F5C9E-17D5-432C-BF5E-0A89F087E4B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93" y="2634"/>
                <a:ext cx="2217" cy="475"/>
                <a:chOff x="793" y="2634"/>
                <a:chExt cx="2217" cy="475"/>
              </a:xfrm>
            </p:grpSpPr>
            <p:sp>
              <p:nvSpPr>
                <p:cNvPr id="15490" name="Rectangle 95">
                  <a:extLst>
                    <a:ext uri="{FF2B5EF4-FFF2-40B4-BE49-F238E27FC236}">
                      <a16:creationId xmlns:a16="http://schemas.microsoft.com/office/drawing/2014/main" id="{45D010D7-11CE-40D3-A016-824CA451F89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93" y="2634"/>
                  <a:ext cx="2217" cy="47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80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3175" cap="rnd">
                      <a:solidFill>
                        <a:srgbClr val="DDDDDD"/>
                      </a:solidFill>
                      <a:prstDash val="sysDot"/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>
                  <a:lvl1pPr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grpSp>
              <p:nvGrpSpPr>
                <p:cNvPr id="15491" name="Group 94">
                  <a:extLst>
                    <a:ext uri="{FF2B5EF4-FFF2-40B4-BE49-F238E27FC236}">
                      <a16:creationId xmlns:a16="http://schemas.microsoft.com/office/drawing/2014/main" id="{D90B13B9-754A-4723-8504-03E1F43A52EB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793" y="2634"/>
                  <a:ext cx="2217" cy="403"/>
                  <a:chOff x="793" y="2634"/>
                  <a:chExt cx="2217" cy="403"/>
                </a:xfrm>
              </p:grpSpPr>
              <p:sp>
                <p:nvSpPr>
                  <p:cNvPr id="15492" name="Rectangle 18">
                    <a:extLst>
                      <a:ext uri="{FF2B5EF4-FFF2-40B4-BE49-F238E27FC236}">
                        <a16:creationId xmlns:a16="http://schemas.microsoft.com/office/drawing/2014/main" id="{EC4DF7FC-112F-4FED-BE9D-CD6B73F083C3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811" y="2652"/>
                    <a:ext cx="2181" cy="367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80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3175" cap="rnd">
                        <a:solidFill>
                          <a:srgbClr val="DDDDDD"/>
                        </a:solidFill>
                        <a:prstDash val="sysDot"/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anchor="ctr"/>
                  <a:lstStyle>
                    <a:lvl1pPr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r>
                      <a:rPr lang="zh-CN" altLang="en-US" sz="1600">
                        <a:solidFill>
                          <a:schemeClr val="tx2"/>
                        </a:solidFill>
                      </a:rPr>
                      <a:t>显示服务器目录 </a:t>
                    </a:r>
                  </a:p>
                  <a:p>
                    <a:endParaRPr lang="en-US" altLang="zh-CN" sz="1600">
                      <a:solidFill>
                        <a:schemeClr val="tx2"/>
                      </a:solidFill>
                    </a:endParaRPr>
                  </a:p>
                </p:txBody>
              </p:sp>
              <p:sp>
                <p:nvSpPr>
                  <p:cNvPr id="15493" name="Rectangle 93">
                    <a:extLst>
                      <a:ext uri="{FF2B5EF4-FFF2-40B4-BE49-F238E27FC236}">
                        <a16:creationId xmlns:a16="http://schemas.microsoft.com/office/drawing/2014/main" id="{0018D143-93F5-4D08-8C0F-D111B2ABE0E4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793" y="2634"/>
                    <a:ext cx="2217" cy="403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3175" cap="rnd">
                        <a:solidFill>
                          <a:srgbClr val="DDDDDD"/>
                        </a:solidFill>
                        <a:prstDash val="sysDot"/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>
                    <a:lvl1pPr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</p:grpSp>
          </p:grpSp>
          <p:grpSp>
            <p:nvGrpSpPr>
              <p:cNvPr id="15380" name="Group 100">
                <a:extLst>
                  <a:ext uri="{FF2B5EF4-FFF2-40B4-BE49-F238E27FC236}">
                    <a16:creationId xmlns:a16="http://schemas.microsoft.com/office/drawing/2014/main" id="{116C7766-29DB-43EC-AEFE-69A597096CB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3073"/>
                <a:ext cx="793" cy="475"/>
                <a:chOff x="0" y="3073"/>
                <a:chExt cx="793" cy="475"/>
              </a:xfrm>
            </p:grpSpPr>
            <p:sp>
              <p:nvSpPr>
                <p:cNvPr id="15486" name="Rectangle 99">
                  <a:extLst>
                    <a:ext uri="{FF2B5EF4-FFF2-40B4-BE49-F238E27FC236}">
                      <a16:creationId xmlns:a16="http://schemas.microsoft.com/office/drawing/2014/main" id="{7D5C4358-231C-467B-98A8-DA7449D530D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3073"/>
                  <a:ext cx="793" cy="47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80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3175" cap="rnd">
                      <a:solidFill>
                        <a:srgbClr val="DDDDDD"/>
                      </a:solidFill>
                      <a:prstDash val="sysDot"/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>
                  <a:lvl1pPr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grpSp>
              <p:nvGrpSpPr>
                <p:cNvPr id="15487" name="Group 98">
                  <a:extLst>
                    <a:ext uri="{FF2B5EF4-FFF2-40B4-BE49-F238E27FC236}">
                      <a16:creationId xmlns:a16="http://schemas.microsoft.com/office/drawing/2014/main" id="{8914CB09-D183-45BA-865E-89D0A04EB696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0" y="3073"/>
                  <a:ext cx="793" cy="403"/>
                  <a:chOff x="0" y="3073"/>
                  <a:chExt cx="793" cy="403"/>
                </a:xfrm>
              </p:grpSpPr>
              <p:sp>
                <p:nvSpPr>
                  <p:cNvPr id="15488" name="Rectangle 19">
                    <a:extLst>
                      <a:ext uri="{FF2B5EF4-FFF2-40B4-BE49-F238E27FC236}">
                        <a16:creationId xmlns:a16="http://schemas.microsoft.com/office/drawing/2014/main" id="{CC1405E5-F875-484B-899B-7296AC7014A4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8" y="3091"/>
                    <a:ext cx="757" cy="367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80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3175" cap="rnd">
                        <a:solidFill>
                          <a:srgbClr val="DDDDDD"/>
                        </a:solidFill>
                        <a:prstDash val="sysDot"/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anchor="ctr"/>
                  <a:lstStyle>
                    <a:lvl1pPr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r>
                      <a:rPr lang="en-US" altLang="zh-CN" sz="1600">
                        <a:solidFill>
                          <a:schemeClr val="tx2"/>
                        </a:solidFill>
                      </a:rPr>
                      <a:t>get </a:t>
                    </a:r>
                  </a:p>
                  <a:p>
                    <a:endParaRPr lang="en-US" altLang="zh-CN" sz="1600">
                      <a:solidFill>
                        <a:schemeClr val="tx2"/>
                      </a:solidFill>
                    </a:endParaRPr>
                  </a:p>
                </p:txBody>
              </p:sp>
              <p:sp>
                <p:nvSpPr>
                  <p:cNvPr id="15489" name="Rectangle 97">
                    <a:extLst>
                      <a:ext uri="{FF2B5EF4-FFF2-40B4-BE49-F238E27FC236}">
                        <a16:creationId xmlns:a16="http://schemas.microsoft.com/office/drawing/2014/main" id="{B1B4B910-DBE9-48CD-A15B-D38373327B2C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0" y="3073"/>
                    <a:ext cx="793" cy="403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3175" cap="rnd">
                        <a:solidFill>
                          <a:srgbClr val="DDDDDD"/>
                        </a:solidFill>
                        <a:prstDash val="sysDot"/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>
                    <a:lvl1pPr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</p:grpSp>
          </p:grpSp>
          <p:grpSp>
            <p:nvGrpSpPr>
              <p:cNvPr id="15381" name="Group 104">
                <a:extLst>
                  <a:ext uri="{FF2B5EF4-FFF2-40B4-BE49-F238E27FC236}">
                    <a16:creationId xmlns:a16="http://schemas.microsoft.com/office/drawing/2014/main" id="{61B56292-BDCE-4346-8F5D-57CA37C2E50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93" y="3073"/>
                <a:ext cx="2217" cy="475"/>
                <a:chOff x="793" y="3073"/>
                <a:chExt cx="2217" cy="475"/>
              </a:xfrm>
            </p:grpSpPr>
            <p:sp>
              <p:nvSpPr>
                <p:cNvPr id="15482" name="Rectangle 103">
                  <a:extLst>
                    <a:ext uri="{FF2B5EF4-FFF2-40B4-BE49-F238E27FC236}">
                      <a16:creationId xmlns:a16="http://schemas.microsoft.com/office/drawing/2014/main" id="{4D097045-34ED-4C8C-9275-1F1F8D3AC05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93" y="3073"/>
                  <a:ext cx="2217" cy="47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80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3175" cap="rnd">
                      <a:solidFill>
                        <a:srgbClr val="DDDDDD"/>
                      </a:solidFill>
                      <a:prstDash val="sysDot"/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>
                  <a:lvl1pPr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grpSp>
              <p:nvGrpSpPr>
                <p:cNvPr id="15483" name="Group 102">
                  <a:extLst>
                    <a:ext uri="{FF2B5EF4-FFF2-40B4-BE49-F238E27FC236}">
                      <a16:creationId xmlns:a16="http://schemas.microsoft.com/office/drawing/2014/main" id="{70C66DC8-86E5-4C1E-9C3F-4D8323E8FF03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793" y="3073"/>
                  <a:ext cx="2217" cy="403"/>
                  <a:chOff x="793" y="3073"/>
                  <a:chExt cx="2217" cy="403"/>
                </a:xfrm>
              </p:grpSpPr>
              <p:sp>
                <p:nvSpPr>
                  <p:cNvPr id="15484" name="Rectangle 20">
                    <a:extLst>
                      <a:ext uri="{FF2B5EF4-FFF2-40B4-BE49-F238E27FC236}">
                        <a16:creationId xmlns:a16="http://schemas.microsoft.com/office/drawing/2014/main" id="{AB3F0E3B-E5D5-4A9E-A076-9CA60FCBAAF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811" y="3091"/>
                    <a:ext cx="2181" cy="367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80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3175" cap="rnd">
                        <a:solidFill>
                          <a:srgbClr val="DDDDDD"/>
                        </a:solidFill>
                        <a:prstDash val="sysDot"/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anchor="ctr"/>
                  <a:lstStyle>
                    <a:lvl1pPr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r>
                      <a:rPr lang="zh-CN" altLang="en-US" sz="1600">
                        <a:solidFill>
                          <a:schemeClr val="tx2"/>
                        </a:solidFill>
                      </a:rPr>
                      <a:t>从服务器上取得一个文件</a:t>
                    </a:r>
                  </a:p>
                  <a:p>
                    <a:endParaRPr lang="en-US" altLang="zh-CN" sz="1600">
                      <a:solidFill>
                        <a:schemeClr val="tx2"/>
                      </a:solidFill>
                    </a:endParaRPr>
                  </a:p>
                </p:txBody>
              </p:sp>
              <p:sp>
                <p:nvSpPr>
                  <p:cNvPr id="15485" name="Rectangle 101">
                    <a:extLst>
                      <a:ext uri="{FF2B5EF4-FFF2-40B4-BE49-F238E27FC236}">
                        <a16:creationId xmlns:a16="http://schemas.microsoft.com/office/drawing/2014/main" id="{07175075-20B3-43DD-83BA-474E0D60A437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793" y="3073"/>
                    <a:ext cx="2217" cy="403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3175" cap="rnd">
                        <a:solidFill>
                          <a:srgbClr val="DDDDDD"/>
                        </a:solidFill>
                        <a:prstDash val="sysDot"/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>
                    <a:lvl1pPr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</p:grpSp>
          </p:grpSp>
          <p:grpSp>
            <p:nvGrpSpPr>
              <p:cNvPr id="15382" name="Group 108">
                <a:extLst>
                  <a:ext uri="{FF2B5EF4-FFF2-40B4-BE49-F238E27FC236}">
                    <a16:creationId xmlns:a16="http://schemas.microsoft.com/office/drawing/2014/main" id="{9C4386C6-CEAA-4C29-A8FB-F815B7C0A0A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3512"/>
                <a:ext cx="793" cy="475"/>
                <a:chOff x="0" y="3512"/>
                <a:chExt cx="793" cy="475"/>
              </a:xfrm>
            </p:grpSpPr>
            <p:sp>
              <p:nvSpPr>
                <p:cNvPr id="15478" name="Rectangle 107">
                  <a:extLst>
                    <a:ext uri="{FF2B5EF4-FFF2-40B4-BE49-F238E27FC236}">
                      <a16:creationId xmlns:a16="http://schemas.microsoft.com/office/drawing/2014/main" id="{B101C888-52D1-4B23-AADC-7AF2F620A9A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3512"/>
                  <a:ext cx="793" cy="47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80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3175" cap="rnd">
                      <a:solidFill>
                        <a:srgbClr val="DDDDDD"/>
                      </a:solidFill>
                      <a:prstDash val="sysDot"/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>
                  <a:lvl1pPr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grpSp>
              <p:nvGrpSpPr>
                <p:cNvPr id="15479" name="Group 106">
                  <a:extLst>
                    <a:ext uri="{FF2B5EF4-FFF2-40B4-BE49-F238E27FC236}">
                      <a16:creationId xmlns:a16="http://schemas.microsoft.com/office/drawing/2014/main" id="{A63832DC-38C8-48E2-9123-E1AF5A1EBD9F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0" y="3512"/>
                  <a:ext cx="793" cy="403"/>
                  <a:chOff x="0" y="3512"/>
                  <a:chExt cx="793" cy="403"/>
                </a:xfrm>
              </p:grpSpPr>
              <p:sp>
                <p:nvSpPr>
                  <p:cNvPr id="15480" name="Rectangle 21">
                    <a:extLst>
                      <a:ext uri="{FF2B5EF4-FFF2-40B4-BE49-F238E27FC236}">
                        <a16:creationId xmlns:a16="http://schemas.microsoft.com/office/drawing/2014/main" id="{73AB4443-0AD7-4D46-AFFA-50F50B889C5E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8" y="3530"/>
                    <a:ext cx="757" cy="367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80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3175" cap="rnd">
                        <a:solidFill>
                          <a:srgbClr val="DDDDDD"/>
                        </a:solidFill>
                        <a:prstDash val="sysDot"/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anchor="ctr"/>
                  <a:lstStyle>
                    <a:lvl1pPr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r>
                      <a:rPr lang="en-US" altLang="zh-CN" sz="1600">
                        <a:solidFill>
                          <a:schemeClr val="tx2"/>
                        </a:solidFill>
                      </a:rPr>
                      <a:t>hash </a:t>
                    </a:r>
                  </a:p>
                  <a:p>
                    <a:endParaRPr lang="en-US" altLang="zh-CN" sz="1600">
                      <a:solidFill>
                        <a:schemeClr val="tx2"/>
                      </a:solidFill>
                    </a:endParaRPr>
                  </a:p>
                </p:txBody>
              </p:sp>
              <p:sp>
                <p:nvSpPr>
                  <p:cNvPr id="15481" name="Rectangle 105">
                    <a:extLst>
                      <a:ext uri="{FF2B5EF4-FFF2-40B4-BE49-F238E27FC236}">
                        <a16:creationId xmlns:a16="http://schemas.microsoft.com/office/drawing/2014/main" id="{49F64980-8C06-4D27-AE83-F638A87A4A2A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0" y="3512"/>
                    <a:ext cx="793" cy="403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3175" cap="rnd">
                        <a:solidFill>
                          <a:srgbClr val="DDDDDD"/>
                        </a:solidFill>
                        <a:prstDash val="sysDot"/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>
                    <a:lvl1pPr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</p:grpSp>
          </p:grpSp>
          <p:grpSp>
            <p:nvGrpSpPr>
              <p:cNvPr id="15383" name="Group 112">
                <a:extLst>
                  <a:ext uri="{FF2B5EF4-FFF2-40B4-BE49-F238E27FC236}">
                    <a16:creationId xmlns:a16="http://schemas.microsoft.com/office/drawing/2014/main" id="{BEA8CE9B-BFCA-421E-A8B6-93A59437169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93" y="3512"/>
                <a:ext cx="2217" cy="475"/>
                <a:chOff x="793" y="3512"/>
                <a:chExt cx="2217" cy="475"/>
              </a:xfrm>
            </p:grpSpPr>
            <p:sp>
              <p:nvSpPr>
                <p:cNvPr id="15474" name="Rectangle 111">
                  <a:extLst>
                    <a:ext uri="{FF2B5EF4-FFF2-40B4-BE49-F238E27FC236}">
                      <a16:creationId xmlns:a16="http://schemas.microsoft.com/office/drawing/2014/main" id="{CA741513-61E9-4E83-B130-6E8E794720D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93" y="3512"/>
                  <a:ext cx="2217" cy="47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80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3175" cap="rnd">
                      <a:solidFill>
                        <a:srgbClr val="DDDDDD"/>
                      </a:solidFill>
                      <a:prstDash val="sysDot"/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>
                  <a:lvl1pPr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grpSp>
              <p:nvGrpSpPr>
                <p:cNvPr id="15475" name="Group 110">
                  <a:extLst>
                    <a:ext uri="{FF2B5EF4-FFF2-40B4-BE49-F238E27FC236}">
                      <a16:creationId xmlns:a16="http://schemas.microsoft.com/office/drawing/2014/main" id="{9DA79B69-B8BB-4ECD-981E-871D7A9679FA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793" y="3512"/>
                  <a:ext cx="2217" cy="403"/>
                  <a:chOff x="793" y="3512"/>
                  <a:chExt cx="2217" cy="403"/>
                </a:xfrm>
              </p:grpSpPr>
              <p:sp>
                <p:nvSpPr>
                  <p:cNvPr id="15476" name="Rectangle 22">
                    <a:extLst>
                      <a:ext uri="{FF2B5EF4-FFF2-40B4-BE49-F238E27FC236}">
                        <a16:creationId xmlns:a16="http://schemas.microsoft.com/office/drawing/2014/main" id="{9DF01DF9-F7FC-4290-AADB-FE21EE5BBDDA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811" y="3530"/>
                    <a:ext cx="2181" cy="367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80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3175" cap="rnd">
                        <a:solidFill>
                          <a:srgbClr val="DDDDDD"/>
                        </a:solidFill>
                        <a:prstDash val="sysDot"/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anchor="ctr"/>
                  <a:lstStyle>
                    <a:lvl1pPr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r>
                      <a:rPr lang="zh-CN" altLang="en-US" sz="1600">
                        <a:solidFill>
                          <a:schemeClr val="tx2"/>
                        </a:solidFill>
                      </a:rPr>
                      <a:t>为每一个传输块显示一串字符</a:t>
                    </a:r>
                  </a:p>
                  <a:p>
                    <a:endParaRPr lang="en-US" altLang="zh-CN" sz="1600">
                      <a:solidFill>
                        <a:schemeClr val="tx2"/>
                      </a:solidFill>
                    </a:endParaRPr>
                  </a:p>
                </p:txBody>
              </p:sp>
              <p:sp>
                <p:nvSpPr>
                  <p:cNvPr id="15477" name="Rectangle 109">
                    <a:extLst>
                      <a:ext uri="{FF2B5EF4-FFF2-40B4-BE49-F238E27FC236}">
                        <a16:creationId xmlns:a16="http://schemas.microsoft.com/office/drawing/2014/main" id="{631A6DC1-445B-42B8-8218-AA5CAD9D8764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793" y="3512"/>
                    <a:ext cx="2217" cy="403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3175" cap="rnd">
                        <a:solidFill>
                          <a:srgbClr val="DDDDDD"/>
                        </a:solidFill>
                        <a:prstDash val="sysDot"/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>
                    <a:lvl1pPr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</p:grpSp>
          </p:grpSp>
          <p:grpSp>
            <p:nvGrpSpPr>
              <p:cNvPr id="15384" name="Group 116">
                <a:extLst>
                  <a:ext uri="{FF2B5EF4-FFF2-40B4-BE49-F238E27FC236}">
                    <a16:creationId xmlns:a16="http://schemas.microsoft.com/office/drawing/2014/main" id="{927AD3E7-BAED-438F-A51E-D5F0E8E161A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3951"/>
                <a:ext cx="793" cy="475"/>
                <a:chOff x="0" y="3951"/>
                <a:chExt cx="793" cy="475"/>
              </a:xfrm>
            </p:grpSpPr>
            <p:sp>
              <p:nvSpPr>
                <p:cNvPr id="15470" name="Rectangle 115">
                  <a:extLst>
                    <a:ext uri="{FF2B5EF4-FFF2-40B4-BE49-F238E27FC236}">
                      <a16:creationId xmlns:a16="http://schemas.microsoft.com/office/drawing/2014/main" id="{9F0A3998-E185-4CA5-911F-17ACE21C55E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3951"/>
                  <a:ext cx="793" cy="47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80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3175" cap="rnd">
                      <a:solidFill>
                        <a:srgbClr val="DDDDDD"/>
                      </a:solidFill>
                      <a:prstDash val="sysDot"/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>
                  <a:lvl1pPr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grpSp>
              <p:nvGrpSpPr>
                <p:cNvPr id="15471" name="Group 114">
                  <a:extLst>
                    <a:ext uri="{FF2B5EF4-FFF2-40B4-BE49-F238E27FC236}">
                      <a16:creationId xmlns:a16="http://schemas.microsoft.com/office/drawing/2014/main" id="{D63DE553-4C11-4505-B61E-4D4C39A0C422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0" y="3951"/>
                  <a:ext cx="793" cy="403"/>
                  <a:chOff x="0" y="3951"/>
                  <a:chExt cx="793" cy="403"/>
                </a:xfrm>
              </p:grpSpPr>
              <p:sp>
                <p:nvSpPr>
                  <p:cNvPr id="15472" name="Rectangle 23">
                    <a:extLst>
                      <a:ext uri="{FF2B5EF4-FFF2-40B4-BE49-F238E27FC236}">
                        <a16:creationId xmlns:a16="http://schemas.microsoft.com/office/drawing/2014/main" id="{03A4A480-23DD-4F1C-82A7-368E083A60C4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8" y="3969"/>
                    <a:ext cx="757" cy="367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80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3175" cap="rnd">
                        <a:solidFill>
                          <a:srgbClr val="DDDDDD"/>
                        </a:solidFill>
                        <a:prstDash val="sysDot"/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anchor="ctr"/>
                  <a:lstStyle>
                    <a:lvl1pPr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r>
                      <a:rPr lang="en-US" altLang="zh-CN" sz="1600">
                        <a:solidFill>
                          <a:schemeClr val="tx2"/>
                        </a:solidFill>
                      </a:rPr>
                      <a:t>help </a:t>
                    </a:r>
                  </a:p>
                  <a:p>
                    <a:endParaRPr lang="en-US" altLang="zh-CN" sz="1600">
                      <a:solidFill>
                        <a:schemeClr val="tx2"/>
                      </a:solidFill>
                    </a:endParaRPr>
                  </a:p>
                </p:txBody>
              </p:sp>
              <p:sp>
                <p:nvSpPr>
                  <p:cNvPr id="15473" name="Rectangle 113">
                    <a:extLst>
                      <a:ext uri="{FF2B5EF4-FFF2-40B4-BE49-F238E27FC236}">
                        <a16:creationId xmlns:a16="http://schemas.microsoft.com/office/drawing/2014/main" id="{87209AC5-862B-4CA1-BEB8-39A22A958A82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0" y="3951"/>
                    <a:ext cx="793" cy="403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3175" cap="rnd">
                        <a:solidFill>
                          <a:srgbClr val="DDDDDD"/>
                        </a:solidFill>
                        <a:prstDash val="sysDot"/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>
                    <a:lvl1pPr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</p:grpSp>
          </p:grpSp>
          <p:grpSp>
            <p:nvGrpSpPr>
              <p:cNvPr id="15385" name="Group 120">
                <a:extLst>
                  <a:ext uri="{FF2B5EF4-FFF2-40B4-BE49-F238E27FC236}">
                    <a16:creationId xmlns:a16="http://schemas.microsoft.com/office/drawing/2014/main" id="{9B61620C-BDD4-4A4D-B744-B6BFC75E353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93" y="3951"/>
                <a:ext cx="2217" cy="475"/>
                <a:chOff x="793" y="3951"/>
                <a:chExt cx="2217" cy="475"/>
              </a:xfrm>
            </p:grpSpPr>
            <p:sp>
              <p:nvSpPr>
                <p:cNvPr id="15466" name="Rectangle 119">
                  <a:extLst>
                    <a:ext uri="{FF2B5EF4-FFF2-40B4-BE49-F238E27FC236}">
                      <a16:creationId xmlns:a16="http://schemas.microsoft.com/office/drawing/2014/main" id="{288A2461-A0DF-4225-9B94-3BA442412D6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93" y="3951"/>
                  <a:ext cx="2217" cy="47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80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3175" cap="rnd">
                      <a:solidFill>
                        <a:srgbClr val="DDDDDD"/>
                      </a:solidFill>
                      <a:prstDash val="sysDot"/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>
                  <a:lvl1pPr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grpSp>
              <p:nvGrpSpPr>
                <p:cNvPr id="15467" name="Group 118">
                  <a:extLst>
                    <a:ext uri="{FF2B5EF4-FFF2-40B4-BE49-F238E27FC236}">
                      <a16:creationId xmlns:a16="http://schemas.microsoft.com/office/drawing/2014/main" id="{C1AC793F-FE1A-44A2-8580-A541BAA10A17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793" y="3951"/>
                  <a:ext cx="2217" cy="403"/>
                  <a:chOff x="793" y="3951"/>
                  <a:chExt cx="2217" cy="403"/>
                </a:xfrm>
              </p:grpSpPr>
              <p:sp>
                <p:nvSpPr>
                  <p:cNvPr id="15468" name="Rectangle 24">
                    <a:extLst>
                      <a:ext uri="{FF2B5EF4-FFF2-40B4-BE49-F238E27FC236}">
                        <a16:creationId xmlns:a16="http://schemas.microsoft.com/office/drawing/2014/main" id="{02A2AB1C-FC0B-4856-B3C6-AC4CB3E0F120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811" y="3969"/>
                    <a:ext cx="2181" cy="367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80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3175" cap="rnd">
                        <a:solidFill>
                          <a:srgbClr val="DDDDDD"/>
                        </a:solidFill>
                        <a:prstDash val="sysDot"/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anchor="ctr"/>
                  <a:lstStyle>
                    <a:lvl1pPr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r>
                      <a:rPr lang="zh-CN" altLang="en-US" sz="1600">
                        <a:solidFill>
                          <a:schemeClr val="tx2"/>
                        </a:solidFill>
                      </a:rPr>
                      <a:t>显示帮助 </a:t>
                    </a:r>
                  </a:p>
                  <a:p>
                    <a:endParaRPr lang="en-US" altLang="zh-CN" sz="1600">
                      <a:solidFill>
                        <a:schemeClr val="tx2"/>
                      </a:solidFill>
                    </a:endParaRPr>
                  </a:p>
                </p:txBody>
              </p:sp>
              <p:sp>
                <p:nvSpPr>
                  <p:cNvPr id="15469" name="Rectangle 117">
                    <a:extLst>
                      <a:ext uri="{FF2B5EF4-FFF2-40B4-BE49-F238E27FC236}">
                        <a16:creationId xmlns:a16="http://schemas.microsoft.com/office/drawing/2014/main" id="{E56F04D8-903E-4225-9AB0-31BA2EDC7051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793" y="3951"/>
                    <a:ext cx="2217" cy="403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3175" cap="rnd">
                        <a:solidFill>
                          <a:srgbClr val="DDDDDD"/>
                        </a:solidFill>
                        <a:prstDash val="sysDot"/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>
                    <a:lvl1pPr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</p:grpSp>
          </p:grpSp>
          <p:grpSp>
            <p:nvGrpSpPr>
              <p:cNvPr id="15386" name="Group 124">
                <a:extLst>
                  <a:ext uri="{FF2B5EF4-FFF2-40B4-BE49-F238E27FC236}">
                    <a16:creationId xmlns:a16="http://schemas.microsoft.com/office/drawing/2014/main" id="{6B5822FE-D7E2-452D-B8B3-04A208EAB92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4390"/>
                <a:ext cx="793" cy="475"/>
                <a:chOff x="0" y="4390"/>
                <a:chExt cx="793" cy="475"/>
              </a:xfrm>
            </p:grpSpPr>
            <p:sp>
              <p:nvSpPr>
                <p:cNvPr id="15462" name="Rectangle 123">
                  <a:extLst>
                    <a:ext uri="{FF2B5EF4-FFF2-40B4-BE49-F238E27FC236}">
                      <a16:creationId xmlns:a16="http://schemas.microsoft.com/office/drawing/2014/main" id="{CCBB3BD6-75AB-4AA7-AD3C-0803EA21223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4390"/>
                  <a:ext cx="793" cy="47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80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3175" cap="rnd">
                      <a:solidFill>
                        <a:srgbClr val="DDDDDD"/>
                      </a:solidFill>
                      <a:prstDash val="sysDot"/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>
                  <a:lvl1pPr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grpSp>
              <p:nvGrpSpPr>
                <p:cNvPr id="15463" name="Group 122">
                  <a:extLst>
                    <a:ext uri="{FF2B5EF4-FFF2-40B4-BE49-F238E27FC236}">
                      <a16:creationId xmlns:a16="http://schemas.microsoft.com/office/drawing/2014/main" id="{300B6DB0-9735-41AF-963E-F08880D2BBD2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0" y="4390"/>
                  <a:ext cx="793" cy="403"/>
                  <a:chOff x="0" y="4390"/>
                  <a:chExt cx="793" cy="403"/>
                </a:xfrm>
              </p:grpSpPr>
              <p:sp>
                <p:nvSpPr>
                  <p:cNvPr id="15464" name="Rectangle 25">
                    <a:extLst>
                      <a:ext uri="{FF2B5EF4-FFF2-40B4-BE49-F238E27FC236}">
                        <a16:creationId xmlns:a16="http://schemas.microsoft.com/office/drawing/2014/main" id="{D6CE1BE8-FDBF-446E-A74B-1D3CC386184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8" y="4408"/>
                    <a:ext cx="757" cy="367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80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3175" cap="rnd">
                        <a:solidFill>
                          <a:srgbClr val="DDDDDD"/>
                        </a:solidFill>
                        <a:prstDash val="sysDot"/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anchor="ctr"/>
                  <a:lstStyle>
                    <a:lvl1pPr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r>
                      <a:rPr lang="en-US" altLang="zh-CN" sz="1600">
                        <a:solidFill>
                          <a:schemeClr val="tx2"/>
                        </a:solidFill>
                      </a:rPr>
                      <a:t>lcd </a:t>
                    </a:r>
                  </a:p>
                  <a:p>
                    <a:endParaRPr lang="en-US" altLang="zh-CN" sz="1600">
                      <a:solidFill>
                        <a:schemeClr val="tx2"/>
                      </a:solidFill>
                    </a:endParaRPr>
                  </a:p>
                </p:txBody>
              </p:sp>
              <p:sp>
                <p:nvSpPr>
                  <p:cNvPr id="15465" name="Rectangle 121">
                    <a:extLst>
                      <a:ext uri="{FF2B5EF4-FFF2-40B4-BE49-F238E27FC236}">
                        <a16:creationId xmlns:a16="http://schemas.microsoft.com/office/drawing/2014/main" id="{82D6E2DE-4E73-42E9-B9AF-92F4636A0210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0" y="4390"/>
                    <a:ext cx="793" cy="403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3175" cap="rnd">
                        <a:solidFill>
                          <a:srgbClr val="DDDDDD"/>
                        </a:solidFill>
                        <a:prstDash val="sysDot"/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>
                    <a:lvl1pPr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</p:grpSp>
          </p:grpSp>
          <p:grpSp>
            <p:nvGrpSpPr>
              <p:cNvPr id="15387" name="Group 128">
                <a:extLst>
                  <a:ext uri="{FF2B5EF4-FFF2-40B4-BE49-F238E27FC236}">
                    <a16:creationId xmlns:a16="http://schemas.microsoft.com/office/drawing/2014/main" id="{638864C4-B1EC-4669-9219-F3EF3CC0255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93" y="4390"/>
                <a:ext cx="2217" cy="475"/>
                <a:chOff x="793" y="4390"/>
                <a:chExt cx="2217" cy="475"/>
              </a:xfrm>
            </p:grpSpPr>
            <p:sp>
              <p:nvSpPr>
                <p:cNvPr id="15458" name="Rectangle 127">
                  <a:extLst>
                    <a:ext uri="{FF2B5EF4-FFF2-40B4-BE49-F238E27FC236}">
                      <a16:creationId xmlns:a16="http://schemas.microsoft.com/office/drawing/2014/main" id="{FBC489BF-AA08-4E78-A787-EED0BDAC627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93" y="4390"/>
                  <a:ext cx="2217" cy="47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80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3175" cap="rnd">
                      <a:solidFill>
                        <a:srgbClr val="DDDDDD"/>
                      </a:solidFill>
                      <a:prstDash val="sysDot"/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>
                  <a:lvl1pPr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grpSp>
              <p:nvGrpSpPr>
                <p:cNvPr id="15459" name="Group 126">
                  <a:extLst>
                    <a:ext uri="{FF2B5EF4-FFF2-40B4-BE49-F238E27FC236}">
                      <a16:creationId xmlns:a16="http://schemas.microsoft.com/office/drawing/2014/main" id="{FFAADE6B-BC1E-4E27-ABAF-6B31224A4166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793" y="4390"/>
                  <a:ext cx="2217" cy="403"/>
                  <a:chOff x="793" y="4390"/>
                  <a:chExt cx="2217" cy="403"/>
                </a:xfrm>
              </p:grpSpPr>
              <p:sp>
                <p:nvSpPr>
                  <p:cNvPr id="15460" name="Rectangle 26">
                    <a:extLst>
                      <a:ext uri="{FF2B5EF4-FFF2-40B4-BE49-F238E27FC236}">
                        <a16:creationId xmlns:a16="http://schemas.microsoft.com/office/drawing/2014/main" id="{236A1730-CAE0-42EC-A792-F76E1FF89CD4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811" y="4408"/>
                    <a:ext cx="2181" cy="367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80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3175" cap="rnd">
                        <a:solidFill>
                          <a:srgbClr val="DDDDDD"/>
                        </a:solidFill>
                        <a:prstDash val="sysDot"/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anchor="ctr"/>
                  <a:lstStyle>
                    <a:lvl1pPr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r>
                      <a:rPr lang="zh-CN" altLang="en-US" sz="1600">
                        <a:solidFill>
                          <a:schemeClr val="tx2"/>
                        </a:solidFill>
                      </a:rPr>
                      <a:t>改变客户机上目录</a:t>
                    </a:r>
                  </a:p>
                  <a:p>
                    <a:pPr eaLnBrk="1" hangingPunct="1"/>
                    <a:endParaRPr lang="en-US" altLang="zh-CN" sz="1600">
                      <a:solidFill>
                        <a:schemeClr val="tx2"/>
                      </a:solidFill>
                    </a:endParaRPr>
                  </a:p>
                </p:txBody>
              </p:sp>
              <p:sp>
                <p:nvSpPr>
                  <p:cNvPr id="15461" name="Rectangle 125">
                    <a:extLst>
                      <a:ext uri="{FF2B5EF4-FFF2-40B4-BE49-F238E27FC236}">
                        <a16:creationId xmlns:a16="http://schemas.microsoft.com/office/drawing/2014/main" id="{F6150DAD-5AE2-426E-B58D-3BF5726F8D9D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793" y="4390"/>
                    <a:ext cx="2217" cy="403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3175" cap="rnd">
                        <a:solidFill>
                          <a:srgbClr val="DDDDDD"/>
                        </a:solidFill>
                        <a:prstDash val="sysDot"/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>
                    <a:lvl1pPr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</p:grpSp>
          </p:grpSp>
          <p:grpSp>
            <p:nvGrpSpPr>
              <p:cNvPr id="15388" name="Group 132">
                <a:extLst>
                  <a:ext uri="{FF2B5EF4-FFF2-40B4-BE49-F238E27FC236}">
                    <a16:creationId xmlns:a16="http://schemas.microsoft.com/office/drawing/2014/main" id="{FD4AE9CD-68CB-4D22-8DAC-1749D2A1D0E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4829"/>
                <a:ext cx="793" cy="475"/>
                <a:chOff x="0" y="4829"/>
                <a:chExt cx="793" cy="475"/>
              </a:xfrm>
            </p:grpSpPr>
            <p:sp>
              <p:nvSpPr>
                <p:cNvPr id="15454" name="Rectangle 131">
                  <a:extLst>
                    <a:ext uri="{FF2B5EF4-FFF2-40B4-BE49-F238E27FC236}">
                      <a16:creationId xmlns:a16="http://schemas.microsoft.com/office/drawing/2014/main" id="{27F8A0F3-AA5A-46DD-AF69-49BD7D74149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4829"/>
                  <a:ext cx="793" cy="47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80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3175" cap="rnd">
                      <a:solidFill>
                        <a:srgbClr val="DDDDDD"/>
                      </a:solidFill>
                      <a:prstDash val="sysDot"/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>
                  <a:lvl1pPr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grpSp>
              <p:nvGrpSpPr>
                <p:cNvPr id="15455" name="Group 130">
                  <a:extLst>
                    <a:ext uri="{FF2B5EF4-FFF2-40B4-BE49-F238E27FC236}">
                      <a16:creationId xmlns:a16="http://schemas.microsoft.com/office/drawing/2014/main" id="{1D004688-F9EA-4957-9B2B-8E0191543658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0" y="4829"/>
                  <a:ext cx="793" cy="403"/>
                  <a:chOff x="0" y="4829"/>
                  <a:chExt cx="793" cy="403"/>
                </a:xfrm>
              </p:grpSpPr>
              <p:sp>
                <p:nvSpPr>
                  <p:cNvPr id="15456" name="Rectangle 27">
                    <a:extLst>
                      <a:ext uri="{FF2B5EF4-FFF2-40B4-BE49-F238E27FC236}">
                        <a16:creationId xmlns:a16="http://schemas.microsoft.com/office/drawing/2014/main" id="{B591BAF3-A83B-4F5F-9607-71B2D0ECC9C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8" y="4847"/>
                    <a:ext cx="757" cy="367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80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3175" cap="rnd">
                        <a:solidFill>
                          <a:srgbClr val="DDDDDD"/>
                        </a:solidFill>
                        <a:prstDash val="sysDot"/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anchor="ctr"/>
                  <a:lstStyle>
                    <a:lvl1pPr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r>
                      <a:rPr lang="en-US" altLang="zh-CN" sz="1600">
                        <a:solidFill>
                          <a:schemeClr val="tx2"/>
                        </a:solidFill>
                      </a:rPr>
                      <a:t>mget </a:t>
                    </a:r>
                  </a:p>
                  <a:p>
                    <a:endParaRPr lang="en-US" altLang="zh-CN" sz="1600">
                      <a:solidFill>
                        <a:schemeClr val="tx2"/>
                      </a:solidFill>
                    </a:endParaRPr>
                  </a:p>
                </p:txBody>
              </p:sp>
              <p:sp>
                <p:nvSpPr>
                  <p:cNvPr id="15457" name="Rectangle 129">
                    <a:extLst>
                      <a:ext uri="{FF2B5EF4-FFF2-40B4-BE49-F238E27FC236}">
                        <a16:creationId xmlns:a16="http://schemas.microsoft.com/office/drawing/2014/main" id="{508B5F21-2DF7-4648-B256-6A501A990375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0" y="4829"/>
                    <a:ext cx="793" cy="403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3175" cap="rnd">
                        <a:solidFill>
                          <a:srgbClr val="DDDDDD"/>
                        </a:solidFill>
                        <a:prstDash val="sysDot"/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>
                    <a:lvl1pPr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</p:grpSp>
          </p:grpSp>
          <p:grpSp>
            <p:nvGrpSpPr>
              <p:cNvPr id="15389" name="Group 136">
                <a:extLst>
                  <a:ext uri="{FF2B5EF4-FFF2-40B4-BE49-F238E27FC236}">
                    <a16:creationId xmlns:a16="http://schemas.microsoft.com/office/drawing/2014/main" id="{271D8529-D314-4635-9ABD-D61A0D64EFA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93" y="4829"/>
                <a:ext cx="2217" cy="475"/>
                <a:chOff x="793" y="4829"/>
                <a:chExt cx="2217" cy="475"/>
              </a:xfrm>
            </p:grpSpPr>
            <p:sp>
              <p:nvSpPr>
                <p:cNvPr id="15450" name="Rectangle 135">
                  <a:extLst>
                    <a:ext uri="{FF2B5EF4-FFF2-40B4-BE49-F238E27FC236}">
                      <a16:creationId xmlns:a16="http://schemas.microsoft.com/office/drawing/2014/main" id="{92F67481-D096-450F-B226-42F90E6E69F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93" y="4829"/>
                  <a:ext cx="2217" cy="47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80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3175" cap="rnd">
                      <a:solidFill>
                        <a:srgbClr val="DDDDDD"/>
                      </a:solidFill>
                      <a:prstDash val="sysDot"/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>
                  <a:lvl1pPr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grpSp>
              <p:nvGrpSpPr>
                <p:cNvPr id="15451" name="Group 134">
                  <a:extLst>
                    <a:ext uri="{FF2B5EF4-FFF2-40B4-BE49-F238E27FC236}">
                      <a16:creationId xmlns:a16="http://schemas.microsoft.com/office/drawing/2014/main" id="{5B39314C-1C0F-401B-ADF8-07BCC255E5A6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793" y="4829"/>
                  <a:ext cx="2217" cy="403"/>
                  <a:chOff x="793" y="4829"/>
                  <a:chExt cx="2217" cy="403"/>
                </a:xfrm>
              </p:grpSpPr>
              <p:sp>
                <p:nvSpPr>
                  <p:cNvPr id="15452" name="Rectangle 28">
                    <a:extLst>
                      <a:ext uri="{FF2B5EF4-FFF2-40B4-BE49-F238E27FC236}">
                        <a16:creationId xmlns:a16="http://schemas.microsoft.com/office/drawing/2014/main" id="{D0169750-A58B-4DD8-97A3-285938E8FEA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811" y="4847"/>
                    <a:ext cx="2181" cy="367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80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3175" cap="rnd">
                        <a:solidFill>
                          <a:srgbClr val="DDDDDD"/>
                        </a:solidFill>
                        <a:prstDash val="sysDot"/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anchor="ctr"/>
                  <a:lstStyle>
                    <a:lvl1pPr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r>
                      <a:rPr lang="zh-CN" altLang="en-US" sz="1600">
                        <a:solidFill>
                          <a:schemeClr val="tx2"/>
                        </a:solidFill>
                      </a:rPr>
                      <a:t>从服务器上同时获取几个文件</a:t>
                    </a:r>
                  </a:p>
                  <a:p>
                    <a:pPr eaLnBrk="1" hangingPunct="1"/>
                    <a:endParaRPr lang="en-US" altLang="zh-CN" sz="1600">
                      <a:solidFill>
                        <a:schemeClr val="tx2"/>
                      </a:solidFill>
                    </a:endParaRPr>
                  </a:p>
                </p:txBody>
              </p:sp>
              <p:sp>
                <p:nvSpPr>
                  <p:cNvPr id="15453" name="Rectangle 133">
                    <a:extLst>
                      <a:ext uri="{FF2B5EF4-FFF2-40B4-BE49-F238E27FC236}">
                        <a16:creationId xmlns:a16="http://schemas.microsoft.com/office/drawing/2014/main" id="{2A0E04F4-9FC3-4E4F-81A3-547FB4218D74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793" y="4829"/>
                    <a:ext cx="2217" cy="403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3175" cap="rnd">
                        <a:solidFill>
                          <a:srgbClr val="DDDDDD"/>
                        </a:solidFill>
                        <a:prstDash val="sysDot"/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>
                    <a:lvl1pPr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</p:grpSp>
          </p:grpSp>
          <p:grpSp>
            <p:nvGrpSpPr>
              <p:cNvPr id="15390" name="Group 140">
                <a:extLst>
                  <a:ext uri="{FF2B5EF4-FFF2-40B4-BE49-F238E27FC236}">
                    <a16:creationId xmlns:a16="http://schemas.microsoft.com/office/drawing/2014/main" id="{06F4200C-08C5-46A1-8943-A881B3A5522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5268"/>
                <a:ext cx="793" cy="475"/>
                <a:chOff x="0" y="5268"/>
                <a:chExt cx="793" cy="475"/>
              </a:xfrm>
            </p:grpSpPr>
            <p:sp>
              <p:nvSpPr>
                <p:cNvPr id="15446" name="Rectangle 139">
                  <a:extLst>
                    <a:ext uri="{FF2B5EF4-FFF2-40B4-BE49-F238E27FC236}">
                      <a16:creationId xmlns:a16="http://schemas.microsoft.com/office/drawing/2014/main" id="{40FEFA0E-1088-42A2-813F-A8DB0EE65A3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5268"/>
                  <a:ext cx="793" cy="47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80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3175" cap="rnd">
                      <a:solidFill>
                        <a:srgbClr val="DDDDDD"/>
                      </a:solidFill>
                      <a:prstDash val="sysDot"/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>
                  <a:lvl1pPr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grpSp>
              <p:nvGrpSpPr>
                <p:cNvPr id="15447" name="Group 138">
                  <a:extLst>
                    <a:ext uri="{FF2B5EF4-FFF2-40B4-BE49-F238E27FC236}">
                      <a16:creationId xmlns:a16="http://schemas.microsoft.com/office/drawing/2014/main" id="{3DF8BED9-1184-4655-B334-BDB805FC586E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0" y="5268"/>
                  <a:ext cx="793" cy="403"/>
                  <a:chOff x="0" y="5268"/>
                  <a:chExt cx="793" cy="403"/>
                </a:xfrm>
              </p:grpSpPr>
              <p:sp>
                <p:nvSpPr>
                  <p:cNvPr id="15448" name="Rectangle 29">
                    <a:extLst>
                      <a:ext uri="{FF2B5EF4-FFF2-40B4-BE49-F238E27FC236}">
                        <a16:creationId xmlns:a16="http://schemas.microsoft.com/office/drawing/2014/main" id="{96E733DC-4DC7-4848-A341-0BB106B52402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8" y="5286"/>
                    <a:ext cx="757" cy="367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80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3175" cap="rnd">
                        <a:solidFill>
                          <a:srgbClr val="DDDDDD"/>
                        </a:solidFill>
                        <a:prstDash val="sysDot"/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anchor="ctr"/>
                  <a:lstStyle>
                    <a:lvl1pPr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r>
                      <a:rPr lang="en-US" altLang="zh-CN" sz="1600">
                        <a:solidFill>
                          <a:schemeClr val="tx2"/>
                        </a:solidFill>
                      </a:rPr>
                      <a:t>mput </a:t>
                    </a:r>
                  </a:p>
                  <a:p>
                    <a:endParaRPr lang="en-US" altLang="zh-CN" sz="1600">
                      <a:solidFill>
                        <a:schemeClr val="tx2"/>
                      </a:solidFill>
                    </a:endParaRPr>
                  </a:p>
                </p:txBody>
              </p:sp>
              <p:sp>
                <p:nvSpPr>
                  <p:cNvPr id="15449" name="Rectangle 137">
                    <a:extLst>
                      <a:ext uri="{FF2B5EF4-FFF2-40B4-BE49-F238E27FC236}">
                        <a16:creationId xmlns:a16="http://schemas.microsoft.com/office/drawing/2014/main" id="{67B193ED-4FAB-49FA-A647-DCB40A4789C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0" y="5268"/>
                    <a:ext cx="793" cy="403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3175" cap="rnd">
                        <a:solidFill>
                          <a:srgbClr val="DDDDDD"/>
                        </a:solidFill>
                        <a:prstDash val="sysDot"/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>
                    <a:lvl1pPr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</p:grpSp>
          </p:grpSp>
          <p:grpSp>
            <p:nvGrpSpPr>
              <p:cNvPr id="15391" name="Group 144">
                <a:extLst>
                  <a:ext uri="{FF2B5EF4-FFF2-40B4-BE49-F238E27FC236}">
                    <a16:creationId xmlns:a16="http://schemas.microsoft.com/office/drawing/2014/main" id="{8B3189DA-E54E-49EE-AC31-975DDF473FC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93" y="5268"/>
                <a:ext cx="2217" cy="475"/>
                <a:chOff x="793" y="5268"/>
                <a:chExt cx="2217" cy="475"/>
              </a:xfrm>
            </p:grpSpPr>
            <p:sp>
              <p:nvSpPr>
                <p:cNvPr id="15442" name="Rectangle 143">
                  <a:extLst>
                    <a:ext uri="{FF2B5EF4-FFF2-40B4-BE49-F238E27FC236}">
                      <a16:creationId xmlns:a16="http://schemas.microsoft.com/office/drawing/2014/main" id="{F03D2B08-1329-4D6D-84E9-B18867535E1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93" y="5268"/>
                  <a:ext cx="2217" cy="47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80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3175" cap="rnd">
                      <a:solidFill>
                        <a:srgbClr val="DDDDDD"/>
                      </a:solidFill>
                      <a:prstDash val="sysDot"/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>
                  <a:lvl1pPr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grpSp>
              <p:nvGrpSpPr>
                <p:cNvPr id="15443" name="Group 142">
                  <a:extLst>
                    <a:ext uri="{FF2B5EF4-FFF2-40B4-BE49-F238E27FC236}">
                      <a16:creationId xmlns:a16="http://schemas.microsoft.com/office/drawing/2014/main" id="{631A761A-7477-42B2-93CE-A36757BE566B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793" y="5268"/>
                  <a:ext cx="2217" cy="403"/>
                  <a:chOff x="793" y="5268"/>
                  <a:chExt cx="2217" cy="403"/>
                </a:xfrm>
              </p:grpSpPr>
              <p:sp>
                <p:nvSpPr>
                  <p:cNvPr id="15444" name="Rectangle 30">
                    <a:extLst>
                      <a:ext uri="{FF2B5EF4-FFF2-40B4-BE49-F238E27FC236}">
                        <a16:creationId xmlns:a16="http://schemas.microsoft.com/office/drawing/2014/main" id="{E3AE84A0-96F0-41B0-AFEE-C19BCB746B7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811" y="5286"/>
                    <a:ext cx="2181" cy="367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80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3175" cap="rnd">
                        <a:solidFill>
                          <a:srgbClr val="DDDDDD"/>
                        </a:solidFill>
                        <a:prstDash val="sysDot"/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anchor="ctr"/>
                  <a:lstStyle>
                    <a:lvl1pPr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r>
                      <a:rPr lang="zh-CN" altLang="en-US" sz="1600">
                        <a:solidFill>
                          <a:schemeClr val="tx2"/>
                        </a:solidFill>
                      </a:rPr>
                      <a:t>同时发送几个文件到服务器 </a:t>
                    </a:r>
                  </a:p>
                  <a:p>
                    <a:endParaRPr lang="en-US" altLang="zh-CN" sz="1600">
                      <a:solidFill>
                        <a:schemeClr val="tx2"/>
                      </a:solidFill>
                    </a:endParaRPr>
                  </a:p>
                </p:txBody>
              </p:sp>
              <p:sp>
                <p:nvSpPr>
                  <p:cNvPr id="15445" name="Rectangle 141">
                    <a:extLst>
                      <a:ext uri="{FF2B5EF4-FFF2-40B4-BE49-F238E27FC236}">
                        <a16:creationId xmlns:a16="http://schemas.microsoft.com/office/drawing/2014/main" id="{50B5AB93-0C5A-4A3A-BC1A-55BD84747937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793" y="5268"/>
                    <a:ext cx="2217" cy="403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3175" cap="rnd">
                        <a:solidFill>
                          <a:srgbClr val="DDDDDD"/>
                        </a:solidFill>
                        <a:prstDash val="sysDot"/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>
                    <a:lvl1pPr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</p:grpSp>
          </p:grpSp>
          <p:grpSp>
            <p:nvGrpSpPr>
              <p:cNvPr id="15392" name="Group 148">
                <a:extLst>
                  <a:ext uri="{FF2B5EF4-FFF2-40B4-BE49-F238E27FC236}">
                    <a16:creationId xmlns:a16="http://schemas.microsoft.com/office/drawing/2014/main" id="{1C5295F2-670B-4A40-B721-1577F1902B0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5707"/>
                <a:ext cx="793" cy="475"/>
                <a:chOff x="0" y="5707"/>
                <a:chExt cx="793" cy="475"/>
              </a:xfrm>
            </p:grpSpPr>
            <p:sp>
              <p:nvSpPr>
                <p:cNvPr id="15438" name="Rectangle 147">
                  <a:extLst>
                    <a:ext uri="{FF2B5EF4-FFF2-40B4-BE49-F238E27FC236}">
                      <a16:creationId xmlns:a16="http://schemas.microsoft.com/office/drawing/2014/main" id="{0BFDE917-FDA4-4FAC-A58C-1748D97E4A8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5707"/>
                  <a:ext cx="793" cy="47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80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3175" cap="rnd">
                      <a:solidFill>
                        <a:srgbClr val="DDDDDD"/>
                      </a:solidFill>
                      <a:prstDash val="sysDot"/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>
                  <a:lvl1pPr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grpSp>
              <p:nvGrpSpPr>
                <p:cNvPr id="15439" name="Group 146">
                  <a:extLst>
                    <a:ext uri="{FF2B5EF4-FFF2-40B4-BE49-F238E27FC236}">
                      <a16:creationId xmlns:a16="http://schemas.microsoft.com/office/drawing/2014/main" id="{2F32082F-9E65-459B-BB24-7E2A91B3F7AA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0" y="5707"/>
                  <a:ext cx="793" cy="403"/>
                  <a:chOff x="0" y="5707"/>
                  <a:chExt cx="793" cy="403"/>
                </a:xfrm>
              </p:grpSpPr>
              <p:sp>
                <p:nvSpPr>
                  <p:cNvPr id="15440" name="Rectangle 31">
                    <a:extLst>
                      <a:ext uri="{FF2B5EF4-FFF2-40B4-BE49-F238E27FC236}">
                        <a16:creationId xmlns:a16="http://schemas.microsoft.com/office/drawing/2014/main" id="{982E46D9-A6A0-488A-A7DD-14A532F97A4C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8" y="5725"/>
                    <a:ext cx="757" cy="367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80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3175" cap="rnd">
                        <a:solidFill>
                          <a:srgbClr val="DDDDDD"/>
                        </a:solidFill>
                        <a:prstDash val="sysDot"/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anchor="ctr"/>
                  <a:lstStyle>
                    <a:lvl1pPr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r>
                      <a:rPr lang="en-US" altLang="zh-CN" sz="1600">
                        <a:solidFill>
                          <a:schemeClr val="tx2"/>
                        </a:solidFill>
                      </a:rPr>
                      <a:t>open </a:t>
                    </a:r>
                  </a:p>
                  <a:p>
                    <a:endParaRPr lang="en-US" altLang="zh-CN" sz="1600">
                      <a:solidFill>
                        <a:schemeClr val="tx2"/>
                      </a:solidFill>
                    </a:endParaRPr>
                  </a:p>
                </p:txBody>
              </p:sp>
              <p:sp>
                <p:nvSpPr>
                  <p:cNvPr id="15441" name="Rectangle 145">
                    <a:extLst>
                      <a:ext uri="{FF2B5EF4-FFF2-40B4-BE49-F238E27FC236}">
                        <a16:creationId xmlns:a16="http://schemas.microsoft.com/office/drawing/2014/main" id="{6A124C2A-0EAD-44C4-A624-18EDC11132CE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0" y="5707"/>
                    <a:ext cx="793" cy="403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3175" cap="rnd">
                        <a:solidFill>
                          <a:srgbClr val="DDDDDD"/>
                        </a:solidFill>
                        <a:prstDash val="sysDot"/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>
                    <a:lvl1pPr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</p:grpSp>
          </p:grpSp>
          <p:grpSp>
            <p:nvGrpSpPr>
              <p:cNvPr id="15393" name="Group 152">
                <a:extLst>
                  <a:ext uri="{FF2B5EF4-FFF2-40B4-BE49-F238E27FC236}">
                    <a16:creationId xmlns:a16="http://schemas.microsoft.com/office/drawing/2014/main" id="{72C8CE5F-8B88-462C-A3C9-4F6B7299F44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93" y="5707"/>
                <a:ext cx="2217" cy="475"/>
                <a:chOff x="793" y="5707"/>
                <a:chExt cx="2217" cy="475"/>
              </a:xfrm>
            </p:grpSpPr>
            <p:sp>
              <p:nvSpPr>
                <p:cNvPr id="15434" name="Rectangle 151">
                  <a:extLst>
                    <a:ext uri="{FF2B5EF4-FFF2-40B4-BE49-F238E27FC236}">
                      <a16:creationId xmlns:a16="http://schemas.microsoft.com/office/drawing/2014/main" id="{076375EF-D26E-4F8D-9284-3C276852B41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93" y="5707"/>
                  <a:ext cx="2217" cy="47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80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3175" cap="rnd">
                      <a:solidFill>
                        <a:srgbClr val="DDDDDD"/>
                      </a:solidFill>
                      <a:prstDash val="sysDot"/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>
                  <a:lvl1pPr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grpSp>
              <p:nvGrpSpPr>
                <p:cNvPr id="15435" name="Group 150">
                  <a:extLst>
                    <a:ext uri="{FF2B5EF4-FFF2-40B4-BE49-F238E27FC236}">
                      <a16:creationId xmlns:a16="http://schemas.microsoft.com/office/drawing/2014/main" id="{E2F8543B-9116-4897-8486-D8822D1F1832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793" y="5707"/>
                  <a:ext cx="2217" cy="403"/>
                  <a:chOff x="793" y="5707"/>
                  <a:chExt cx="2217" cy="403"/>
                </a:xfrm>
              </p:grpSpPr>
              <p:sp>
                <p:nvSpPr>
                  <p:cNvPr id="15436" name="Rectangle 32">
                    <a:extLst>
                      <a:ext uri="{FF2B5EF4-FFF2-40B4-BE49-F238E27FC236}">
                        <a16:creationId xmlns:a16="http://schemas.microsoft.com/office/drawing/2014/main" id="{2FA57160-A415-4B4B-B1E7-B8F72C49C74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811" y="5725"/>
                    <a:ext cx="2181" cy="367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80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3175" cap="rnd">
                        <a:solidFill>
                          <a:srgbClr val="DDDDDD"/>
                        </a:solidFill>
                        <a:prstDash val="sysDot"/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anchor="ctr"/>
                  <a:lstStyle>
                    <a:lvl1pPr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r>
                      <a:rPr lang="zh-CN" altLang="en-US" sz="1600">
                        <a:solidFill>
                          <a:schemeClr val="tx2"/>
                        </a:solidFill>
                      </a:rPr>
                      <a:t>连接一个服务器 </a:t>
                    </a:r>
                  </a:p>
                  <a:p>
                    <a:endParaRPr lang="en-US" altLang="zh-CN" sz="1600">
                      <a:solidFill>
                        <a:schemeClr val="tx2"/>
                      </a:solidFill>
                    </a:endParaRPr>
                  </a:p>
                </p:txBody>
              </p:sp>
              <p:sp>
                <p:nvSpPr>
                  <p:cNvPr id="15437" name="Rectangle 149">
                    <a:extLst>
                      <a:ext uri="{FF2B5EF4-FFF2-40B4-BE49-F238E27FC236}">
                        <a16:creationId xmlns:a16="http://schemas.microsoft.com/office/drawing/2014/main" id="{74C162D2-827F-44D4-90E1-C5134C03039B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793" y="5707"/>
                    <a:ext cx="2217" cy="403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3175" cap="rnd">
                        <a:solidFill>
                          <a:srgbClr val="DDDDDD"/>
                        </a:solidFill>
                        <a:prstDash val="sysDot"/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>
                    <a:lvl1pPr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</p:grpSp>
          </p:grpSp>
          <p:grpSp>
            <p:nvGrpSpPr>
              <p:cNvPr id="15394" name="Group 156">
                <a:extLst>
                  <a:ext uri="{FF2B5EF4-FFF2-40B4-BE49-F238E27FC236}">
                    <a16:creationId xmlns:a16="http://schemas.microsoft.com/office/drawing/2014/main" id="{25D823C5-01CE-4F75-B6C7-440F03B4254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6146"/>
                <a:ext cx="793" cy="475"/>
                <a:chOff x="0" y="6146"/>
                <a:chExt cx="793" cy="475"/>
              </a:xfrm>
            </p:grpSpPr>
            <p:sp>
              <p:nvSpPr>
                <p:cNvPr id="15430" name="Rectangle 155">
                  <a:extLst>
                    <a:ext uri="{FF2B5EF4-FFF2-40B4-BE49-F238E27FC236}">
                      <a16:creationId xmlns:a16="http://schemas.microsoft.com/office/drawing/2014/main" id="{92CC3CF3-9AC1-453E-9FA0-374839686CC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6146"/>
                  <a:ext cx="793" cy="47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80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3175" cap="rnd">
                      <a:solidFill>
                        <a:srgbClr val="DDDDDD"/>
                      </a:solidFill>
                      <a:prstDash val="sysDot"/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>
                  <a:lvl1pPr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grpSp>
              <p:nvGrpSpPr>
                <p:cNvPr id="15431" name="Group 154">
                  <a:extLst>
                    <a:ext uri="{FF2B5EF4-FFF2-40B4-BE49-F238E27FC236}">
                      <a16:creationId xmlns:a16="http://schemas.microsoft.com/office/drawing/2014/main" id="{C3697F6F-4AB0-49D2-B002-0DD5706845A2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0" y="6146"/>
                  <a:ext cx="793" cy="403"/>
                  <a:chOff x="0" y="6146"/>
                  <a:chExt cx="793" cy="403"/>
                </a:xfrm>
              </p:grpSpPr>
              <p:sp>
                <p:nvSpPr>
                  <p:cNvPr id="15432" name="Rectangle 33">
                    <a:extLst>
                      <a:ext uri="{FF2B5EF4-FFF2-40B4-BE49-F238E27FC236}">
                        <a16:creationId xmlns:a16="http://schemas.microsoft.com/office/drawing/2014/main" id="{3C93F348-EC35-4E56-A014-50358E66548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8" y="6164"/>
                    <a:ext cx="757" cy="367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80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3175" cap="rnd">
                        <a:solidFill>
                          <a:srgbClr val="DDDDDD"/>
                        </a:solidFill>
                        <a:prstDash val="sysDot"/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anchor="ctr"/>
                  <a:lstStyle>
                    <a:lvl1pPr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r>
                      <a:rPr lang="en-US" altLang="zh-CN" sz="1600">
                        <a:solidFill>
                          <a:schemeClr val="tx2"/>
                        </a:solidFill>
                      </a:rPr>
                      <a:t>put </a:t>
                    </a:r>
                  </a:p>
                  <a:p>
                    <a:endParaRPr lang="en-US" altLang="zh-CN" sz="1600">
                      <a:solidFill>
                        <a:schemeClr val="tx2"/>
                      </a:solidFill>
                    </a:endParaRPr>
                  </a:p>
                </p:txBody>
              </p:sp>
              <p:sp>
                <p:nvSpPr>
                  <p:cNvPr id="15433" name="Rectangle 153">
                    <a:extLst>
                      <a:ext uri="{FF2B5EF4-FFF2-40B4-BE49-F238E27FC236}">
                        <a16:creationId xmlns:a16="http://schemas.microsoft.com/office/drawing/2014/main" id="{46916B49-7E80-4C5D-9881-AA31B66A559C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0" y="6146"/>
                    <a:ext cx="793" cy="403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3175" cap="rnd">
                        <a:solidFill>
                          <a:srgbClr val="DDDDDD"/>
                        </a:solidFill>
                        <a:prstDash val="sysDot"/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>
                    <a:lvl1pPr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</p:grpSp>
          </p:grpSp>
          <p:grpSp>
            <p:nvGrpSpPr>
              <p:cNvPr id="15395" name="Group 160">
                <a:extLst>
                  <a:ext uri="{FF2B5EF4-FFF2-40B4-BE49-F238E27FC236}">
                    <a16:creationId xmlns:a16="http://schemas.microsoft.com/office/drawing/2014/main" id="{EC63116B-84EE-4545-9197-DCA66AA5884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93" y="6146"/>
                <a:ext cx="2217" cy="475"/>
                <a:chOff x="793" y="6146"/>
                <a:chExt cx="2217" cy="475"/>
              </a:xfrm>
            </p:grpSpPr>
            <p:sp>
              <p:nvSpPr>
                <p:cNvPr id="15426" name="Rectangle 159">
                  <a:extLst>
                    <a:ext uri="{FF2B5EF4-FFF2-40B4-BE49-F238E27FC236}">
                      <a16:creationId xmlns:a16="http://schemas.microsoft.com/office/drawing/2014/main" id="{4EA34252-4FAD-414B-AB99-2067DBE3630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93" y="6146"/>
                  <a:ext cx="2217" cy="47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80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3175" cap="rnd">
                      <a:solidFill>
                        <a:srgbClr val="DDDDDD"/>
                      </a:solidFill>
                      <a:prstDash val="sysDot"/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>
                  <a:lvl1pPr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grpSp>
              <p:nvGrpSpPr>
                <p:cNvPr id="15427" name="Group 158">
                  <a:extLst>
                    <a:ext uri="{FF2B5EF4-FFF2-40B4-BE49-F238E27FC236}">
                      <a16:creationId xmlns:a16="http://schemas.microsoft.com/office/drawing/2014/main" id="{78B0B016-07E1-4292-A7BC-B7AC7A8D6EBC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793" y="6146"/>
                  <a:ext cx="2217" cy="403"/>
                  <a:chOff x="793" y="6146"/>
                  <a:chExt cx="2217" cy="403"/>
                </a:xfrm>
              </p:grpSpPr>
              <p:sp>
                <p:nvSpPr>
                  <p:cNvPr id="15428" name="Rectangle 34">
                    <a:extLst>
                      <a:ext uri="{FF2B5EF4-FFF2-40B4-BE49-F238E27FC236}">
                        <a16:creationId xmlns:a16="http://schemas.microsoft.com/office/drawing/2014/main" id="{FA1C49FA-3367-4A5C-ADAB-891CA7751576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811" y="6164"/>
                    <a:ext cx="2181" cy="367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80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3175" cap="rnd">
                        <a:solidFill>
                          <a:srgbClr val="DDDDDD"/>
                        </a:solidFill>
                        <a:prstDash val="sysDot"/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anchor="ctr"/>
                  <a:lstStyle>
                    <a:lvl1pPr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r>
                      <a:rPr lang="zh-CN" altLang="en-US" sz="1600">
                        <a:solidFill>
                          <a:schemeClr val="tx2"/>
                        </a:solidFill>
                      </a:rPr>
                      <a:t>发送一个文件到服务器 </a:t>
                    </a:r>
                  </a:p>
                  <a:p>
                    <a:endParaRPr lang="en-US" altLang="zh-CN" sz="1600">
                      <a:solidFill>
                        <a:schemeClr val="tx2"/>
                      </a:solidFill>
                    </a:endParaRPr>
                  </a:p>
                </p:txBody>
              </p:sp>
              <p:sp>
                <p:nvSpPr>
                  <p:cNvPr id="15429" name="Rectangle 157">
                    <a:extLst>
                      <a:ext uri="{FF2B5EF4-FFF2-40B4-BE49-F238E27FC236}">
                        <a16:creationId xmlns:a16="http://schemas.microsoft.com/office/drawing/2014/main" id="{D8FF68A0-4F22-485A-B427-A270C66F8C26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793" y="6146"/>
                    <a:ext cx="2217" cy="403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3175" cap="rnd">
                        <a:solidFill>
                          <a:srgbClr val="DDDDDD"/>
                        </a:solidFill>
                        <a:prstDash val="sysDot"/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>
                    <a:lvl1pPr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</p:grpSp>
          </p:grpSp>
          <p:grpSp>
            <p:nvGrpSpPr>
              <p:cNvPr id="15396" name="Group 164">
                <a:extLst>
                  <a:ext uri="{FF2B5EF4-FFF2-40B4-BE49-F238E27FC236}">
                    <a16:creationId xmlns:a16="http://schemas.microsoft.com/office/drawing/2014/main" id="{825F7786-F16E-4B46-A9CA-37EB5F44B0E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6585"/>
                <a:ext cx="793" cy="475"/>
                <a:chOff x="0" y="6585"/>
                <a:chExt cx="793" cy="475"/>
              </a:xfrm>
            </p:grpSpPr>
            <p:sp>
              <p:nvSpPr>
                <p:cNvPr id="15422" name="Rectangle 163">
                  <a:extLst>
                    <a:ext uri="{FF2B5EF4-FFF2-40B4-BE49-F238E27FC236}">
                      <a16:creationId xmlns:a16="http://schemas.microsoft.com/office/drawing/2014/main" id="{14A7FFC3-0B32-4126-82F6-15ED7415A8D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6585"/>
                  <a:ext cx="793" cy="47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80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3175" cap="rnd">
                      <a:solidFill>
                        <a:srgbClr val="DDDDDD"/>
                      </a:solidFill>
                      <a:prstDash val="sysDot"/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>
                  <a:lvl1pPr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grpSp>
              <p:nvGrpSpPr>
                <p:cNvPr id="15423" name="Group 162">
                  <a:extLst>
                    <a:ext uri="{FF2B5EF4-FFF2-40B4-BE49-F238E27FC236}">
                      <a16:creationId xmlns:a16="http://schemas.microsoft.com/office/drawing/2014/main" id="{1D0E5973-6A6B-4E8A-B929-348C846DFE07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0" y="6585"/>
                  <a:ext cx="793" cy="403"/>
                  <a:chOff x="0" y="6585"/>
                  <a:chExt cx="793" cy="403"/>
                </a:xfrm>
              </p:grpSpPr>
              <p:sp>
                <p:nvSpPr>
                  <p:cNvPr id="15424" name="Rectangle 35">
                    <a:extLst>
                      <a:ext uri="{FF2B5EF4-FFF2-40B4-BE49-F238E27FC236}">
                        <a16:creationId xmlns:a16="http://schemas.microsoft.com/office/drawing/2014/main" id="{9439719C-4395-446E-8CB5-71187FC76546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8" y="6603"/>
                    <a:ext cx="757" cy="367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80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3175" cap="rnd">
                        <a:solidFill>
                          <a:srgbClr val="DDDDDD"/>
                        </a:solidFill>
                        <a:prstDash val="sysDot"/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anchor="ctr"/>
                  <a:lstStyle>
                    <a:lvl1pPr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r>
                      <a:rPr lang="en-US" altLang="zh-CN" sz="1600">
                        <a:solidFill>
                          <a:schemeClr val="tx2"/>
                        </a:solidFill>
                      </a:rPr>
                      <a:t>pwd </a:t>
                    </a:r>
                  </a:p>
                  <a:p>
                    <a:endParaRPr lang="en-US" altLang="zh-CN" sz="1600">
                      <a:solidFill>
                        <a:schemeClr val="tx2"/>
                      </a:solidFill>
                    </a:endParaRPr>
                  </a:p>
                </p:txBody>
              </p:sp>
              <p:sp>
                <p:nvSpPr>
                  <p:cNvPr id="15425" name="Rectangle 161">
                    <a:extLst>
                      <a:ext uri="{FF2B5EF4-FFF2-40B4-BE49-F238E27FC236}">
                        <a16:creationId xmlns:a16="http://schemas.microsoft.com/office/drawing/2014/main" id="{EFCE2385-C9BA-4D55-B11C-4EEC4ACAC91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0" y="6585"/>
                    <a:ext cx="793" cy="403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3175" cap="rnd">
                        <a:solidFill>
                          <a:srgbClr val="DDDDDD"/>
                        </a:solidFill>
                        <a:prstDash val="sysDot"/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>
                    <a:lvl1pPr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</p:grpSp>
          </p:grpSp>
          <p:grpSp>
            <p:nvGrpSpPr>
              <p:cNvPr id="15397" name="Group 168">
                <a:extLst>
                  <a:ext uri="{FF2B5EF4-FFF2-40B4-BE49-F238E27FC236}">
                    <a16:creationId xmlns:a16="http://schemas.microsoft.com/office/drawing/2014/main" id="{C4059D94-04F7-445C-833C-61223BB0C79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93" y="6585"/>
                <a:ext cx="2217" cy="475"/>
                <a:chOff x="793" y="6585"/>
                <a:chExt cx="2217" cy="475"/>
              </a:xfrm>
            </p:grpSpPr>
            <p:sp>
              <p:nvSpPr>
                <p:cNvPr id="15418" name="Rectangle 167">
                  <a:extLst>
                    <a:ext uri="{FF2B5EF4-FFF2-40B4-BE49-F238E27FC236}">
                      <a16:creationId xmlns:a16="http://schemas.microsoft.com/office/drawing/2014/main" id="{1272A125-8C34-448F-919F-1AD6D8F2E0C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93" y="6585"/>
                  <a:ext cx="2217" cy="47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80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3175" cap="rnd">
                      <a:solidFill>
                        <a:srgbClr val="DDDDDD"/>
                      </a:solidFill>
                      <a:prstDash val="sysDot"/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>
                  <a:lvl1pPr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grpSp>
              <p:nvGrpSpPr>
                <p:cNvPr id="15419" name="Group 166">
                  <a:extLst>
                    <a:ext uri="{FF2B5EF4-FFF2-40B4-BE49-F238E27FC236}">
                      <a16:creationId xmlns:a16="http://schemas.microsoft.com/office/drawing/2014/main" id="{E98E4A94-DA5F-4825-84E0-4748759B9516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793" y="6585"/>
                  <a:ext cx="2217" cy="403"/>
                  <a:chOff x="793" y="6585"/>
                  <a:chExt cx="2217" cy="403"/>
                </a:xfrm>
              </p:grpSpPr>
              <p:sp>
                <p:nvSpPr>
                  <p:cNvPr id="15420" name="Rectangle 36">
                    <a:extLst>
                      <a:ext uri="{FF2B5EF4-FFF2-40B4-BE49-F238E27FC236}">
                        <a16:creationId xmlns:a16="http://schemas.microsoft.com/office/drawing/2014/main" id="{82B5143A-D2D3-4037-9FB2-BFA2FA98790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811" y="6603"/>
                    <a:ext cx="2181" cy="367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80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3175" cap="rnd">
                        <a:solidFill>
                          <a:srgbClr val="DDDDDD"/>
                        </a:solidFill>
                        <a:prstDash val="sysDot"/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anchor="ctr"/>
                  <a:lstStyle>
                    <a:lvl1pPr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r>
                      <a:rPr lang="zh-CN" altLang="en-US" sz="1600">
                        <a:solidFill>
                          <a:schemeClr val="tx2"/>
                        </a:solidFill>
                      </a:rPr>
                      <a:t>显示当前服务器目录 </a:t>
                    </a:r>
                  </a:p>
                  <a:p>
                    <a:endParaRPr lang="en-US" altLang="zh-CN" sz="1600">
                      <a:solidFill>
                        <a:schemeClr val="tx2"/>
                      </a:solidFill>
                    </a:endParaRPr>
                  </a:p>
                </p:txBody>
              </p:sp>
              <p:sp>
                <p:nvSpPr>
                  <p:cNvPr id="15421" name="Rectangle 165">
                    <a:extLst>
                      <a:ext uri="{FF2B5EF4-FFF2-40B4-BE49-F238E27FC236}">
                        <a16:creationId xmlns:a16="http://schemas.microsoft.com/office/drawing/2014/main" id="{963684DB-E752-48D3-A501-CD1A19863007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793" y="6585"/>
                    <a:ext cx="2217" cy="403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3175" cap="rnd">
                        <a:solidFill>
                          <a:srgbClr val="DDDDDD"/>
                        </a:solidFill>
                        <a:prstDash val="sysDot"/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>
                    <a:lvl1pPr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</p:grpSp>
          </p:grpSp>
          <p:grpSp>
            <p:nvGrpSpPr>
              <p:cNvPr id="15398" name="Group 172">
                <a:extLst>
                  <a:ext uri="{FF2B5EF4-FFF2-40B4-BE49-F238E27FC236}">
                    <a16:creationId xmlns:a16="http://schemas.microsoft.com/office/drawing/2014/main" id="{2ED884D4-A614-42D8-A28D-CE9320BCA6B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7024"/>
                <a:ext cx="793" cy="475"/>
                <a:chOff x="0" y="7024"/>
                <a:chExt cx="793" cy="475"/>
              </a:xfrm>
            </p:grpSpPr>
            <p:sp>
              <p:nvSpPr>
                <p:cNvPr id="15414" name="Rectangle 171">
                  <a:extLst>
                    <a:ext uri="{FF2B5EF4-FFF2-40B4-BE49-F238E27FC236}">
                      <a16:creationId xmlns:a16="http://schemas.microsoft.com/office/drawing/2014/main" id="{026F6415-4CFE-4FFD-842C-302A3C64E5B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7024"/>
                  <a:ext cx="793" cy="47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80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3175" cap="rnd">
                      <a:solidFill>
                        <a:srgbClr val="DDDDDD"/>
                      </a:solidFill>
                      <a:prstDash val="sysDot"/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>
                  <a:lvl1pPr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grpSp>
              <p:nvGrpSpPr>
                <p:cNvPr id="15415" name="Group 170">
                  <a:extLst>
                    <a:ext uri="{FF2B5EF4-FFF2-40B4-BE49-F238E27FC236}">
                      <a16:creationId xmlns:a16="http://schemas.microsoft.com/office/drawing/2014/main" id="{86EA376B-F2B9-42CF-B31D-72B7887CE609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0" y="7024"/>
                  <a:ext cx="793" cy="403"/>
                  <a:chOff x="0" y="7024"/>
                  <a:chExt cx="793" cy="403"/>
                </a:xfrm>
              </p:grpSpPr>
              <p:sp>
                <p:nvSpPr>
                  <p:cNvPr id="15416" name="Rectangle 37">
                    <a:extLst>
                      <a:ext uri="{FF2B5EF4-FFF2-40B4-BE49-F238E27FC236}">
                        <a16:creationId xmlns:a16="http://schemas.microsoft.com/office/drawing/2014/main" id="{E449C689-33B2-4F6F-BCE8-3C9055ECB521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8" y="7042"/>
                    <a:ext cx="757" cy="367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80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3175" cap="rnd">
                        <a:solidFill>
                          <a:srgbClr val="DDDDDD"/>
                        </a:solidFill>
                        <a:prstDash val="sysDot"/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anchor="ctr"/>
                  <a:lstStyle>
                    <a:lvl1pPr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r>
                      <a:rPr lang="en-US" altLang="zh-CN" sz="1600">
                        <a:solidFill>
                          <a:schemeClr val="tx2"/>
                        </a:solidFill>
                      </a:rPr>
                      <a:t>quote </a:t>
                    </a:r>
                  </a:p>
                  <a:p>
                    <a:endParaRPr lang="en-US" altLang="zh-CN" sz="1600">
                      <a:solidFill>
                        <a:schemeClr val="tx2"/>
                      </a:solidFill>
                    </a:endParaRPr>
                  </a:p>
                </p:txBody>
              </p:sp>
              <p:sp>
                <p:nvSpPr>
                  <p:cNvPr id="15417" name="Rectangle 169">
                    <a:extLst>
                      <a:ext uri="{FF2B5EF4-FFF2-40B4-BE49-F238E27FC236}">
                        <a16:creationId xmlns:a16="http://schemas.microsoft.com/office/drawing/2014/main" id="{D76A9537-EFE1-478B-BB2C-9843E76BEC25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0" y="7024"/>
                    <a:ext cx="793" cy="403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3175" cap="rnd">
                        <a:solidFill>
                          <a:srgbClr val="DDDDDD"/>
                        </a:solidFill>
                        <a:prstDash val="sysDot"/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>
                    <a:lvl1pPr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</p:grpSp>
          </p:grpSp>
          <p:grpSp>
            <p:nvGrpSpPr>
              <p:cNvPr id="15399" name="Group 176">
                <a:extLst>
                  <a:ext uri="{FF2B5EF4-FFF2-40B4-BE49-F238E27FC236}">
                    <a16:creationId xmlns:a16="http://schemas.microsoft.com/office/drawing/2014/main" id="{A77E2342-9918-43E2-9DAC-A3EE3348F0A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93" y="7024"/>
                <a:ext cx="2217" cy="475"/>
                <a:chOff x="793" y="7024"/>
                <a:chExt cx="2217" cy="475"/>
              </a:xfrm>
            </p:grpSpPr>
            <p:sp>
              <p:nvSpPr>
                <p:cNvPr id="15410" name="Rectangle 175">
                  <a:extLst>
                    <a:ext uri="{FF2B5EF4-FFF2-40B4-BE49-F238E27FC236}">
                      <a16:creationId xmlns:a16="http://schemas.microsoft.com/office/drawing/2014/main" id="{63C47153-08A8-4161-951B-789DC3B4511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93" y="7024"/>
                  <a:ext cx="2217" cy="47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80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3175" cap="rnd">
                      <a:solidFill>
                        <a:srgbClr val="DDDDDD"/>
                      </a:solidFill>
                      <a:prstDash val="sysDot"/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>
                  <a:lvl1pPr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grpSp>
              <p:nvGrpSpPr>
                <p:cNvPr id="15411" name="Group 174">
                  <a:extLst>
                    <a:ext uri="{FF2B5EF4-FFF2-40B4-BE49-F238E27FC236}">
                      <a16:creationId xmlns:a16="http://schemas.microsoft.com/office/drawing/2014/main" id="{75FBAB34-7DAA-441B-AFEF-4EE79CE7C8C5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793" y="7024"/>
                  <a:ext cx="2217" cy="403"/>
                  <a:chOff x="793" y="7024"/>
                  <a:chExt cx="2217" cy="403"/>
                </a:xfrm>
              </p:grpSpPr>
              <p:sp>
                <p:nvSpPr>
                  <p:cNvPr id="15412" name="Rectangle 38">
                    <a:extLst>
                      <a:ext uri="{FF2B5EF4-FFF2-40B4-BE49-F238E27FC236}">
                        <a16:creationId xmlns:a16="http://schemas.microsoft.com/office/drawing/2014/main" id="{ACEDD31F-F4AC-4D50-8026-6326287248A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811" y="7042"/>
                    <a:ext cx="2181" cy="367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80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3175" cap="rnd">
                        <a:solidFill>
                          <a:srgbClr val="DDDDDD"/>
                        </a:solidFill>
                        <a:prstDash val="sysDot"/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anchor="ctr"/>
                  <a:lstStyle>
                    <a:lvl1pPr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r>
                      <a:rPr lang="zh-CN" altLang="en-US" sz="1600">
                        <a:solidFill>
                          <a:schemeClr val="tx2"/>
                        </a:solidFill>
                      </a:rPr>
                      <a:t>直接提供一条</a:t>
                    </a:r>
                    <a:r>
                      <a:rPr lang="en-US" altLang="zh-CN" sz="1600">
                        <a:solidFill>
                          <a:schemeClr val="tx2"/>
                        </a:solidFill>
                      </a:rPr>
                      <a:t>FTP</a:t>
                    </a:r>
                    <a:r>
                      <a:rPr lang="zh-CN" altLang="en-US" sz="1600">
                        <a:solidFill>
                          <a:schemeClr val="tx2"/>
                        </a:solidFill>
                      </a:rPr>
                      <a:t>命令</a:t>
                    </a:r>
                  </a:p>
                  <a:p>
                    <a:endParaRPr lang="en-US" altLang="zh-CN" sz="1600">
                      <a:solidFill>
                        <a:schemeClr val="tx2"/>
                      </a:solidFill>
                    </a:endParaRPr>
                  </a:p>
                </p:txBody>
              </p:sp>
              <p:sp>
                <p:nvSpPr>
                  <p:cNvPr id="15413" name="Rectangle 173">
                    <a:extLst>
                      <a:ext uri="{FF2B5EF4-FFF2-40B4-BE49-F238E27FC236}">
                        <a16:creationId xmlns:a16="http://schemas.microsoft.com/office/drawing/2014/main" id="{340F0335-739A-4D98-811C-E49DE2C7050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793" y="7024"/>
                    <a:ext cx="2217" cy="403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3175" cap="rnd">
                        <a:solidFill>
                          <a:srgbClr val="DDDDDD"/>
                        </a:solidFill>
                        <a:prstDash val="sysDot"/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>
                    <a:lvl1pPr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</p:grpSp>
          </p:grpSp>
          <p:grpSp>
            <p:nvGrpSpPr>
              <p:cNvPr id="15400" name="Group 180">
                <a:extLst>
                  <a:ext uri="{FF2B5EF4-FFF2-40B4-BE49-F238E27FC236}">
                    <a16:creationId xmlns:a16="http://schemas.microsoft.com/office/drawing/2014/main" id="{B9249251-DCA4-4218-A748-93519502EB7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7463"/>
                <a:ext cx="793" cy="475"/>
                <a:chOff x="0" y="7463"/>
                <a:chExt cx="793" cy="475"/>
              </a:xfrm>
            </p:grpSpPr>
            <p:sp>
              <p:nvSpPr>
                <p:cNvPr id="15406" name="Rectangle 179">
                  <a:extLst>
                    <a:ext uri="{FF2B5EF4-FFF2-40B4-BE49-F238E27FC236}">
                      <a16:creationId xmlns:a16="http://schemas.microsoft.com/office/drawing/2014/main" id="{59C6D4F1-8658-413C-8771-E5F7F831AC7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7463"/>
                  <a:ext cx="793" cy="47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80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3175" cap="rnd">
                      <a:solidFill>
                        <a:srgbClr val="DDDDDD"/>
                      </a:solidFill>
                      <a:prstDash val="sysDot"/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>
                  <a:lvl1pPr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grpSp>
              <p:nvGrpSpPr>
                <p:cNvPr id="15407" name="Group 178">
                  <a:extLst>
                    <a:ext uri="{FF2B5EF4-FFF2-40B4-BE49-F238E27FC236}">
                      <a16:creationId xmlns:a16="http://schemas.microsoft.com/office/drawing/2014/main" id="{778AAF48-52A5-4FFB-B3C6-DF6B2FAC0D5C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0" y="7463"/>
                  <a:ext cx="793" cy="403"/>
                  <a:chOff x="0" y="7463"/>
                  <a:chExt cx="793" cy="403"/>
                </a:xfrm>
              </p:grpSpPr>
              <p:sp>
                <p:nvSpPr>
                  <p:cNvPr id="15408" name="Rectangle 39">
                    <a:extLst>
                      <a:ext uri="{FF2B5EF4-FFF2-40B4-BE49-F238E27FC236}">
                        <a16:creationId xmlns:a16="http://schemas.microsoft.com/office/drawing/2014/main" id="{BC12E46C-12A5-4593-8663-4E3DE7F63460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8" y="7481"/>
                    <a:ext cx="757" cy="367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80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3175" cap="rnd">
                        <a:solidFill>
                          <a:srgbClr val="DDDDDD"/>
                        </a:solidFill>
                        <a:prstDash val="sysDot"/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anchor="ctr"/>
                  <a:lstStyle>
                    <a:lvl1pPr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r>
                      <a:rPr lang="en-US" altLang="zh-CN" sz="1600">
                        <a:solidFill>
                          <a:schemeClr val="tx2"/>
                        </a:solidFill>
                      </a:rPr>
                      <a:t>quit </a:t>
                    </a:r>
                  </a:p>
                  <a:p>
                    <a:endParaRPr lang="en-US" altLang="zh-CN" sz="1600">
                      <a:solidFill>
                        <a:schemeClr val="tx2"/>
                      </a:solidFill>
                    </a:endParaRPr>
                  </a:p>
                </p:txBody>
              </p:sp>
              <p:sp>
                <p:nvSpPr>
                  <p:cNvPr id="15409" name="Rectangle 177">
                    <a:extLst>
                      <a:ext uri="{FF2B5EF4-FFF2-40B4-BE49-F238E27FC236}">
                        <a16:creationId xmlns:a16="http://schemas.microsoft.com/office/drawing/2014/main" id="{75DC72D7-7AA4-4E6F-AD69-F7DFE88E1C6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0" y="7463"/>
                    <a:ext cx="793" cy="403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3175" cap="rnd">
                        <a:solidFill>
                          <a:srgbClr val="DDDDDD"/>
                        </a:solidFill>
                        <a:prstDash val="sysDot"/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>
                    <a:lvl1pPr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</p:grpSp>
          </p:grpSp>
          <p:grpSp>
            <p:nvGrpSpPr>
              <p:cNvPr id="15401" name="Group 184">
                <a:extLst>
                  <a:ext uri="{FF2B5EF4-FFF2-40B4-BE49-F238E27FC236}">
                    <a16:creationId xmlns:a16="http://schemas.microsoft.com/office/drawing/2014/main" id="{0FE8BE2D-E5A0-444E-B6BE-A66E78132AB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93" y="7463"/>
                <a:ext cx="2217" cy="475"/>
                <a:chOff x="793" y="7463"/>
                <a:chExt cx="2217" cy="475"/>
              </a:xfrm>
            </p:grpSpPr>
            <p:sp>
              <p:nvSpPr>
                <p:cNvPr id="15402" name="Rectangle 183">
                  <a:extLst>
                    <a:ext uri="{FF2B5EF4-FFF2-40B4-BE49-F238E27FC236}">
                      <a16:creationId xmlns:a16="http://schemas.microsoft.com/office/drawing/2014/main" id="{36EEF87A-B3D5-4AA0-A95B-FEBDE2AB692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93" y="7463"/>
                  <a:ext cx="2217" cy="47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80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3175" cap="rnd">
                      <a:solidFill>
                        <a:srgbClr val="DDDDDD"/>
                      </a:solidFill>
                      <a:prstDash val="sysDot"/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>
                  <a:lvl1pPr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grpSp>
              <p:nvGrpSpPr>
                <p:cNvPr id="15403" name="Group 182">
                  <a:extLst>
                    <a:ext uri="{FF2B5EF4-FFF2-40B4-BE49-F238E27FC236}">
                      <a16:creationId xmlns:a16="http://schemas.microsoft.com/office/drawing/2014/main" id="{84B9D9AE-60A5-42C8-AF13-A17FFD5C6024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793" y="7463"/>
                  <a:ext cx="2217" cy="403"/>
                  <a:chOff x="793" y="7463"/>
                  <a:chExt cx="2217" cy="403"/>
                </a:xfrm>
              </p:grpSpPr>
              <p:sp>
                <p:nvSpPr>
                  <p:cNvPr id="15404" name="Rectangle 40">
                    <a:extLst>
                      <a:ext uri="{FF2B5EF4-FFF2-40B4-BE49-F238E27FC236}">
                        <a16:creationId xmlns:a16="http://schemas.microsoft.com/office/drawing/2014/main" id="{4D97F101-811F-4AA2-9813-CF5A81020260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811" y="7481"/>
                    <a:ext cx="2181" cy="367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80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3175" cap="rnd">
                        <a:solidFill>
                          <a:srgbClr val="DDDDDD"/>
                        </a:solidFill>
                        <a:prstDash val="sysDot"/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anchor="ctr"/>
                  <a:lstStyle>
                    <a:lvl1pPr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r>
                      <a:rPr lang="zh-CN" altLang="en-US" sz="1600">
                        <a:solidFill>
                          <a:schemeClr val="tx2"/>
                        </a:solidFill>
                      </a:rPr>
                      <a:t>终止</a:t>
                    </a:r>
                    <a:r>
                      <a:rPr lang="en-US" altLang="zh-CN" sz="1600">
                        <a:solidFill>
                          <a:schemeClr val="tx2"/>
                        </a:solidFill>
                      </a:rPr>
                      <a:t>FTP</a:t>
                    </a:r>
                    <a:r>
                      <a:rPr lang="zh-CN" altLang="en-US" sz="1600">
                        <a:solidFill>
                          <a:schemeClr val="tx2"/>
                        </a:solidFill>
                      </a:rPr>
                      <a:t>会话 </a:t>
                    </a:r>
                  </a:p>
                  <a:p>
                    <a:endParaRPr lang="en-US" altLang="zh-CN" sz="1600">
                      <a:solidFill>
                        <a:schemeClr val="tx2"/>
                      </a:solidFill>
                    </a:endParaRPr>
                  </a:p>
                </p:txBody>
              </p:sp>
              <p:sp>
                <p:nvSpPr>
                  <p:cNvPr id="15405" name="Rectangle 181">
                    <a:extLst>
                      <a:ext uri="{FF2B5EF4-FFF2-40B4-BE49-F238E27FC236}">
                        <a16:creationId xmlns:a16="http://schemas.microsoft.com/office/drawing/2014/main" id="{F9A33B3F-0112-40F6-AFCB-C5E311C91B2E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793" y="7463"/>
                    <a:ext cx="2217" cy="403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3175" cap="rnd">
                        <a:solidFill>
                          <a:srgbClr val="DDDDDD"/>
                        </a:solidFill>
                        <a:prstDash val="sysDot"/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>
                    <a:lvl1pPr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</p:grpSp>
          </p:grpSp>
        </p:grpSp>
        <p:sp>
          <p:nvSpPr>
            <p:cNvPr id="15365" name="Rectangle 186">
              <a:extLst>
                <a:ext uri="{FF2B5EF4-FFF2-40B4-BE49-F238E27FC236}">
                  <a16:creationId xmlns:a16="http://schemas.microsoft.com/office/drawing/2014/main" id="{22F1ACD2-CB07-4994-A332-644D4E1898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3" y="-3"/>
              <a:ext cx="3016" cy="79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175" cap="rnd">
                  <a:solidFill>
                    <a:srgbClr val="DDDDDD"/>
                  </a:solidFill>
                  <a:prstDash val="sysDot"/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>
              <a:lvl1pPr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</p:spTree>
  </p:cSld>
  <p:clrMapOvr>
    <a:masterClrMapping/>
  </p:clrMapOvr>
  <p:transition spd="med">
    <p:random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Rectangle 3">
            <a:extLst>
              <a:ext uri="{FF2B5EF4-FFF2-40B4-BE49-F238E27FC236}">
                <a16:creationId xmlns:a16="http://schemas.microsoft.com/office/drawing/2014/main" id="{E505DE6D-7681-4DD2-A4FA-EEB8F28160C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3889375" y="479425"/>
            <a:ext cx="4724400" cy="11430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 eaLnBrk="1" hangingPunct="1"/>
            <a:r>
              <a:rPr lang="en-US" altLang="zh-CN" sz="3600">
                <a:ea typeface="华文新魏" panose="02010800040101010101" pitchFamily="2" charset="-122"/>
              </a:rPr>
              <a:t>FTP</a:t>
            </a:r>
            <a:r>
              <a:rPr lang="zh-CN" altLang="en-US" sz="3600">
                <a:ea typeface="华文新魏" panose="02010800040101010101" pitchFamily="2" charset="-122"/>
              </a:rPr>
              <a:t>连接</a:t>
            </a:r>
          </a:p>
        </p:txBody>
      </p:sp>
      <p:sp>
        <p:nvSpPr>
          <p:cNvPr id="970754" name="Rectangle 2">
            <a:extLst>
              <a:ext uri="{FF2B5EF4-FFF2-40B4-BE49-F238E27FC236}">
                <a16:creationId xmlns:a16="http://schemas.microsoft.com/office/drawing/2014/main" id="{52083585-66A0-4B2F-92B3-BEE021806EA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927225" y="1649413"/>
            <a:ext cx="8434388" cy="3306762"/>
          </a:xfrm>
          <a:solidFill>
            <a:srgbClr val="FFFFFF"/>
          </a:solidFill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zh-CN" altLang="en-US" sz="2800"/>
              <a:t>客户连接服务器上的端口</a:t>
            </a:r>
            <a:r>
              <a:rPr lang="en-US" altLang="zh-CN" sz="2800"/>
              <a:t>21; </a:t>
            </a:r>
            <a:r>
              <a:rPr lang="zh-CN" altLang="en-US" sz="2800"/>
              <a:t>建立控制信道</a:t>
            </a:r>
          </a:p>
          <a:p>
            <a:pPr eaLnBrk="1" hangingPunct="1"/>
            <a:r>
              <a:rPr lang="zh-CN" altLang="en-US" sz="2800"/>
              <a:t>在控制信道上</a:t>
            </a:r>
            <a:r>
              <a:rPr lang="en-US" altLang="zh-CN" sz="2800"/>
              <a:t>, </a:t>
            </a:r>
            <a:r>
              <a:rPr lang="zh-CN" altLang="en-US" sz="2800"/>
              <a:t>客户指定包括</a:t>
            </a:r>
            <a:r>
              <a:rPr lang="en-US" altLang="zh-CN" sz="2800">
                <a:solidFill>
                  <a:schemeClr val="tx2"/>
                </a:solidFill>
              </a:rPr>
              <a:t>IP</a:t>
            </a:r>
            <a:r>
              <a:rPr lang="zh-CN" altLang="en-US" sz="2800">
                <a:solidFill>
                  <a:schemeClr val="tx2"/>
                </a:solidFill>
              </a:rPr>
              <a:t>地址</a:t>
            </a:r>
            <a:r>
              <a:rPr lang="zh-CN" altLang="en-US" sz="2800"/>
              <a:t>和</a:t>
            </a:r>
            <a:r>
              <a:rPr lang="zh-CN" altLang="en-US" sz="2800">
                <a:solidFill>
                  <a:schemeClr val="tx2"/>
                </a:solidFill>
              </a:rPr>
              <a:t>端口号</a:t>
            </a:r>
            <a:r>
              <a:rPr lang="zh-CN" altLang="en-US" sz="2800"/>
              <a:t>等在内的数据连接的</a:t>
            </a:r>
            <a:r>
              <a:rPr lang="zh-CN" altLang="en-US" sz="2800">
                <a:solidFill>
                  <a:schemeClr val="tx2"/>
                </a:solidFill>
              </a:rPr>
              <a:t>参数</a:t>
            </a:r>
          </a:p>
          <a:p>
            <a:pPr eaLnBrk="1" hangingPunct="1"/>
            <a:r>
              <a:rPr lang="zh-CN" altLang="en-US" sz="2800"/>
              <a:t>可以请求服务器也为数据端口建立一个被动连接 </a:t>
            </a:r>
          </a:p>
          <a:p>
            <a:pPr eaLnBrk="1" hangingPunct="1"/>
            <a:r>
              <a:rPr lang="zh-CN" altLang="en-US" sz="2800"/>
              <a:t>服务器试图连接客户机指定的数据端口</a:t>
            </a:r>
          </a:p>
          <a:p>
            <a:pPr eaLnBrk="1" hangingPunct="1"/>
            <a:r>
              <a:rPr lang="zh-CN" altLang="en-US" sz="2800"/>
              <a:t>只要建立了数据连接，就可以开始双向的数据传输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07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707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707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075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7075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7075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075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7075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7075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075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7075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7075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075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7075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7075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70754" grpId="0" build="p" autoUpdateAnimBg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962B260C-6214-4918-B5D6-4D1A5CC32C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86050" y="3978603"/>
            <a:ext cx="1619250" cy="52322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45FBC41B-6972-4736-BC52-BEB4F1ECE4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52739" y="4487864"/>
            <a:ext cx="1336675" cy="650875"/>
          </a:xfrm>
          <a:prstGeom prst="rect">
            <a:avLst/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kumimoji="0" lang="zh-CN" altLang="en-US" sz="1800">
                <a:latin typeface="Comic Sans MS" panose="030F0702030302020204" pitchFamily="66" charset="0"/>
              </a:rPr>
              <a:t>服务器数据</a:t>
            </a:r>
          </a:p>
          <a:p>
            <a:pPr algn="ctr"/>
            <a:r>
              <a:rPr kumimoji="0" lang="zh-CN" altLang="en-US" sz="1800">
                <a:latin typeface="Comic Sans MS" panose="030F0702030302020204" pitchFamily="66" charset="0"/>
              </a:rPr>
              <a:t>传输程序</a:t>
            </a:r>
          </a:p>
        </p:txBody>
      </p:sp>
      <p:sp>
        <p:nvSpPr>
          <p:cNvPr id="17412" name="Rectangle 4">
            <a:extLst>
              <a:ext uri="{FF2B5EF4-FFF2-40B4-BE49-F238E27FC236}">
                <a16:creationId xmlns:a16="http://schemas.microsoft.com/office/drawing/2014/main" id="{C1F0AB7E-3E44-4FFE-A7FF-74F74B296A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27351" y="3030539"/>
            <a:ext cx="1108075" cy="650875"/>
          </a:xfrm>
          <a:prstGeom prst="rect">
            <a:avLst/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kumimoji="0" lang="zh-CN" altLang="en-US" sz="1800">
                <a:latin typeface="Comic Sans MS" panose="030F0702030302020204" pitchFamily="66" charset="0"/>
              </a:rPr>
              <a:t>服务协议</a:t>
            </a:r>
          </a:p>
          <a:p>
            <a:pPr algn="ctr"/>
            <a:r>
              <a:rPr kumimoji="0" lang="zh-CN" altLang="en-US" sz="1800">
                <a:latin typeface="Comic Sans MS" panose="030F0702030302020204" pitchFamily="66" charset="0"/>
              </a:rPr>
              <a:t>解释程序</a:t>
            </a:r>
          </a:p>
        </p:txBody>
      </p:sp>
      <p:grpSp>
        <p:nvGrpSpPr>
          <p:cNvPr id="17413" name="Group 5">
            <a:extLst>
              <a:ext uri="{FF2B5EF4-FFF2-40B4-BE49-F238E27FC236}">
                <a16:creationId xmlns:a16="http://schemas.microsoft.com/office/drawing/2014/main" id="{7EA51CB3-C453-43EA-969F-C51A6664B787}"/>
              </a:ext>
            </a:extLst>
          </p:cNvPr>
          <p:cNvGrpSpPr>
            <a:grpSpLocks/>
          </p:cNvGrpSpPr>
          <p:nvPr/>
        </p:nvGrpSpPr>
        <p:grpSpPr bwMode="auto">
          <a:xfrm>
            <a:off x="7639050" y="2233800"/>
            <a:ext cx="1619250" cy="2790576"/>
            <a:chOff x="3024" y="1074"/>
            <a:chExt cx="1020" cy="1793"/>
          </a:xfrm>
        </p:grpSpPr>
        <p:sp>
          <p:nvSpPr>
            <p:cNvPr id="17425" name="Rectangle 6">
              <a:extLst>
                <a:ext uri="{FF2B5EF4-FFF2-40B4-BE49-F238E27FC236}">
                  <a16:creationId xmlns:a16="http://schemas.microsoft.com/office/drawing/2014/main" id="{C1A7A73E-395A-43C8-84F1-37CB9413B1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24" y="1932"/>
              <a:ext cx="1020" cy="336"/>
            </a:xfrm>
            <a:prstGeom prst="rect">
              <a:avLst/>
            </a:prstGeom>
            <a:solidFill>
              <a:srgbClr val="3366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7426" name="Rectangle 7">
              <a:extLst>
                <a:ext uri="{FF2B5EF4-FFF2-40B4-BE49-F238E27FC236}">
                  <a16:creationId xmlns:a16="http://schemas.microsoft.com/office/drawing/2014/main" id="{D07E1AA9-693E-4C5E-94B6-CD60A68DA4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76" y="1597"/>
              <a:ext cx="698" cy="418"/>
            </a:xfrm>
            <a:prstGeom prst="rect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kumimoji="0" lang="zh-CN" altLang="en-US" sz="1800">
                  <a:latin typeface="Comic Sans MS" panose="030F0702030302020204" pitchFamily="66" charset="0"/>
                </a:rPr>
                <a:t>用户协议</a:t>
              </a:r>
            </a:p>
            <a:p>
              <a:pPr algn="ctr"/>
              <a:r>
                <a:rPr kumimoji="0" lang="zh-CN" altLang="en-US" sz="1800">
                  <a:latin typeface="Comic Sans MS" panose="030F0702030302020204" pitchFamily="66" charset="0"/>
                </a:rPr>
                <a:t>解释程序</a:t>
              </a:r>
            </a:p>
          </p:txBody>
        </p:sp>
        <p:sp>
          <p:nvSpPr>
            <p:cNvPr id="17427" name="Rectangle 8">
              <a:extLst>
                <a:ext uri="{FF2B5EF4-FFF2-40B4-BE49-F238E27FC236}">
                  <a16:creationId xmlns:a16="http://schemas.microsoft.com/office/drawing/2014/main" id="{235DB33A-C6EA-4687-8115-880FA8828B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79" y="2449"/>
              <a:ext cx="741" cy="418"/>
            </a:xfrm>
            <a:prstGeom prst="rect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kumimoji="0" lang="zh-CN" altLang="en-US" sz="1800">
                  <a:latin typeface="Comic Sans MS" panose="030F0702030302020204" pitchFamily="66" charset="0"/>
                </a:rPr>
                <a:t>用户数据 </a:t>
              </a:r>
            </a:p>
            <a:p>
              <a:pPr algn="ctr"/>
              <a:r>
                <a:rPr kumimoji="0" lang="zh-CN" altLang="en-US" sz="1800">
                  <a:latin typeface="Comic Sans MS" panose="030F0702030302020204" pitchFamily="66" charset="0"/>
                </a:rPr>
                <a:t>传输程序</a:t>
              </a:r>
            </a:p>
          </p:txBody>
        </p:sp>
        <p:sp>
          <p:nvSpPr>
            <p:cNvPr id="17428" name="Rectangle 9">
              <a:extLst>
                <a:ext uri="{FF2B5EF4-FFF2-40B4-BE49-F238E27FC236}">
                  <a16:creationId xmlns:a16="http://schemas.microsoft.com/office/drawing/2014/main" id="{C622B8A0-1E41-43D2-A8CC-CEC33BFF3E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89" y="1074"/>
              <a:ext cx="698" cy="242"/>
            </a:xfrm>
            <a:prstGeom prst="rect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kumimoji="0" lang="zh-CN" altLang="en-US" sz="1800">
                  <a:latin typeface="Comic Sans MS" panose="030F0702030302020204" pitchFamily="66" charset="0"/>
                </a:rPr>
                <a:t>用户接口</a:t>
              </a:r>
            </a:p>
          </p:txBody>
        </p:sp>
      </p:grpSp>
      <p:sp>
        <p:nvSpPr>
          <p:cNvPr id="17414" name="Rectangle 10">
            <a:extLst>
              <a:ext uri="{FF2B5EF4-FFF2-40B4-BE49-F238E27FC236}">
                <a16:creationId xmlns:a16="http://schemas.microsoft.com/office/drawing/2014/main" id="{A06A54F2-5F1C-4081-A1FF-5213D0E416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02576" y="6070600"/>
            <a:ext cx="1108075" cy="376238"/>
          </a:xfrm>
          <a:prstGeom prst="rect">
            <a:avLst/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kumimoji="0" lang="zh-CN" altLang="en-US" sz="1800">
                <a:latin typeface="Comic Sans MS" panose="030F0702030302020204" pitchFamily="66" charset="0"/>
              </a:rPr>
              <a:t>文件系统</a:t>
            </a:r>
          </a:p>
        </p:txBody>
      </p:sp>
      <p:sp>
        <p:nvSpPr>
          <p:cNvPr id="17415" name="Rectangle 11">
            <a:extLst>
              <a:ext uri="{FF2B5EF4-FFF2-40B4-BE49-F238E27FC236}">
                <a16:creationId xmlns:a16="http://schemas.microsoft.com/office/drawing/2014/main" id="{2549818B-F754-4593-B698-BF603FD021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97176" y="6194425"/>
            <a:ext cx="1450975" cy="376238"/>
          </a:xfrm>
          <a:prstGeom prst="rect">
            <a:avLst/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kumimoji="0" lang="zh-CN" altLang="en-US" sz="1800">
                <a:latin typeface="Comic Sans MS" panose="030F0702030302020204" pitchFamily="66" charset="0"/>
              </a:rPr>
              <a:t>文件系统</a:t>
            </a:r>
          </a:p>
        </p:txBody>
      </p:sp>
      <p:sp>
        <p:nvSpPr>
          <p:cNvPr id="17416" name="AutoShape 12">
            <a:extLst>
              <a:ext uri="{FF2B5EF4-FFF2-40B4-BE49-F238E27FC236}">
                <a16:creationId xmlns:a16="http://schemas.microsoft.com/office/drawing/2014/main" id="{E093B1F0-375D-4326-90E5-8674533FE0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63100" y="1024365"/>
            <a:ext cx="259766" cy="735747"/>
          </a:xfrm>
          <a:prstGeom prst="smileyFace">
            <a:avLst>
              <a:gd name="adj" fmla="val 4653"/>
            </a:avLst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7417" name="AutoShape 13">
            <a:extLst>
              <a:ext uri="{FF2B5EF4-FFF2-40B4-BE49-F238E27FC236}">
                <a16:creationId xmlns:a16="http://schemas.microsoft.com/office/drawing/2014/main" id="{F686A3BB-1341-4143-82C9-9ED884220E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05289" y="3031214"/>
            <a:ext cx="3506787" cy="733663"/>
          </a:xfrm>
          <a:prstGeom prst="leftRightArrow">
            <a:avLst>
              <a:gd name="adj1" fmla="val 50000"/>
              <a:gd name="adj2" fmla="val 107494"/>
            </a:avLst>
          </a:prstGeom>
          <a:solidFill>
            <a:schemeClr val="bg1"/>
          </a:solidFill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kumimoji="0" lang="en-US" altLang="zh-CN" sz="1800">
                <a:latin typeface="Comic Sans MS" panose="030F0702030302020204" pitchFamily="66" charset="0"/>
              </a:rPr>
              <a:t>FTP</a:t>
            </a:r>
            <a:r>
              <a:rPr kumimoji="0" lang="zh-CN" altLang="en-US" sz="1800">
                <a:latin typeface="Comic Sans MS" panose="030F0702030302020204" pitchFamily="66" charset="0"/>
              </a:rPr>
              <a:t>命令</a:t>
            </a:r>
            <a:r>
              <a:rPr kumimoji="0" lang="en-US" altLang="zh-CN" sz="1800">
                <a:latin typeface="Comic Sans MS" panose="030F0702030302020204" pitchFamily="66" charset="0"/>
              </a:rPr>
              <a:t>/</a:t>
            </a:r>
            <a:r>
              <a:rPr kumimoji="0" lang="zh-CN" altLang="en-US" sz="1800">
                <a:latin typeface="Comic Sans MS" panose="030F0702030302020204" pitchFamily="66" charset="0"/>
              </a:rPr>
              <a:t>回复</a:t>
            </a:r>
          </a:p>
        </p:txBody>
      </p:sp>
      <p:sp>
        <p:nvSpPr>
          <p:cNvPr id="17418" name="AutoShape 14">
            <a:extLst>
              <a:ext uri="{FF2B5EF4-FFF2-40B4-BE49-F238E27FC236}">
                <a16:creationId xmlns:a16="http://schemas.microsoft.com/office/drawing/2014/main" id="{4F6B4185-1FF3-466A-966A-2B35474831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92589" y="4469489"/>
            <a:ext cx="3563937" cy="733663"/>
          </a:xfrm>
          <a:prstGeom prst="leftRightArrow">
            <a:avLst>
              <a:gd name="adj1" fmla="val 50000"/>
              <a:gd name="adj2" fmla="val 109246"/>
            </a:avLst>
          </a:prstGeom>
          <a:solidFill>
            <a:schemeClr val="bg1"/>
          </a:solidFill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kumimoji="0" lang="en-US" altLang="zh-CN" sz="1800">
                <a:latin typeface="Comic Sans MS" panose="030F0702030302020204" pitchFamily="66" charset="0"/>
              </a:rPr>
              <a:t> </a:t>
            </a:r>
            <a:r>
              <a:rPr kumimoji="0" lang="zh-CN" altLang="en-US" sz="1800">
                <a:latin typeface="Comic Sans MS" panose="030F0702030302020204" pitchFamily="66" charset="0"/>
              </a:rPr>
              <a:t>数据连接</a:t>
            </a:r>
          </a:p>
        </p:txBody>
      </p:sp>
      <p:sp>
        <p:nvSpPr>
          <p:cNvPr id="17419" name="AutoShape 15">
            <a:extLst>
              <a:ext uri="{FF2B5EF4-FFF2-40B4-BE49-F238E27FC236}">
                <a16:creationId xmlns:a16="http://schemas.microsoft.com/office/drawing/2014/main" id="{BC0EFFF7-F4F7-4F1B-A209-74057B1B7D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0" y="5474921"/>
            <a:ext cx="366960" cy="654784"/>
          </a:xfrm>
          <a:prstGeom prst="upDownArrow">
            <a:avLst>
              <a:gd name="adj1" fmla="val 50000"/>
              <a:gd name="adj2" fmla="val 36667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7420" name="AutoShape 16">
            <a:extLst>
              <a:ext uri="{FF2B5EF4-FFF2-40B4-BE49-F238E27FC236}">
                <a16:creationId xmlns:a16="http://schemas.microsoft.com/office/drawing/2014/main" id="{A8E8046A-2326-4049-A72D-4B0B1EC84C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48650" y="5398721"/>
            <a:ext cx="366960" cy="654784"/>
          </a:xfrm>
          <a:prstGeom prst="upDownArrow">
            <a:avLst>
              <a:gd name="adj1" fmla="val 50000"/>
              <a:gd name="adj2" fmla="val 36667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7421" name="AutoShape 17">
            <a:extLst>
              <a:ext uri="{FF2B5EF4-FFF2-40B4-BE49-F238E27FC236}">
                <a16:creationId xmlns:a16="http://schemas.microsoft.com/office/drawing/2014/main" id="{ED958AF1-D5C4-4DAC-849B-50683A5E6E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53551" y="1556872"/>
            <a:ext cx="256193" cy="1818620"/>
          </a:xfrm>
          <a:custGeom>
            <a:avLst/>
            <a:gdLst>
              <a:gd name="T0" fmla="*/ 2147483646 w 21600"/>
              <a:gd name="T1" fmla="*/ 0 h 21600"/>
              <a:gd name="T2" fmla="*/ 2147483646 w 21600"/>
              <a:gd name="T3" fmla="*/ 2147483646 h 21600"/>
              <a:gd name="T4" fmla="*/ 2147483646 w 21600"/>
              <a:gd name="T5" fmla="*/ 2147483646 h 21600"/>
              <a:gd name="T6" fmla="*/ 0 w 21600"/>
              <a:gd name="T7" fmla="*/ 2147483646 h 21600"/>
              <a:gd name="T8" fmla="*/ 2147483646 w 21600"/>
              <a:gd name="T9" fmla="*/ 2147483646 h 21600"/>
              <a:gd name="T10" fmla="*/ 2147483646 w 21600"/>
              <a:gd name="T11" fmla="*/ 2147483646 h 21600"/>
              <a:gd name="T12" fmla="*/ 2147483646 w 21600"/>
              <a:gd name="T13" fmla="*/ 2147483646 h 21600"/>
              <a:gd name="T14" fmla="*/ 2147483646 w 21600"/>
              <a:gd name="T15" fmla="*/ 2147483646 h 21600"/>
              <a:gd name="T16" fmla="*/ 17694720 60000 65536"/>
              <a:gd name="T17" fmla="*/ 11796480 60000 65536"/>
              <a:gd name="T18" fmla="*/ 17694720 60000 65536"/>
              <a:gd name="T19" fmla="*/ 11796480 60000 65536"/>
              <a:gd name="T20" fmla="*/ 5898240 60000 65536"/>
              <a:gd name="T21" fmla="*/ 5898240 60000 65536"/>
              <a:gd name="T22" fmla="*/ 0 60000 65536"/>
              <a:gd name="T23" fmla="*/ 0 60000 65536"/>
              <a:gd name="T24" fmla="*/ 3085 w 21600"/>
              <a:gd name="T25" fmla="*/ 12343 h 21600"/>
              <a:gd name="T26" fmla="*/ 18514 w 21600"/>
              <a:gd name="T27" fmla="*/ 18514 h 21600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21600" h="21600">
                <a:moveTo>
                  <a:pt x="15429" y="0"/>
                </a:moveTo>
                <a:lnTo>
                  <a:pt x="9257" y="6171"/>
                </a:lnTo>
                <a:lnTo>
                  <a:pt x="12343" y="6171"/>
                </a:lnTo>
                <a:lnTo>
                  <a:pt x="12343" y="12343"/>
                </a:lnTo>
                <a:lnTo>
                  <a:pt x="6171" y="12343"/>
                </a:lnTo>
                <a:lnTo>
                  <a:pt x="6171" y="9257"/>
                </a:lnTo>
                <a:lnTo>
                  <a:pt x="0" y="15429"/>
                </a:lnTo>
                <a:lnTo>
                  <a:pt x="6171" y="21600"/>
                </a:lnTo>
                <a:lnTo>
                  <a:pt x="6171" y="18514"/>
                </a:lnTo>
                <a:lnTo>
                  <a:pt x="18514" y="18514"/>
                </a:lnTo>
                <a:lnTo>
                  <a:pt x="18514" y="6171"/>
                </a:lnTo>
                <a:lnTo>
                  <a:pt x="21600" y="6171"/>
                </a:lnTo>
                <a:lnTo>
                  <a:pt x="15429" y="0"/>
                </a:lnTo>
                <a:close/>
              </a:path>
            </a:pathLst>
          </a:cu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7422" name="Text Box 18">
            <a:extLst>
              <a:ext uri="{FF2B5EF4-FFF2-40B4-BE49-F238E27FC236}">
                <a16:creationId xmlns:a16="http://schemas.microsoft.com/office/drawing/2014/main" id="{05825BA2-FE82-45F5-A57C-297878C092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92413" y="2271713"/>
            <a:ext cx="12827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kumimoji="0" lang="en-US" altLang="zh-CN" sz="1800">
                <a:latin typeface="Comic Sans MS" panose="030F0702030302020204" pitchFamily="66" charset="0"/>
              </a:rPr>
              <a:t>FTP</a:t>
            </a:r>
            <a:r>
              <a:rPr kumimoji="0" lang="zh-CN" altLang="en-US" sz="1800">
                <a:latin typeface="Comic Sans MS" panose="030F0702030302020204" pitchFamily="66" charset="0"/>
              </a:rPr>
              <a:t>服务器</a:t>
            </a:r>
          </a:p>
        </p:txBody>
      </p:sp>
      <p:sp>
        <p:nvSpPr>
          <p:cNvPr id="17423" name="Text Box 19">
            <a:extLst>
              <a:ext uri="{FF2B5EF4-FFF2-40B4-BE49-F238E27FC236}">
                <a16:creationId xmlns:a16="http://schemas.microsoft.com/office/drawing/2014/main" id="{947D0015-9D4A-4647-B0D8-963B16DFA4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00963" y="1490664"/>
            <a:ext cx="1295400" cy="369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kumimoji="0" lang="en-US" altLang="zh-CN" sz="1800">
                <a:latin typeface="Comic Sans MS" panose="030F0702030302020204" pitchFamily="66" charset="0"/>
              </a:rPr>
              <a:t>FTP</a:t>
            </a:r>
            <a:r>
              <a:rPr kumimoji="0" lang="zh-CN" altLang="en-US" sz="1800">
                <a:latin typeface="Comic Sans MS" panose="030F0702030302020204" pitchFamily="66" charset="0"/>
              </a:rPr>
              <a:t>客户机</a:t>
            </a:r>
          </a:p>
        </p:txBody>
      </p:sp>
      <p:sp>
        <p:nvSpPr>
          <p:cNvPr id="17424" name="Rectangle 20">
            <a:extLst>
              <a:ext uri="{FF2B5EF4-FFF2-40B4-BE49-F238E27FC236}">
                <a16:creationId xmlns:a16="http://schemas.microsoft.com/office/drawing/2014/main" id="{5D27F7D6-AA96-455A-918A-0785F7A41FC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244725" y="346075"/>
            <a:ext cx="7772400" cy="11430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 eaLnBrk="1" hangingPunct="1"/>
            <a:r>
              <a:rPr lang="en-US" altLang="zh-CN" sz="3600">
                <a:ea typeface="华文新魏" panose="02010800040101010101" pitchFamily="2" charset="-122"/>
              </a:rPr>
              <a:t>FTP</a:t>
            </a:r>
            <a:r>
              <a:rPr lang="zh-CN" altLang="en-US" sz="3600">
                <a:ea typeface="华文新魏" panose="02010800040101010101" pitchFamily="2" charset="-122"/>
              </a:rPr>
              <a:t>模型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F76604AC-4CA4-4B4C-BFDA-737882443434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0" y="447675"/>
            <a:ext cx="7772400" cy="114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1" hangingPunct="1"/>
            <a:r>
              <a:rPr lang="en-US" altLang="zh-CN" sz="4000" b="1">
                <a:solidFill>
                  <a:srgbClr val="FD022D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Thank You!</a:t>
            </a:r>
            <a:endParaRPr lang="en-US" altLang="zh-CN" sz="4000">
              <a:solidFill>
                <a:srgbClr val="000000"/>
              </a:solidFill>
              <a:latin typeface="Times New Roman" panose="02020603050405020304" pitchFamily="18" charset="0"/>
              <a:ea typeface="华文新魏" panose="02010800040101010101" pitchFamily="2" charset="-122"/>
            </a:endParaRPr>
          </a:p>
        </p:txBody>
      </p:sp>
      <p:pic>
        <p:nvPicPr>
          <p:cNvPr id="19459" name="Picture 3">
            <a:extLst>
              <a:ext uri="{FF2B5EF4-FFF2-40B4-BE49-F238E27FC236}">
                <a16:creationId xmlns:a16="http://schemas.microsoft.com/office/drawing/2014/main" id="{795E34FC-AD3C-4721-83B8-F4CD8FB499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76738" y="2163764"/>
            <a:ext cx="3708400" cy="30495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>
    <p:random/>
  </p:transition>
</p:sld>
</file>

<file path=ppt/theme/theme1.xml><?xml version="1.0" encoding="utf-8"?>
<a:theme xmlns:a="http://schemas.openxmlformats.org/drawingml/2006/main" name="Blends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7406</TotalTime>
  <Words>2297</Words>
  <Application>Microsoft Office PowerPoint</Application>
  <PresentationFormat>宽屏</PresentationFormat>
  <Paragraphs>552</Paragraphs>
  <Slides>40</Slides>
  <Notes>3</Notes>
  <HiddenSlides>0</HiddenSlides>
  <MMClips>0</MMClips>
  <ScaleCrop>false</ScaleCrop>
  <HeadingPairs>
    <vt:vector size="8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40</vt:i4>
      </vt:variant>
    </vt:vector>
  </HeadingPairs>
  <TitlesOfParts>
    <vt:vector size="50" baseType="lpstr">
      <vt:lpstr>Times New Roman</vt:lpstr>
      <vt:lpstr>宋体</vt:lpstr>
      <vt:lpstr>Arial</vt:lpstr>
      <vt:lpstr>Tahoma</vt:lpstr>
      <vt:lpstr>Wingdings</vt:lpstr>
      <vt:lpstr>华文新魏</vt:lpstr>
      <vt:lpstr>Comic Sans MS</vt:lpstr>
      <vt:lpstr>Blends</vt:lpstr>
      <vt:lpstr>Microsoft Word 文档</vt:lpstr>
      <vt:lpstr>Microsoft Clip Gallery</vt:lpstr>
      <vt:lpstr>   </vt:lpstr>
      <vt:lpstr>PowerPoint 演示文稿</vt:lpstr>
      <vt:lpstr>Internet 协议栈</vt:lpstr>
      <vt:lpstr>协议组</vt:lpstr>
      <vt:lpstr>常用应用层协议</vt:lpstr>
      <vt:lpstr>应用程序和应用层协议</vt:lpstr>
      <vt:lpstr>网络应用: 专用术语</vt:lpstr>
      <vt:lpstr>Client-server 应用模式</vt:lpstr>
      <vt:lpstr>公共应用的传输服务要求</vt:lpstr>
      <vt:lpstr>Internet应用:应用协议和传输协议</vt:lpstr>
      <vt:lpstr>Web: http协议</vt:lpstr>
      <vt:lpstr>Web 体系结构</vt:lpstr>
      <vt:lpstr>HTTP 概述</vt:lpstr>
      <vt:lpstr>统一资源定位符 (URL)</vt:lpstr>
      <vt:lpstr>Web支持的协议</vt:lpstr>
      <vt:lpstr>HTTP交换的一个实例 </vt:lpstr>
      <vt:lpstr>获取多个对象</vt:lpstr>
      <vt:lpstr>获取嵌入式对象</vt:lpstr>
      <vt:lpstr>HTTP 1.0</vt:lpstr>
      <vt:lpstr>HTTP 1.0</vt:lpstr>
      <vt:lpstr>http1.0 工作过程</vt:lpstr>
      <vt:lpstr>http1.0 工作过程</vt:lpstr>
      <vt:lpstr>HTML 概述</vt:lpstr>
      <vt:lpstr>HTTP和HTML</vt:lpstr>
      <vt:lpstr>静态、动态、活动Web页面</vt:lpstr>
      <vt:lpstr>HTTP 1.1</vt:lpstr>
      <vt:lpstr>HTTP 1.1</vt:lpstr>
      <vt:lpstr>服务器端 Close()</vt:lpstr>
      <vt:lpstr>PowerPoint 演示文稿</vt:lpstr>
      <vt:lpstr>电子邮件</vt:lpstr>
      <vt:lpstr>电子邮件: 邮件服务器</vt:lpstr>
      <vt:lpstr>接收邮件--邮件访问协议</vt:lpstr>
      <vt:lpstr>Pull类型邮件访问协议</vt:lpstr>
      <vt:lpstr>PowerPoint 演示文稿</vt:lpstr>
      <vt:lpstr>ftp: 文件传输协议</vt:lpstr>
      <vt:lpstr>ftp: 分离的控制, 数据连接</vt:lpstr>
      <vt:lpstr>FTP 用户命令</vt:lpstr>
      <vt:lpstr>FTP连接</vt:lpstr>
      <vt:lpstr>FTP模型</vt:lpstr>
      <vt:lpstr>Thank You!</vt:lpstr>
    </vt:vector>
  </TitlesOfParts>
  <Company>西南交通大学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  </dc:title>
  <dc:creator>陈剑波</dc:creator>
  <cp:lastModifiedBy>陈剑波</cp:lastModifiedBy>
  <cp:revision>725</cp:revision>
  <dcterms:created xsi:type="dcterms:W3CDTF">2000-11-07T02:44:39Z</dcterms:created>
  <dcterms:modified xsi:type="dcterms:W3CDTF">2020-09-25T10:58:07Z</dcterms:modified>
</cp:coreProperties>
</file>